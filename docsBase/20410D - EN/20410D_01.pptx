
<file path=[Content_Types].xml><?xml version="1.0" encoding="utf-8"?>
<Types xmlns="http://schemas.openxmlformats.org/package/2006/content-types">
  <Default Extension="emf" ContentType="image/x-emf"/>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Masters/slideMaster9.xml" ContentType="application/vnd.openxmlformats-officedocument.presentationml.slideMaster+xml"/>
  <Override PartName="/ppt/slideMasters/slideMaster10.xml" ContentType="application/vnd.openxmlformats-officedocument.presentationml.slideMaster+xml"/>
  <Override PartName="/ppt/slideMasters/slideMaster11.xml" ContentType="application/vnd.openxmlformats-officedocument.presentationml.slideMaster+xml"/>
  <Override PartName="/ppt/slideMasters/slideMaster12.xml" ContentType="application/vnd.openxmlformats-officedocument.presentationml.slideMaster+xml"/>
  <Override PartName="/ppt/slideMasters/slideMaster13.xml" ContentType="application/vnd.openxmlformats-officedocument.presentationml.slideMaster+xml"/>
  <Override PartName="/ppt/slideMasters/slideMaster14.xml" ContentType="application/vnd.openxmlformats-officedocument.presentationml.slideMaster+xml"/>
  <Override PartName="/ppt/slideMasters/slideMaster15.xml" ContentType="application/vnd.openxmlformats-officedocument.presentationml.slideMaster+xml"/>
  <Override PartName="/ppt/slideMasters/slideMaster16.xml" ContentType="application/vnd.openxmlformats-officedocument.presentationml.slideMaster+xml"/>
  <Override PartName="/ppt/slideMasters/slideMaster17.xml" ContentType="application/vnd.openxmlformats-officedocument.presentationml.slideMaster+xml"/>
  <Override PartName="/ppt/slideMasters/slideMaster18.xml" ContentType="application/vnd.openxmlformats-officedocument.presentationml.slideMaster+xml"/>
  <Override PartName="/ppt/slideMasters/slideMaster19.xml" ContentType="application/vnd.openxmlformats-officedocument.presentationml.slideMaster+xml"/>
  <Override PartName="/ppt/slideMasters/slideMaster20.xml" ContentType="application/vnd.openxmlformats-officedocument.presentationml.slideMaster+xml"/>
  <Override PartName="/ppt/slideMasters/slideMaster21.xml" ContentType="application/vnd.openxmlformats-officedocument.presentationml.slideMaster+xml"/>
  <Override PartName="/ppt/slideMasters/slideMaster22.xml" ContentType="application/vnd.openxmlformats-officedocument.presentationml.slideMaster+xml"/>
  <Override PartName="/ppt/slideMasters/slideMaster23.xml" ContentType="application/vnd.openxmlformats-officedocument.presentationml.slideMaster+xml"/>
  <Override PartName="/ppt/slideMasters/slideMaster24.xml" ContentType="application/vnd.openxmlformats-officedocument.presentationml.slideMaster+xml"/>
  <Override PartName="/ppt/slideMasters/slideMaster25.xml" ContentType="application/vnd.openxmlformats-officedocument.presentationml.slideMaster+xml"/>
  <Override PartName="/ppt/slideMasters/slideMaster26.xml" ContentType="application/vnd.openxmlformats-officedocument.presentationml.slideMaster+xml"/>
  <Override PartName="/ppt/slideMasters/slideMaster27.xml" ContentType="application/vnd.openxmlformats-officedocument.presentationml.slideMaster+xml"/>
  <Override PartName="/ppt/slideMasters/slideMaster28.xml" ContentType="application/vnd.openxmlformats-officedocument.presentationml.slideMaster+xml"/>
  <Override PartName="/ppt/slideMasters/slideMaster29.xml" ContentType="application/vnd.openxmlformats-officedocument.presentationml.slideMaster+xml"/>
  <Override PartName="/ppt/slideMasters/slideMaster30.xml" ContentType="application/vnd.openxmlformats-officedocument.presentationml.slideMaster+xml"/>
  <Override PartName="/ppt/slideMasters/slideMaster31.xml" ContentType="application/vnd.openxmlformats-officedocument.presentationml.slideMaster+xml"/>
  <Override PartName="/ppt/slideMasters/slideMaster32.xml" ContentType="application/vnd.openxmlformats-officedocument.presentationml.slideMaster+xml"/>
  <Override PartName="/ppt/slideMasters/slideMaster33.xml" ContentType="application/vnd.openxmlformats-officedocument.presentationml.slideMaster+xml"/>
  <Override PartName="/ppt/slideMasters/slideMaster34.xml" ContentType="application/vnd.openxmlformats-officedocument.presentationml.slideMaster+xml"/>
  <Override PartName="/ppt/slideMasters/slideMaster35.xml" ContentType="application/vnd.openxmlformats-officedocument.presentationml.slideMaster+xml"/>
  <Override PartName="/ppt/slideMasters/slideMaster36.xml" ContentType="application/vnd.openxmlformats-officedocument.presentationml.slideMaster+xml"/>
  <Override PartName="/ppt/slideMasters/slideMaster37.xml" ContentType="application/vnd.openxmlformats-officedocument.presentationml.slideMaster+xml"/>
  <Override PartName="/ppt/slideMasters/slideMaster38.xml" ContentType="application/vnd.openxmlformats-officedocument.presentationml.slideMaster+xml"/>
  <Override PartName="/ppt/slideMasters/slideMaster39.xml" ContentType="application/vnd.openxmlformats-officedocument.presentationml.slideMaster+xml"/>
  <Override PartName="/ppt/slideMasters/slideMaster40.xml" ContentType="application/vnd.openxmlformats-officedocument.presentationml.slideMaster+xml"/>
  <Override PartName="/ppt/slideMasters/slideMaster41.xml" ContentType="application/vnd.openxmlformats-officedocument.presentationml.slideMaster+xml"/>
  <Override PartName="/ppt/slideMasters/slideMaster42.xml" ContentType="application/vnd.openxmlformats-officedocument.presentationml.slideMaster+xml"/>
  <Override PartName="/ppt/slideMasters/slideMaster43.xml" ContentType="application/vnd.openxmlformats-officedocument.presentationml.slideMaster+xml"/>
  <Override PartName="/ppt/slideMasters/slideMaster44.xml" ContentType="application/vnd.openxmlformats-officedocument.presentationml.slideMaster+xml"/>
  <Override PartName="/ppt/slideMasters/slideMaster45.xml" ContentType="application/vnd.openxmlformats-officedocument.presentationml.slideMaster+xml"/>
  <Override PartName="/ppt/slideMasters/slideMaster46.xml" ContentType="application/vnd.openxmlformats-officedocument.presentationml.slideMaster+xml"/>
  <Override PartName="/ppt/slideMasters/slideMaster47.xml" ContentType="application/vnd.openxmlformats-officedocument.presentationml.slideMaster+xml"/>
  <Override PartName="/ppt/slideMasters/slideMaster48.xml" ContentType="application/vnd.openxmlformats-officedocument.presentationml.slideMaster+xml"/>
  <Override PartName="/ppt/slideMasters/slideMaster49.xml" ContentType="application/vnd.openxmlformats-officedocument.presentationml.slideMaster+xml"/>
  <Override PartName="/ppt/slideMasters/slideMaster50.xml" ContentType="application/vnd.openxmlformats-officedocument.presentationml.slideMaster+xml"/>
  <Override PartName="/ppt/slideMasters/slideMaster51.xml" ContentType="application/vnd.openxmlformats-officedocument.presentationml.slideMaster+xml"/>
  <Override PartName="/ppt/slideMasters/slideMaster52.xml" ContentType="application/vnd.openxmlformats-officedocument.presentationml.slideMaster+xml"/>
  <Override PartName="/ppt/slideMasters/slideMaster53.xml" ContentType="application/vnd.openxmlformats-officedocument.presentationml.slideMaster+xml"/>
  <Override PartName="/ppt/slideMasters/slideMaster54.xml" ContentType="application/vnd.openxmlformats-officedocument.presentationml.slideMaster+xml"/>
  <Override PartName="/ppt/slideMasters/slideMaster55.xml" ContentType="application/vnd.openxmlformats-officedocument.presentationml.slideMaster+xml"/>
  <Override PartName="/ppt/slideMasters/slideMaster56.xml" ContentType="application/vnd.openxmlformats-officedocument.presentationml.slideMaster+xml"/>
  <Override PartName="/ppt/slideMasters/slideMaster57.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heme/theme2.xml" ContentType="application/vnd.openxmlformats-officedocument.theme+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theme/theme3.xml" ContentType="application/vnd.openxmlformats-officedocument.theme+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theme/theme4.xml" ContentType="application/vnd.openxmlformats-officedocument.theme+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theme/theme5.xml" ContentType="application/vnd.openxmlformats-officedocument.theme+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theme/theme6.xml" ContentType="application/vnd.openxmlformats-officedocument.theme+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theme/theme7.xml" ContentType="application/vnd.openxmlformats-officedocument.theme+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theme/theme8.xml" ContentType="application/vnd.openxmlformats-officedocument.theme+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slideLayouts/slideLayout102.xml" ContentType="application/vnd.openxmlformats-officedocument.presentationml.slideLayout+xml"/>
  <Override PartName="/ppt/slideLayouts/slideLayout103.xml" ContentType="application/vnd.openxmlformats-officedocument.presentationml.slideLayout+xml"/>
  <Override PartName="/ppt/slideLayouts/slideLayout104.xml" ContentType="application/vnd.openxmlformats-officedocument.presentationml.slideLayout+xml"/>
  <Override PartName="/ppt/slideLayouts/slideLayout105.xml" ContentType="application/vnd.openxmlformats-officedocument.presentationml.slideLayout+xml"/>
  <Override PartName="/ppt/slideLayouts/slideLayout106.xml" ContentType="application/vnd.openxmlformats-officedocument.presentationml.slideLayout+xml"/>
  <Override PartName="/ppt/slideLayouts/slideLayout107.xml" ContentType="application/vnd.openxmlformats-officedocument.presentationml.slideLayout+xml"/>
  <Override PartName="/ppt/slideLayouts/slideLayout108.xml" ContentType="application/vnd.openxmlformats-officedocument.presentationml.slideLayout+xml"/>
  <Override PartName="/ppt/theme/theme9.xml" ContentType="application/vnd.openxmlformats-officedocument.theme+xml"/>
  <Override PartName="/ppt/slideLayouts/slideLayout109.xml" ContentType="application/vnd.openxmlformats-officedocument.presentationml.slideLayout+xml"/>
  <Override PartName="/ppt/slideLayouts/slideLayout110.xml" ContentType="application/vnd.openxmlformats-officedocument.presentationml.slideLayout+xml"/>
  <Override PartName="/ppt/slideLayouts/slideLayout111.xml" ContentType="application/vnd.openxmlformats-officedocument.presentationml.slideLayout+xml"/>
  <Override PartName="/ppt/slideLayouts/slideLayout112.xml" ContentType="application/vnd.openxmlformats-officedocument.presentationml.slideLayout+xml"/>
  <Override PartName="/ppt/slideLayouts/slideLayout113.xml" ContentType="application/vnd.openxmlformats-officedocument.presentationml.slideLayout+xml"/>
  <Override PartName="/ppt/slideLayouts/slideLayout114.xml" ContentType="application/vnd.openxmlformats-officedocument.presentationml.slideLayout+xml"/>
  <Override PartName="/ppt/slideLayouts/slideLayout115.xml" ContentType="application/vnd.openxmlformats-officedocument.presentationml.slideLayout+xml"/>
  <Override PartName="/ppt/slideLayouts/slideLayout116.xml" ContentType="application/vnd.openxmlformats-officedocument.presentationml.slideLayout+xml"/>
  <Override PartName="/ppt/slideLayouts/slideLayout117.xml" ContentType="application/vnd.openxmlformats-officedocument.presentationml.slideLayout+xml"/>
  <Override PartName="/ppt/slideLayouts/slideLayout118.xml" ContentType="application/vnd.openxmlformats-officedocument.presentationml.slideLayout+xml"/>
  <Override PartName="/ppt/slideLayouts/slideLayout119.xml" ContentType="application/vnd.openxmlformats-officedocument.presentationml.slideLayout+xml"/>
  <Override PartName="/ppt/slideLayouts/slideLayout120.xml" ContentType="application/vnd.openxmlformats-officedocument.presentationml.slideLayout+xml"/>
  <Override PartName="/ppt/theme/theme10.xml" ContentType="application/vnd.openxmlformats-officedocument.theme+xml"/>
  <Override PartName="/ppt/slideLayouts/slideLayout121.xml" ContentType="application/vnd.openxmlformats-officedocument.presentationml.slideLayout+xml"/>
  <Override PartName="/ppt/slideLayouts/slideLayout122.xml" ContentType="application/vnd.openxmlformats-officedocument.presentationml.slideLayout+xml"/>
  <Override PartName="/ppt/slideLayouts/slideLayout123.xml" ContentType="application/vnd.openxmlformats-officedocument.presentationml.slideLayout+xml"/>
  <Override PartName="/ppt/slideLayouts/slideLayout124.xml" ContentType="application/vnd.openxmlformats-officedocument.presentationml.slideLayout+xml"/>
  <Override PartName="/ppt/slideLayouts/slideLayout125.xml" ContentType="application/vnd.openxmlformats-officedocument.presentationml.slideLayout+xml"/>
  <Override PartName="/ppt/slideLayouts/slideLayout126.xml" ContentType="application/vnd.openxmlformats-officedocument.presentationml.slideLayout+xml"/>
  <Override PartName="/ppt/slideLayouts/slideLayout127.xml" ContentType="application/vnd.openxmlformats-officedocument.presentationml.slideLayout+xml"/>
  <Override PartName="/ppt/slideLayouts/slideLayout128.xml" ContentType="application/vnd.openxmlformats-officedocument.presentationml.slideLayout+xml"/>
  <Override PartName="/ppt/slideLayouts/slideLayout129.xml" ContentType="application/vnd.openxmlformats-officedocument.presentationml.slideLayout+xml"/>
  <Override PartName="/ppt/slideLayouts/slideLayout130.xml" ContentType="application/vnd.openxmlformats-officedocument.presentationml.slideLayout+xml"/>
  <Override PartName="/ppt/slideLayouts/slideLayout131.xml" ContentType="application/vnd.openxmlformats-officedocument.presentationml.slideLayout+xml"/>
  <Override PartName="/ppt/slideLayouts/slideLayout132.xml" ContentType="application/vnd.openxmlformats-officedocument.presentationml.slideLayout+xml"/>
  <Override PartName="/ppt/theme/theme11.xml" ContentType="application/vnd.openxmlformats-officedocument.theme+xml"/>
  <Override PartName="/ppt/slideLayouts/slideLayout133.xml" ContentType="application/vnd.openxmlformats-officedocument.presentationml.slideLayout+xml"/>
  <Override PartName="/ppt/slideLayouts/slideLayout134.xml" ContentType="application/vnd.openxmlformats-officedocument.presentationml.slideLayout+xml"/>
  <Override PartName="/ppt/slideLayouts/slideLayout135.xml" ContentType="application/vnd.openxmlformats-officedocument.presentationml.slideLayout+xml"/>
  <Override PartName="/ppt/slideLayouts/slideLayout136.xml" ContentType="application/vnd.openxmlformats-officedocument.presentationml.slideLayout+xml"/>
  <Override PartName="/ppt/slideLayouts/slideLayout137.xml" ContentType="application/vnd.openxmlformats-officedocument.presentationml.slideLayout+xml"/>
  <Override PartName="/ppt/slideLayouts/slideLayout138.xml" ContentType="application/vnd.openxmlformats-officedocument.presentationml.slideLayout+xml"/>
  <Override PartName="/ppt/slideLayouts/slideLayout139.xml" ContentType="application/vnd.openxmlformats-officedocument.presentationml.slideLayout+xml"/>
  <Override PartName="/ppt/slideLayouts/slideLayout140.xml" ContentType="application/vnd.openxmlformats-officedocument.presentationml.slideLayout+xml"/>
  <Override PartName="/ppt/slideLayouts/slideLayout141.xml" ContentType="application/vnd.openxmlformats-officedocument.presentationml.slideLayout+xml"/>
  <Override PartName="/ppt/slideLayouts/slideLayout142.xml" ContentType="application/vnd.openxmlformats-officedocument.presentationml.slideLayout+xml"/>
  <Override PartName="/ppt/slideLayouts/slideLayout143.xml" ContentType="application/vnd.openxmlformats-officedocument.presentationml.slideLayout+xml"/>
  <Override PartName="/ppt/slideLayouts/slideLayout144.xml" ContentType="application/vnd.openxmlformats-officedocument.presentationml.slideLayout+xml"/>
  <Override PartName="/ppt/theme/theme12.xml" ContentType="application/vnd.openxmlformats-officedocument.theme+xml"/>
  <Override PartName="/ppt/slideLayouts/slideLayout145.xml" ContentType="application/vnd.openxmlformats-officedocument.presentationml.slideLayout+xml"/>
  <Override PartName="/ppt/slideLayouts/slideLayout146.xml" ContentType="application/vnd.openxmlformats-officedocument.presentationml.slideLayout+xml"/>
  <Override PartName="/ppt/slideLayouts/slideLayout147.xml" ContentType="application/vnd.openxmlformats-officedocument.presentationml.slideLayout+xml"/>
  <Override PartName="/ppt/slideLayouts/slideLayout148.xml" ContentType="application/vnd.openxmlformats-officedocument.presentationml.slideLayout+xml"/>
  <Override PartName="/ppt/slideLayouts/slideLayout149.xml" ContentType="application/vnd.openxmlformats-officedocument.presentationml.slideLayout+xml"/>
  <Override PartName="/ppt/slideLayouts/slideLayout150.xml" ContentType="application/vnd.openxmlformats-officedocument.presentationml.slideLayout+xml"/>
  <Override PartName="/ppt/slideLayouts/slideLayout151.xml" ContentType="application/vnd.openxmlformats-officedocument.presentationml.slideLayout+xml"/>
  <Override PartName="/ppt/slideLayouts/slideLayout152.xml" ContentType="application/vnd.openxmlformats-officedocument.presentationml.slideLayout+xml"/>
  <Override PartName="/ppt/slideLayouts/slideLayout153.xml" ContentType="application/vnd.openxmlformats-officedocument.presentationml.slideLayout+xml"/>
  <Override PartName="/ppt/slideLayouts/slideLayout154.xml" ContentType="application/vnd.openxmlformats-officedocument.presentationml.slideLayout+xml"/>
  <Override PartName="/ppt/slideLayouts/slideLayout155.xml" ContentType="application/vnd.openxmlformats-officedocument.presentationml.slideLayout+xml"/>
  <Override PartName="/ppt/slideLayouts/slideLayout156.xml" ContentType="application/vnd.openxmlformats-officedocument.presentationml.slideLayout+xml"/>
  <Override PartName="/ppt/theme/theme13.xml" ContentType="application/vnd.openxmlformats-officedocument.theme+xml"/>
  <Override PartName="/ppt/slideLayouts/slideLayout157.xml" ContentType="application/vnd.openxmlformats-officedocument.presentationml.slideLayout+xml"/>
  <Override PartName="/ppt/slideLayouts/slideLayout158.xml" ContentType="application/vnd.openxmlformats-officedocument.presentationml.slideLayout+xml"/>
  <Override PartName="/ppt/slideLayouts/slideLayout159.xml" ContentType="application/vnd.openxmlformats-officedocument.presentationml.slideLayout+xml"/>
  <Override PartName="/ppt/slideLayouts/slideLayout160.xml" ContentType="application/vnd.openxmlformats-officedocument.presentationml.slideLayout+xml"/>
  <Override PartName="/ppt/slideLayouts/slideLayout161.xml" ContentType="application/vnd.openxmlformats-officedocument.presentationml.slideLayout+xml"/>
  <Override PartName="/ppt/slideLayouts/slideLayout162.xml" ContentType="application/vnd.openxmlformats-officedocument.presentationml.slideLayout+xml"/>
  <Override PartName="/ppt/slideLayouts/slideLayout163.xml" ContentType="application/vnd.openxmlformats-officedocument.presentationml.slideLayout+xml"/>
  <Override PartName="/ppt/slideLayouts/slideLayout164.xml" ContentType="application/vnd.openxmlformats-officedocument.presentationml.slideLayout+xml"/>
  <Override PartName="/ppt/slideLayouts/slideLayout165.xml" ContentType="application/vnd.openxmlformats-officedocument.presentationml.slideLayout+xml"/>
  <Override PartName="/ppt/slideLayouts/slideLayout166.xml" ContentType="application/vnd.openxmlformats-officedocument.presentationml.slideLayout+xml"/>
  <Override PartName="/ppt/slideLayouts/slideLayout167.xml" ContentType="application/vnd.openxmlformats-officedocument.presentationml.slideLayout+xml"/>
  <Override PartName="/ppt/slideLayouts/slideLayout168.xml" ContentType="application/vnd.openxmlformats-officedocument.presentationml.slideLayout+xml"/>
  <Override PartName="/ppt/theme/theme14.xml" ContentType="application/vnd.openxmlformats-officedocument.theme+xml"/>
  <Override PartName="/ppt/slideLayouts/slideLayout169.xml" ContentType="application/vnd.openxmlformats-officedocument.presentationml.slideLayout+xml"/>
  <Override PartName="/ppt/slideLayouts/slideLayout170.xml" ContentType="application/vnd.openxmlformats-officedocument.presentationml.slideLayout+xml"/>
  <Override PartName="/ppt/slideLayouts/slideLayout171.xml" ContentType="application/vnd.openxmlformats-officedocument.presentationml.slideLayout+xml"/>
  <Override PartName="/ppt/slideLayouts/slideLayout172.xml" ContentType="application/vnd.openxmlformats-officedocument.presentationml.slideLayout+xml"/>
  <Override PartName="/ppt/slideLayouts/slideLayout173.xml" ContentType="application/vnd.openxmlformats-officedocument.presentationml.slideLayout+xml"/>
  <Override PartName="/ppt/slideLayouts/slideLayout174.xml" ContentType="application/vnd.openxmlformats-officedocument.presentationml.slideLayout+xml"/>
  <Override PartName="/ppt/slideLayouts/slideLayout175.xml" ContentType="application/vnd.openxmlformats-officedocument.presentationml.slideLayout+xml"/>
  <Override PartName="/ppt/slideLayouts/slideLayout176.xml" ContentType="application/vnd.openxmlformats-officedocument.presentationml.slideLayout+xml"/>
  <Override PartName="/ppt/slideLayouts/slideLayout177.xml" ContentType="application/vnd.openxmlformats-officedocument.presentationml.slideLayout+xml"/>
  <Override PartName="/ppt/slideLayouts/slideLayout178.xml" ContentType="application/vnd.openxmlformats-officedocument.presentationml.slideLayout+xml"/>
  <Override PartName="/ppt/slideLayouts/slideLayout179.xml" ContentType="application/vnd.openxmlformats-officedocument.presentationml.slideLayout+xml"/>
  <Override PartName="/ppt/slideLayouts/slideLayout180.xml" ContentType="application/vnd.openxmlformats-officedocument.presentationml.slideLayout+xml"/>
  <Override PartName="/ppt/theme/theme15.xml" ContentType="application/vnd.openxmlformats-officedocument.theme+xml"/>
  <Override PartName="/ppt/slideLayouts/slideLayout181.xml" ContentType="application/vnd.openxmlformats-officedocument.presentationml.slideLayout+xml"/>
  <Override PartName="/ppt/slideLayouts/slideLayout182.xml" ContentType="application/vnd.openxmlformats-officedocument.presentationml.slideLayout+xml"/>
  <Override PartName="/ppt/slideLayouts/slideLayout183.xml" ContentType="application/vnd.openxmlformats-officedocument.presentationml.slideLayout+xml"/>
  <Override PartName="/ppt/slideLayouts/slideLayout184.xml" ContentType="application/vnd.openxmlformats-officedocument.presentationml.slideLayout+xml"/>
  <Override PartName="/ppt/slideLayouts/slideLayout185.xml" ContentType="application/vnd.openxmlformats-officedocument.presentationml.slideLayout+xml"/>
  <Override PartName="/ppt/slideLayouts/slideLayout186.xml" ContentType="application/vnd.openxmlformats-officedocument.presentationml.slideLayout+xml"/>
  <Override PartName="/ppt/slideLayouts/slideLayout187.xml" ContentType="application/vnd.openxmlformats-officedocument.presentationml.slideLayout+xml"/>
  <Override PartName="/ppt/slideLayouts/slideLayout188.xml" ContentType="application/vnd.openxmlformats-officedocument.presentationml.slideLayout+xml"/>
  <Override PartName="/ppt/slideLayouts/slideLayout189.xml" ContentType="application/vnd.openxmlformats-officedocument.presentationml.slideLayout+xml"/>
  <Override PartName="/ppt/slideLayouts/slideLayout190.xml" ContentType="application/vnd.openxmlformats-officedocument.presentationml.slideLayout+xml"/>
  <Override PartName="/ppt/slideLayouts/slideLayout191.xml" ContentType="application/vnd.openxmlformats-officedocument.presentationml.slideLayout+xml"/>
  <Override PartName="/ppt/slideLayouts/slideLayout192.xml" ContentType="application/vnd.openxmlformats-officedocument.presentationml.slideLayout+xml"/>
  <Override PartName="/ppt/theme/theme16.xml" ContentType="application/vnd.openxmlformats-officedocument.theme+xml"/>
  <Override PartName="/ppt/slideLayouts/slideLayout193.xml" ContentType="application/vnd.openxmlformats-officedocument.presentationml.slideLayout+xml"/>
  <Override PartName="/ppt/slideLayouts/slideLayout194.xml" ContentType="application/vnd.openxmlformats-officedocument.presentationml.slideLayout+xml"/>
  <Override PartName="/ppt/slideLayouts/slideLayout195.xml" ContentType="application/vnd.openxmlformats-officedocument.presentationml.slideLayout+xml"/>
  <Override PartName="/ppt/slideLayouts/slideLayout196.xml" ContentType="application/vnd.openxmlformats-officedocument.presentationml.slideLayout+xml"/>
  <Override PartName="/ppt/slideLayouts/slideLayout197.xml" ContentType="application/vnd.openxmlformats-officedocument.presentationml.slideLayout+xml"/>
  <Override PartName="/ppt/slideLayouts/slideLayout198.xml" ContentType="application/vnd.openxmlformats-officedocument.presentationml.slideLayout+xml"/>
  <Override PartName="/ppt/slideLayouts/slideLayout199.xml" ContentType="application/vnd.openxmlformats-officedocument.presentationml.slideLayout+xml"/>
  <Override PartName="/ppt/slideLayouts/slideLayout200.xml" ContentType="application/vnd.openxmlformats-officedocument.presentationml.slideLayout+xml"/>
  <Override PartName="/ppt/slideLayouts/slideLayout201.xml" ContentType="application/vnd.openxmlformats-officedocument.presentationml.slideLayout+xml"/>
  <Override PartName="/ppt/slideLayouts/slideLayout202.xml" ContentType="application/vnd.openxmlformats-officedocument.presentationml.slideLayout+xml"/>
  <Override PartName="/ppt/slideLayouts/slideLayout203.xml" ContentType="application/vnd.openxmlformats-officedocument.presentationml.slideLayout+xml"/>
  <Override PartName="/ppt/slideLayouts/slideLayout204.xml" ContentType="application/vnd.openxmlformats-officedocument.presentationml.slideLayout+xml"/>
  <Override PartName="/ppt/theme/theme17.xml" ContentType="application/vnd.openxmlformats-officedocument.theme+xml"/>
  <Override PartName="/ppt/slideLayouts/slideLayout205.xml" ContentType="application/vnd.openxmlformats-officedocument.presentationml.slideLayout+xml"/>
  <Override PartName="/ppt/slideLayouts/slideLayout206.xml" ContentType="application/vnd.openxmlformats-officedocument.presentationml.slideLayout+xml"/>
  <Override PartName="/ppt/slideLayouts/slideLayout207.xml" ContentType="application/vnd.openxmlformats-officedocument.presentationml.slideLayout+xml"/>
  <Override PartName="/ppt/slideLayouts/slideLayout208.xml" ContentType="application/vnd.openxmlformats-officedocument.presentationml.slideLayout+xml"/>
  <Override PartName="/ppt/slideLayouts/slideLayout209.xml" ContentType="application/vnd.openxmlformats-officedocument.presentationml.slideLayout+xml"/>
  <Override PartName="/ppt/slideLayouts/slideLayout210.xml" ContentType="application/vnd.openxmlformats-officedocument.presentationml.slideLayout+xml"/>
  <Override PartName="/ppt/slideLayouts/slideLayout211.xml" ContentType="application/vnd.openxmlformats-officedocument.presentationml.slideLayout+xml"/>
  <Override PartName="/ppt/slideLayouts/slideLayout212.xml" ContentType="application/vnd.openxmlformats-officedocument.presentationml.slideLayout+xml"/>
  <Override PartName="/ppt/slideLayouts/slideLayout213.xml" ContentType="application/vnd.openxmlformats-officedocument.presentationml.slideLayout+xml"/>
  <Override PartName="/ppt/slideLayouts/slideLayout214.xml" ContentType="application/vnd.openxmlformats-officedocument.presentationml.slideLayout+xml"/>
  <Override PartName="/ppt/slideLayouts/slideLayout215.xml" ContentType="application/vnd.openxmlformats-officedocument.presentationml.slideLayout+xml"/>
  <Override PartName="/ppt/slideLayouts/slideLayout216.xml" ContentType="application/vnd.openxmlformats-officedocument.presentationml.slideLayout+xml"/>
  <Override PartName="/ppt/theme/theme18.xml" ContentType="application/vnd.openxmlformats-officedocument.theme+xml"/>
  <Override PartName="/ppt/slideLayouts/slideLayout217.xml" ContentType="application/vnd.openxmlformats-officedocument.presentationml.slideLayout+xml"/>
  <Override PartName="/ppt/slideLayouts/slideLayout218.xml" ContentType="application/vnd.openxmlformats-officedocument.presentationml.slideLayout+xml"/>
  <Override PartName="/ppt/slideLayouts/slideLayout219.xml" ContentType="application/vnd.openxmlformats-officedocument.presentationml.slideLayout+xml"/>
  <Override PartName="/ppt/slideLayouts/slideLayout220.xml" ContentType="application/vnd.openxmlformats-officedocument.presentationml.slideLayout+xml"/>
  <Override PartName="/ppt/slideLayouts/slideLayout221.xml" ContentType="application/vnd.openxmlformats-officedocument.presentationml.slideLayout+xml"/>
  <Override PartName="/ppt/slideLayouts/slideLayout222.xml" ContentType="application/vnd.openxmlformats-officedocument.presentationml.slideLayout+xml"/>
  <Override PartName="/ppt/slideLayouts/slideLayout223.xml" ContentType="application/vnd.openxmlformats-officedocument.presentationml.slideLayout+xml"/>
  <Override PartName="/ppt/slideLayouts/slideLayout224.xml" ContentType="application/vnd.openxmlformats-officedocument.presentationml.slideLayout+xml"/>
  <Override PartName="/ppt/slideLayouts/slideLayout225.xml" ContentType="application/vnd.openxmlformats-officedocument.presentationml.slideLayout+xml"/>
  <Override PartName="/ppt/slideLayouts/slideLayout226.xml" ContentType="application/vnd.openxmlformats-officedocument.presentationml.slideLayout+xml"/>
  <Override PartName="/ppt/slideLayouts/slideLayout227.xml" ContentType="application/vnd.openxmlformats-officedocument.presentationml.slideLayout+xml"/>
  <Override PartName="/ppt/slideLayouts/slideLayout228.xml" ContentType="application/vnd.openxmlformats-officedocument.presentationml.slideLayout+xml"/>
  <Override PartName="/ppt/theme/theme19.xml" ContentType="application/vnd.openxmlformats-officedocument.theme+xml"/>
  <Override PartName="/ppt/slideLayouts/slideLayout229.xml" ContentType="application/vnd.openxmlformats-officedocument.presentationml.slideLayout+xml"/>
  <Override PartName="/ppt/slideLayouts/slideLayout230.xml" ContentType="application/vnd.openxmlformats-officedocument.presentationml.slideLayout+xml"/>
  <Override PartName="/ppt/slideLayouts/slideLayout231.xml" ContentType="application/vnd.openxmlformats-officedocument.presentationml.slideLayout+xml"/>
  <Override PartName="/ppt/slideLayouts/slideLayout232.xml" ContentType="application/vnd.openxmlformats-officedocument.presentationml.slideLayout+xml"/>
  <Override PartName="/ppt/slideLayouts/slideLayout233.xml" ContentType="application/vnd.openxmlformats-officedocument.presentationml.slideLayout+xml"/>
  <Override PartName="/ppt/slideLayouts/slideLayout234.xml" ContentType="application/vnd.openxmlformats-officedocument.presentationml.slideLayout+xml"/>
  <Override PartName="/ppt/slideLayouts/slideLayout235.xml" ContentType="application/vnd.openxmlformats-officedocument.presentationml.slideLayout+xml"/>
  <Override PartName="/ppt/slideLayouts/slideLayout236.xml" ContentType="application/vnd.openxmlformats-officedocument.presentationml.slideLayout+xml"/>
  <Override PartName="/ppt/slideLayouts/slideLayout237.xml" ContentType="application/vnd.openxmlformats-officedocument.presentationml.slideLayout+xml"/>
  <Override PartName="/ppt/slideLayouts/slideLayout238.xml" ContentType="application/vnd.openxmlformats-officedocument.presentationml.slideLayout+xml"/>
  <Override PartName="/ppt/slideLayouts/slideLayout239.xml" ContentType="application/vnd.openxmlformats-officedocument.presentationml.slideLayout+xml"/>
  <Override PartName="/ppt/slideLayouts/slideLayout240.xml" ContentType="application/vnd.openxmlformats-officedocument.presentationml.slideLayout+xml"/>
  <Override PartName="/ppt/theme/theme20.xml" ContentType="application/vnd.openxmlformats-officedocument.theme+xml"/>
  <Override PartName="/ppt/slideLayouts/slideLayout241.xml" ContentType="application/vnd.openxmlformats-officedocument.presentationml.slideLayout+xml"/>
  <Override PartName="/ppt/slideLayouts/slideLayout242.xml" ContentType="application/vnd.openxmlformats-officedocument.presentationml.slideLayout+xml"/>
  <Override PartName="/ppt/slideLayouts/slideLayout243.xml" ContentType="application/vnd.openxmlformats-officedocument.presentationml.slideLayout+xml"/>
  <Override PartName="/ppt/slideLayouts/slideLayout244.xml" ContentType="application/vnd.openxmlformats-officedocument.presentationml.slideLayout+xml"/>
  <Override PartName="/ppt/slideLayouts/slideLayout245.xml" ContentType="application/vnd.openxmlformats-officedocument.presentationml.slideLayout+xml"/>
  <Override PartName="/ppt/slideLayouts/slideLayout246.xml" ContentType="application/vnd.openxmlformats-officedocument.presentationml.slideLayout+xml"/>
  <Override PartName="/ppt/slideLayouts/slideLayout247.xml" ContentType="application/vnd.openxmlformats-officedocument.presentationml.slideLayout+xml"/>
  <Override PartName="/ppt/slideLayouts/slideLayout248.xml" ContentType="application/vnd.openxmlformats-officedocument.presentationml.slideLayout+xml"/>
  <Override PartName="/ppt/slideLayouts/slideLayout249.xml" ContentType="application/vnd.openxmlformats-officedocument.presentationml.slideLayout+xml"/>
  <Override PartName="/ppt/slideLayouts/slideLayout250.xml" ContentType="application/vnd.openxmlformats-officedocument.presentationml.slideLayout+xml"/>
  <Override PartName="/ppt/slideLayouts/slideLayout251.xml" ContentType="application/vnd.openxmlformats-officedocument.presentationml.slideLayout+xml"/>
  <Override PartName="/ppt/slideLayouts/slideLayout252.xml" ContentType="application/vnd.openxmlformats-officedocument.presentationml.slideLayout+xml"/>
  <Override PartName="/ppt/theme/theme21.xml" ContentType="application/vnd.openxmlformats-officedocument.theme+xml"/>
  <Override PartName="/ppt/slideLayouts/slideLayout253.xml" ContentType="application/vnd.openxmlformats-officedocument.presentationml.slideLayout+xml"/>
  <Override PartName="/ppt/slideLayouts/slideLayout254.xml" ContentType="application/vnd.openxmlformats-officedocument.presentationml.slideLayout+xml"/>
  <Override PartName="/ppt/slideLayouts/slideLayout255.xml" ContentType="application/vnd.openxmlformats-officedocument.presentationml.slideLayout+xml"/>
  <Override PartName="/ppt/slideLayouts/slideLayout256.xml" ContentType="application/vnd.openxmlformats-officedocument.presentationml.slideLayout+xml"/>
  <Override PartName="/ppt/slideLayouts/slideLayout257.xml" ContentType="application/vnd.openxmlformats-officedocument.presentationml.slideLayout+xml"/>
  <Override PartName="/ppt/slideLayouts/slideLayout258.xml" ContentType="application/vnd.openxmlformats-officedocument.presentationml.slideLayout+xml"/>
  <Override PartName="/ppt/slideLayouts/slideLayout259.xml" ContentType="application/vnd.openxmlformats-officedocument.presentationml.slideLayout+xml"/>
  <Override PartName="/ppt/slideLayouts/slideLayout260.xml" ContentType="application/vnd.openxmlformats-officedocument.presentationml.slideLayout+xml"/>
  <Override PartName="/ppt/slideLayouts/slideLayout261.xml" ContentType="application/vnd.openxmlformats-officedocument.presentationml.slideLayout+xml"/>
  <Override PartName="/ppt/slideLayouts/slideLayout262.xml" ContentType="application/vnd.openxmlformats-officedocument.presentationml.slideLayout+xml"/>
  <Override PartName="/ppt/slideLayouts/slideLayout263.xml" ContentType="application/vnd.openxmlformats-officedocument.presentationml.slideLayout+xml"/>
  <Override PartName="/ppt/slideLayouts/slideLayout264.xml" ContentType="application/vnd.openxmlformats-officedocument.presentationml.slideLayout+xml"/>
  <Override PartName="/ppt/theme/theme22.xml" ContentType="application/vnd.openxmlformats-officedocument.theme+xml"/>
  <Override PartName="/ppt/slideLayouts/slideLayout265.xml" ContentType="application/vnd.openxmlformats-officedocument.presentationml.slideLayout+xml"/>
  <Override PartName="/ppt/slideLayouts/slideLayout266.xml" ContentType="application/vnd.openxmlformats-officedocument.presentationml.slideLayout+xml"/>
  <Override PartName="/ppt/slideLayouts/slideLayout267.xml" ContentType="application/vnd.openxmlformats-officedocument.presentationml.slideLayout+xml"/>
  <Override PartName="/ppt/slideLayouts/slideLayout268.xml" ContentType="application/vnd.openxmlformats-officedocument.presentationml.slideLayout+xml"/>
  <Override PartName="/ppt/slideLayouts/slideLayout269.xml" ContentType="application/vnd.openxmlformats-officedocument.presentationml.slideLayout+xml"/>
  <Override PartName="/ppt/slideLayouts/slideLayout270.xml" ContentType="application/vnd.openxmlformats-officedocument.presentationml.slideLayout+xml"/>
  <Override PartName="/ppt/slideLayouts/slideLayout271.xml" ContentType="application/vnd.openxmlformats-officedocument.presentationml.slideLayout+xml"/>
  <Override PartName="/ppt/slideLayouts/slideLayout272.xml" ContentType="application/vnd.openxmlformats-officedocument.presentationml.slideLayout+xml"/>
  <Override PartName="/ppt/slideLayouts/slideLayout273.xml" ContentType="application/vnd.openxmlformats-officedocument.presentationml.slideLayout+xml"/>
  <Override PartName="/ppt/slideLayouts/slideLayout274.xml" ContentType="application/vnd.openxmlformats-officedocument.presentationml.slideLayout+xml"/>
  <Override PartName="/ppt/slideLayouts/slideLayout275.xml" ContentType="application/vnd.openxmlformats-officedocument.presentationml.slideLayout+xml"/>
  <Override PartName="/ppt/slideLayouts/slideLayout276.xml" ContentType="application/vnd.openxmlformats-officedocument.presentationml.slideLayout+xml"/>
  <Override PartName="/ppt/theme/theme23.xml" ContentType="application/vnd.openxmlformats-officedocument.theme+xml"/>
  <Override PartName="/ppt/slideLayouts/slideLayout277.xml" ContentType="application/vnd.openxmlformats-officedocument.presentationml.slideLayout+xml"/>
  <Override PartName="/ppt/slideLayouts/slideLayout278.xml" ContentType="application/vnd.openxmlformats-officedocument.presentationml.slideLayout+xml"/>
  <Override PartName="/ppt/slideLayouts/slideLayout279.xml" ContentType="application/vnd.openxmlformats-officedocument.presentationml.slideLayout+xml"/>
  <Override PartName="/ppt/slideLayouts/slideLayout280.xml" ContentType="application/vnd.openxmlformats-officedocument.presentationml.slideLayout+xml"/>
  <Override PartName="/ppt/slideLayouts/slideLayout281.xml" ContentType="application/vnd.openxmlformats-officedocument.presentationml.slideLayout+xml"/>
  <Override PartName="/ppt/slideLayouts/slideLayout282.xml" ContentType="application/vnd.openxmlformats-officedocument.presentationml.slideLayout+xml"/>
  <Override PartName="/ppt/slideLayouts/slideLayout283.xml" ContentType="application/vnd.openxmlformats-officedocument.presentationml.slideLayout+xml"/>
  <Override PartName="/ppt/slideLayouts/slideLayout284.xml" ContentType="application/vnd.openxmlformats-officedocument.presentationml.slideLayout+xml"/>
  <Override PartName="/ppt/slideLayouts/slideLayout285.xml" ContentType="application/vnd.openxmlformats-officedocument.presentationml.slideLayout+xml"/>
  <Override PartName="/ppt/slideLayouts/slideLayout286.xml" ContentType="application/vnd.openxmlformats-officedocument.presentationml.slideLayout+xml"/>
  <Override PartName="/ppt/slideLayouts/slideLayout287.xml" ContentType="application/vnd.openxmlformats-officedocument.presentationml.slideLayout+xml"/>
  <Override PartName="/ppt/slideLayouts/slideLayout288.xml" ContentType="application/vnd.openxmlformats-officedocument.presentationml.slideLayout+xml"/>
  <Override PartName="/ppt/theme/theme24.xml" ContentType="application/vnd.openxmlformats-officedocument.theme+xml"/>
  <Override PartName="/ppt/slideLayouts/slideLayout289.xml" ContentType="application/vnd.openxmlformats-officedocument.presentationml.slideLayout+xml"/>
  <Override PartName="/ppt/slideLayouts/slideLayout290.xml" ContentType="application/vnd.openxmlformats-officedocument.presentationml.slideLayout+xml"/>
  <Override PartName="/ppt/slideLayouts/slideLayout291.xml" ContentType="application/vnd.openxmlformats-officedocument.presentationml.slideLayout+xml"/>
  <Override PartName="/ppt/slideLayouts/slideLayout292.xml" ContentType="application/vnd.openxmlformats-officedocument.presentationml.slideLayout+xml"/>
  <Override PartName="/ppt/slideLayouts/slideLayout293.xml" ContentType="application/vnd.openxmlformats-officedocument.presentationml.slideLayout+xml"/>
  <Override PartName="/ppt/slideLayouts/slideLayout294.xml" ContentType="application/vnd.openxmlformats-officedocument.presentationml.slideLayout+xml"/>
  <Override PartName="/ppt/slideLayouts/slideLayout295.xml" ContentType="application/vnd.openxmlformats-officedocument.presentationml.slideLayout+xml"/>
  <Override PartName="/ppt/slideLayouts/slideLayout296.xml" ContentType="application/vnd.openxmlformats-officedocument.presentationml.slideLayout+xml"/>
  <Override PartName="/ppt/slideLayouts/slideLayout297.xml" ContentType="application/vnd.openxmlformats-officedocument.presentationml.slideLayout+xml"/>
  <Override PartName="/ppt/slideLayouts/slideLayout298.xml" ContentType="application/vnd.openxmlformats-officedocument.presentationml.slideLayout+xml"/>
  <Override PartName="/ppt/slideLayouts/slideLayout299.xml" ContentType="application/vnd.openxmlformats-officedocument.presentationml.slideLayout+xml"/>
  <Override PartName="/ppt/slideLayouts/slideLayout300.xml" ContentType="application/vnd.openxmlformats-officedocument.presentationml.slideLayout+xml"/>
  <Override PartName="/ppt/theme/theme25.xml" ContentType="application/vnd.openxmlformats-officedocument.theme+xml"/>
  <Override PartName="/ppt/slideLayouts/slideLayout301.xml" ContentType="application/vnd.openxmlformats-officedocument.presentationml.slideLayout+xml"/>
  <Override PartName="/ppt/slideLayouts/slideLayout302.xml" ContentType="application/vnd.openxmlformats-officedocument.presentationml.slideLayout+xml"/>
  <Override PartName="/ppt/slideLayouts/slideLayout303.xml" ContentType="application/vnd.openxmlformats-officedocument.presentationml.slideLayout+xml"/>
  <Override PartName="/ppt/slideLayouts/slideLayout304.xml" ContentType="application/vnd.openxmlformats-officedocument.presentationml.slideLayout+xml"/>
  <Override PartName="/ppt/slideLayouts/slideLayout305.xml" ContentType="application/vnd.openxmlformats-officedocument.presentationml.slideLayout+xml"/>
  <Override PartName="/ppt/slideLayouts/slideLayout306.xml" ContentType="application/vnd.openxmlformats-officedocument.presentationml.slideLayout+xml"/>
  <Override PartName="/ppt/slideLayouts/slideLayout307.xml" ContentType="application/vnd.openxmlformats-officedocument.presentationml.slideLayout+xml"/>
  <Override PartName="/ppt/slideLayouts/slideLayout308.xml" ContentType="application/vnd.openxmlformats-officedocument.presentationml.slideLayout+xml"/>
  <Override PartName="/ppt/slideLayouts/slideLayout309.xml" ContentType="application/vnd.openxmlformats-officedocument.presentationml.slideLayout+xml"/>
  <Override PartName="/ppt/slideLayouts/slideLayout310.xml" ContentType="application/vnd.openxmlformats-officedocument.presentationml.slideLayout+xml"/>
  <Override PartName="/ppt/slideLayouts/slideLayout311.xml" ContentType="application/vnd.openxmlformats-officedocument.presentationml.slideLayout+xml"/>
  <Override PartName="/ppt/slideLayouts/slideLayout312.xml" ContentType="application/vnd.openxmlformats-officedocument.presentationml.slideLayout+xml"/>
  <Override PartName="/ppt/theme/theme26.xml" ContentType="application/vnd.openxmlformats-officedocument.theme+xml"/>
  <Override PartName="/ppt/slideLayouts/slideLayout313.xml" ContentType="application/vnd.openxmlformats-officedocument.presentationml.slideLayout+xml"/>
  <Override PartName="/ppt/slideLayouts/slideLayout314.xml" ContentType="application/vnd.openxmlformats-officedocument.presentationml.slideLayout+xml"/>
  <Override PartName="/ppt/slideLayouts/slideLayout315.xml" ContentType="application/vnd.openxmlformats-officedocument.presentationml.slideLayout+xml"/>
  <Override PartName="/ppt/slideLayouts/slideLayout316.xml" ContentType="application/vnd.openxmlformats-officedocument.presentationml.slideLayout+xml"/>
  <Override PartName="/ppt/slideLayouts/slideLayout317.xml" ContentType="application/vnd.openxmlformats-officedocument.presentationml.slideLayout+xml"/>
  <Override PartName="/ppt/slideLayouts/slideLayout318.xml" ContentType="application/vnd.openxmlformats-officedocument.presentationml.slideLayout+xml"/>
  <Override PartName="/ppt/slideLayouts/slideLayout319.xml" ContentType="application/vnd.openxmlformats-officedocument.presentationml.slideLayout+xml"/>
  <Override PartName="/ppt/slideLayouts/slideLayout320.xml" ContentType="application/vnd.openxmlformats-officedocument.presentationml.slideLayout+xml"/>
  <Override PartName="/ppt/slideLayouts/slideLayout321.xml" ContentType="application/vnd.openxmlformats-officedocument.presentationml.slideLayout+xml"/>
  <Override PartName="/ppt/slideLayouts/slideLayout322.xml" ContentType="application/vnd.openxmlformats-officedocument.presentationml.slideLayout+xml"/>
  <Override PartName="/ppt/slideLayouts/slideLayout323.xml" ContentType="application/vnd.openxmlformats-officedocument.presentationml.slideLayout+xml"/>
  <Override PartName="/ppt/slideLayouts/slideLayout324.xml" ContentType="application/vnd.openxmlformats-officedocument.presentationml.slideLayout+xml"/>
  <Override PartName="/ppt/theme/theme27.xml" ContentType="application/vnd.openxmlformats-officedocument.theme+xml"/>
  <Override PartName="/ppt/slideLayouts/slideLayout325.xml" ContentType="application/vnd.openxmlformats-officedocument.presentationml.slideLayout+xml"/>
  <Override PartName="/ppt/slideLayouts/slideLayout326.xml" ContentType="application/vnd.openxmlformats-officedocument.presentationml.slideLayout+xml"/>
  <Override PartName="/ppt/slideLayouts/slideLayout327.xml" ContentType="application/vnd.openxmlformats-officedocument.presentationml.slideLayout+xml"/>
  <Override PartName="/ppt/slideLayouts/slideLayout328.xml" ContentType="application/vnd.openxmlformats-officedocument.presentationml.slideLayout+xml"/>
  <Override PartName="/ppt/slideLayouts/slideLayout329.xml" ContentType="application/vnd.openxmlformats-officedocument.presentationml.slideLayout+xml"/>
  <Override PartName="/ppt/slideLayouts/slideLayout330.xml" ContentType="application/vnd.openxmlformats-officedocument.presentationml.slideLayout+xml"/>
  <Override PartName="/ppt/slideLayouts/slideLayout331.xml" ContentType="application/vnd.openxmlformats-officedocument.presentationml.slideLayout+xml"/>
  <Override PartName="/ppt/slideLayouts/slideLayout332.xml" ContentType="application/vnd.openxmlformats-officedocument.presentationml.slideLayout+xml"/>
  <Override PartName="/ppt/slideLayouts/slideLayout333.xml" ContentType="application/vnd.openxmlformats-officedocument.presentationml.slideLayout+xml"/>
  <Override PartName="/ppt/slideLayouts/slideLayout334.xml" ContentType="application/vnd.openxmlformats-officedocument.presentationml.slideLayout+xml"/>
  <Override PartName="/ppt/slideLayouts/slideLayout335.xml" ContentType="application/vnd.openxmlformats-officedocument.presentationml.slideLayout+xml"/>
  <Override PartName="/ppt/slideLayouts/slideLayout336.xml" ContentType="application/vnd.openxmlformats-officedocument.presentationml.slideLayout+xml"/>
  <Override PartName="/ppt/theme/theme28.xml" ContentType="application/vnd.openxmlformats-officedocument.theme+xml"/>
  <Override PartName="/ppt/slideLayouts/slideLayout337.xml" ContentType="application/vnd.openxmlformats-officedocument.presentationml.slideLayout+xml"/>
  <Override PartName="/ppt/slideLayouts/slideLayout338.xml" ContentType="application/vnd.openxmlformats-officedocument.presentationml.slideLayout+xml"/>
  <Override PartName="/ppt/slideLayouts/slideLayout339.xml" ContentType="application/vnd.openxmlformats-officedocument.presentationml.slideLayout+xml"/>
  <Override PartName="/ppt/slideLayouts/slideLayout340.xml" ContentType="application/vnd.openxmlformats-officedocument.presentationml.slideLayout+xml"/>
  <Override PartName="/ppt/slideLayouts/slideLayout341.xml" ContentType="application/vnd.openxmlformats-officedocument.presentationml.slideLayout+xml"/>
  <Override PartName="/ppt/slideLayouts/slideLayout342.xml" ContentType="application/vnd.openxmlformats-officedocument.presentationml.slideLayout+xml"/>
  <Override PartName="/ppt/slideLayouts/slideLayout343.xml" ContentType="application/vnd.openxmlformats-officedocument.presentationml.slideLayout+xml"/>
  <Override PartName="/ppt/slideLayouts/slideLayout344.xml" ContentType="application/vnd.openxmlformats-officedocument.presentationml.slideLayout+xml"/>
  <Override PartName="/ppt/slideLayouts/slideLayout345.xml" ContentType="application/vnd.openxmlformats-officedocument.presentationml.slideLayout+xml"/>
  <Override PartName="/ppt/slideLayouts/slideLayout346.xml" ContentType="application/vnd.openxmlformats-officedocument.presentationml.slideLayout+xml"/>
  <Override PartName="/ppt/slideLayouts/slideLayout347.xml" ContentType="application/vnd.openxmlformats-officedocument.presentationml.slideLayout+xml"/>
  <Override PartName="/ppt/slideLayouts/slideLayout348.xml" ContentType="application/vnd.openxmlformats-officedocument.presentationml.slideLayout+xml"/>
  <Override PartName="/ppt/theme/theme29.xml" ContentType="application/vnd.openxmlformats-officedocument.theme+xml"/>
  <Override PartName="/ppt/slideLayouts/slideLayout349.xml" ContentType="application/vnd.openxmlformats-officedocument.presentationml.slideLayout+xml"/>
  <Override PartName="/ppt/slideLayouts/slideLayout350.xml" ContentType="application/vnd.openxmlformats-officedocument.presentationml.slideLayout+xml"/>
  <Override PartName="/ppt/slideLayouts/slideLayout351.xml" ContentType="application/vnd.openxmlformats-officedocument.presentationml.slideLayout+xml"/>
  <Override PartName="/ppt/slideLayouts/slideLayout352.xml" ContentType="application/vnd.openxmlformats-officedocument.presentationml.slideLayout+xml"/>
  <Override PartName="/ppt/slideLayouts/slideLayout353.xml" ContentType="application/vnd.openxmlformats-officedocument.presentationml.slideLayout+xml"/>
  <Override PartName="/ppt/slideLayouts/slideLayout354.xml" ContentType="application/vnd.openxmlformats-officedocument.presentationml.slideLayout+xml"/>
  <Override PartName="/ppt/slideLayouts/slideLayout355.xml" ContentType="application/vnd.openxmlformats-officedocument.presentationml.slideLayout+xml"/>
  <Override PartName="/ppt/slideLayouts/slideLayout356.xml" ContentType="application/vnd.openxmlformats-officedocument.presentationml.slideLayout+xml"/>
  <Override PartName="/ppt/slideLayouts/slideLayout357.xml" ContentType="application/vnd.openxmlformats-officedocument.presentationml.slideLayout+xml"/>
  <Override PartName="/ppt/slideLayouts/slideLayout358.xml" ContentType="application/vnd.openxmlformats-officedocument.presentationml.slideLayout+xml"/>
  <Override PartName="/ppt/slideLayouts/slideLayout359.xml" ContentType="application/vnd.openxmlformats-officedocument.presentationml.slideLayout+xml"/>
  <Override PartName="/ppt/slideLayouts/slideLayout360.xml" ContentType="application/vnd.openxmlformats-officedocument.presentationml.slideLayout+xml"/>
  <Override PartName="/ppt/theme/theme30.xml" ContentType="application/vnd.openxmlformats-officedocument.theme+xml"/>
  <Override PartName="/ppt/slideLayouts/slideLayout361.xml" ContentType="application/vnd.openxmlformats-officedocument.presentationml.slideLayout+xml"/>
  <Override PartName="/ppt/slideLayouts/slideLayout362.xml" ContentType="application/vnd.openxmlformats-officedocument.presentationml.slideLayout+xml"/>
  <Override PartName="/ppt/slideLayouts/slideLayout363.xml" ContentType="application/vnd.openxmlformats-officedocument.presentationml.slideLayout+xml"/>
  <Override PartName="/ppt/slideLayouts/slideLayout364.xml" ContentType="application/vnd.openxmlformats-officedocument.presentationml.slideLayout+xml"/>
  <Override PartName="/ppt/slideLayouts/slideLayout365.xml" ContentType="application/vnd.openxmlformats-officedocument.presentationml.slideLayout+xml"/>
  <Override PartName="/ppt/slideLayouts/slideLayout366.xml" ContentType="application/vnd.openxmlformats-officedocument.presentationml.slideLayout+xml"/>
  <Override PartName="/ppt/slideLayouts/slideLayout367.xml" ContentType="application/vnd.openxmlformats-officedocument.presentationml.slideLayout+xml"/>
  <Override PartName="/ppt/slideLayouts/slideLayout368.xml" ContentType="application/vnd.openxmlformats-officedocument.presentationml.slideLayout+xml"/>
  <Override PartName="/ppt/slideLayouts/slideLayout369.xml" ContentType="application/vnd.openxmlformats-officedocument.presentationml.slideLayout+xml"/>
  <Override PartName="/ppt/slideLayouts/slideLayout370.xml" ContentType="application/vnd.openxmlformats-officedocument.presentationml.slideLayout+xml"/>
  <Override PartName="/ppt/slideLayouts/slideLayout371.xml" ContentType="application/vnd.openxmlformats-officedocument.presentationml.slideLayout+xml"/>
  <Override PartName="/ppt/slideLayouts/slideLayout372.xml" ContentType="application/vnd.openxmlformats-officedocument.presentationml.slideLayout+xml"/>
  <Override PartName="/ppt/theme/theme31.xml" ContentType="application/vnd.openxmlformats-officedocument.theme+xml"/>
  <Override PartName="/ppt/slideLayouts/slideLayout373.xml" ContentType="application/vnd.openxmlformats-officedocument.presentationml.slideLayout+xml"/>
  <Override PartName="/ppt/slideLayouts/slideLayout374.xml" ContentType="application/vnd.openxmlformats-officedocument.presentationml.slideLayout+xml"/>
  <Override PartName="/ppt/slideLayouts/slideLayout375.xml" ContentType="application/vnd.openxmlformats-officedocument.presentationml.slideLayout+xml"/>
  <Override PartName="/ppt/slideLayouts/slideLayout376.xml" ContentType="application/vnd.openxmlformats-officedocument.presentationml.slideLayout+xml"/>
  <Override PartName="/ppt/slideLayouts/slideLayout377.xml" ContentType="application/vnd.openxmlformats-officedocument.presentationml.slideLayout+xml"/>
  <Override PartName="/ppt/slideLayouts/slideLayout378.xml" ContentType="application/vnd.openxmlformats-officedocument.presentationml.slideLayout+xml"/>
  <Override PartName="/ppt/slideLayouts/slideLayout379.xml" ContentType="application/vnd.openxmlformats-officedocument.presentationml.slideLayout+xml"/>
  <Override PartName="/ppt/slideLayouts/slideLayout380.xml" ContentType="application/vnd.openxmlformats-officedocument.presentationml.slideLayout+xml"/>
  <Override PartName="/ppt/slideLayouts/slideLayout381.xml" ContentType="application/vnd.openxmlformats-officedocument.presentationml.slideLayout+xml"/>
  <Override PartName="/ppt/slideLayouts/slideLayout382.xml" ContentType="application/vnd.openxmlformats-officedocument.presentationml.slideLayout+xml"/>
  <Override PartName="/ppt/slideLayouts/slideLayout383.xml" ContentType="application/vnd.openxmlformats-officedocument.presentationml.slideLayout+xml"/>
  <Override PartName="/ppt/slideLayouts/slideLayout384.xml" ContentType="application/vnd.openxmlformats-officedocument.presentationml.slideLayout+xml"/>
  <Override PartName="/ppt/theme/theme32.xml" ContentType="application/vnd.openxmlformats-officedocument.theme+xml"/>
  <Override PartName="/ppt/slideLayouts/slideLayout385.xml" ContentType="application/vnd.openxmlformats-officedocument.presentationml.slideLayout+xml"/>
  <Override PartName="/ppt/slideLayouts/slideLayout386.xml" ContentType="application/vnd.openxmlformats-officedocument.presentationml.slideLayout+xml"/>
  <Override PartName="/ppt/slideLayouts/slideLayout387.xml" ContentType="application/vnd.openxmlformats-officedocument.presentationml.slideLayout+xml"/>
  <Override PartName="/ppt/slideLayouts/slideLayout388.xml" ContentType="application/vnd.openxmlformats-officedocument.presentationml.slideLayout+xml"/>
  <Override PartName="/ppt/slideLayouts/slideLayout389.xml" ContentType="application/vnd.openxmlformats-officedocument.presentationml.slideLayout+xml"/>
  <Override PartName="/ppt/slideLayouts/slideLayout390.xml" ContentType="application/vnd.openxmlformats-officedocument.presentationml.slideLayout+xml"/>
  <Override PartName="/ppt/slideLayouts/slideLayout391.xml" ContentType="application/vnd.openxmlformats-officedocument.presentationml.slideLayout+xml"/>
  <Override PartName="/ppt/slideLayouts/slideLayout392.xml" ContentType="application/vnd.openxmlformats-officedocument.presentationml.slideLayout+xml"/>
  <Override PartName="/ppt/slideLayouts/slideLayout393.xml" ContentType="application/vnd.openxmlformats-officedocument.presentationml.slideLayout+xml"/>
  <Override PartName="/ppt/slideLayouts/slideLayout394.xml" ContentType="application/vnd.openxmlformats-officedocument.presentationml.slideLayout+xml"/>
  <Override PartName="/ppt/slideLayouts/slideLayout395.xml" ContentType="application/vnd.openxmlformats-officedocument.presentationml.slideLayout+xml"/>
  <Override PartName="/ppt/slideLayouts/slideLayout396.xml" ContentType="application/vnd.openxmlformats-officedocument.presentationml.slideLayout+xml"/>
  <Override PartName="/ppt/theme/theme33.xml" ContentType="application/vnd.openxmlformats-officedocument.theme+xml"/>
  <Override PartName="/ppt/slideLayouts/slideLayout397.xml" ContentType="application/vnd.openxmlformats-officedocument.presentationml.slideLayout+xml"/>
  <Override PartName="/ppt/slideLayouts/slideLayout398.xml" ContentType="application/vnd.openxmlformats-officedocument.presentationml.slideLayout+xml"/>
  <Override PartName="/ppt/slideLayouts/slideLayout399.xml" ContentType="application/vnd.openxmlformats-officedocument.presentationml.slideLayout+xml"/>
  <Override PartName="/ppt/slideLayouts/slideLayout400.xml" ContentType="application/vnd.openxmlformats-officedocument.presentationml.slideLayout+xml"/>
  <Override PartName="/ppt/slideLayouts/slideLayout401.xml" ContentType="application/vnd.openxmlformats-officedocument.presentationml.slideLayout+xml"/>
  <Override PartName="/ppt/slideLayouts/slideLayout402.xml" ContentType="application/vnd.openxmlformats-officedocument.presentationml.slideLayout+xml"/>
  <Override PartName="/ppt/slideLayouts/slideLayout403.xml" ContentType="application/vnd.openxmlformats-officedocument.presentationml.slideLayout+xml"/>
  <Override PartName="/ppt/slideLayouts/slideLayout404.xml" ContentType="application/vnd.openxmlformats-officedocument.presentationml.slideLayout+xml"/>
  <Override PartName="/ppt/slideLayouts/slideLayout405.xml" ContentType="application/vnd.openxmlformats-officedocument.presentationml.slideLayout+xml"/>
  <Override PartName="/ppt/slideLayouts/slideLayout406.xml" ContentType="application/vnd.openxmlformats-officedocument.presentationml.slideLayout+xml"/>
  <Override PartName="/ppt/slideLayouts/slideLayout407.xml" ContentType="application/vnd.openxmlformats-officedocument.presentationml.slideLayout+xml"/>
  <Override PartName="/ppt/slideLayouts/slideLayout408.xml" ContentType="application/vnd.openxmlformats-officedocument.presentationml.slideLayout+xml"/>
  <Override PartName="/ppt/theme/theme34.xml" ContentType="application/vnd.openxmlformats-officedocument.theme+xml"/>
  <Override PartName="/ppt/slideLayouts/slideLayout409.xml" ContentType="application/vnd.openxmlformats-officedocument.presentationml.slideLayout+xml"/>
  <Override PartName="/ppt/slideLayouts/slideLayout410.xml" ContentType="application/vnd.openxmlformats-officedocument.presentationml.slideLayout+xml"/>
  <Override PartName="/ppt/slideLayouts/slideLayout411.xml" ContentType="application/vnd.openxmlformats-officedocument.presentationml.slideLayout+xml"/>
  <Override PartName="/ppt/slideLayouts/slideLayout412.xml" ContentType="application/vnd.openxmlformats-officedocument.presentationml.slideLayout+xml"/>
  <Override PartName="/ppt/slideLayouts/slideLayout413.xml" ContentType="application/vnd.openxmlformats-officedocument.presentationml.slideLayout+xml"/>
  <Override PartName="/ppt/slideLayouts/slideLayout414.xml" ContentType="application/vnd.openxmlformats-officedocument.presentationml.slideLayout+xml"/>
  <Override PartName="/ppt/slideLayouts/slideLayout415.xml" ContentType="application/vnd.openxmlformats-officedocument.presentationml.slideLayout+xml"/>
  <Override PartName="/ppt/slideLayouts/slideLayout416.xml" ContentType="application/vnd.openxmlformats-officedocument.presentationml.slideLayout+xml"/>
  <Override PartName="/ppt/slideLayouts/slideLayout417.xml" ContentType="application/vnd.openxmlformats-officedocument.presentationml.slideLayout+xml"/>
  <Override PartName="/ppt/slideLayouts/slideLayout418.xml" ContentType="application/vnd.openxmlformats-officedocument.presentationml.slideLayout+xml"/>
  <Override PartName="/ppt/slideLayouts/slideLayout419.xml" ContentType="application/vnd.openxmlformats-officedocument.presentationml.slideLayout+xml"/>
  <Override PartName="/ppt/slideLayouts/slideLayout420.xml" ContentType="application/vnd.openxmlformats-officedocument.presentationml.slideLayout+xml"/>
  <Override PartName="/ppt/theme/theme35.xml" ContentType="application/vnd.openxmlformats-officedocument.theme+xml"/>
  <Override PartName="/ppt/slideLayouts/slideLayout421.xml" ContentType="application/vnd.openxmlformats-officedocument.presentationml.slideLayout+xml"/>
  <Override PartName="/ppt/slideLayouts/slideLayout422.xml" ContentType="application/vnd.openxmlformats-officedocument.presentationml.slideLayout+xml"/>
  <Override PartName="/ppt/slideLayouts/slideLayout423.xml" ContentType="application/vnd.openxmlformats-officedocument.presentationml.slideLayout+xml"/>
  <Override PartName="/ppt/slideLayouts/slideLayout424.xml" ContentType="application/vnd.openxmlformats-officedocument.presentationml.slideLayout+xml"/>
  <Override PartName="/ppt/slideLayouts/slideLayout425.xml" ContentType="application/vnd.openxmlformats-officedocument.presentationml.slideLayout+xml"/>
  <Override PartName="/ppt/slideLayouts/slideLayout426.xml" ContentType="application/vnd.openxmlformats-officedocument.presentationml.slideLayout+xml"/>
  <Override PartName="/ppt/slideLayouts/slideLayout427.xml" ContentType="application/vnd.openxmlformats-officedocument.presentationml.slideLayout+xml"/>
  <Override PartName="/ppt/slideLayouts/slideLayout428.xml" ContentType="application/vnd.openxmlformats-officedocument.presentationml.slideLayout+xml"/>
  <Override PartName="/ppt/slideLayouts/slideLayout429.xml" ContentType="application/vnd.openxmlformats-officedocument.presentationml.slideLayout+xml"/>
  <Override PartName="/ppt/slideLayouts/slideLayout430.xml" ContentType="application/vnd.openxmlformats-officedocument.presentationml.slideLayout+xml"/>
  <Override PartName="/ppt/slideLayouts/slideLayout431.xml" ContentType="application/vnd.openxmlformats-officedocument.presentationml.slideLayout+xml"/>
  <Override PartName="/ppt/slideLayouts/slideLayout432.xml" ContentType="application/vnd.openxmlformats-officedocument.presentationml.slideLayout+xml"/>
  <Override PartName="/ppt/theme/theme36.xml" ContentType="application/vnd.openxmlformats-officedocument.theme+xml"/>
  <Override PartName="/ppt/slideLayouts/slideLayout433.xml" ContentType="application/vnd.openxmlformats-officedocument.presentationml.slideLayout+xml"/>
  <Override PartName="/ppt/slideLayouts/slideLayout434.xml" ContentType="application/vnd.openxmlformats-officedocument.presentationml.slideLayout+xml"/>
  <Override PartName="/ppt/slideLayouts/slideLayout435.xml" ContentType="application/vnd.openxmlformats-officedocument.presentationml.slideLayout+xml"/>
  <Override PartName="/ppt/slideLayouts/slideLayout436.xml" ContentType="application/vnd.openxmlformats-officedocument.presentationml.slideLayout+xml"/>
  <Override PartName="/ppt/slideLayouts/slideLayout437.xml" ContentType="application/vnd.openxmlformats-officedocument.presentationml.slideLayout+xml"/>
  <Override PartName="/ppt/slideLayouts/slideLayout438.xml" ContentType="application/vnd.openxmlformats-officedocument.presentationml.slideLayout+xml"/>
  <Override PartName="/ppt/slideLayouts/slideLayout439.xml" ContentType="application/vnd.openxmlformats-officedocument.presentationml.slideLayout+xml"/>
  <Override PartName="/ppt/slideLayouts/slideLayout440.xml" ContentType="application/vnd.openxmlformats-officedocument.presentationml.slideLayout+xml"/>
  <Override PartName="/ppt/slideLayouts/slideLayout441.xml" ContentType="application/vnd.openxmlformats-officedocument.presentationml.slideLayout+xml"/>
  <Override PartName="/ppt/slideLayouts/slideLayout442.xml" ContentType="application/vnd.openxmlformats-officedocument.presentationml.slideLayout+xml"/>
  <Override PartName="/ppt/slideLayouts/slideLayout443.xml" ContentType="application/vnd.openxmlformats-officedocument.presentationml.slideLayout+xml"/>
  <Override PartName="/ppt/slideLayouts/slideLayout444.xml" ContentType="application/vnd.openxmlformats-officedocument.presentationml.slideLayout+xml"/>
  <Override PartName="/ppt/theme/theme37.xml" ContentType="application/vnd.openxmlformats-officedocument.theme+xml"/>
  <Override PartName="/ppt/slideLayouts/slideLayout445.xml" ContentType="application/vnd.openxmlformats-officedocument.presentationml.slideLayout+xml"/>
  <Override PartName="/ppt/slideLayouts/slideLayout446.xml" ContentType="application/vnd.openxmlformats-officedocument.presentationml.slideLayout+xml"/>
  <Override PartName="/ppt/slideLayouts/slideLayout447.xml" ContentType="application/vnd.openxmlformats-officedocument.presentationml.slideLayout+xml"/>
  <Override PartName="/ppt/slideLayouts/slideLayout448.xml" ContentType="application/vnd.openxmlformats-officedocument.presentationml.slideLayout+xml"/>
  <Override PartName="/ppt/slideLayouts/slideLayout449.xml" ContentType="application/vnd.openxmlformats-officedocument.presentationml.slideLayout+xml"/>
  <Override PartName="/ppt/slideLayouts/slideLayout450.xml" ContentType="application/vnd.openxmlformats-officedocument.presentationml.slideLayout+xml"/>
  <Override PartName="/ppt/slideLayouts/slideLayout451.xml" ContentType="application/vnd.openxmlformats-officedocument.presentationml.slideLayout+xml"/>
  <Override PartName="/ppt/slideLayouts/slideLayout452.xml" ContentType="application/vnd.openxmlformats-officedocument.presentationml.slideLayout+xml"/>
  <Override PartName="/ppt/slideLayouts/slideLayout453.xml" ContentType="application/vnd.openxmlformats-officedocument.presentationml.slideLayout+xml"/>
  <Override PartName="/ppt/slideLayouts/slideLayout454.xml" ContentType="application/vnd.openxmlformats-officedocument.presentationml.slideLayout+xml"/>
  <Override PartName="/ppt/slideLayouts/slideLayout455.xml" ContentType="application/vnd.openxmlformats-officedocument.presentationml.slideLayout+xml"/>
  <Override PartName="/ppt/slideLayouts/slideLayout456.xml" ContentType="application/vnd.openxmlformats-officedocument.presentationml.slideLayout+xml"/>
  <Override PartName="/ppt/theme/theme38.xml" ContentType="application/vnd.openxmlformats-officedocument.theme+xml"/>
  <Override PartName="/ppt/slideLayouts/slideLayout457.xml" ContentType="application/vnd.openxmlformats-officedocument.presentationml.slideLayout+xml"/>
  <Override PartName="/ppt/slideLayouts/slideLayout458.xml" ContentType="application/vnd.openxmlformats-officedocument.presentationml.slideLayout+xml"/>
  <Override PartName="/ppt/slideLayouts/slideLayout459.xml" ContentType="application/vnd.openxmlformats-officedocument.presentationml.slideLayout+xml"/>
  <Override PartName="/ppt/slideLayouts/slideLayout460.xml" ContentType="application/vnd.openxmlformats-officedocument.presentationml.slideLayout+xml"/>
  <Override PartName="/ppt/slideLayouts/slideLayout461.xml" ContentType="application/vnd.openxmlformats-officedocument.presentationml.slideLayout+xml"/>
  <Override PartName="/ppt/slideLayouts/slideLayout462.xml" ContentType="application/vnd.openxmlformats-officedocument.presentationml.slideLayout+xml"/>
  <Override PartName="/ppt/slideLayouts/slideLayout463.xml" ContentType="application/vnd.openxmlformats-officedocument.presentationml.slideLayout+xml"/>
  <Override PartName="/ppt/slideLayouts/slideLayout464.xml" ContentType="application/vnd.openxmlformats-officedocument.presentationml.slideLayout+xml"/>
  <Override PartName="/ppt/slideLayouts/slideLayout465.xml" ContentType="application/vnd.openxmlformats-officedocument.presentationml.slideLayout+xml"/>
  <Override PartName="/ppt/slideLayouts/slideLayout466.xml" ContentType="application/vnd.openxmlformats-officedocument.presentationml.slideLayout+xml"/>
  <Override PartName="/ppt/slideLayouts/slideLayout467.xml" ContentType="application/vnd.openxmlformats-officedocument.presentationml.slideLayout+xml"/>
  <Override PartName="/ppt/slideLayouts/slideLayout468.xml" ContentType="application/vnd.openxmlformats-officedocument.presentationml.slideLayout+xml"/>
  <Override PartName="/ppt/theme/theme39.xml" ContentType="application/vnd.openxmlformats-officedocument.theme+xml"/>
  <Override PartName="/ppt/slideLayouts/slideLayout469.xml" ContentType="application/vnd.openxmlformats-officedocument.presentationml.slideLayout+xml"/>
  <Override PartName="/ppt/slideLayouts/slideLayout470.xml" ContentType="application/vnd.openxmlformats-officedocument.presentationml.slideLayout+xml"/>
  <Override PartName="/ppt/slideLayouts/slideLayout471.xml" ContentType="application/vnd.openxmlformats-officedocument.presentationml.slideLayout+xml"/>
  <Override PartName="/ppt/slideLayouts/slideLayout472.xml" ContentType="application/vnd.openxmlformats-officedocument.presentationml.slideLayout+xml"/>
  <Override PartName="/ppt/slideLayouts/slideLayout473.xml" ContentType="application/vnd.openxmlformats-officedocument.presentationml.slideLayout+xml"/>
  <Override PartName="/ppt/slideLayouts/slideLayout474.xml" ContentType="application/vnd.openxmlformats-officedocument.presentationml.slideLayout+xml"/>
  <Override PartName="/ppt/slideLayouts/slideLayout475.xml" ContentType="application/vnd.openxmlformats-officedocument.presentationml.slideLayout+xml"/>
  <Override PartName="/ppt/slideLayouts/slideLayout476.xml" ContentType="application/vnd.openxmlformats-officedocument.presentationml.slideLayout+xml"/>
  <Override PartName="/ppt/slideLayouts/slideLayout477.xml" ContentType="application/vnd.openxmlformats-officedocument.presentationml.slideLayout+xml"/>
  <Override PartName="/ppt/slideLayouts/slideLayout478.xml" ContentType="application/vnd.openxmlformats-officedocument.presentationml.slideLayout+xml"/>
  <Override PartName="/ppt/slideLayouts/slideLayout479.xml" ContentType="application/vnd.openxmlformats-officedocument.presentationml.slideLayout+xml"/>
  <Override PartName="/ppt/slideLayouts/slideLayout480.xml" ContentType="application/vnd.openxmlformats-officedocument.presentationml.slideLayout+xml"/>
  <Override PartName="/ppt/theme/theme40.xml" ContentType="application/vnd.openxmlformats-officedocument.theme+xml"/>
  <Override PartName="/ppt/slideLayouts/slideLayout481.xml" ContentType="application/vnd.openxmlformats-officedocument.presentationml.slideLayout+xml"/>
  <Override PartName="/ppt/slideLayouts/slideLayout482.xml" ContentType="application/vnd.openxmlformats-officedocument.presentationml.slideLayout+xml"/>
  <Override PartName="/ppt/slideLayouts/slideLayout483.xml" ContentType="application/vnd.openxmlformats-officedocument.presentationml.slideLayout+xml"/>
  <Override PartName="/ppt/slideLayouts/slideLayout484.xml" ContentType="application/vnd.openxmlformats-officedocument.presentationml.slideLayout+xml"/>
  <Override PartName="/ppt/slideLayouts/slideLayout485.xml" ContentType="application/vnd.openxmlformats-officedocument.presentationml.slideLayout+xml"/>
  <Override PartName="/ppt/slideLayouts/slideLayout486.xml" ContentType="application/vnd.openxmlformats-officedocument.presentationml.slideLayout+xml"/>
  <Override PartName="/ppt/slideLayouts/slideLayout487.xml" ContentType="application/vnd.openxmlformats-officedocument.presentationml.slideLayout+xml"/>
  <Override PartName="/ppt/slideLayouts/slideLayout488.xml" ContentType="application/vnd.openxmlformats-officedocument.presentationml.slideLayout+xml"/>
  <Override PartName="/ppt/slideLayouts/slideLayout489.xml" ContentType="application/vnd.openxmlformats-officedocument.presentationml.slideLayout+xml"/>
  <Override PartName="/ppt/slideLayouts/slideLayout490.xml" ContentType="application/vnd.openxmlformats-officedocument.presentationml.slideLayout+xml"/>
  <Override PartName="/ppt/slideLayouts/slideLayout491.xml" ContentType="application/vnd.openxmlformats-officedocument.presentationml.slideLayout+xml"/>
  <Override PartName="/ppt/slideLayouts/slideLayout492.xml" ContentType="application/vnd.openxmlformats-officedocument.presentationml.slideLayout+xml"/>
  <Override PartName="/ppt/theme/theme41.xml" ContentType="application/vnd.openxmlformats-officedocument.theme+xml"/>
  <Override PartName="/ppt/slideLayouts/slideLayout493.xml" ContentType="application/vnd.openxmlformats-officedocument.presentationml.slideLayout+xml"/>
  <Override PartName="/ppt/slideLayouts/slideLayout494.xml" ContentType="application/vnd.openxmlformats-officedocument.presentationml.slideLayout+xml"/>
  <Override PartName="/ppt/slideLayouts/slideLayout495.xml" ContentType="application/vnd.openxmlformats-officedocument.presentationml.slideLayout+xml"/>
  <Override PartName="/ppt/slideLayouts/slideLayout496.xml" ContentType="application/vnd.openxmlformats-officedocument.presentationml.slideLayout+xml"/>
  <Override PartName="/ppt/slideLayouts/slideLayout497.xml" ContentType="application/vnd.openxmlformats-officedocument.presentationml.slideLayout+xml"/>
  <Override PartName="/ppt/slideLayouts/slideLayout498.xml" ContentType="application/vnd.openxmlformats-officedocument.presentationml.slideLayout+xml"/>
  <Override PartName="/ppt/slideLayouts/slideLayout499.xml" ContentType="application/vnd.openxmlformats-officedocument.presentationml.slideLayout+xml"/>
  <Override PartName="/ppt/slideLayouts/slideLayout500.xml" ContentType="application/vnd.openxmlformats-officedocument.presentationml.slideLayout+xml"/>
  <Override PartName="/ppt/slideLayouts/slideLayout501.xml" ContentType="application/vnd.openxmlformats-officedocument.presentationml.slideLayout+xml"/>
  <Override PartName="/ppt/slideLayouts/slideLayout502.xml" ContentType="application/vnd.openxmlformats-officedocument.presentationml.slideLayout+xml"/>
  <Override PartName="/ppt/slideLayouts/slideLayout503.xml" ContentType="application/vnd.openxmlformats-officedocument.presentationml.slideLayout+xml"/>
  <Override PartName="/ppt/slideLayouts/slideLayout504.xml" ContentType="application/vnd.openxmlformats-officedocument.presentationml.slideLayout+xml"/>
  <Override PartName="/ppt/theme/theme42.xml" ContentType="application/vnd.openxmlformats-officedocument.theme+xml"/>
  <Override PartName="/ppt/slideLayouts/slideLayout505.xml" ContentType="application/vnd.openxmlformats-officedocument.presentationml.slideLayout+xml"/>
  <Override PartName="/ppt/slideLayouts/slideLayout506.xml" ContentType="application/vnd.openxmlformats-officedocument.presentationml.slideLayout+xml"/>
  <Override PartName="/ppt/slideLayouts/slideLayout507.xml" ContentType="application/vnd.openxmlformats-officedocument.presentationml.slideLayout+xml"/>
  <Override PartName="/ppt/slideLayouts/slideLayout508.xml" ContentType="application/vnd.openxmlformats-officedocument.presentationml.slideLayout+xml"/>
  <Override PartName="/ppt/slideLayouts/slideLayout509.xml" ContentType="application/vnd.openxmlformats-officedocument.presentationml.slideLayout+xml"/>
  <Override PartName="/ppt/slideLayouts/slideLayout510.xml" ContentType="application/vnd.openxmlformats-officedocument.presentationml.slideLayout+xml"/>
  <Override PartName="/ppt/slideLayouts/slideLayout511.xml" ContentType="application/vnd.openxmlformats-officedocument.presentationml.slideLayout+xml"/>
  <Override PartName="/ppt/slideLayouts/slideLayout512.xml" ContentType="application/vnd.openxmlformats-officedocument.presentationml.slideLayout+xml"/>
  <Override PartName="/ppt/slideLayouts/slideLayout513.xml" ContentType="application/vnd.openxmlformats-officedocument.presentationml.slideLayout+xml"/>
  <Override PartName="/ppt/slideLayouts/slideLayout514.xml" ContentType="application/vnd.openxmlformats-officedocument.presentationml.slideLayout+xml"/>
  <Override PartName="/ppt/slideLayouts/slideLayout515.xml" ContentType="application/vnd.openxmlformats-officedocument.presentationml.slideLayout+xml"/>
  <Override PartName="/ppt/slideLayouts/slideLayout516.xml" ContentType="application/vnd.openxmlformats-officedocument.presentationml.slideLayout+xml"/>
  <Override PartName="/ppt/theme/theme43.xml" ContentType="application/vnd.openxmlformats-officedocument.theme+xml"/>
  <Override PartName="/ppt/slideLayouts/slideLayout517.xml" ContentType="application/vnd.openxmlformats-officedocument.presentationml.slideLayout+xml"/>
  <Override PartName="/ppt/slideLayouts/slideLayout518.xml" ContentType="application/vnd.openxmlformats-officedocument.presentationml.slideLayout+xml"/>
  <Override PartName="/ppt/slideLayouts/slideLayout519.xml" ContentType="application/vnd.openxmlformats-officedocument.presentationml.slideLayout+xml"/>
  <Override PartName="/ppt/slideLayouts/slideLayout520.xml" ContentType="application/vnd.openxmlformats-officedocument.presentationml.slideLayout+xml"/>
  <Override PartName="/ppt/slideLayouts/slideLayout521.xml" ContentType="application/vnd.openxmlformats-officedocument.presentationml.slideLayout+xml"/>
  <Override PartName="/ppt/slideLayouts/slideLayout522.xml" ContentType="application/vnd.openxmlformats-officedocument.presentationml.slideLayout+xml"/>
  <Override PartName="/ppt/slideLayouts/slideLayout523.xml" ContentType="application/vnd.openxmlformats-officedocument.presentationml.slideLayout+xml"/>
  <Override PartName="/ppt/slideLayouts/slideLayout524.xml" ContentType="application/vnd.openxmlformats-officedocument.presentationml.slideLayout+xml"/>
  <Override PartName="/ppt/slideLayouts/slideLayout525.xml" ContentType="application/vnd.openxmlformats-officedocument.presentationml.slideLayout+xml"/>
  <Override PartName="/ppt/slideLayouts/slideLayout526.xml" ContentType="application/vnd.openxmlformats-officedocument.presentationml.slideLayout+xml"/>
  <Override PartName="/ppt/slideLayouts/slideLayout527.xml" ContentType="application/vnd.openxmlformats-officedocument.presentationml.slideLayout+xml"/>
  <Override PartName="/ppt/slideLayouts/slideLayout528.xml" ContentType="application/vnd.openxmlformats-officedocument.presentationml.slideLayout+xml"/>
  <Override PartName="/ppt/theme/theme44.xml" ContentType="application/vnd.openxmlformats-officedocument.theme+xml"/>
  <Override PartName="/ppt/slideLayouts/slideLayout529.xml" ContentType="application/vnd.openxmlformats-officedocument.presentationml.slideLayout+xml"/>
  <Override PartName="/ppt/slideLayouts/slideLayout530.xml" ContentType="application/vnd.openxmlformats-officedocument.presentationml.slideLayout+xml"/>
  <Override PartName="/ppt/slideLayouts/slideLayout531.xml" ContentType="application/vnd.openxmlformats-officedocument.presentationml.slideLayout+xml"/>
  <Override PartName="/ppt/slideLayouts/slideLayout532.xml" ContentType="application/vnd.openxmlformats-officedocument.presentationml.slideLayout+xml"/>
  <Override PartName="/ppt/slideLayouts/slideLayout533.xml" ContentType="application/vnd.openxmlformats-officedocument.presentationml.slideLayout+xml"/>
  <Override PartName="/ppt/slideLayouts/slideLayout534.xml" ContentType="application/vnd.openxmlformats-officedocument.presentationml.slideLayout+xml"/>
  <Override PartName="/ppt/slideLayouts/slideLayout535.xml" ContentType="application/vnd.openxmlformats-officedocument.presentationml.slideLayout+xml"/>
  <Override PartName="/ppt/slideLayouts/slideLayout536.xml" ContentType="application/vnd.openxmlformats-officedocument.presentationml.slideLayout+xml"/>
  <Override PartName="/ppt/slideLayouts/slideLayout537.xml" ContentType="application/vnd.openxmlformats-officedocument.presentationml.slideLayout+xml"/>
  <Override PartName="/ppt/slideLayouts/slideLayout538.xml" ContentType="application/vnd.openxmlformats-officedocument.presentationml.slideLayout+xml"/>
  <Override PartName="/ppt/slideLayouts/slideLayout539.xml" ContentType="application/vnd.openxmlformats-officedocument.presentationml.slideLayout+xml"/>
  <Override PartName="/ppt/slideLayouts/slideLayout540.xml" ContentType="application/vnd.openxmlformats-officedocument.presentationml.slideLayout+xml"/>
  <Override PartName="/ppt/theme/theme45.xml" ContentType="application/vnd.openxmlformats-officedocument.theme+xml"/>
  <Override PartName="/ppt/slideLayouts/slideLayout541.xml" ContentType="application/vnd.openxmlformats-officedocument.presentationml.slideLayout+xml"/>
  <Override PartName="/ppt/slideLayouts/slideLayout542.xml" ContentType="application/vnd.openxmlformats-officedocument.presentationml.slideLayout+xml"/>
  <Override PartName="/ppt/slideLayouts/slideLayout543.xml" ContentType="application/vnd.openxmlformats-officedocument.presentationml.slideLayout+xml"/>
  <Override PartName="/ppt/slideLayouts/slideLayout544.xml" ContentType="application/vnd.openxmlformats-officedocument.presentationml.slideLayout+xml"/>
  <Override PartName="/ppt/slideLayouts/slideLayout545.xml" ContentType="application/vnd.openxmlformats-officedocument.presentationml.slideLayout+xml"/>
  <Override PartName="/ppt/slideLayouts/slideLayout546.xml" ContentType="application/vnd.openxmlformats-officedocument.presentationml.slideLayout+xml"/>
  <Override PartName="/ppt/slideLayouts/slideLayout547.xml" ContentType="application/vnd.openxmlformats-officedocument.presentationml.slideLayout+xml"/>
  <Override PartName="/ppt/slideLayouts/slideLayout548.xml" ContentType="application/vnd.openxmlformats-officedocument.presentationml.slideLayout+xml"/>
  <Override PartName="/ppt/slideLayouts/slideLayout549.xml" ContentType="application/vnd.openxmlformats-officedocument.presentationml.slideLayout+xml"/>
  <Override PartName="/ppt/slideLayouts/slideLayout550.xml" ContentType="application/vnd.openxmlformats-officedocument.presentationml.slideLayout+xml"/>
  <Override PartName="/ppt/slideLayouts/slideLayout551.xml" ContentType="application/vnd.openxmlformats-officedocument.presentationml.slideLayout+xml"/>
  <Override PartName="/ppt/slideLayouts/slideLayout552.xml" ContentType="application/vnd.openxmlformats-officedocument.presentationml.slideLayout+xml"/>
  <Override PartName="/ppt/theme/theme46.xml" ContentType="application/vnd.openxmlformats-officedocument.theme+xml"/>
  <Override PartName="/ppt/slideLayouts/slideLayout553.xml" ContentType="application/vnd.openxmlformats-officedocument.presentationml.slideLayout+xml"/>
  <Override PartName="/ppt/slideLayouts/slideLayout554.xml" ContentType="application/vnd.openxmlformats-officedocument.presentationml.slideLayout+xml"/>
  <Override PartName="/ppt/slideLayouts/slideLayout555.xml" ContentType="application/vnd.openxmlformats-officedocument.presentationml.slideLayout+xml"/>
  <Override PartName="/ppt/slideLayouts/slideLayout556.xml" ContentType="application/vnd.openxmlformats-officedocument.presentationml.slideLayout+xml"/>
  <Override PartName="/ppt/slideLayouts/slideLayout557.xml" ContentType="application/vnd.openxmlformats-officedocument.presentationml.slideLayout+xml"/>
  <Override PartName="/ppt/slideLayouts/slideLayout558.xml" ContentType="application/vnd.openxmlformats-officedocument.presentationml.slideLayout+xml"/>
  <Override PartName="/ppt/slideLayouts/slideLayout559.xml" ContentType="application/vnd.openxmlformats-officedocument.presentationml.slideLayout+xml"/>
  <Override PartName="/ppt/slideLayouts/slideLayout560.xml" ContentType="application/vnd.openxmlformats-officedocument.presentationml.slideLayout+xml"/>
  <Override PartName="/ppt/slideLayouts/slideLayout561.xml" ContentType="application/vnd.openxmlformats-officedocument.presentationml.slideLayout+xml"/>
  <Override PartName="/ppt/slideLayouts/slideLayout562.xml" ContentType="application/vnd.openxmlformats-officedocument.presentationml.slideLayout+xml"/>
  <Override PartName="/ppt/slideLayouts/slideLayout563.xml" ContentType="application/vnd.openxmlformats-officedocument.presentationml.slideLayout+xml"/>
  <Override PartName="/ppt/slideLayouts/slideLayout564.xml" ContentType="application/vnd.openxmlformats-officedocument.presentationml.slideLayout+xml"/>
  <Override PartName="/ppt/theme/theme47.xml" ContentType="application/vnd.openxmlformats-officedocument.theme+xml"/>
  <Override PartName="/ppt/slideLayouts/slideLayout565.xml" ContentType="application/vnd.openxmlformats-officedocument.presentationml.slideLayout+xml"/>
  <Override PartName="/ppt/slideLayouts/slideLayout566.xml" ContentType="application/vnd.openxmlformats-officedocument.presentationml.slideLayout+xml"/>
  <Override PartName="/ppt/slideLayouts/slideLayout567.xml" ContentType="application/vnd.openxmlformats-officedocument.presentationml.slideLayout+xml"/>
  <Override PartName="/ppt/slideLayouts/slideLayout568.xml" ContentType="application/vnd.openxmlformats-officedocument.presentationml.slideLayout+xml"/>
  <Override PartName="/ppt/slideLayouts/slideLayout569.xml" ContentType="application/vnd.openxmlformats-officedocument.presentationml.slideLayout+xml"/>
  <Override PartName="/ppt/slideLayouts/slideLayout570.xml" ContentType="application/vnd.openxmlformats-officedocument.presentationml.slideLayout+xml"/>
  <Override PartName="/ppt/slideLayouts/slideLayout571.xml" ContentType="application/vnd.openxmlformats-officedocument.presentationml.slideLayout+xml"/>
  <Override PartName="/ppt/slideLayouts/slideLayout572.xml" ContentType="application/vnd.openxmlformats-officedocument.presentationml.slideLayout+xml"/>
  <Override PartName="/ppt/slideLayouts/slideLayout573.xml" ContentType="application/vnd.openxmlformats-officedocument.presentationml.slideLayout+xml"/>
  <Override PartName="/ppt/slideLayouts/slideLayout574.xml" ContentType="application/vnd.openxmlformats-officedocument.presentationml.slideLayout+xml"/>
  <Override PartName="/ppt/slideLayouts/slideLayout575.xml" ContentType="application/vnd.openxmlformats-officedocument.presentationml.slideLayout+xml"/>
  <Override PartName="/ppt/slideLayouts/slideLayout576.xml" ContentType="application/vnd.openxmlformats-officedocument.presentationml.slideLayout+xml"/>
  <Override PartName="/ppt/theme/theme48.xml" ContentType="application/vnd.openxmlformats-officedocument.theme+xml"/>
  <Override PartName="/ppt/slideLayouts/slideLayout577.xml" ContentType="application/vnd.openxmlformats-officedocument.presentationml.slideLayout+xml"/>
  <Override PartName="/ppt/slideLayouts/slideLayout578.xml" ContentType="application/vnd.openxmlformats-officedocument.presentationml.slideLayout+xml"/>
  <Override PartName="/ppt/slideLayouts/slideLayout579.xml" ContentType="application/vnd.openxmlformats-officedocument.presentationml.slideLayout+xml"/>
  <Override PartName="/ppt/slideLayouts/slideLayout580.xml" ContentType="application/vnd.openxmlformats-officedocument.presentationml.slideLayout+xml"/>
  <Override PartName="/ppt/slideLayouts/slideLayout581.xml" ContentType="application/vnd.openxmlformats-officedocument.presentationml.slideLayout+xml"/>
  <Override PartName="/ppt/slideLayouts/slideLayout582.xml" ContentType="application/vnd.openxmlformats-officedocument.presentationml.slideLayout+xml"/>
  <Override PartName="/ppt/slideLayouts/slideLayout583.xml" ContentType="application/vnd.openxmlformats-officedocument.presentationml.slideLayout+xml"/>
  <Override PartName="/ppt/slideLayouts/slideLayout584.xml" ContentType="application/vnd.openxmlformats-officedocument.presentationml.slideLayout+xml"/>
  <Override PartName="/ppt/slideLayouts/slideLayout585.xml" ContentType="application/vnd.openxmlformats-officedocument.presentationml.slideLayout+xml"/>
  <Override PartName="/ppt/slideLayouts/slideLayout586.xml" ContentType="application/vnd.openxmlformats-officedocument.presentationml.slideLayout+xml"/>
  <Override PartName="/ppt/slideLayouts/slideLayout587.xml" ContentType="application/vnd.openxmlformats-officedocument.presentationml.slideLayout+xml"/>
  <Override PartName="/ppt/slideLayouts/slideLayout588.xml" ContentType="application/vnd.openxmlformats-officedocument.presentationml.slideLayout+xml"/>
  <Override PartName="/ppt/theme/theme49.xml" ContentType="application/vnd.openxmlformats-officedocument.theme+xml"/>
  <Override PartName="/ppt/slideLayouts/slideLayout589.xml" ContentType="application/vnd.openxmlformats-officedocument.presentationml.slideLayout+xml"/>
  <Override PartName="/ppt/slideLayouts/slideLayout590.xml" ContentType="application/vnd.openxmlformats-officedocument.presentationml.slideLayout+xml"/>
  <Override PartName="/ppt/slideLayouts/slideLayout591.xml" ContentType="application/vnd.openxmlformats-officedocument.presentationml.slideLayout+xml"/>
  <Override PartName="/ppt/slideLayouts/slideLayout592.xml" ContentType="application/vnd.openxmlformats-officedocument.presentationml.slideLayout+xml"/>
  <Override PartName="/ppt/slideLayouts/slideLayout593.xml" ContentType="application/vnd.openxmlformats-officedocument.presentationml.slideLayout+xml"/>
  <Override PartName="/ppt/slideLayouts/slideLayout594.xml" ContentType="application/vnd.openxmlformats-officedocument.presentationml.slideLayout+xml"/>
  <Override PartName="/ppt/slideLayouts/slideLayout595.xml" ContentType="application/vnd.openxmlformats-officedocument.presentationml.slideLayout+xml"/>
  <Override PartName="/ppt/slideLayouts/slideLayout596.xml" ContentType="application/vnd.openxmlformats-officedocument.presentationml.slideLayout+xml"/>
  <Override PartName="/ppt/slideLayouts/slideLayout597.xml" ContentType="application/vnd.openxmlformats-officedocument.presentationml.slideLayout+xml"/>
  <Override PartName="/ppt/slideLayouts/slideLayout598.xml" ContentType="application/vnd.openxmlformats-officedocument.presentationml.slideLayout+xml"/>
  <Override PartName="/ppt/slideLayouts/slideLayout599.xml" ContentType="application/vnd.openxmlformats-officedocument.presentationml.slideLayout+xml"/>
  <Override PartName="/ppt/slideLayouts/slideLayout600.xml" ContentType="application/vnd.openxmlformats-officedocument.presentationml.slideLayout+xml"/>
  <Override PartName="/ppt/theme/theme50.xml" ContentType="application/vnd.openxmlformats-officedocument.theme+xml"/>
  <Override PartName="/ppt/slideLayouts/slideLayout601.xml" ContentType="application/vnd.openxmlformats-officedocument.presentationml.slideLayout+xml"/>
  <Override PartName="/ppt/slideLayouts/slideLayout602.xml" ContentType="application/vnd.openxmlformats-officedocument.presentationml.slideLayout+xml"/>
  <Override PartName="/ppt/slideLayouts/slideLayout603.xml" ContentType="application/vnd.openxmlformats-officedocument.presentationml.slideLayout+xml"/>
  <Override PartName="/ppt/slideLayouts/slideLayout604.xml" ContentType="application/vnd.openxmlformats-officedocument.presentationml.slideLayout+xml"/>
  <Override PartName="/ppt/slideLayouts/slideLayout605.xml" ContentType="application/vnd.openxmlformats-officedocument.presentationml.slideLayout+xml"/>
  <Override PartName="/ppt/slideLayouts/slideLayout606.xml" ContentType="application/vnd.openxmlformats-officedocument.presentationml.slideLayout+xml"/>
  <Override PartName="/ppt/slideLayouts/slideLayout607.xml" ContentType="application/vnd.openxmlformats-officedocument.presentationml.slideLayout+xml"/>
  <Override PartName="/ppt/slideLayouts/slideLayout608.xml" ContentType="application/vnd.openxmlformats-officedocument.presentationml.slideLayout+xml"/>
  <Override PartName="/ppt/slideLayouts/slideLayout609.xml" ContentType="application/vnd.openxmlformats-officedocument.presentationml.slideLayout+xml"/>
  <Override PartName="/ppt/slideLayouts/slideLayout610.xml" ContentType="application/vnd.openxmlformats-officedocument.presentationml.slideLayout+xml"/>
  <Override PartName="/ppt/slideLayouts/slideLayout611.xml" ContentType="application/vnd.openxmlformats-officedocument.presentationml.slideLayout+xml"/>
  <Override PartName="/ppt/slideLayouts/slideLayout612.xml" ContentType="application/vnd.openxmlformats-officedocument.presentationml.slideLayout+xml"/>
  <Override PartName="/ppt/theme/theme51.xml" ContentType="application/vnd.openxmlformats-officedocument.theme+xml"/>
  <Override PartName="/ppt/slideLayouts/slideLayout613.xml" ContentType="application/vnd.openxmlformats-officedocument.presentationml.slideLayout+xml"/>
  <Override PartName="/ppt/slideLayouts/slideLayout614.xml" ContentType="application/vnd.openxmlformats-officedocument.presentationml.slideLayout+xml"/>
  <Override PartName="/ppt/slideLayouts/slideLayout615.xml" ContentType="application/vnd.openxmlformats-officedocument.presentationml.slideLayout+xml"/>
  <Override PartName="/ppt/slideLayouts/slideLayout616.xml" ContentType="application/vnd.openxmlformats-officedocument.presentationml.slideLayout+xml"/>
  <Override PartName="/ppt/slideLayouts/slideLayout617.xml" ContentType="application/vnd.openxmlformats-officedocument.presentationml.slideLayout+xml"/>
  <Override PartName="/ppt/slideLayouts/slideLayout618.xml" ContentType="application/vnd.openxmlformats-officedocument.presentationml.slideLayout+xml"/>
  <Override PartName="/ppt/slideLayouts/slideLayout619.xml" ContentType="application/vnd.openxmlformats-officedocument.presentationml.slideLayout+xml"/>
  <Override PartName="/ppt/slideLayouts/slideLayout620.xml" ContentType="application/vnd.openxmlformats-officedocument.presentationml.slideLayout+xml"/>
  <Override PartName="/ppt/slideLayouts/slideLayout621.xml" ContentType="application/vnd.openxmlformats-officedocument.presentationml.slideLayout+xml"/>
  <Override PartName="/ppt/slideLayouts/slideLayout622.xml" ContentType="application/vnd.openxmlformats-officedocument.presentationml.slideLayout+xml"/>
  <Override PartName="/ppt/slideLayouts/slideLayout623.xml" ContentType="application/vnd.openxmlformats-officedocument.presentationml.slideLayout+xml"/>
  <Override PartName="/ppt/slideLayouts/slideLayout624.xml" ContentType="application/vnd.openxmlformats-officedocument.presentationml.slideLayout+xml"/>
  <Override PartName="/ppt/theme/theme52.xml" ContentType="application/vnd.openxmlformats-officedocument.theme+xml"/>
  <Override PartName="/ppt/slideLayouts/slideLayout625.xml" ContentType="application/vnd.openxmlformats-officedocument.presentationml.slideLayout+xml"/>
  <Override PartName="/ppt/slideLayouts/slideLayout626.xml" ContentType="application/vnd.openxmlformats-officedocument.presentationml.slideLayout+xml"/>
  <Override PartName="/ppt/slideLayouts/slideLayout627.xml" ContentType="application/vnd.openxmlformats-officedocument.presentationml.slideLayout+xml"/>
  <Override PartName="/ppt/slideLayouts/slideLayout628.xml" ContentType="application/vnd.openxmlformats-officedocument.presentationml.slideLayout+xml"/>
  <Override PartName="/ppt/slideLayouts/slideLayout629.xml" ContentType="application/vnd.openxmlformats-officedocument.presentationml.slideLayout+xml"/>
  <Override PartName="/ppt/slideLayouts/slideLayout630.xml" ContentType="application/vnd.openxmlformats-officedocument.presentationml.slideLayout+xml"/>
  <Override PartName="/ppt/slideLayouts/slideLayout631.xml" ContentType="application/vnd.openxmlformats-officedocument.presentationml.slideLayout+xml"/>
  <Override PartName="/ppt/slideLayouts/slideLayout632.xml" ContentType="application/vnd.openxmlformats-officedocument.presentationml.slideLayout+xml"/>
  <Override PartName="/ppt/slideLayouts/slideLayout633.xml" ContentType="application/vnd.openxmlformats-officedocument.presentationml.slideLayout+xml"/>
  <Override PartName="/ppt/slideLayouts/slideLayout634.xml" ContentType="application/vnd.openxmlformats-officedocument.presentationml.slideLayout+xml"/>
  <Override PartName="/ppt/slideLayouts/slideLayout635.xml" ContentType="application/vnd.openxmlformats-officedocument.presentationml.slideLayout+xml"/>
  <Override PartName="/ppt/slideLayouts/slideLayout636.xml" ContentType="application/vnd.openxmlformats-officedocument.presentationml.slideLayout+xml"/>
  <Override PartName="/ppt/theme/theme53.xml" ContentType="application/vnd.openxmlformats-officedocument.theme+xml"/>
  <Override PartName="/ppt/slideLayouts/slideLayout637.xml" ContentType="application/vnd.openxmlformats-officedocument.presentationml.slideLayout+xml"/>
  <Override PartName="/ppt/slideLayouts/slideLayout638.xml" ContentType="application/vnd.openxmlformats-officedocument.presentationml.slideLayout+xml"/>
  <Override PartName="/ppt/slideLayouts/slideLayout639.xml" ContentType="application/vnd.openxmlformats-officedocument.presentationml.slideLayout+xml"/>
  <Override PartName="/ppt/slideLayouts/slideLayout640.xml" ContentType="application/vnd.openxmlformats-officedocument.presentationml.slideLayout+xml"/>
  <Override PartName="/ppt/slideLayouts/slideLayout641.xml" ContentType="application/vnd.openxmlformats-officedocument.presentationml.slideLayout+xml"/>
  <Override PartName="/ppt/slideLayouts/slideLayout642.xml" ContentType="application/vnd.openxmlformats-officedocument.presentationml.slideLayout+xml"/>
  <Override PartName="/ppt/slideLayouts/slideLayout643.xml" ContentType="application/vnd.openxmlformats-officedocument.presentationml.slideLayout+xml"/>
  <Override PartName="/ppt/slideLayouts/slideLayout644.xml" ContentType="application/vnd.openxmlformats-officedocument.presentationml.slideLayout+xml"/>
  <Override PartName="/ppt/slideLayouts/slideLayout645.xml" ContentType="application/vnd.openxmlformats-officedocument.presentationml.slideLayout+xml"/>
  <Override PartName="/ppt/slideLayouts/slideLayout646.xml" ContentType="application/vnd.openxmlformats-officedocument.presentationml.slideLayout+xml"/>
  <Override PartName="/ppt/slideLayouts/slideLayout647.xml" ContentType="application/vnd.openxmlformats-officedocument.presentationml.slideLayout+xml"/>
  <Override PartName="/ppt/slideLayouts/slideLayout648.xml" ContentType="application/vnd.openxmlformats-officedocument.presentationml.slideLayout+xml"/>
  <Override PartName="/ppt/theme/theme54.xml" ContentType="application/vnd.openxmlformats-officedocument.theme+xml"/>
  <Override PartName="/ppt/slideLayouts/slideLayout649.xml" ContentType="application/vnd.openxmlformats-officedocument.presentationml.slideLayout+xml"/>
  <Override PartName="/ppt/slideLayouts/slideLayout650.xml" ContentType="application/vnd.openxmlformats-officedocument.presentationml.slideLayout+xml"/>
  <Override PartName="/ppt/slideLayouts/slideLayout651.xml" ContentType="application/vnd.openxmlformats-officedocument.presentationml.slideLayout+xml"/>
  <Override PartName="/ppt/slideLayouts/slideLayout652.xml" ContentType="application/vnd.openxmlformats-officedocument.presentationml.slideLayout+xml"/>
  <Override PartName="/ppt/slideLayouts/slideLayout653.xml" ContentType="application/vnd.openxmlformats-officedocument.presentationml.slideLayout+xml"/>
  <Override PartName="/ppt/slideLayouts/slideLayout654.xml" ContentType="application/vnd.openxmlformats-officedocument.presentationml.slideLayout+xml"/>
  <Override PartName="/ppt/slideLayouts/slideLayout655.xml" ContentType="application/vnd.openxmlformats-officedocument.presentationml.slideLayout+xml"/>
  <Override PartName="/ppt/slideLayouts/slideLayout656.xml" ContentType="application/vnd.openxmlformats-officedocument.presentationml.slideLayout+xml"/>
  <Override PartName="/ppt/slideLayouts/slideLayout657.xml" ContentType="application/vnd.openxmlformats-officedocument.presentationml.slideLayout+xml"/>
  <Override PartName="/ppt/slideLayouts/slideLayout658.xml" ContentType="application/vnd.openxmlformats-officedocument.presentationml.slideLayout+xml"/>
  <Override PartName="/ppt/slideLayouts/slideLayout659.xml" ContentType="application/vnd.openxmlformats-officedocument.presentationml.slideLayout+xml"/>
  <Override PartName="/ppt/slideLayouts/slideLayout660.xml" ContentType="application/vnd.openxmlformats-officedocument.presentationml.slideLayout+xml"/>
  <Override PartName="/ppt/theme/theme55.xml" ContentType="application/vnd.openxmlformats-officedocument.theme+xml"/>
  <Override PartName="/ppt/slideLayouts/slideLayout661.xml" ContentType="application/vnd.openxmlformats-officedocument.presentationml.slideLayout+xml"/>
  <Override PartName="/ppt/slideLayouts/slideLayout662.xml" ContentType="application/vnd.openxmlformats-officedocument.presentationml.slideLayout+xml"/>
  <Override PartName="/ppt/slideLayouts/slideLayout663.xml" ContentType="application/vnd.openxmlformats-officedocument.presentationml.slideLayout+xml"/>
  <Override PartName="/ppt/slideLayouts/slideLayout664.xml" ContentType="application/vnd.openxmlformats-officedocument.presentationml.slideLayout+xml"/>
  <Override PartName="/ppt/slideLayouts/slideLayout665.xml" ContentType="application/vnd.openxmlformats-officedocument.presentationml.slideLayout+xml"/>
  <Override PartName="/ppt/slideLayouts/slideLayout666.xml" ContentType="application/vnd.openxmlformats-officedocument.presentationml.slideLayout+xml"/>
  <Override PartName="/ppt/slideLayouts/slideLayout667.xml" ContentType="application/vnd.openxmlformats-officedocument.presentationml.slideLayout+xml"/>
  <Override PartName="/ppt/slideLayouts/slideLayout668.xml" ContentType="application/vnd.openxmlformats-officedocument.presentationml.slideLayout+xml"/>
  <Override PartName="/ppt/slideLayouts/slideLayout669.xml" ContentType="application/vnd.openxmlformats-officedocument.presentationml.slideLayout+xml"/>
  <Override PartName="/ppt/slideLayouts/slideLayout670.xml" ContentType="application/vnd.openxmlformats-officedocument.presentationml.slideLayout+xml"/>
  <Override PartName="/ppt/slideLayouts/slideLayout671.xml" ContentType="application/vnd.openxmlformats-officedocument.presentationml.slideLayout+xml"/>
  <Override PartName="/ppt/slideLayouts/slideLayout672.xml" ContentType="application/vnd.openxmlformats-officedocument.presentationml.slideLayout+xml"/>
  <Override PartName="/ppt/theme/theme56.xml" ContentType="application/vnd.openxmlformats-officedocument.theme+xml"/>
  <Override PartName="/ppt/slideLayouts/slideLayout673.xml" ContentType="application/vnd.openxmlformats-officedocument.presentationml.slideLayout+xml"/>
  <Override PartName="/ppt/slideLayouts/slideLayout674.xml" ContentType="application/vnd.openxmlformats-officedocument.presentationml.slideLayout+xml"/>
  <Override PartName="/ppt/slideLayouts/slideLayout675.xml" ContentType="application/vnd.openxmlformats-officedocument.presentationml.slideLayout+xml"/>
  <Override PartName="/ppt/slideLayouts/slideLayout676.xml" ContentType="application/vnd.openxmlformats-officedocument.presentationml.slideLayout+xml"/>
  <Override PartName="/ppt/slideLayouts/slideLayout677.xml" ContentType="application/vnd.openxmlformats-officedocument.presentationml.slideLayout+xml"/>
  <Override PartName="/ppt/slideLayouts/slideLayout678.xml" ContentType="application/vnd.openxmlformats-officedocument.presentationml.slideLayout+xml"/>
  <Override PartName="/ppt/slideLayouts/slideLayout679.xml" ContentType="application/vnd.openxmlformats-officedocument.presentationml.slideLayout+xml"/>
  <Override PartName="/ppt/slideLayouts/slideLayout680.xml" ContentType="application/vnd.openxmlformats-officedocument.presentationml.slideLayout+xml"/>
  <Override PartName="/ppt/slideLayouts/slideLayout681.xml" ContentType="application/vnd.openxmlformats-officedocument.presentationml.slideLayout+xml"/>
  <Override PartName="/ppt/slideLayouts/slideLayout682.xml" ContentType="application/vnd.openxmlformats-officedocument.presentationml.slideLayout+xml"/>
  <Override PartName="/ppt/slideLayouts/slideLayout683.xml" ContentType="application/vnd.openxmlformats-officedocument.presentationml.slideLayout+xml"/>
  <Override PartName="/ppt/slideLayouts/slideLayout684.xml" ContentType="application/vnd.openxmlformats-officedocument.presentationml.slideLayout+xml"/>
  <Override PartName="/ppt/theme/theme57.xml" ContentType="application/vnd.openxmlformats-officedocument.theme+xml"/>
  <Override PartName="/ppt/theme/theme58.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bookmarkIdSeed="2">
  <p:sldMasterIdLst>
    <p:sldMasterId id="2147483660" r:id="rId1"/>
    <p:sldMasterId id="2147483673" r:id="rId2"/>
    <p:sldMasterId id="2147483686" r:id="rId3"/>
    <p:sldMasterId id="2147483699" r:id="rId4"/>
    <p:sldMasterId id="2147483712" r:id="rId5"/>
    <p:sldMasterId id="2147483725" r:id="rId6"/>
    <p:sldMasterId id="2147483738" r:id="rId7"/>
    <p:sldMasterId id="2147483751" r:id="rId8"/>
    <p:sldMasterId id="2147483764" r:id="rId9"/>
    <p:sldMasterId id="2147483777" r:id="rId10"/>
    <p:sldMasterId id="2147483790" r:id="rId11"/>
    <p:sldMasterId id="2147483803" r:id="rId12"/>
    <p:sldMasterId id="2147483816" r:id="rId13"/>
    <p:sldMasterId id="2147483829" r:id="rId14"/>
    <p:sldMasterId id="2147483842" r:id="rId15"/>
    <p:sldMasterId id="2147483855" r:id="rId16"/>
    <p:sldMasterId id="2147483868" r:id="rId17"/>
    <p:sldMasterId id="2147483881" r:id="rId18"/>
    <p:sldMasterId id="2147483894" r:id="rId19"/>
    <p:sldMasterId id="2147483907" r:id="rId20"/>
    <p:sldMasterId id="2147483920" r:id="rId21"/>
    <p:sldMasterId id="2147483933" r:id="rId22"/>
    <p:sldMasterId id="2147483946" r:id="rId23"/>
    <p:sldMasterId id="2147483959" r:id="rId24"/>
    <p:sldMasterId id="2147483972" r:id="rId25"/>
    <p:sldMasterId id="2147483985" r:id="rId26"/>
    <p:sldMasterId id="2147483998" r:id="rId27"/>
    <p:sldMasterId id="2147484011" r:id="rId28"/>
    <p:sldMasterId id="2147484024" r:id="rId29"/>
    <p:sldMasterId id="2147484037" r:id="rId30"/>
    <p:sldMasterId id="2147484050" r:id="rId31"/>
    <p:sldMasterId id="2147484063" r:id="rId32"/>
    <p:sldMasterId id="2147484076" r:id="rId33"/>
    <p:sldMasterId id="2147484089" r:id="rId34"/>
    <p:sldMasterId id="2147484102" r:id="rId35"/>
    <p:sldMasterId id="2147484115" r:id="rId36"/>
    <p:sldMasterId id="2147484128" r:id="rId37"/>
    <p:sldMasterId id="2147484141" r:id="rId38"/>
    <p:sldMasterId id="2147484154" r:id="rId39"/>
    <p:sldMasterId id="2147484167" r:id="rId40"/>
    <p:sldMasterId id="2147484180" r:id="rId41"/>
    <p:sldMasterId id="2147484193" r:id="rId42"/>
    <p:sldMasterId id="2147484206" r:id="rId43"/>
    <p:sldMasterId id="2147484219" r:id="rId44"/>
    <p:sldMasterId id="2147484232" r:id="rId45"/>
    <p:sldMasterId id="2147484245" r:id="rId46"/>
    <p:sldMasterId id="2147484258" r:id="rId47"/>
    <p:sldMasterId id="2147484271" r:id="rId48"/>
    <p:sldMasterId id="2147484284" r:id="rId49"/>
    <p:sldMasterId id="2147484297" r:id="rId50"/>
    <p:sldMasterId id="2147484323" r:id="rId51"/>
    <p:sldMasterId id="2147484336" r:id="rId52"/>
    <p:sldMasterId id="2147484349" r:id="rId53"/>
    <p:sldMasterId id="2147484375" r:id="rId54"/>
    <p:sldMasterId id="2147484401" r:id="rId55"/>
    <p:sldMasterId id="2147484414" r:id="rId56"/>
    <p:sldMasterId id="2147484453" r:id="rId57"/>
  </p:sldMasterIdLst>
  <p:notesMasterIdLst>
    <p:notesMasterId r:id="rId115"/>
  </p:notesMasterIdLst>
  <p:sldIdLst>
    <p:sldId id="256" r:id="rId58"/>
    <p:sldId id="257" r:id="rId59"/>
    <p:sldId id="258" r:id="rId60"/>
    <p:sldId id="259" r:id="rId61"/>
    <p:sldId id="260" r:id="rId62"/>
    <p:sldId id="261" r:id="rId63"/>
    <p:sldId id="262" r:id="rId64"/>
    <p:sldId id="263" r:id="rId65"/>
    <p:sldId id="264" r:id="rId66"/>
    <p:sldId id="265" r:id="rId67"/>
    <p:sldId id="266" r:id="rId68"/>
    <p:sldId id="267" r:id="rId69"/>
    <p:sldId id="268" r:id="rId70"/>
    <p:sldId id="269" r:id="rId71"/>
    <p:sldId id="270" r:id="rId72"/>
    <p:sldId id="271" r:id="rId73"/>
    <p:sldId id="272" r:id="rId74"/>
    <p:sldId id="273" r:id="rId75"/>
    <p:sldId id="274" r:id="rId76"/>
    <p:sldId id="275" r:id="rId77"/>
    <p:sldId id="276" r:id="rId78"/>
    <p:sldId id="277" r:id="rId79"/>
    <p:sldId id="278" r:id="rId80"/>
    <p:sldId id="279" r:id="rId81"/>
    <p:sldId id="280" r:id="rId82"/>
    <p:sldId id="281" r:id="rId83"/>
    <p:sldId id="282" r:id="rId84"/>
    <p:sldId id="283" r:id="rId85"/>
    <p:sldId id="284" r:id="rId86"/>
    <p:sldId id="285" r:id="rId87"/>
    <p:sldId id="286" r:id="rId88"/>
    <p:sldId id="287" r:id="rId89"/>
    <p:sldId id="288" r:id="rId90"/>
    <p:sldId id="289" r:id="rId91"/>
    <p:sldId id="290" r:id="rId92"/>
    <p:sldId id="291" r:id="rId93"/>
    <p:sldId id="292" r:id="rId94"/>
    <p:sldId id="293" r:id="rId95"/>
    <p:sldId id="311" r:id="rId96"/>
    <p:sldId id="294" r:id="rId97"/>
    <p:sldId id="295" r:id="rId98"/>
    <p:sldId id="296" r:id="rId99"/>
    <p:sldId id="313" r:id="rId100"/>
    <p:sldId id="297" r:id="rId101"/>
    <p:sldId id="298" r:id="rId102"/>
    <p:sldId id="299" r:id="rId103"/>
    <p:sldId id="300" r:id="rId104"/>
    <p:sldId id="301" r:id="rId105"/>
    <p:sldId id="314" r:id="rId106"/>
    <p:sldId id="302" r:id="rId107"/>
    <p:sldId id="303" r:id="rId108"/>
    <p:sldId id="304" r:id="rId109"/>
    <p:sldId id="305" r:id="rId110"/>
    <p:sldId id="307" r:id="rId111"/>
    <p:sldId id="308" r:id="rId112"/>
    <p:sldId id="309" r:id="rId113"/>
    <p:sldId id="317" r:id="rId114"/>
  </p:sldIdLst>
  <p:sldSz cx="9144000" cy="6858000" type="screen4x3"/>
  <p:notesSz cx="6858000" cy="9144000"/>
  <p:embeddedFontLst>
    <p:embeddedFont>
      <p:font typeface="Calibri" panose="020F0502020204030204" pitchFamily="34" charset="0"/>
      <p:regular r:id="rId116"/>
      <p:bold r:id="rId117"/>
      <p:italic r:id="rId118"/>
      <p:boldItalic r:id="rId119"/>
    </p:embeddedFont>
    <p:embeddedFont>
      <p:font typeface="Lucida Sans Typewriter" panose="020B0509030504030204" pitchFamily="49" charset="0"/>
      <p:regular r:id="rId120"/>
      <p:bold r:id="rId121"/>
      <p:italic r:id="rId122"/>
      <p:boldItalic r:id="rId123"/>
    </p:embeddedFont>
    <p:embeddedFont>
      <p:font typeface="Segoe Light" panose="020B0604020202020204" charset="0"/>
      <p:regular r:id="rId124"/>
      <p:italic r:id="rId125"/>
    </p:embeddedFont>
    <p:embeddedFont>
      <p:font typeface="Segoe UI" panose="020B0502040204020203" pitchFamily="34" charset="0"/>
      <p:regular r:id="rId126"/>
      <p:bold r:id="rId127"/>
      <p:italic r:id="rId128"/>
      <p:boldItalic r:id="rId129"/>
    </p:embeddedFont>
    <p:embeddedFont>
      <p:font typeface="Segoe UI Light" panose="020B0502040204020203" pitchFamily="34" charset="0"/>
      <p:regular r:id="rId130"/>
      <p:italic r:id="rId131"/>
    </p:embeddedFont>
    <p:embeddedFont>
      <p:font typeface="Verdana" panose="020B0604030504040204" pitchFamily="34" charset="0"/>
      <p:regular r:id="rId132"/>
      <p:bold r:id="rId133"/>
      <p:italic r:id="rId134"/>
      <p:boldItalic r:id="rId135"/>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15:guide id="1" orient="horz" pos="2880" userDrawn="1">
          <p15:clr>
            <a:srgbClr val="A4A3A4"/>
          </p15:clr>
        </p15:guide>
        <p15:guide id="2" pos="3984" userDrawn="1">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vertBarState="minimized" horzBarState="maximized">
    <p:restoredLeft sz="7535" autoAdjust="0"/>
    <p:restoredTop sz="96433" autoAdjust="0"/>
  </p:normalViewPr>
  <p:slideViewPr>
    <p:cSldViewPr snapToGrid="0">
      <p:cViewPr varScale="1">
        <p:scale>
          <a:sx n="121" d="100"/>
          <a:sy n="121" d="100"/>
        </p:scale>
        <p:origin x="4382" y="91"/>
      </p:cViewPr>
      <p:guideLst/>
    </p:cSldViewPr>
  </p:slideViewPr>
  <p:outlineViewPr>
    <p:cViewPr>
      <p:scale>
        <a:sx n="33" d="100"/>
        <a:sy n="33" d="100"/>
      </p:scale>
      <p:origin x="0" y="-10818"/>
    </p:cViewPr>
  </p:outlineViewPr>
  <p:notesTextViewPr>
    <p:cViewPr>
      <p:scale>
        <a:sx n="3" d="2"/>
        <a:sy n="3" d="2"/>
      </p:scale>
      <p:origin x="0" y="0"/>
    </p:cViewPr>
  </p:notesTextViewPr>
  <p:notesViewPr>
    <p:cSldViewPr snapToGrid="0">
      <p:cViewPr varScale="1">
        <p:scale>
          <a:sx n="64" d="100"/>
          <a:sy n="64" d="100"/>
        </p:scale>
        <p:origin x="1656" y="77"/>
      </p:cViewPr>
      <p:guideLst>
        <p:guide orient="horz" pos="2880"/>
        <p:guide pos="3984"/>
      </p:guideLst>
    </p:cSldViewPr>
  </p:notesViewPr>
  <p:gridSpacing cx="76200" cy="76200"/>
</p:viewPr>
</file>

<file path=ppt/_rels/presentation.xml.rels><?xml version="1.0" encoding="UTF-8" standalone="yes"?>
<Relationships xmlns="http://schemas.openxmlformats.org/package/2006/relationships"><Relationship Id="rId117" Type="http://schemas.openxmlformats.org/officeDocument/2006/relationships/font" Target="fonts/font2.fntdata"/><Relationship Id="rId21" Type="http://schemas.openxmlformats.org/officeDocument/2006/relationships/slideMaster" Target="slideMasters/slideMaster21.xml"/><Relationship Id="rId42" Type="http://schemas.openxmlformats.org/officeDocument/2006/relationships/slideMaster" Target="slideMasters/slideMaster42.xml"/><Relationship Id="rId63" Type="http://schemas.openxmlformats.org/officeDocument/2006/relationships/slide" Target="slides/slide6.xml"/><Relationship Id="rId84" Type="http://schemas.openxmlformats.org/officeDocument/2006/relationships/slide" Target="slides/slide27.xml"/><Relationship Id="rId138" Type="http://schemas.openxmlformats.org/officeDocument/2006/relationships/theme" Target="theme/theme1.xml"/><Relationship Id="rId16" Type="http://schemas.openxmlformats.org/officeDocument/2006/relationships/slideMaster" Target="slideMasters/slideMaster16.xml"/><Relationship Id="rId107" Type="http://schemas.openxmlformats.org/officeDocument/2006/relationships/slide" Target="slides/slide50.xml"/><Relationship Id="rId11" Type="http://schemas.openxmlformats.org/officeDocument/2006/relationships/slideMaster" Target="slideMasters/slideMaster11.xml"/><Relationship Id="rId32" Type="http://schemas.openxmlformats.org/officeDocument/2006/relationships/slideMaster" Target="slideMasters/slideMaster32.xml"/><Relationship Id="rId37" Type="http://schemas.openxmlformats.org/officeDocument/2006/relationships/slideMaster" Target="slideMasters/slideMaster37.xml"/><Relationship Id="rId53" Type="http://schemas.openxmlformats.org/officeDocument/2006/relationships/slideMaster" Target="slideMasters/slideMaster53.xml"/><Relationship Id="rId58" Type="http://schemas.openxmlformats.org/officeDocument/2006/relationships/slide" Target="slides/slide1.xml"/><Relationship Id="rId74" Type="http://schemas.openxmlformats.org/officeDocument/2006/relationships/slide" Target="slides/slide17.xml"/><Relationship Id="rId79" Type="http://schemas.openxmlformats.org/officeDocument/2006/relationships/slide" Target="slides/slide22.xml"/><Relationship Id="rId102" Type="http://schemas.openxmlformats.org/officeDocument/2006/relationships/slide" Target="slides/slide45.xml"/><Relationship Id="rId123" Type="http://schemas.openxmlformats.org/officeDocument/2006/relationships/font" Target="fonts/font8.fntdata"/><Relationship Id="rId128" Type="http://schemas.openxmlformats.org/officeDocument/2006/relationships/font" Target="fonts/font13.fntdata"/><Relationship Id="rId5" Type="http://schemas.openxmlformats.org/officeDocument/2006/relationships/slideMaster" Target="slideMasters/slideMaster5.xml"/><Relationship Id="rId90" Type="http://schemas.openxmlformats.org/officeDocument/2006/relationships/slide" Target="slides/slide33.xml"/><Relationship Id="rId95" Type="http://schemas.openxmlformats.org/officeDocument/2006/relationships/slide" Target="slides/slide38.xml"/><Relationship Id="rId22" Type="http://schemas.openxmlformats.org/officeDocument/2006/relationships/slideMaster" Target="slideMasters/slideMaster22.xml"/><Relationship Id="rId27" Type="http://schemas.openxmlformats.org/officeDocument/2006/relationships/slideMaster" Target="slideMasters/slideMaster27.xml"/><Relationship Id="rId43" Type="http://schemas.openxmlformats.org/officeDocument/2006/relationships/slideMaster" Target="slideMasters/slideMaster43.xml"/><Relationship Id="rId48" Type="http://schemas.openxmlformats.org/officeDocument/2006/relationships/slideMaster" Target="slideMasters/slideMaster48.xml"/><Relationship Id="rId64" Type="http://schemas.openxmlformats.org/officeDocument/2006/relationships/slide" Target="slides/slide7.xml"/><Relationship Id="rId69" Type="http://schemas.openxmlformats.org/officeDocument/2006/relationships/slide" Target="slides/slide12.xml"/><Relationship Id="rId113" Type="http://schemas.openxmlformats.org/officeDocument/2006/relationships/slide" Target="slides/slide56.xml"/><Relationship Id="rId118" Type="http://schemas.openxmlformats.org/officeDocument/2006/relationships/font" Target="fonts/font3.fntdata"/><Relationship Id="rId134" Type="http://schemas.openxmlformats.org/officeDocument/2006/relationships/font" Target="fonts/font19.fntdata"/><Relationship Id="rId139" Type="http://schemas.openxmlformats.org/officeDocument/2006/relationships/tableStyles" Target="tableStyles.xml"/><Relationship Id="rId80" Type="http://schemas.openxmlformats.org/officeDocument/2006/relationships/slide" Target="slides/slide23.xml"/><Relationship Id="rId85" Type="http://schemas.openxmlformats.org/officeDocument/2006/relationships/slide" Target="slides/slide28.xml"/><Relationship Id="rId12" Type="http://schemas.openxmlformats.org/officeDocument/2006/relationships/slideMaster" Target="slideMasters/slideMaster12.xml"/><Relationship Id="rId17" Type="http://schemas.openxmlformats.org/officeDocument/2006/relationships/slideMaster" Target="slideMasters/slideMaster17.xml"/><Relationship Id="rId33" Type="http://schemas.openxmlformats.org/officeDocument/2006/relationships/slideMaster" Target="slideMasters/slideMaster33.xml"/><Relationship Id="rId38" Type="http://schemas.openxmlformats.org/officeDocument/2006/relationships/slideMaster" Target="slideMasters/slideMaster38.xml"/><Relationship Id="rId59" Type="http://schemas.openxmlformats.org/officeDocument/2006/relationships/slide" Target="slides/slide2.xml"/><Relationship Id="rId103" Type="http://schemas.openxmlformats.org/officeDocument/2006/relationships/slide" Target="slides/slide46.xml"/><Relationship Id="rId108" Type="http://schemas.openxmlformats.org/officeDocument/2006/relationships/slide" Target="slides/slide51.xml"/><Relationship Id="rId124" Type="http://schemas.openxmlformats.org/officeDocument/2006/relationships/font" Target="fonts/font9.fntdata"/><Relationship Id="rId129" Type="http://schemas.openxmlformats.org/officeDocument/2006/relationships/font" Target="fonts/font14.fntdata"/><Relationship Id="rId54" Type="http://schemas.openxmlformats.org/officeDocument/2006/relationships/slideMaster" Target="slideMasters/slideMaster54.xml"/><Relationship Id="rId70" Type="http://schemas.openxmlformats.org/officeDocument/2006/relationships/slide" Target="slides/slide13.xml"/><Relationship Id="rId75" Type="http://schemas.openxmlformats.org/officeDocument/2006/relationships/slide" Target="slides/slide18.xml"/><Relationship Id="rId91" Type="http://schemas.openxmlformats.org/officeDocument/2006/relationships/slide" Target="slides/slide34.xml"/><Relationship Id="rId96" Type="http://schemas.openxmlformats.org/officeDocument/2006/relationships/slide" Target="slides/slide39.xml"/><Relationship Id="rId140"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Master" Target="slideMasters/slideMaster6.xml"/><Relationship Id="rId23" Type="http://schemas.openxmlformats.org/officeDocument/2006/relationships/slideMaster" Target="slideMasters/slideMaster23.xml"/><Relationship Id="rId28" Type="http://schemas.openxmlformats.org/officeDocument/2006/relationships/slideMaster" Target="slideMasters/slideMaster28.xml"/><Relationship Id="rId49" Type="http://schemas.openxmlformats.org/officeDocument/2006/relationships/slideMaster" Target="slideMasters/slideMaster49.xml"/><Relationship Id="rId114" Type="http://schemas.openxmlformats.org/officeDocument/2006/relationships/slide" Target="slides/slide57.xml"/><Relationship Id="rId119" Type="http://schemas.openxmlformats.org/officeDocument/2006/relationships/font" Target="fonts/font4.fntdata"/><Relationship Id="rId44" Type="http://schemas.openxmlformats.org/officeDocument/2006/relationships/slideMaster" Target="slideMasters/slideMaster44.xml"/><Relationship Id="rId60" Type="http://schemas.openxmlformats.org/officeDocument/2006/relationships/slide" Target="slides/slide3.xml"/><Relationship Id="rId65" Type="http://schemas.openxmlformats.org/officeDocument/2006/relationships/slide" Target="slides/slide8.xml"/><Relationship Id="rId81" Type="http://schemas.openxmlformats.org/officeDocument/2006/relationships/slide" Target="slides/slide24.xml"/><Relationship Id="rId86" Type="http://schemas.openxmlformats.org/officeDocument/2006/relationships/slide" Target="slides/slide29.xml"/><Relationship Id="rId130" Type="http://schemas.openxmlformats.org/officeDocument/2006/relationships/font" Target="fonts/font15.fntdata"/><Relationship Id="rId135" Type="http://schemas.openxmlformats.org/officeDocument/2006/relationships/font" Target="fonts/font20.fntdata"/><Relationship Id="rId13" Type="http://schemas.openxmlformats.org/officeDocument/2006/relationships/slideMaster" Target="slideMasters/slideMaster13.xml"/><Relationship Id="rId18" Type="http://schemas.openxmlformats.org/officeDocument/2006/relationships/slideMaster" Target="slideMasters/slideMaster18.xml"/><Relationship Id="rId39" Type="http://schemas.openxmlformats.org/officeDocument/2006/relationships/slideMaster" Target="slideMasters/slideMaster39.xml"/><Relationship Id="rId109" Type="http://schemas.openxmlformats.org/officeDocument/2006/relationships/slide" Target="slides/slide52.xml"/><Relationship Id="rId34" Type="http://schemas.openxmlformats.org/officeDocument/2006/relationships/slideMaster" Target="slideMasters/slideMaster34.xml"/><Relationship Id="rId50" Type="http://schemas.openxmlformats.org/officeDocument/2006/relationships/slideMaster" Target="slideMasters/slideMaster50.xml"/><Relationship Id="rId55" Type="http://schemas.openxmlformats.org/officeDocument/2006/relationships/slideMaster" Target="slideMasters/slideMaster55.xml"/><Relationship Id="rId76" Type="http://schemas.openxmlformats.org/officeDocument/2006/relationships/slide" Target="slides/slide19.xml"/><Relationship Id="rId97" Type="http://schemas.openxmlformats.org/officeDocument/2006/relationships/slide" Target="slides/slide40.xml"/><Relationship Id="rId104" Type="http://schemas.openxmlformats.org/officeDocument/2006/relationships/slide" Target="slides/slide47.xml"/><Relationship Id="rId120" Type="http://schemas.openxmlformats.org/officeDocument/2006/relationships/font" Target="fonts/font5.fntdata"/><Relationship Id="rId125" Type="http://schemas.openxmlformats.org/officeDocument/2006/relationships/font" Target="fonts/font10.fntdata"/><Relationship Id="rId7" Type="http://schemas.openxmlformats.org/officeDocument/2006/relationships/slideMaster" Target="slideMasters/slideMaster7.xml"/><Relationship Id="rId71" Type="http://schemas.openxmlformats.org/officeDocument/2006/relationships/slide" Target="slides/slide14.xml"/><Relationship Id="rId92" Type="http://schemas.openxmlformats.org/officeDocument/2006/relationships/slide" Target="slides/slide35.xml"/><Relationship Id="rId2" Type="http://schemas.openxmlformats.org/officeDocument/2006/relationships/slideMaster" Target="slideMasters/slideMaster2.xml"/><Relationship Id="rId29" Type="http://schemas.openxmlformats.org/officeDocument/2006/relationships/slideMaster" Target="slideMasters/slideMaster29.xml"/><Relationship Id="rId24" Type="http://schemas.openxmlformats.org/officeDocument/2006/relationships/slideMaster" Target="slideMasters/slideMaster24.xml"/><Relationship Id="rId40" Type="http://schemas.openxmlformats.org/officeDocument/2006/relationships/slideMaster" Target="slideMasters/slideMaster40.xml"/><Relationship Id="rId45" Type="http://schemas.openxmlformats.org/officeDocument/2006/relationships/slideMaster" Target="slideMasters/slideMaster45.xml"/><Relationship Id="rId66" Type="http://schemas.openxmlformats.org/officeDocument/2006/relationships/slide" Target="slides/slide9.xml"/><Relationship Id="rId87" Type="http://schemas.openxmlformats.org/officeDocument/2006/relationships/slide" Target="slides/slide30.xml"/><Relationship Id="rId110" Type="http://schemas.openxmlformats.org/officeDocument/2006/relationships/slide" Target="slides/slide53.xml"/><Relationship Id="rId115" Type="http://schemas.openxmlformats.org/officeDocument/2006/relationships/notesMaster" Target="notesMasters/notesMaster1.xml"/><Relationship Id="rId131" Type="http://schemas.openxmlformats.org/officeDocument/2006/relationships/font" Target="fonts/font16.fntdata"/><Relationship Id="rId136" Type="http://schemas.openxmlformats.org/officeDocument/2006/relationships/presProps" Target="presProps.xml"/><Relationship Id="rId61" Type="http://schemas.openxmlformats.org/officeDocument/2006/relationships/slide" Target="slides/slide4.xml"/><Relationship Id="rId82" Type="http://schemas.openxmlformats.org/officeDocument/2006/relationships/slide" Target="slides/slide25.xml"/><Relationship Id="rId19" Type="http://schemas.openxmlformats.org/officeDocument/2006/relationships/slideMaster" Target="slideMasters/slideMaster19.xml"/><Relationship Id="rId14" Type="http://schemas.openxmlformats.org/officeDocument/2006/relationships/slideMaster" Target="slideMasters/slideMaster14.xml"/><Relationship Id="rId30" Type="http://schemas.openxmlformats.org/officeDocument/2006/relationships/slideMaster" Target="slideMasters/slideMaster30.xml"/><Relationship Id="rId35" Type="http://schemas.openxmlformats.org/officeDocument/2006/relationships/slideMaster" Target="slideMasters/slideMaster35.xml"/><Relationship Id="rId56" Type="http://schemas.openxmlformats.org/officeDocument/2006/relationships/slideMaster" Target="slideMasters/slideMaster56.xml"/><Relationship Id="rId77" Type="http://schemas.openxmlformats.org/officeDocument/2006/relationships/slide" Target="slides/slide20.xml"/><Relationship Id="rId100" Type="http://schemas.openxmlformats.org/officeDocument/2006/relationships/slide" Target="slides/slide43.xml"/><Relationship Id="rId105" Type="http://schemas.openxmlformats.org/officeDocument/2006/relationships/slide" Target="slides/slide48.xml"/><Relationship Id="rId126" Type="http://schemas.openxmlformats.org/officeDocument/2006/relationships/font" Target="fonts/font11.fntdata"/><Relationship Id="rId8" Type="http://schemas.openxmlformats.org/officeDocument/2006/relationships/slideMaster" Target="slideMasters/slideMaster8.xml"/><Relationship Id="rId51" Type="http://schemas.openxmlformats.org/officeDocument/2006/relationships/slideMaster" Target="slideMasters/slideMaster51.xml"/><Relationship Id="rId72" Type="http://schemas.openxmlformats.org/officeDocument/2006/relationships/slide" Target="slides/slide15.xml"/><Relationship Id="rId93" Type="http://schemas.openxmlformats.org/officeDocument/2006/relationships/slide" Target="slides/slide36.xml"/><Relationship Id="rId98" Type="http://schemas.openxmlformats.org/officeDocument/2006/relationships/slide" Target="slides/slide41.xml"/><Relationship Id="rId121" Type="http://schemas.openxmlformats.org/officeDocument/2006/relationships/font" Target="fonts/font6.fntdata"/><Relationship Id="rId3" Type="http://schemas.openxmlformats.org/officeDocument/2006/relationships/slideMaster" Target="slideMasters/slideMaster3.xml"/><Relationship Id="rId25" Type="http://schemas.openxmlformats.org/officeDocument/2006/relationships/slideMaster" Target="slideMasters/slideMaster25.xml"/><Relationship Id="rId46" Type="http://schemas.openxmlformats.org/officeDocument/2006/relationships/slideMaster" Target="slideMasters/slideMaster46.xml"/><Relationship Id="rId67" Type="http://schemas.openxmlformats.org/officeDocument/2006/relationships/slide" Target="slides/slide10.xml"/><Relationship Id="rId116" Type="http://schemas.openxmlformats.org/officeDocument/2006/relationships/font" Target="fonts/font1.fntdata"/><Relationship Id="rId137" Type="http://schemas.openxmlformats.org/officeDocument/2006/relationships/viewProps" Target="viewProps.xml"/><Relationship Id="rId20" Type="http://schemas.openxmlformats.org/officeDocument/2006/relationships/slideMaster" Target="slideMasters/slideMaster20.xml"/><Relationship Id="rId41" Type="http://schemas.openxmlformats.org/officeDocument/2006/relationships/slideMaster" Target="slideMasters/slideMaster41.xml"/><Relationship Id="rId62" Type="http://schemas.openxmlformats.org/officeDocument/2006/relationships/slide" Target="slides/slide5.xml"/><Relationship Id="rId83" Type="http://schemas.openxmlformats.org/officeDocument/2006/relationships/slide" Target="slides/slide26.xml"/><Relationship Id="rId88" Type="http://schemas.openxmlformats.org/officeDocument/2006/relationships/slide" Target="slides/slide31.xml"/><Relationship Id="rId111" Type="http://schemas.openxmlformats.org/officeDocument/2006/relationships/slide" Target="slides/slide54.xml"/><Relationship Id="rId132" Type="http://schemas.openxmlformats.org/officeDocument/2006/relationships/font" Target="fonts/font17.fntdata"/><Relationship Id="rId15" Type="http://schemas.openxmlformats.org/officeDocument/2006/relationships/slideMaster" Target="slideMasters/slideMaster15.xml"/><Relationship Id="rId36" Type="http://schemas.openxmlformats.org/officeDocument/2006/relationships/slideMaster" Target="slideMasters/slideMaster36.xml"/><Relationship Id="rId57" Type="http://schemas.openxmlformats.org/officeDocument/2006/relationships/slideMaster" Target="slideMasters/slideMaster57.xml"/><Relationship Id="rId106" Type="http://schemas.openxmlformats.org/officeDocument/2006/relationships/slide" Target="slides/slide49.xml"/><Relationship Id="rId127" Type="http://schemas.openxmlformats.org/officeDocument/2006/relationships/font" Target="fonts/font12.fntdata"/><Relationship Id="rId10" Type="http://schemas.openxmlformats.org/officeDocument/2006/relationships/slideMaster" Target="slideMasters/slideMaster10.xml"/><Relationship Id="rId31" Type="http://schemas.openxmlformats.org/officeDocument/2006/relationships/slideMaster" Target="slideMasters/slideMaster31.xml"/><Relationship Id="rId52" Type="http://schemas.openxmlformats.org/officeDocument/2006/relationships/slideMaster" Target="slideMasters/slideMaster52.xml"/><Relationship Id="rId73" Type="http://schemas.openxmlformats.org/officeDocument/2006/relationships/slide" Target="slides/slide16.xml"/><Relationship Id="rId78" Type="http://schemas.openxmlformats.org/officeDocument/2006/relationships/slide" Target="slides/slide21.xml"/><Relationship Id="rId94" Type="http://schemas.openxmlformats.org/officeDocument/2006/relationships/slide" Target="slides/slide37.xml"/><Relationship Id="rId99" Type="http://schemas.openxmlformats.org/officeDocument/2006/relationships/slide" Target="slides/slide42.xml"/><Relationship Id="rId101" Type="http://schemas.openxmlformats.org/officeDocument/2006/relationships/slide" Target="slides/slide44.xml"/><Relationship Id="rId122" Type="http://schemas.openxmlformats.org/officeDocument/2006/relationships/font" Target="fonts/font7.fntdata"/><Relationship Id="rId4" Type="http://schemas.openxmlformats.org/officeDocument/2006/relationships/slideMaster" Target="slideMasters/slideMaster4.xml"/><Relationship Id="rId9" Type="http://schemas.openxmlformats.org/officeDocument/2006/relationships/slideMaster" Target="slideMasters/slideMaster9.xml"/><Relationship Id="rId26" Type="http://schemas.openxmlformats.org/officeDocument/2006/relationships/slideMaster" Target="slideMasters/slideMaster26.xml"/><Relationship Id="rId47" Type="http://schemas.openxmlformats.org/officeDocument/2006/relationships/slideMaster" Target="slideMasters/slideMaster47.xml"/><Relationship Id="rId68" Type="http://schemas.openxmlformats.org/officeDocument/2006/relationships/slide" Target="slides/slide11.xml"/><Relationship Id="rId89" Type="http://schemas.openxmlformats.org/officeDocument/2006/relationships/slide" Target="slides/slide32.xml"/><Relationship Id="rId112" Type="http://schemas.openxmlformats.org/officeDocument/2006/relationships/slide" Target="slides/slide55.xml"/><Relationship Id="rId133" Type="http://schemas.openxmlformats.org/officeDocument/2006/relationships/font" Target="fonts/font18.fntdata"/></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bilio Sergio RODRIGUES E SOUSA" userId="08390260-808c-4682-b2c7-3eaeeb206d2d" providerId="ADAL" clId="{195895A7-F3F4-4D03-8194-D8D4F1E43B47}"/>
    <pc:docChg chg="custSel delMainMaster">
      <pc:chgData name="Abilio Sergio RODRIGUES E SOUSA" userId="08390260-808c-4682-b2c7-3eaeeb206d2d" providerId="ADAL" clId="{195895A7-F3F4-4D03-8194-D8D4F1E43B47}" dt="2022-10-14T11:58:58.940" v="71" actId="2696"/>
      <pc:docMkLst>
        <pc:docMk/>
      </pc:docMkLst>
      <pc:sldMasterChg chg="del delSldLayout">
        <pc:chgData name="Abilio Sergio RODRIGUES E SOUSA" userId="08390260-808c-4682-b2c7-3eaeeb206d2d" providerId="ADAL" clId="{195895A7-F3F4-4D03-8194-D8D4F1E43B47}" dt="2022-10-14T11:58:58.924" v="59" actId="2696"/>
        <pc:sldMasterMkLst>
          <pc:docMk/>
          <pc:sldMasterMk cId="2357494277" sldId="2147484310"/>
        </pc:sldMasterMkLst>
        <pc:sldLayoutChg chg="del">
          <pc:chgData name="Abilio Sergio RODRIGUES E SOUSA" userId="08390260-808c-4682-b2c7-3eaeeb206d2d" providerId="ADAL" clId="{195895A7-F3F4-4D03-8194-D8D4F1E43B47}" dt="2022-10-14T11:58:58.909" v="48" actId="2696"/>
          <pc:sldLayoutMkLst>
            <pc:docMk/>
            <pc:sldMasterMk cId="2357494277" sldId="2147484310"/>
            <pc:sldLayoutMk cId="3128806220" sldId="2147484311"/>
          </pc:sldLayoutMkLst>
        </pc:sldLayoutChg>
        <pc:sldLayoutChg chg="del">
          <pc:chgData name="Abilio Sergio RODRIGUES E SOUSA" userId="08390260-808c-4682-b2c7-3eaeeb206d2d" providerId="ADAL" clId="{195895A7-F3F4-4D03-8194-D8D4F1E43B47}" dt="2022-10-14T11:58:58.909" v="49" actId="2696"/>
          <pc:sldLayoutMkLst>
            <pc:docMk/>
            <pc:sldMasterMk cId="2357494277" sldId="2147484310"/>
            <pc:sldLayoutMk cId="90022292" sldId="2147484312"/>
          </pc:sldLayoutMkLst>
        </pc:sldLayoutChg>
        <pc:sldLayoutChg chg="del">
          <pc:chgData name="Abilio Sergio RODRIGUES E SOUSA" userId="08390260-808c-4682-b2c7-3eaeeb206d2d" providerId="ADAL" clId="{195895A7-F3F4-4D03-8194-D8D4F1E43B47}" dt="2022-10-14T11:58:58.909" v="50" actId="2696"/>
          <pc:sldLayoutMkLst>
            <pc:docMk/>
            <pc:sldMasterMk cId="2357494277" sldId="2147484310"/>
            <pc:sldLayoutMk cId="4023290944" sldId="2147484313"/>
          </pc:sldLayoutMkLst>
        </pc:sldLayoutChg>
        <pc:sldLayoutChg chg="del">
          <pc:chgData name="Abilio Sergio RODRIGUES E SOUSA" userId="08390260-808c-4682-b2c7-3eaeeb206d2d" providerId="ADAL" clId="{195895A7-F3F4-4D03-8194-D8D4F1E43B47}" dt="2022-10-14T11:58:58.909" v="51" actId="2696"/>
          <pc:sldLayoutMkLst>
            <pc:docMk/>
            <pc:sldMasterMk cId="2357494277" sldId="2147484310"/>
            <pc:sldLayoutMk cId="1242243651" sldId="2147484314"/>
          </pc:sldLayoutMkLst>
        </pc:sldLayoutChg>
        <pc:sldLayoutChg chg="del">
          <pc:chgData name="Abilio Sergio RODRIGUES E SOUSA" userId="08390260-808c-4682-b2c7-3eaeeb206d2d" providerId="ADAL" clId="{195895A7-F3F4-4D03-8194-D8D4F1E43B47}" dt="2022-10-14T11:58:58.909" v="52" actId="2696"/>
          <pc:sldLayoutMkLst>
            <pc:docMk/>
            <pc:sldMasterMk cId="2357494277" sldId="2147484310"/>
            <pc:sldLayoutMk cId="1174349282" sldId="2147484315"/>
          </pc:sldLayoutMkLst>
        </pc:sldLayoutChg>
        <pc:sldLayoutChg chg="del">
          <pc:chgData name="Abilio Sergio RODRIGUES E SOUSA" userId="08390260-808c-4682-b2c7-3eaeeb206d2d" providerId="ADAL" clId="{195895A7-F3F4-4D03-8194-D8D4F1E43B47}" dt="2022-10-14T11:58:58.924" v="53" actId="2696"/>
          <pc:sldLayoutMkLst>
            <pc:docMk/>
            <pc:sldMasterMk cId="2357494277" sldId="2147484310"/>
            <pc:sldLayoutMk cId="3206744425" sldId="2147484316"/>
          </pc:sldLayoutMkLst>
        </pc:sldLayoutChg>
        <pc:sldLayoutChg chg="del">
          <pc:chgData name="Abilio Sergio RODRIGUES E SOUSA" userId="08390260-808c-4682-b2c7-3eaeeb206d2d" providerId="ADAL" clId="{195895A7-F3F4-4D03-8194-D8D4F1E43B47}" dt="2022-10-14T11:58:58.924" v="54" actId="2696"/>
          <pc:sldLayoutMkLst>
            <pc:docMk/>
            <pc:sldMasterMk cId="2357494277" sldId="2147484310"/>
            <pc:sldLayoutMk cId="4070435283" sldId="2147484317"/>
          </pc:sldLayoutMkLst>
        </pc:sldLayoutChg>
        <pc:sldLayoutChg chg="del">
          <pc:chgData name="Abilio Sergio RODRIGUES E SOUSA" userId="08390260-808c-4682-b2c7-3eaeeb206d2d" providerId="ADAL" clId="{195895A7-F3F4-4D03-8194-D8D4F1E43B47}" dt="2022-10-14T11:58:58.924" v="55" actId="2696"/>
          <pc:sldLayoutMkLst>
            <pc:docMk/>
            <pc:sldMasterMk cId="2357494277" sldId="2147484310"/>
            <pc:sldLayoutMk cId="1847452896" sldId="2147484318"/>
          </pc:sldLayoutMkLst>
        </pc:sldLayoutChg>
        <pc:sldLayoutChg chg="del">
          <pc:chgData name="Abilio Sergio RODRIGUES E SOUSA" userId="08390260-808c-4682-b2c7-3eaeeb206d2d" providerId="ADAL" clId="{195895A7-F3F4-4D03-8194-D8D4F1E43B47}" dt="2022-10-14T11:58:58.924" v="56" actId="2696"/>
          <pc:sldLayoutMkLst>
            <pc:docMk/>
            <pc:sldMasterMk cId="2357494277" sldId="2147484310"/>
            <pc:sldLayoutMk cId="3865158094" sldId="2147484319"/>
          </pc:sldLayoutMkLst>
        </pc:sldLayoutChg>
        <pc:sldLayoutChg chg="del">
          <pc:chgData name="Abilio Sergio RODRIGUES E SOUSA" userId="08390260-808c-4682-b2c7-3eaeeb206d2d" providerId="ADAL" clId="{195895A7-F3F4-4D03-8194-D8D4F1E43B47}" dt="2022-10-14T11:58:58.924" v="57" actId="2696"/>
          <pc:sldLayoutMkLst>
            <pc:docMk/>
            <pc:sldMasterMk cId="2357494277" sldId="2147484310"/>
            <pc:sldLayoutMk cId="2195823831" sldId="2147484320"/>
          </pc:sldLayoutMkLst>
        </pc:sldLayoutChg>
        <pc:sldLayoutChg chg="del">
          <pc:chgData name="Abilio Sergio RODRIGUES E SOUSA" userId="08390260-808c-4682-b2c7-3eaeeb206d2d" providerId="ADAL" clId="{195895A7-F3F4-4D03-8194-D8D4F1E43B47}" dt="2022-10-14T11:58:58.924" v="58" actId="2696"/>
          <pc:sldLayoutMkLst>
            <pc:docMk/>
            <pc:sldMasterMk cId="2357494277" sldId="2147484310"/>
            <pc:sldLayoutMk cId="4213880211" sldId="2147484321"/>
          </pc:sldLayoutMkLst>
        </pc:sldLayoutChg>
      </pc:sldMasterChg>
      <pc:sldMasterChg chg="del delSldLayout">
        <pc:chgData name="Abilio Sergio RODRIGUES E SOUSA" userId="08390260-808c-4682-b2c7-3eaeeb206d2d" providerId="ADAL" clId="{195895A7-F3F4-4D03-8194-D8D4F1E43B47}" dt="2022-10-14T11:58:58.893" v="35" actId="2696"/>
        <pc:sldMasterMkLst>
          <pc:docMk/>
          <pc:sldMasterMk cId="2539477768" sldId="2147484362"/>
        </pc:sldMasterMkLst>
        <pc:sldLayoutChg chg="del">
          <pc:chgData name="Abilio Sergio RODRIGUES E SOUSA" userId="08390260-808c-4682-b2c7-3eaeeb206d2d" providerId="ADAL" clId="{195895A7-F3F4-4D03-8194-D8D4F1E43B47}" dt="2022-10-14T11:58:58.877" v="24" actId="2696"/>
          <pc:sldLayoutMkLst>
            <pc:docMk/>
            <pc:sldMasterMk cId="2539477768" sldId="2147484362"/>
            <pc:sldLayoutMk cId="3025160716" sldId="2147484363"/>
          </pc:sldLayoutMkLst>
        </pc:sldLayoutChg>
        <pc:sldLayoutChg chg="del">
          <pc:chgData name="Abilio Sergio RODRIGUES E SOUSA" userId="08390260-808c-4682-b2c7-3eaeeb206d2d" providerId="ADAL" clId="{195895A7-F3F4-4D03-8194-D8D4F1E43B47}" dt="2022-10-14T11:58:58.877" v="25" actId="2696"/>
          <pc:sldLayoutMkLst>
            <pc:docMk/>
            <pc:sldMasterMk cId="2539477768" sldId="2147484362"/>
            <pc:sldLayoutMk cId="3586847599" sldId="2147484364"/>
          </pc:sldLayoutMkLst>
        </pc:sldLayoutChg>
        <pc:sldLayoutChg chg="del">
          <pc:chgData name="Abilio Sergio RODRIGUES E SOUSA" userId="08390260-808c-4682-b2c7-3eaeeb206d2d" providerId="ADAL" clId="{195895A7-F3F4-4D03-8194-D8D4F1E43B47}" dt="2022-10-14T11:58:58.877" v="26" actId="2696"/>
          <pc:sldLayoutMkLst>
            <pc:docMk/>
            <pc:sldMasterMk cId="2539477768" sldId="2147484362"/>
            <pc:sldLayoutMk cId="1504210605" sldId="2147484365"/>
          </pc:sldLayoutMkLst>
        </pc:sldLayoutChg>
        <pc:sldLayoutChg chg="del">
          <pc:chgData name="Abilio Sergio RODRIGUES E SOUSA" userId="08390260-808c-4682-b2c7-3eaeeb206d2d" providerId="ADAL" clId="{195895A7-F3F4-4D03-8194-D8D4F1E43B47}" dt="2022-10-14T11:58:58.877" v="27" actId="2696"/>
          <pc:sldLayoutMkLst>
            <pc:docMk/>
            <pc:sldMasterMk cId="2539477768" sldId="2147484362"/>
            <pc:sldLayoutMk cId="2092650508" sldId="2147484366"/>
          </pc:sldLayoutMkLst>
        </pc:sldLayoutChg>
        <pc:sldLayoutChg chg="del">
          <pc:chgData name="Abilio Sergio RODRIGUES E SOUSA" userId="08390260-808c-4682-b2c7-3eaeeb206d2d" providerId="ADAL" clId="{195895A7-F3F4-4D03-8194-D8D4F1E43B47}" dt="2022-10-14T11:58:58.877" v="28" actId="2696"/>
          <pc:sldLayoutMkLst>
            <pc:docMk/>
            <pc:sldMasterMk cId="2539477768" sldId="2147484362"/>
            <pc:sldLayoutMk cId="108134997" sldId="2147484367"/>
          </pc:sldLayoutMkLst>
        </pc:sldLayoutChg>
        <pc:sldLayoutChg chg="del">
          <pc:chgData name="Abilio Sergio RODRIGUES E SOUSA" userId="08390260-808c-4682-b2c7-3eaeeb206d2d" providerId="ADAL" clId="{195895A7-F3F4-4D03-8194-D8D4F1E43B47}" dt="2022-10-14T11:58:58.893" v="29" actId="2696"/>
          <pc:sldLayoutMkLst>
            <pc:docMk/>
            <pc:sldMasterMk cId="2539477768" sldId="2147484362"/>
            <pc:sldLayoutMk cId="325690242" sldId="2147484368"/>
          </pc:sldLayoutMkLst>
        </pc:sldLayoutChg>
        <pc:sldLayoutChg chg="del">
          <pc:chgData name="Abilio Sergio RODRIGUES E SOUSA" userId="08390260-808c-4682-b2c7-3eaeeb206d2d" providerId="ADAL" clId="{195895A7-F3F4-4D03-8194-D8D4F1E43B47}" dt="2022-10-14T11:58:58.893" v="30" actId="2696"/>
          <pc:sldLayoutMkLst>
            <pc:docMk/>
            <pc:sldMasterMk cId="2539477768" sldId="2147484362"/>
            <pc:sldLayoutMk cId="4179120128" sldId="2147484369"/>
          </pc:sldLayoutMkLst>
        </pc:sldLayoutChg>
        <pc:sldLayoutChg chg="del">
          <pc:chgData name="Abilio Sergio RODRIGUES E SOUSA" userId="08390260-808c-4682-b2c7-3eaeeb206d2d" providerId="ADAL" clId="{195895A7-F3F4-4D03-8194-D8D4F1E43B47}" dt="2022-10-14T11:58:58.893" v="31" actId="2696"/>
          <pc:sldLayoutMkLst>
            <pc:docMk/>
            <pc:sldMasterMk cId="2539477768" sldId="2147484362"/>
            <pc:sldLayoutMk cId="2416037879" sldId="2147484370"/>
          </pc:sldLayoutMkLst>
        </pc:sldLayoutChg>
        <pc:sldLayoutChg chg="del">
          <pc:chgData name="Abilio Sergio RODRIGUES E SOUSA" userId="08390260-808c-4682-b2c7-3eaeeb206d2d" providerId="ADAL" clId="{195895A7-F3F4-4D03-8194-D8D4F1E43B47}" dt="2022-10-14T11:58:58.893" v="32" actId="2696"/>
          <pc:sldLayoutMkLst>
            <pc:docMk/>
            <pc:sldMasterMk cId="2539477768" sldId="2147484362"/>
            <pc:sldLayoutMk cId="874638334" sldId="2147484371"/>
          </pc:sldLayoutMkLst>
        </pc:sldLayoutChg>
        <pc:sldLayoutChg chg="del">
          <pc:chgData name="Abilio Sergio RODRIGUES E SOUSA" userId="08390260-808c-4682-b2c7-3eaeeb206d2d" providerId="ADAL" clId="{195895A7-F3F4-4D03-8194-D8D4F1E43B47}" dt="2022-10-14T11:58:58.893" v="33" actId="2696"/>
          <pc:sldLayoutMkLst>
            <pc:docMk/>
            <pc:sldMasterMk cId="2539477768" sldId="2147484362"/>
            <pc:sldLayoutMk cId="2258757151" sldId="2147484372"/>
          </pc:sldLayoutMkLst>
        </pc:sldLayoutChg>
        <pc:sldLayoutChg chg="del">
          <pc:chgData name="Abilio Sergio RODRIGUES E SOUSA" userId="08390260-808c-4682-b2c7-3eaeeb206d2d" providerId="ADAL" clId="{195895A7-F3F4-4D03-8194-D8D4F1E43B47}" dt="2022-10-14T11:58:58.893" v="34" actId="2696"/>
          <pc:sldLayoutMkLst>
            <pc:docMk/>
            <pc:sldMasterMk cId="2539477768" sldId="2147484362"/>
            <pc:sldLayoutMk cId="3239629886" sldId="2147484373"/>
          </pc:sldLayoutMkLst>
        </pc:sldLayoutChg>
      </pc:sldMasterChg>
      <pc:sldMasterChg chg="del delSldLayout">
        <pc:chgData name="Abilio Sergio RODRIGUES E SOUSA" userId="08390260-808c-4682-b2c7-3eaeeb206d2d" providerId="ADAL" clId="{195895A7-F3F4-4D03-8194-D8D4F1E43B47}" dt="2022-10-14T11:58:58.940" v="71" actId="2696"/>
        <pc:sldMasterMkLst>
          <pc:docMk/>
          <pc:sldMasterMk cId="4059958448" sldId="2147484388"/>
        </pc:sldMasterMkLst>
        <pc:sldLayoutChg chg="del">
          <pc:chgData name="Abilio Sergio RODRIGUES E SOUSA" userId="08390260-808c-4682-b2c7-3eaeeb206d2d" providerId="ADAL" clId="{195895A7-F3F4-4D03-8194-D8D4F1E43B47}" dt="2022-10-14T11:58:58.924" v="60" actId="2696"/>
          <pc:sldLayoutMkLst>
            <pc:docMk/>
            <pc:sldMasterMk cId="4059958448" sldId="2147484388"/>
            <pc:sldLayoutMk cId="1190639411" sldId="2147484389"/>
          </pc:sldLayoutMkLst>
        </pc:sldLayoutChg>
        <pc:sldLayoutChg chg="del">
          <pc:chgData name="Abilio Sergio RODRIGUES E SOUSA" userId="08390260-808c-4682-b2c7-3eaeeb206d2d" providerId="ADAL" clId="{195895A7-F3F4-4D03-8194-D8D4F1E43B47}" dt="2022-10-14T11:58:58.924" v="61" actId="2696"/>
          <pc:sldLayoutMkLst>
            <pc:docMk/>
            <pc:sldMasterMk cId="4059958448" sldId="2147484388"/>
            <pc:sldLayoutMk cId="3123608761" sldId="2147484390"/>
          </pc:sldLayoutMkLst>
        </pc:sldLayoutChg>
        <pc:sldLayoutChg chg="del">
          <pc:chgData name="Abilio Sergio RODRIGUES E SOUSA" userId="08390260-808c-4682-b2c7-3eaeeb206d2d" providerId="ADAL" clId="{195895A7-F3F4-4D03-8194-D8D4F1E43B47}" dt="2022-10-14T11:58:58.924" v="62" actId="2696"/>
          <pc:sldLayoutMkLst>
            <pc:docMk/>
            <pc:sldMasterMk cId="4059958448" sldId="2147484388"/>
            <pc:sldLayoutMk cId="262580883" sldId="2147484391"/>
          </pc:sldLayoutMkLst>
        </pc:sldLayoutChg>
        <pc:sldLayoutChg chg="del">
          <pc:chgData name="Abilio Sergio RODRIGUES E SOUSA" userId="08390260-808c-4682-b2c7-3eaeeb206d2d" providerId="ADAL" clId="{195895A7-F3F4-4D03-8194-D8D4F1E43B47}" dt="2022-10-14T11:58:58.924" v="63" actId="2696"/>
          <pc:sldLayoutMkLst>
            <pc:docMk/>
            <pc:sldMasterMk cId="4059958448" sldId="2147484388"/>
            <pc:sldLayoutMk cId="87154618" sldId="2147484392"/>
          </pc:sldLayoutMkLst>
        </pc:sldLayoutChg>
        <pc:sldLayoutChg chg="del">
          <pc:chgData name="Abilio Sergio RODRIGUES E SOUSA" userId="08390260-808c-4682-b2c7-3eaeeb206d2d" providerId="ADAL" clId="{195895A7-F3F4-4D03-8194-D8D4F1E43B47}" dt="2022-10-14T11:58:58.924" v="64" actId="2696"/>
          <pc:sldLayoutMkLst>
            <pc:docMk/>
            <pc:sldMasterMk cId="4059958448" sldId="2147484388"/>
            <pc:sldLayoutMk cId="1544685302" sldId="2147484393"/>
          </pc:sldLayoutMkLst>
        </pc:sldLayoutChg>
        <pc:sldLayoutChg chg="del">
          <pc:chgData name="Abilio Sergio RODRIGUES E SOUSA" userId="08390260-808c-4682-b2c7-3eaeeb206d2d" providerId="ADAL" clId="{195895A7-F3F4-4D03-8194-D8D4F1E43B47}" dt="2022-10-14T11:58:58.940" v="65" actId="2696"/>
          <pc:sldLayoutMkLst>
            <pc:docMk/>
            <pc:sldMasterMk cId="4059958448" sldId="2147484388"/>
            <pc:sldLayoutMk cId="2005813612" sldId="2147484394"/>
          </pc:sldLayoutMkLst>
        </pc:sldLayoutChg>
        <pc:sldLayoutChg chg="del">
          <pc:chgData name="Abilio Sergio RODRIGUES E SOUSA" userId="08390260-808c-4682-b2c7-3eaeeb206d2d" providerId="ADAL" clId="{195895A7-F3F4-4D03-8194-D8D4F1E43B47}" dt="2022-10-14T11:58:58.940" v="66" actId="2696"/>
          <pc:sldLayoutMkLst>
            <pc:docMk/>
            <pc:sldMasterMk cId="4059958448" sldId="2147484388"/>
            <pc:sldLayoutMk cId="3327769744" sldId="2147484395"/>
          </pc:sldLayoutMkLst>
        </pc:sldLayoutChg>
        <pc:sldLayoutChg chg="del">
          <pc:chgData name="Abilio Sergio RODRIGUES E SOUSA" userId="08390260-808c-4682-b2c7-3eaeeb206d2d" providerId="ADAL" clId="{195895A7-F3F4-4D03-8194-D8D4F1E43B47}" dt="2022-10-14T11:58:58.940" v="67" actId="2696"/>
          <pc:sldLayoutMkLst>
            <pc:docMk/>
            <pc:sldMasterMk cId="4059958448" sldId="2147484388"/>
            <pc:sldLayoutMk cId="1842087135" sldId="2147484396"/>
          </pc:sldLayoutMkLst>
        </pc:sldLayoutChg>
        <pc:sldLayoutChg chg="del">
          <pc:chgData name="Abilio Sergio RODRIGUES E SOUSA" userId="08390260-808c-4682-b2c7-3eaeeb206d2d" providerId="ADAL" clId="{195895A7-F3F4-4D03-8194-D8D4F1E43B47}" dt="2022-10-14T11:58:58.940" v="68" actId="2696"/>
          <pc:sldLayoutMkLst>
            <pc:docMk/>
            <pc:sldMasterMk cId="4059958448" sldId="2147484388"/>
            <pc:sldLayoutMk cId="2103967832" sldId="2147484397"/>
          </pc:sldLayoutMkLst>
        </pc:sldLayoutChg>
        <pc:sldLayoutChg chg="del">
          <pc:chgData name="Abilio Sergio RODRIGUES E SOUSA" userId="08390260-808c-4682-b2c7-3eaeeb206d2d" providerId="ADAL" clId="{195895A7-F3F4-4D03-8194-D8D4F1E43B47}" dt="2022-10-14T11:58:58.940" v="69" actId="2696"/>
          <pc:sldLayoutMkLst>
            <pc:docMk/>
            <pc:sldMasterMk cId="4059958448" sldId="2147484388"/>
            <pc:sldLayoutMk cId="2359551036" sldId="2147484398"/>
          </pc:sldLayoutMkLst>
        </pc:sldLayoutChg>
        <pc:sldLayoutChg chg="del">
          <pc:chgData name="Abilio Sergio RODRIGUES E SOUSA" userId="08390260-808c-4682-b2c7-3eaeeb206d2d" providerId="ADAL" clId="{195895A7-F3F4-4D03-8194-D8D4F1E43B47}" dt="2022-10-14T11:58:58.940" v="70" actId="2696"/>
          <pc:sldLayoutMkLst>
            <pc:docMk/>
            <pc:sldMasterMk cId="4059958448" sldId="2147484388"/>
            <pc:sldLayoutMk cId="2215709546" sldId="2147484399"/>
          </pc:sldLayoutMkLst>
        </pc:sldLayoutChg>
      </pc:sldMasterChg>
      <pc:sldMasterChg chg="del delSldLayout">
        <pc:chgData name="Abilio Sergio RODRIGUES E SOUSA" userId="08390260-808c-4682-b2c7-3eaeeb206d2d" providerId="ADAL" clId="{195895A7-F3F4-4D03-8194-D8D4F1E43B47}" dt="2022-10-14T11:58:58.877" v="23" actId="2696"/>
        <pc:sldMasterMkLst>
          <pc:docMk/>
          <pc:sldMasterMk cId="1258997175" sldId="2147484427"/>
        </pc:sldMasterMkLst>
        <pc:sldLayoutChg chg="del">
          <pc:chgData name="Abilio Sergio RODRIGUES E SOUSA" userId="08390260-808c-4682-b2c7-3eaeeb206d2d" providerId="ADAL" clId="{195895A7-F3F4-4D03-8194-D8D4F1E43B47}" dt="2022-10-14T11:58:58.862" v="12" actId="2696"/>
          <pc:sldLayoutMkLst>
            <pc:docMk/>
            <pc:sldMasterMk cId="1258997175" sldId="2147484427"/>
            <pc:sldLayoutMk cId="3099225540" sldId="2147484428"/>
          </pc:sldLayoutMkLst>
        </pc:sldLayoutChg>
        <pc:sldLayoutChg chg="del">
          <pc:chgData name="Abilio Sergio RODRIGUES E SOUSA" userId="08390260-808c-4682-b2c7-3eaeeb206d2d" providerId="ADAL" clId="{195895A7-F3F4-4D03-8194-D8D4F1E43B47}" dt="2022-10-14T11:58:58.862" v="13" actId="2696"/>
          <pc:sldLayoutMkLst>
            <pc:docMk/>
            <pc:sldMasterMk cId="1258997175" sldId="2147484427"/>
            <pc:sldLayoutMk cId="3647446595" sldId="2147484429"/>
          </pc:sldLayoutMkLst>
        </pc:sldLayoutChg>
        <pc:sldLayoutChg chg="del">
          <pc:chgData name="Abilio Sergio RODRIGUES E SOUSA" userId="08390260-808c-4682-b2c7-3eaeeb206d2d" providerId="ADAL" clId="{195895A7-F3F4-4D03-8194-D8D4F1E43B47}" dt="2022-10-14T11:58:58.862" v="14" actId="2696"/>
          <pc:sldLayoutMkLst>
            <pc:docMk/>
            <pc:sldMasterMk cId="1258997175" sldId="2147484427"/>
            <pc:sldLayoutMk cId="54031791" sldId="2147484430"/>
          </pc:sldLayoutMkLst>
        </pc:sldLayoutChg>
        <pc:sldLayoutChg chg="del">
          <pc:chgData name="Abilio Sergio RODRIGUES E SOUSA" userId="08390260-808c-4682-b2c7-3eaeeb206d2d" providerId="ADAL" clId="{195895A7-F3F4-4D03-8194-D8D4F1E43B47}" dt="2022-10-14T11:58:58.862" v="15" actId="2696"/>
          <pc:sldLayoutMkLst>
            <pc:docMk/>
            <pc:sldMasterMk cId="1258997175" sldId="2147484427"/>
            <pc:sldLayoutMk cId="132063749" sldId="2147484431"/>
          </pc:sldLayoutMkLst>
        </pc:sldLayoutChg>
        <pc:sldLayoutChg chg="del">
          <pc:chgData name="Abilio Sergio RODRIGUES E SOUSA" userId="08390260-808c-4682-b2c7-3eaeeb206d2d" providerId="ADAL" clId="{195895A7-F3F4-4D03-8194-D8D4F1E43B47}" dt="2022-10-14T11:58:58.862" v="16" actId="2696"/>
          <pc:sldLayoutMkLst>
            <pc:docMk/>
            <pc:sldMasterMk cId="1258997175" sldId="2147484427"/>
            <pc:sldLayoutMk cId="1979463464" sldId="2147484432"/>
          </pc:sldLayoutMkLst>
        </pc:sldLayoutChg>
        <pc:sldLayoutChg chg="del">
          <pc:chgData name="Abilio Sergio RODRIGUES E SOUSA" userId="08390260-808c-4682-b2c7-3eaeeb206d2d" providerId="ADAL" clId="{195895A7-F3F4-4D03-8194-D8D4F1E43B47}" dt="2022-10-14T11:58:58.877" v="17" actId="2696"/>
          <pc:sldLayoutMkLst>
            <pc:docMk/>
            <pc:sldMasterMk cId="1258997175" sldId="2147484427"/>
            <pc:sldLayoutMk cId="2908777455" sldId="2147484433"/>
          </pc:sldLayoutMkLst>
        </pc:sldLayoutChg>
        <pc:sldLayoutChg chg="del">
          <pc:chgData name="Abilio Sergio RODRIGUES E SOUSA" userId="08390260-808c-4682-b2c7-3eaeeb206d2d" providerId="ADAL" clId="{195895A7-F3F4-4D03-8194-D8D4F1E43B47}" dt="2022-10-14T11:58:58.877" v="18" actId="2696"/>
          <pc:sldLayoutMkLst>
            <pc:docMk/>
            <pc:sldMasterMk cId="1258997175" sldId="2147484427"/>
            <pc:sldLayoutMk cId="2961829656" sldId="2147484434"/>
          </pc:sldLayoutMkLst>
        </pc:sldLayoutChg>
        <pc:sldLayoutChg chg="del">
          <pc:chgData name="Abilio Sergio RODRIGUES E SOUSA" userId="08390260-808c-4682-b2c7-3eaeeb206d2d" providerId="ADAL" clId="{195895A7-F3F4-4D03-8194-D8D4F1E43B47}" dt="2022-10-14T11:58:58.877" v="19" actId="2696"/>
          <pc:sldLayoutMkLst>
            <pc:docMk/>
            <pc:sldMasterMk cId="1258997175" sldId="2147484427"/>
            <pc:sldLayoutMk cId="2008791427" sldId="2147484435"/>
          </pc:sldLayoutMkLst>
        </pc:sldLayoutChg>
        <pc:sldLayoutChg chg="del">
          <pc:chgData name="Abilio Sergio RODRIGUES E SOUSA" userId="08390260-808c-4682-b2c7-3eaeeb206d2d" providerId="ADAL" clId="{195895A7-F3F4-4D03-8194-D8D4F1E43B47}" dt="2022-10-14T11:58:58.877" v="20" actId="2696"/>
          <pc:sldLayoutMkLst>
            <pc:docMk/>
            <pc:sldMasterMk cId="1258997175" sldId="2147484427"/>
            <pc:sldLayoutMk cId="1474330781" sldId="2147484436"/>
          </pc:sldLayoutMkLst>
        </pc:sldLayoutChg>
        <pc:sldLayoutChg chg="del">
          <pc:chgData name="Abilio Sergio RODRIGUES E SOUSA" userId="08390260-808c-4682-b2c7-3eaeeb206d2d" providerId="ADAL" clId="{195895A7-F3F4-4D03-8194-D8D4F1E43B47}" dt="2022-10-14T11:58:58.877" v="21" actId="2696"/>
          <pc:sldLayoutMkLst>
            <pc:docMk/>
            <pc:sldMasterMk cId="1258997175" sldId="2147484427"/>
            <pc:sldLayoutMk cId="1099877695" sldId="2147484437"/>
          </pc:sldLayoutMkLst>
        </pc:sldLayoutChg>
        <pc:sldLayoutChg chg="del">
          <pc:chgData name="Abilio Sergio RODRIGUES E SOUSA" userId="08390260-808c-4682-b2c7-3eaeeb206d2d" providerId="ADAL" clId="{195895A7-F3F4-4D03-8194-D8D4F1E43B47}" dt="2022-10-14T11:58:58.877" v="22" actId="2696"/>
          <pc:sldLayoutMkLst>
            <pc:docMk/>
            <pc:sldMasterMk cId="1258997175" sldId="2147484427"/>
            <pc:sldLayoutMk cId="1928573346" sldId="2147484438"/>
          </pc:sldLayoutMkLst>
        </pc:sldLayoutChg>
      </pc:sldMasterChg>
      <pc:sldMasterChg chg="del delSldLayout">
        <pc:chgData name="Abilio Sergio RODRIGUES E SOUSA" userId="08390260-808c-4682-b2c7-3eaeeb206d2d" providerId="ADAL" clId="{195895A7-F3F4-4D03-8194-D8D4F1E43B47}" dt="2022-10-14T11:58:58.909" v="47" actId="2696"/>
        <pc:sldMasterMkLst>
          <pc:docMk/>
          <pc:sldMasterMk cId="4122568451" sldId="2147484440"/>
        </pc:sldMasterMkLst>
        <pc:sldLayoutChg chg="del">
          <pc:chgData name="Abilio Sergio RODRIGUES E SOUSA" userId="08390260-808c-4682-b2c7-3eaeeb206d2d" providerId="ADAL" clId="{195895A7-F3F4-4D03-8194-D8D4F1E43B47}" dt="2022-10-14T11:58:58.893" v="36" actId="2696"/>
          <pc:sldLayoutMkLst>
            <pc:docMk/>
            <pc:sldMasterMk cId="4122568451" sldId="2147484440"/>
            <pc:sldLayoutMk cId="2436611761" sldId="2147484441"/>
          </pc:sldLayoutMkLst>
        </pc:sldLayoutChg>
        <pc:sldLayoutChg chg="del">
          <pc:chgData name="Abilio Sergio RODRIGUES E SOUSA" userId="08390260-808c-4682-b2c7-3eaeeb206d2d" providerId="ADAL" clId="{195895A7-F3F4-4D03-8194-D8D4F1E43B47}" dt="2022-10-14T11:58:58.893" v="37" actId="2696"/>
          <pc:sldLayoutMkLst>
            <pc:docMk/>
            <pc:sldMasterMk cId="4122568451" sldId="2147484440"/>
            <pc:sldLayoutMk cId="3603967417" sldId="2147484442"/>
          </pc:sldLayoutMkLst>
        </pc:sldLayoutChg>
        <pc:sldLayoutChg chg="del">
          <pc:chgData name="Abilio Sergio RODRIGUES E SOUSA" userId="08390260-808c-4682-b2c7-3eaeeb206d2d" providerId="ADAL" clId="{195895A7-F3F4-4D03-8194-D8D4F1E43B47}" dt="2022-10-14T11:58:58.893" v="38" actId="2696"/>
          <pc:sldLayoutMkLst>
            <pc:docMk/>
            <pc:sldMasterMk cId="4122568451" sldId="2147484440"/>
            <pc:sldLayoutMk cId="2086684709" sldId="2147484443"/>
          </pc:sldLayoutMkLst>
        </pc:sldLayoutChg>
        <pc:sldLayoutChg chg="del">
          <pc:chgData name="Abilio Sergio RODRIGUES E SOUSA" userId="08390260-808c-4682-b2c7-3eaeeb206d2d" providerId="ADAL" clId="{195895A7-F3F4-4D03-8194-D8D4F1E43B47}" dt="2022-10-14T11:58:58.893" v="39" actId="2696"/>
          <pc:sldLayoutMkLst>
            <pc:docMk/>
            <pc:sldMasterMk cId="4122568451" sldId="2147484440"/>
            <pc:sldLayoutMk cId="1742705229" sldId="2147484444"/>
          </pc:sldLayoutMkLst>
        </pc:sldLayoutChg>
        <pc:sldLayoutChg chg="del">
          <pc:chgData name="Abilio Sergio RODRIGUES E SOUSA" userId="08390260-808c-4682-b2c7-3eaeeb206d2d" providerId="ADAL" clId="{195895A7-F3F4-4D03-8194-D8D4F1E43B47}" dt="2022-10-14T11:58:58.893" v="40" actId="2696"/>
          <pc:sldLayoutMkLst>
            <pc:docMk/>
            <pc:sldMasterMk cId="4122568451" sldId="2147484440"/>
            <pc:sldLayoutMk cId="1720281570" sldId="2147484445"/>
          </pc:sldLayoutMkLst>
        </pc:sldLayoutChg>
        <pc:sldLayoutChg chg="del">
          <pc:chgData name="Abilio Sergio RODRIGUES E SOUSA" userId="08390260-808c-4682-b2c7-3eaeeb206d2d" providerId="ADAL" clId="{195895A7-F3F4-4D03-8194-D8D4F1E43B47}" dt="2022-10-14T11:58:58.909" v="41" actId="2696"/>
          <pc:sldLayoutMkLst>
            <pc:docMk/>
            <pc:sldMasterMk cId="4122568451" sldId="2147484440"/>
            <pc:sldLayoutMk cId="313234006" sldId="2147484446"/>
          </pc:sldLayoutMkLst>
        </pc:sldLayoutChg>
        <pc:sldLayoutChg chg="del">
          <pc:chgData name="Abilio Sergio RODRIGUES E SOUSA" userId="08390260-808c-4682-b2c7-3eaeeb206d2d" providerId="ADAL" clId="{195895A7-F3F4-4D03-8194-D8D4F1E43B47}" dt="2022-10-14T11:58:58.909" v="42" actId="2696"/>
          <pc:sldLayoutMkLst>
            <pc:docMk/>
            <pc:sldMasterMk cId="4122568451" sldId="2147484440"/>
            <pc:sldLayoutMk cId="4183930668" sldId="2147484447"/>
          </pc:sldLayoutMkLst>
        </pc:sldLayoutChg>
        <pc:sldLayoutChg chg="del">
          <pc:chgData name="Abilio Sergio RODRIGUES E SOUSA" userId="08390260-808c-4682-b2c7-3eaeeb206d2d" providerId="ADAL" clId="{195895A7-F3F4-4D03-8194-D8D4F1E43B47}" dt="2022-10-14T11:58:58.909" v="43" actId="2696"/>
          <pc:sldLayoutMkLst>
            <pc:docMk/>
            <pc:sldMasterMk cId="4122568451" sldId="2147484440"/>
            <pc:sldLayoutMk cId="933943901" sldId="2147484448"/>
          </pc:sldLayoutMkLst>
        </pc:sldLayoutChg>
        <pc:sldLayoutChg chg="del">
          <pc:chgData name="Abilio Sergio RODRIGUES E SOUSA" userId="08390260-808c-4682-b2c7-3eaeeb206d2d" providerId="ADAL" clId="{195895A7-F3F4-4D03-8194-D8D4F1E43B47}" dt="2022-10-14T11:58:58.909" v="44" actId="2696"/>
          <pc:sldLayoutMkLst>
            <pc:docMk/>
            <pc:sldMasterMk cId="4122568451" sldId="2147484440"/>
            <pc:sldLayoutMk cId="1757587782" sldId="2147484449"/>
          </pc:sldLayoutMkLst>
        </pc:sldLayoutChg>
        <pc:sldLayoutChg chg="del">
          <pc:chgData name="Abilio Sergio RODRIGUES E SOUSA" userId="08390260-808c-4682-b2c7-3eaeeb206d2d" providerId="ADAL" clId="{195895A7-F3F4-4D03-8194-D8D4F1E43B47}" dt="2022-10-14T11:58:58.909" v="45" actId="2696"/>
          <pc:sldLayoutMkLst>
            <pc:docMk/>
            <pc:sldMasterMk cId="4122568451" sldId="2147484440"/>
            <pc:sldLayoutMk cId="2994606200" sldId="2147484450"/>
          </pc:sldLayoutMkLst>
        </pc:sldLayoutChg>
        <pc:sldLayoutChg chg="del">
          <pc:chgData name="Abilio Sergio RODRIGUES E SOUSA" userId="08390260-808c-4682-b2c7-3eaeeb206d2d" providerId="ADAL" clId="{195895A7-F3F4-4D03-8194-D8D4F1E43B47}" dt="2022-10-14T11:58:58.909" v="46" actId="2696"/>
          <pc:sldLayoutMkLst>
            <pc:docMk/>
            <pc:sldMasterMk cId="4122568451" sldId="2147484440"/>
            <pc:sldLayoutMk cId="2413026014" sldId="2147484451"/>
          </pc:sldLayoutMkLst>
        </pc:sldLayoutChg>
      </pc:sldMasterChg>
      <pc:sldMasterChg chg="del delSldLayout">
        <pc:chgData name="Abilio Sergio RODRIGUES E SOUSA" userId="08390260-808c-4682-b2c7-3eaeeb206d2d" providerId="ADAL" clId="{195895A7-F3F4-4D03-8194-D8D4F1E43B47}" dt="2022-10-14T11:58:58.862" v="11" actId="2696"/>
        <pc:sldMasterMkLst>
          <pc:docMk/>
          <pc:sldMasterMk cId="3938604985" sldId="2147484466"/>
        </pc:sldMasterMkLst>
        <pc:sldLayoutChg chg="del">
          <pc:chgData name="Abilio Sergio RODRIGUES E SOUSA" userId="08390260-808c-4682-b2c7-3eaeeb206d2d" providerId="ADAL" clId="{195895A7-F3F4-4D03-8194-D8D4F1E43B47}" dt="2022-10-14T11:58:58.856" v="0" actId="2696"/>
          <pc:sldLayoutMkLst>
            <pc:docMk/>
            <pc:sldMasterMk cId="3938604985" sldId="2147484466"/>
            <pc:sldLayoutMk cId="3920679196" sldId="2147484467"/>
          </pc:sldLayoutMkLst>
        </pc:sldLayoutChg>
        <pc:sldLayoutChg chg="del">
          <pc:chgData name="Abilio Sergio RODRIGUES E SOUSA" userId="08390260-808c-4682-b2c7-3eaeeb206d2d" providerId="ADAL" clId="{195895A7-F3F4-4D03-8194-D8D4F1E43B47}" dt="2022-10-14T11:58:58.857" v="1" actId="2696"/>
          <pc:sldLayoutMkLst>
            <pc:docMk/>
            <pc:sldMasterMk cId="3938604985" sldId="2147484466"/>
            <pc:sldLayoutMk cId="2767085172" sldId="2147484468"/>
          </pc:sldLayoutMkLst>
        </pc:sldLayoutChg>
        <pc:sldLayoutChg chg="del">
          <pc:chgData name="Abilio Sergio RODRIGUES E SOUSA" userId="08390260-808c-4682-b2c7-3eaeeb206d2d" providerId="ADAL" clId="{195895A7-F3F4-4D03-8194-D8D4F1E43B47}" dt="2022-10-14T11:58:58.858" v="2" actId="2696"/>
          <pc:sldLayoutMkLst>
            <pc:docMk/>
            <pc:sldMasterMk cId="3938604985" sldId="2147484466"/>
            <pc:sldLayoutMk cId="4242647324" sldId="2147484469"/>
          </pc:sldLayoutMkLst>
        </pc:sldLayoutChg>
        <pc:sldLayoutChg chg="del">
          <pc:chgData name="Abilio Sergio RODRIGUES E SOUSA" userId="08390260-808c-4682-b2c7-3eaeeb206d2d" providerId="ADAL" clId="{195895A7-F3F4-4D03-8194-D8D4F1E43B47}" dt="2022-10-14T11:58:58.859" v="3" actId="2696"/>
          <pc:sldLayoutMkLst>
            <pc:docMk/>
            <pc:sldMasterMk cId="3938604985" sldId="2147484466"/>
            <pc:sldLayoutMk cId="1272560692" sldId="2147484470"/>
          </pc:sldLayoutMkLst>
        </pc:sldLayoutChg>
        <pc:sldLayoutChg chg="del">
          <pc:chgData name="Abilio Sergio RODRIGUES E SOUSA" userId="08390260-808c-4682-b2c7-3eaeeb206d2d" providerId="ADAL" clId="{195895A7-F3F4-4D03-8194-D8D4F1E43B47}" dt="2022-10-14T11:58:58.861" v="4" actId="2696"/>
          <pc:sldLayoutMkLst>
            <pc:docMk/>
            <pc:sldMasterMk cId="3938604985" sldId="2147484466"/>
            <pc:sldLayoutMk cId="56945471" sldId="2147484471"/>
          </pc:sldLayoutMkLst>
        </pc:sldLayoutChg>
        <pc:sldLayoutChg chg="del">
          <pc:chgData name="Abilio Sergio RODRIGUES E SOUSA" userId="08390260-808c-4682-b2c7-3eaeeb206d2d" providerId="ADAL" clId="{195895A7-F3F4-4D03-8194-D8D4F1E43B47}" dt="2022-10-14T11:58:58.862" v="5" actId="2696"/>
          <pc:sldLayoutMkLst>
            <pc:docMk/>
            <pc:sldMasterMk cId="3938604985" sldId="2147484466"/>
            <pc:sldLayoutMk cId="1572353014" sldId="2147484472"/>
          </pc:sldLayoutMkLst>
        </pc:sldLayoutChg>
        <pc:sldLayoutChg chg="del">
          <pc:chgData name="Abilio Sergio RODRIGUES E SOUSA" userId="08390260-808c-4682-b2c7-3eaeeb206d2d" providerId="ADAL" clId="{195895A7-F3F4-4D03-8194-D8D4F1E43B47}" dt="2022-10-14T11:58:58.862" v="6" actId="2696"/>
          <pc:sldLayoutMkLst>
            <pc:docMk/>
            <pc:sldMasterMk cId="3938604985" sldId="2147484466"/>
            <pc:sldLayoutMk cId="2190474313" sldId="2147484473"/>
          </pc:sldLayoutMkLst>
        </pc:sldLayoutChg>
        <pc:sldLayoutChg chg="del">
          <pc:chgData name="Abilio Sergio RODRIGUES E SOUSA" userId="08390260-808c-4682-b2c7-3eaeeb206d2d" providerId="ADAL" clId="{195895A7-F3F4-4D03-8194-D8D4F1E43B47}" dt="2022-10-14T11:58:58.862" v="7" actId="2696"/>
          <pc:sldLayoutMkLst>
            <pc:docMk/>
            <pc:sldMasterMk cId="3938604985" sldId="2147484466"/>
            <pc:sldLayoutMk cId="3008861515" sldId="2147484474"/>
          </pc:sldLayoutMkLst>
        </pc:sldLayoutChg>
        <pc:sldLayoutChg chg="del">
          <pc:chgData name="Abilio Sergio RODRIGUES E SOUSA" userId="08390260-808c-4682-b2c7-3eaeeb206d2d" providerId="ADAL" clId="{195895A7-F3F4-4D03-8194-D8D4F1E43B47}" dt="2022-10-14T11:58:58.862" v="8" actId="2696"/>
          <pc:sldLayoutMkLst>
            <pc:docMk/>
            <pc:sldMasterMk cId="3938604985" sldId="2147484466"/>
            <pc:sldLayoutMk cId="1693137471" sldId="2147484475"/>
          </pc:sldLayoutMkLst>
        </pc:sldLayoutChg>
        <pc:sldLayoutChg chg="del">
          <pc:chgData name="Abilio Sergio RODRIGUES E SOUSA" userId="08390260-808c-4682-b2c7-3eaeeb206d2d" providerId="ADAL" clId="{195895A7-F3F4-4D03-8194-D8D4F1E43B47}" dt="2022-10-14T11:58:58.862" v="9" actId="2696"/>
          <pc:sldLayoutMkLst>
            <pc:docMk/>
            <pc:sldMasterMk cId="3938604985" sldId="2147484466"/>
            <pc:sldLayoutMk cId="2885705542" sldId="2147484476"/>
          </pc:sldLayoutMkLst>
        </pc:sldLayoutChg>
        <pc:sldLayoutChg chg="del">
          <pc:chgData name="Abilio Sergio RODRIGUES E SOUSA" userId="08390260-808c-4682-b2c7-3eaeeb206d2d" providerId="ADAL" clId="{195895A7-F3F4-4D03-8194-D8D4F1E43B47}" dt="2022-10-14T11:58:58.862" v="10" actId="2696"/>
          <pc:sldLayoutMkLst>
            <pc:docMk/>
            <pc:sldMasterMk cId="3938604985" sldId="2147484466"/>
            <pc:sldLayoutMk cId="789223972" sldId="2147484477"/>
          </pc:sldLayoutMkLst>
        </pc:sldLayoutChg>
      </pc:sldMaster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58.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CA"/>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DAA3BF0-EE8B-4355-B11F-F5BB4E9C2B42}" type="datetimeFigureOut">
              <a:rPr lang="en-CA" smtClean="0"/>
              <a:t>2022-10-14</a:t>
            </a:fld>
            <a:endParaRPr lang="en-CA"/>
          </a:p>
        </p:txBody>
      </p:sp>
      <p:sp>
        <p:nvSpPr>
          <p:cNvPr id="4" name="Slide Image Placeholder 3"/>
          <p:cNvSpPr>
            <a:spLocks noGrp="1" noRot="1" noChangeAspect="1"/>
          </p:cNvSpPr>
          <p:nvPr>
            <p:ph type="sldImg" idx="2"/>
          </p:nvPr>
        </p:nvSpPr>
        <p:spPr>
          <a:xfrm>
            <a:off x="4325112" y="73152"/>
            <a:ext cx="2468880" cy="1851660"/>
          </a:xfrm>
          <a:prstGeom prst="rect">
            <a:avLst/>
          </a:prstGeom>
          <a:noFill/>
          <a:ln w="12700">
            <a:solidFill>
              <a:prstClr val="black"/>
            </a:solidFill>
          </a:ln>
        </p:spPr>
        <p:txBody>
          <a:bodyPr vert="horz" lIns="91440" tIns="45720" rIns="91440" bIns="45720" rtlCol="0" anchor="ctr"/>
          <a:lstStyle/>
          <a:p>
            <a:endParaRPr lang="en-CA"/>
          </a:p>
        </p:txBody>
      </p:sp>
      <p:sp>
        <p:nvSpPr>
          <p:cNvPr id="5" name="Notes Placeholder 4"/>
          <p:cNvSpPr>
            <a:spLocks noGrp="1"/>
          </p:cNvSpPr>
          <p:nvPr>
            <p:ph type="body" sz="quarter" idx="3"/>
          </p:nvPr>
        </p:nvSpPr>
        <p:spPr>
          <a:xfrm>
            <a:off x="310896" y="2093976"/>
            <a:ext cx="6153912" cy="66040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CA"/>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6A1F45A-45A6-418F-ABA5-EC8D7307846F}" type="slidenum">
              <a:rPr lang="en-CA" smtClean="0"/>
              <a:t>‹N°›</a:t>
            </a:fld>
            <a:endParaRPr lang="en-CA"/>
          </a:p>
        </p:txBody>
      </p:sp>
    </p:spTree>
    <p:extLst>
      <p:ext uri="{BB962C8B-B14F-4D97-AF65-F5344CB8AC3E}">
        <p14:creationId xmlns:p14="http://schemas.microsoft.com/office/powerpoint/2010/main" val="377275622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938" y="73025"/>
            <a:ext cx="2466975" cy="1851025"/>
          </a:xfrm>
        </p:spPr>
      </p:sp>
      <p:sp>
        <p:nvSpPr>
          <p:cNvPr id="3" name="Notes Placeholder 2"/>
          <p:cNvSpPr>
            <a:spLocks noGrp="1"/>
          </p:cNvSpPr>
          <p:nvPr>
            <p:ph type="body" idx="1"/>
          </p:nvPr>
        </p:nvSpPr>
        <p:spPr>
          <a:xfrm>
            <a:off x="310896" y="2093976"/>
            <a:ext cx="6153912" cy="6604000"/>
          </a:xfrm>
        </p:spPr>
        <p:txBody>
          <a:bodyPr>
            <a:noAutofit/>
          </a:bodyPr>
          <a:lstStyle/>
          <a:p>
            <a:pPr>
              <a:lnSpc>
                <a:spcPts val="1300"/>
              </a:lnSpc>
              <a:spcBef>
                <a:spcPts val="900"/>
              </a:spcBef>
              <a:spcAft>
                <a:spcPts val="300"/>
              </a:spcAft>
            </a:pPr>
            <a:r>
              <a:rPr lang="en-US" sz="1000" b="1" dirty="0">
                <a:effectLst/>
                <a:latin typeface="Arial" panose="020B0604020202020204" pitchFamily="34" charset="0"/>
                <a:ea typeface="Times New Roman" panose="02020603050405020304" pitchFamily="18" charset="0"/>
                <a:cs typeface="Segoe UI" panose="020B0502040204020203" pitchFamily="34" charset="0"/>
              </a:rPr>
              <a:t>Presentation: </a:t>
            </a:r>
            <a:r>
              <a:rPr lang="en-US" sz="1000" b="0" dirty="0">
                <a:effectLst/>
                <a:latin typeface="Arial" panose="020B0604020202020204" pitchFamily="34" charset="0"/>
                <a:ea typeface="Times New Roman" panose="02020603050405020304" pitchFamily="18" charset="0"/>
                <a:cs typeface="Segoe UI" panose="020B0502040204020203" pitchFamily="34" charset="0"/>
              </a:rPr>
              <a:t>100 minutes</a:t>
            </a:r>
            <a:endParaRPr lang="en-CA" sz="1000" b="1" dirty="0">
              <a:effectLst/>
              <a:latin typeface="Arial" panose="020B0604020202020204" pitchFamily="34" charset="0"/>
              <a:ea typeface="Times New Roman" panose="02020603050405020304" pitchFamily="18" charset="0"/>
              <a:cs typeface="Segoe UI" panose="020B0502040204020203" pitchFamily="34" charset="0"/>
            </a:endParaRPr>
          </a:p>
          <a:p>
            <a:pPr>
              <a:lnSpc>
                <a:spcPts val="1300"/>
              </a:lnSpc>
              <a:spcBef>
                <a:spcPts val="900"/>
              </a:spcBef>
              <a:spcAft>
                <a:spcPts val="300"/>
              </a:spcAft>
            </a:pPr>
            <a:r>
              <a:rPr lang="en-US" sz="1000" b="1" dirty="0">
                <a:effectLst/>
                <a:latin typeface="Arial" panose="020B0604020202020204" pitchFamily="34" charset="0"/>
                <a:ea typeface="Times New Roman" panose="02020603050405020304" pitchFamily="18" charset="0"/>
                <a:cs typeface="Segoe UI" panose="020B0502040204020203" pitchFamily="34" charset="0"/>
              </a:rPr>
              <a:t>Lab: </a:t>
            </a:r>
            <a:r>
              <a:rPr lang="en-US" sz="1000" b="0" dirty="0">
                <a:effectLst/>
                <a:latin typeface="Arial" panose="020B0604020202020204" pitchFamily="34" charset="0"/>
                <a:ea typeface="Times New Roman" panose="02020603050405020304" pitchFamily="18" charset="0"/>
                <a:cs typeface="Segoe UI" panose="020B0502040204020203" pitchFamily="34" charset="0"/>
              </a:rPr>
              <a:t>75 minutes</a:t>
            </a:r>
            <a:endParaRPr lang="en-CA" sz="1000" b="1" dirty="0">
              <a:effectLst/>
              <a:latin typeface="Arial" panose="020B0604020202020204" pitchFamily="34" charset="0"/>
              <a:ea typeface="Times New Roman" panose="02020603050405020304" pitchFamily="18" charset="0"/>
              <a:cs typeface="Segoe UI" panose="020B0502040204020203" pitchFamily="34" charset="0"/>
            </a:endParaRPr>
          </a:p>
          <a:p>
            <a:pPr>
              <a:lnSpc>
                <a:spcPct val="107000"/>
              </a:lnSpc>
              <a:spcAft>
                <a:spcPts val="800"/>
              </a:spcAft>
            </a:pPr>
            <a:r>
              <a:rPr lang="en-CA" sz="1000" dirty="0">
                <a:effectLst/>
                <a:latin typeface="Arial" panose="020B0604020202020204" pitchFamily="34" charset="0"/>
                <a:ea typeface="Calibri" panose="020F0502020204030204" pitchFamily="34" charset="0"/>
                <a:cs typeface="Segoe UI" panose="020B0502040204020203" pitchFamily="34" charset="0"/>
              </a:rPr>
              <a:t>After completing this module, students should be able to:</a:t>
            </a:r>
            <a:endParaRPr lang="en-CA" sz="1000" dirty="0">
              <a:effectLst/>
              <a:latin typeface="Arial" panose="020B0604020202020204" pitchFamily="34" charset="0"/>
              <a:ea typeface="Calibri" panose="020F0502020204030204" pitchFamily="34" charset="0"/>
              <a:cs typeface="Times New Roman" panose="02020603050405020304" pitchFamily="18" charset="0"/>
            </a:endParaRPr>
          </a:p>
          <a:p>
            <a:pPr marL="342900" marR="0" lvl="0" indent="-342900">
              <a:lnSpc>
                <a:spcPct val="115000"/>
              </a:lnSpc>
              <a:spcBef>
                <a:spcPts val="0"/>
              </a:spcBef>
              <a:spcAft>
                <a:spcPts val="995"/>
              </a:spcAft>
              <a:buFont typeface="Symbol" panose="05050102010706020507" pitchFamily="18" charset="2"/>
              <a:buChar char=""/>
            </a:pPr>
            <a:r>
              <a:rPr lang="en-US" sz="1000" dirty="0">
                <a:effectLst/>
                <a:latin typeface="Arial" panose="020B0604020202020204" pitchFamily="34" charset="0"/>
                <a:ea typeface="Times New Roman" panose="02020603050405020304" pitchFamily="18" charset="0"/>
                <a:cs typeface="Segoe UI" panose="020B0502040204020203" pitchFamily="34" charset="0"/>
              </a:rPr>
              <a:t>Describe Windows Server</a:t>
            </a:r>
            <a:r>
              <a:rPr lang="en-US" sz="1000" baseline="30000" dirty="0">
                <a:effectLst/>
                <a:latin typeface="Arial" panose="020B0604020202020204" pitchFamily="34" charset="0"/>
                <a:ea typeface="Times New Roman" panose="02020603050405020304" pitchFamily="18" charset="0"/>
                <a:cs typeface="Segoe UI" panose="020B0502040204020203" pitchFamily="34" charset="0"/>
              </a:rPr>
              <a:t>®</a:t>
            </a:r>
            <a:r>
              <a:rPr lang="en-US" sz="1000" dirty="0">
                <a:effectLst/>
                <a:latin typeface="Arial" panose="020B0604020202020204" pitchFamily="34" charset="0"/>
                <a:ea typeface="Times New Roman" panose="02020603050405020304" pitchFamily="18" charset="0"/>
                <a:cs typeface="Segoe UI" panose="020B0502040204020203" pitchFamily="34" charset="0"/>
              </a:rPr>
              <a:t> 2012.</a:t>
            </a:r>
            <a:endParaRPr lang="en-CA" sz="1000" dirty="0">
              <a:effectLst/>
              <a:latin typeface="Arial" panose="020B0604020202020204" pitchFamily="34" charset="0"/>
              <a:ea typeface="Times New Roman" panose="02020603050405020304" pitchFamily="18" charset="0"/>
              <a:cs typeface="Times New Roman" panose="02020603050405020304" pitchFamily="18" charset="0"/>
            </a:endParaRPr>
          </a:p>
          <a:p>
            <a:pPr marL="342900" marR="0" lvl="0" indent="-342900">
              <a:lnSpc>
                <a:spcPct val="115000"/>
              </a:lnSpc>
              <a:spcBef>
                <a:spcPts val="0"/>
              </a:spcBef>
              <a:spcAft>
                <a:spcPts val="995"/>
              </a:spcAft>
              <a:buFont typeface="Symbol" panose="05050102010706020507" pitchFamily="18" charset="2"/>
              <a:buChar char=""/>
            </a:pPr>
            <a:r>
              <a:rPr lang="en-US" sz="1000" dirty="0">
                <a:effectLst/>
                <a:latin typeface="Arial" panose="020B0604020202020204" pitchFamily="34" charset="0"/>
                <a:ea typeface="Times New Roman" panose="02020603050405020304" pitchFamily="18" charset="0"/>
                <a:cs typeface="Segoe UI" panose="020B0502040204020203" pitchFamily="34" charset="0"/>
              </a:rPr>
              <a:t>Install Windows Server 2012.</a:t>
            </a:r>
            <a:endParaRPr lang="en-CA" sz="1000" dirty="0">
              <a:effectLst/>
              <a:latin typeface="Arial" panose="020B0604020202020204" pitchFamily="34" charset="0"/>
              <a:ea typeface="Times New Roman" panose="02020603050405020304" pitchFamily="18" charset="0"/>
              <a:cs typeface="Times New Roman" panose="02020603050405020304" pitchFamily="18" charset="0"/>
            </a:endParaRPr>
          </a:p>
          <a:p>
            <a:pPr marL="342900" marR="0" lvl="0" indent="-342900">
              <a:lnSpc>
                <a:spcPct val="115000"/>
              </a:lnSpc>
              <a:spcBef>
                <a:spcPts val="0"/>
              </a:spcBef>
              <a:spcAft>
                <a:spcPts val="995"/>
              </a:spcAft>
              <a:buFont typeface="Symbol" panose="05050102010706020507" pitchFamily="18" charset="2"/>
              <a:buChar char=""/>
            </a:pPr>
            <a:r>
              <a:rPr lang="en-US" sz="1000" dirty="0">
                <a:effectLst/>
                <a:latin typeface="Arial" panose="020B0604020202020204" pitchFamily="34" charset="0"/>
                <a:ea typeface="Times New Roman" panose="02020603050405020304" pitchFamily="18" charset="0"/>
                <a:cs typeface="Segoe UI" panose="020B0502040204020203" pitchFamily="34" charset="0"/>
              </a:rPr>
              <a:t>Perform post‑installation configuration of Windows Server 2012.</a:t>
            </a:r>
            <a:endParaRPr lang="en-CA" sz="1000" dirty="0">
              <a:effectLst/>
              <a:latin typeface="Arial" panose="020B0604020202020204" pitchFamily="34" charset="0"/>
              <a:ea typeface="Times New Roman" panose="02020603050405020304" pitchFamily="18" charset="0"/>
              <a:cs typeface="Times New Roman" panose="02020603050405020304" pitchFamily="18" charset="0"/>
            </a:endParaRPr>
          </a:p>
          <a:p>
            <a:pPr marL="342900" marR="0" lvl="0" indent="-342900">
              <a:lnSpc>
                <a:spcPct val="115000"/>
              </a:lnSpc>
              <a:spcBef>
                <a:spcPts val="0"/>
              </a:spcBef>
              <a:spcAft>
                <a:spcPts val="995"/>
              </a:spcAft>
              <a:buFont typeface="Symbol" panose="05050102010706020507" pitchFamily="18" charset="2"/>
              <a:buChar char=""/>
            </a:pPr>
            <a:r>
              <a:rPr lang="en-US" sz="1000" dirty="0">
                <a:effectLst/>
                <a:latin typeface="Arial" panose="020B0604020202020204" pitchFamily="34" charset="0"/>
                <a:ea typeface="Times New Roman" panose="02020603050405020304" pitchFamily="18" charset="0"/>
                <a:cs typeface="Segoe UI" panose="020B0502040204020203" pitchFamily="34" charset="0"/>
              </a:rPr>
              <a:t>Describe the management tools available in Windows Server 2012.</a:t>
            </a:r>
            <a:endParaRPr lang="en-CA" sz="1000" dirty="0">
              <a:effectLst/>
              <a:latin typeface="Arial" panose="020B0604020202020204" pitchFamily="34" charset="0"/>
              <a:ea typeface="Times New Roman" panose="02020603050405020304" pitchFamily="18" charset="0"/>
              <a:cs typeface="Times New Roman" panose="02020603050405020304" pitchFamily="18" charset="0"/>
            </a:endParaRPr>
          </a:p>
          <a:p>
            <a:pPr marL="342900" marR="0" lvl="0" indent="-342900">
              <a:lnSpc>
                <a:spcPct val="115000"/>
              </a:lnSpc>
              <a:spcBef>
                <a:spcPts val="0"/>
              </a:spcBef>
              <a:spcAft>
                <a:spcPts val="995"/>
              </a:spcAft>
              <a:buFont typeface="Symbol" panose="05050102010706020507" pitchFamily="18" charset="2"/>
              <a:buChar char=""/>
            </a:pPr>
            <a:r>
              <a:rPr lang="en-US" sz="1000" dirty="0">
                <a:effectLst/>
                <a:latin typeface="Arial" panose="020B0604020202020204" pitchFamily="34" charset="0"/>
                <a:ea typeface="Times New Roman" panose="02020603050405020304" pitchFamily="18" charset="0"/>
                <a:cs typeface="Segoe UI" panose="020B0502040204020203" pitchFamily="34" charset="0"/>
              </a:rPr>
              <a:t>Perform basic administrative tasks with Windows PowerShell</a:t>
            </a:r>
            <a:r>
              <a:rPr lang="en-US" sz="1000" baseline="30000" dirty="0">
                <a:effectLst/>
                <a:latin typeface="Arial" panose="020B0604020202020204" pitchFamily="34" charset="0"/>
                <a:ea typeface="Times New Roman" panose="02020603050405020304" pitchFamily="18" charset="0"/>
                <a:cs typeface="Segoe UI" panose="020B0502040204020203" pitchFamily="34" charset="0"/>
              </a:rPr>
              <a:t>®</a:t>
            </a:r>
            <a:r>
              <a:rPr lang="en-US" sz="1000" dirty="0">
                <a:effectLst/>
                <a:latin typeface="Arial" panose="020B0604020202020204" pitchFamily="34" charset="0"/>
                <a:ea typeface="Times New Roman" panose="02020603050405020304" pitchFamily="18" charset="0"/>
                <a:cs typeface="Segoe UI" panose="020B0502040204020203" pitchFamily="34" charset="0"/>
              </a:rPr>
              <a:t>.</a:t>
            </a:r>
            <a:endParaRPr lang="en-CA" sz="1000" dirty="0">
              <a:effectLst/>
              <a:latin typeface="Arial" panose="020B0604020202020204" pitchFamily="34" charset="0"/>
              <a:ea typeface="Times New Roman" panose="02020603050405020304" pitchFamily="18" charset="0"/>
              <a:cs typeface="Times New Roman" panose="02020603050405020304" pitchFamily="18" charset="0"/>
            </a:endParaRPr>
          </a:p>
          <a:p>
            <a:pPr>
              <a:lnSpc>
                <a:spcPts val="1300"/>
              </a:lnSpc>
              <a:spcBef>
                <a:spcPts val="900"/>
              </a:spcBef>
              <a:spcAft>
                <a:spcPts val="300"/>
              </a:spcAft>
            </a:pPr>
            <a:r>
              <a:rPr lang="en-US" sz="1000" b="1" dirty="0">
                <a:effectLst/>
                <a:latin typeface="Arial" panose="020B0604020202020204" pitchFamily="34" charset="0"/>
                <a:ea typeface="Times New Roman" panose="02020603050405020304" pitchFamily="18" charset="0"/>
                <a:cs typeface="Segoe UI" panose="020B0502040204020203" pitchFamily="34" charset="0"/>
              </a:rPr>
              <a:t>Required Materials</a:t>
            </a:r>
            <a:endParaRPr lang="en-CA" sz="1000" b="1" dirty="0">
              <a:effectLst/>
              <a:latin typeface="Arial" panose="020B0604020202020204" pitchFamily="34" charset="0"/>
              <a:ea typeface="Times New Roman" panose="02020603050405020304" pitchFamily="18" charset="0"/>
              <a:cs typeface="Segoe UI" panose="020B0502040204020203" pitchFamily="34" charset="0"/>
            </a:endParaRPr>
          </a:p>
          <a:p>
            <a:pPr>
              <a:lnSpc>
                <a:spcPct val="107000"/>
              </a:lnSpc>
              <a:spcAft>
                <a:spcPts val="800"/>
              </a:spcAft>
            </a:pPr>
            <a:r>
              <a:rPr lang="en-CA" sz="1000" dirty="0">
                <a:effectLst/>
                <a:latin typeface="Arial" panose="020B0604020202020204" pitchFamily="34" charset="0"/>
                <a:ea typeface="Calibri" panose="020F0502020204030204" pitchFamily="34" charset="0"/>
                <a:cs typeface="Segoe UI" panose="020B0502040204020203" pitchFamily="34" charset="0"/>
              </a:rPr>
              <a:t>To teach this module, you need the Microsoft</a:t>
            </a:r>
            <a:r>
              <a:rPr lang="en-CA" sz="1000" baseline="30000" dirty="0">
                <a:effectLst/>
                <a:latin typeface="Arial" panose="020B0604020202020204" pitchFamily="34" charset="0"/>
                <a:ea typeface="Calibri" panose="020F0502020204030204" pitchFamily="34" charset="0"/>
                <a:cs typeface="Segoe UI" panose="020B0502040204020203" pitchFamily="34" charset="0"/>
              </a:rPr>
              <a:t>®</a:t>
            </a:r>
            <a:r>
              <a:rPr lang="en-CA" sz="1000" dirty="0">
                <a:effectLst/>
                <a:latin typeface="Arial" panose="020B0604020202020204" pitchFamily="34" charset="0"/>
                <a:ea typeface="Calibri" panose="020F0502020204030204" pitchFamily="34" charset="0"/>
                <a:cs typeface="Segoe UI" panose="020B0502040204020203" pitchFamily="34" charset="0"/>
              </a:rPr>
              <a:t> Office PowerPoint</a:t>
            </a:r>
            <a:r>
              <a:rPr lang="en-CA" sz="1000" baseline="30000" dirty="0">
                <a:effectLst/>
                <a:latin typeface="Arial" panose="020B0604020202020204" pitchFamily="34" charset="0"/>
                <a:ea typeface="Calibri" panose="020F0502020204030204" pitchFamily="34" charset="0"/>
                <a:cs typeface="Segoe UI" panose="020B0502040204020203" pitchFamily="34" charset="0"/>
              </a:rPr>
              <a:t>®</a:t>
            </a:r>
            <a:r>
              <a:rPr lang="en-CA" sz="1000" dirty="0">
                <a:effectLst/>
                <a:latin typeface="Arial" panose="020B0604020202020204" pitchFamily="34" charset="0"/>
                <a:ea typeface="Calibri" panose="020F0502020204030204" pitchFamily="34" charset="0"/>
                <a:cs typeface="Segoe UI" panose="020B0502040204020203" pitchFamily="34" charset="0"/>
              </a:rPr>
              <a:t> file 20410D_01.pptx.</a:t>
            </a:r>
            <a:endParaRPr lang="en-CA" sz="1000" dirty="0">
              <a:effectLst/>
              <a:latin typeface="Arial" panose="020B060402020202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CA" sz="1000" b="1" dirty="0">
                <a:effectLst/>
                <a:latin typeface="Arial" panose="020B0604020202020204" pitchFamily="34" charset="0"/>
                <a:ea typeface="Calibri" panose="020F0502020204030204" pitchFamily="34" charset="0"/>
                <a:cs typeface="Times New Roman" panose="02020603050405020304" pitchFamily="18" charset="0"/>
              </a:rPr>
              <a:t>Important</a:t>
            </a:r>
            <a:r>
              <a:rPr lang="en-CA" sz="1000" dirty="0">
                <a:effectLst/>
                <a:latin typeface="Arial" panose="020B0604020202020204" pitchFamily="34" charset="0"/>
                <a:ea typeface="Calibri" panose="020F0502020204030204" pitchFamily="34" charset="0"/>
                <a:cs typeface="Segoe UI" panose="020B0502040204020203" pitchFamily="34" charset="0"/>
              </a:rPr>
              <a:t>: We recommend that you use Office PowerPoint 2007 or a newer version to display the slides for this course. If you use PowerPoint Viewer or an older version of Office PowerPoint, all the features of the slides might not display correctly.</a:t>
            </a:r>
            <a:endParaRPr lang="en-CA" sz="1000" dirty="0">
              <a:effectLst/>
              <a:latin typeface="Arial" panose="020B0604020202020204" pitchFamily="34" charset="0"/>
              <a:ea typeface="Calibri" panose="020F0502020204030204" pitchFamily="34" charset="0"/>
              <a:cs typeface="Times New Roman" panose="02020603050405020304" pitchFamily="18" charset="0"/>
            </a:endParaRPr>
          </a:p>
          <a:p>
            <a:pPr>
              <a:lnSpc>
                <a:spcPts val="1300"/>
              </a:lnSpc>
              <a:spcBef>
                <a:spcPts val="900"/>
              </a:spcBef>
              <a:spcAft>
                <a:spcPts val="300"/>
              </a:spcAft>
            </a:pPr>
            <a:r>
              <a:rPr lang="en-US" sz="1000" b="1" dirty="0">
                <a:effectLst/>
                <a:latin typeface="Arial" panose="020B0604020202020204" pitchFamily="34" charset="0"/>
                <a:ea typeface="Times New Roman" panose="02020603050405020304" pitchFamily="18" charset="0"/>
                <a:cs typeface="Segoe UI" panose="020B0502040204020203" pitchFamily="34" charset="0"/>
              </a:rPr>
              <a:t>Preparation Tasks</a:t>
            </a:r>
            <a:endParaRPr lang="en-CA" sz="1000" b="1" dirty="0">
              <a:effectLst/>
              <a:latin typeface="Arial" panose="020B0604020202020204" pitchFamily="34" charset="0"/>
              <a:ea typeface="Times New Roman" panose="02020603050405020304" pitchFamily="18" charset="0"/>
              <a:cs typeface="Segoe UI" panose="020B0502040204020203" pitchFamily="34" charset="0"/>
            </a:endParaRPr>
          </a:p>
          <a:p>
            <a:pPr>
              <a:lnSpc>
                <a:spcPct val="107000"/>
              </a:lnSpc>
              <a:spcAft>
                <a:spcPts val="800"/>
              </a:spcAft>
            </a:pPr>
            <a:r>
              <a:rPr lang="en-CA" sz="1000" dirty="0">
                <a:effectLst/>
                <a:latin typeface="Arial" panose="020B0604020202020204" pitchFamily="34" charset="0"/>
                <a:ea typeface="Calibri" panose="020F0502020204030204" pitchFamily="34" charset="0"/>
                <a:cs typeface="Segoe UI" panose="020B0502040204020203" pitchFamily="34" charset="0"/>
              </a:rPr>
              <a:t>To prepare for this module:</a:t>
            </a:r>
            <a:endParaRPr lang="en-CA" sz="1000" dirty="0">
              <a:effectLst/>
              <a:latin typeface="Arial" panose="020B0604020202020204" pitchFamily="34" charset="0"/>
              <a:ea typeface="Calibri" panose="020F0502020204030204" pitchFamily="34" charset="0"/>
              <a:cs typeface="Times New Roman" panose="02020603050405020304" pitchFamily="18" charset="0"/>
            </a:endParaRPr>
          </a:p>
          <a:p>
            <a:pPr marL="342900" marR="0" lvl="0" indent="-342900">
              <a:lnSpc>
                <a:spcPct val="115000"/>
              </a:lnSpc>
              <a:spcBef>
                <a:spcPts val="0"/>
              </a:spcBef>
              <a:spcAft>
                <a:spcPts val="995"/>
              </a:spcAft>
              <a:buFont typeface="Symbol" panose="05050102010706020507" pitchFamily="18" charset="2"/>
              <a:buChar char=""/>
            </a:pPr>
            <a:r>
              <a:rPr lang="en-CA" sz="1000" dirty="0">
                <a:effectLst/>
                <a:latin typeface="Arial" panose="020B0604020202020204" pitchFamily="34" charset="0"/>
                <a:ea typeface="Times New Roman" panose="02020603050405020304" pitchFamily="18" charset="0"/>
                <a:cs typeface="Segoe UI" panose="020B0502040204020203" pitchFamily="34" charset="0"/>
              </a:rPr>
              <a:t>Read all of the materials for this module.</a:t>
            </a:r>
            <a:endParaRPr lang="en-CA" sz="1000" dirty="0">
              <a:effectLst/>
              <a:latin typeface="Arial" panose="020B0604020202020204" pitchFamily="34" charset="0"/>
            </a:endParaRPr>
          </a:p>
          <a:p>
            <a:pPr marL="342900" marR="0" lvl="0" indent="-342900">
              <a:lnSpc>
                <a:spcPct val="115000"/>
              </a:lnSpc>
              <a:spcBef>
                <a:spcPts val="0"/>
              </a:spcBef>
              <a:spcAft>
                <a:spcPts val="995"/>
              </a:spcAft>
              <a:buFont typeface="Symbol" panose="05050102010706020507" pitchFamily="18" charset="2"/>
              <a:buChar char=""/>
            </a:pPr>
            <a:r>
              <a:rPr lang="en-CA" sz="1000" dirty="0">
                <a:effectLst/>
                <a:latin typeface="Arial" panose="020B0604020202020204" pitchFamily="34" charset="0"/>
                <a:ea typeface="Times New Roman" panose="02020603050405020304" pitchFamily="18" charset="0"/>
                <a:cs typeface="Segoe UI" panose="020B0502040204020203" pitchFamily="34" charset="0"/>
              </a:rPr>
              <a:t>Practice performing the lab exercises.</a:t>
            </a:r>
            <a:endParaRPr lang="en-CA" sz="1000" dirty="0">
              <a:effectLst/>
              <a:latin typeface="Arial" panose="020B0604020202020204" pitchFamily="34" charset="0"/>
            </a:endParaRPr>
          </a:p>
          <a:p>
            <a:pPr marL="342900" marR="0" lvl="0" indent="-342900">
              <a:lnSpc>
                <a:spcPct val="115000"/>
              </a:lnSpc>
              <a:spcBef>
                <a:spcPts val="0"/>
              </a:spcBef>
              <a:spcAft>
                <a:spcPts val="995"/>
              </a:spcAft>
              <a:buFont typeface="Symbol" panose="05050102010706020507" pitchFamily="18" charset="2"/>
              <a:buChar char=""/>
            </a:pPr>
            <a:r>
              <a:rPr lang="en-CA" sz="1000" dirty="0">
                <a:effectLst/>
                <a:latin typeface="Arial" panose="020B0604020202020204" pitchFamily="34" charset="0"/>
                <a:ea typeface="Times New Roman" panose="02020603050405020304" pitchFamily="18" charset="0"/>
                <a:cs typeface="Segoe UI" panose="020B0502040204020203" pitchFamily="34" charset="0"/>
              </a:rPr>
              <a:t>Work through the Module Review and Takeaways section, and determine how you will use this section to reinforce student learning and promote knowledge transfer to on‑the‑job performance.</a:t>
            </a:r>
            <a:endParaRPr lang="en-CA" sz="1000" dirty="0">
              <a:effectLst/>
              <a:latin typeface="Arial" panose="020B0604020202020204" pitchFamily="34" charset="0"/>
            </a:endParaRPr>
          </a:p>
        </p:txBody>
      </p:sp>
      <p:sp>
        <p:nvSpPr>
          <p:cNvPr id="4" name="Slide Number Placeholder 3"/>
          <p:cNvSpPr>
            <a:spLocks noGrp="1"/>
          </p:cNvSpPr>
          <p:nvPr>
            <p:ph type="sldNum" sz="quarter" idx="10"/>
          </p:nvPr>
        </p:nvSpPr>
        <p:spPr/>
        <p:txBody>
          <a:bodyPr/>
          <a:lstStyle/>
          <a:p>
            <a:fld id="{B6A1F45A-45A6-418F-ABA5-EC8D7307846F}" type="slidenum">
              <a:rPr lang="en-CA" smtClean="0"/>
              <a:t>1</a:t>
            </a:fld>
            <a:endParaRPr lang="en-CA"/>
          </a:p>
        </p:txBody>
      </p:sp>
      <p:sp>
        <p:nvSpPr>
          <p:cNvPr id="5" name="Rectangle 4"/>
          <p:cNvSpPr/>
          <p:nvPr/>
        </p:nvSpPr>
        <p:spPr>
          <a:xfrm>
            <a:off x="0" y="0"/>
            <a:ext cx="3038475" cy="222250"/>
          </a:xfrm>
          <a:prstGeom prst="rect">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a:solidFill>
                  <a:srgbClr val="000000"/>
                </a:solidFill>
                <a:latin typeface="Arial" panose="020B0604020202020204" pitchFamily="34" charset="0"/>
              </a:rPr>
              <a:t>20410D</a:t>
            </a:r>
          </a:p>
        </p:txBody>
      </p:sp>
      <p:sp>
        <p:nvSpPr>
          <p:cNvPr id="6" name="Rectangle 5"/>
          <p:cNvSpPr/>
          <p:nvPr/>
        </p:nvSpPr>
        <p:spPr>
          <a:xfrm>
            <a:off x="0" y="238125"/>
            <a:ext cx="3038475" cy="347663"/>
          </a:xfrm>
          <a:prstGeom prst="rect">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a:solidFill>
                  <a:srgbClr val="336699"/>
                </a:solidFill>
                <a:latin typeface="Arial" panose="020B0604020202020204" pitchFamily="34" charset="0"/>
              </a:rPr>
              <a:t>1: Deploying and Managing Windows Server 2012</a:t>
            </a:r>
          </a:p>
        </p:txBody>
      </p:sp>
    </p:spTree>
    <p:extLst>
      <p:ext uri="{BB962C8B-B14F-4D97-AF65-F5344CB8AC3E}">
        <p14:creationId xmlns:p14="http://schemas.microsoft.com/office/powerpoint/2010/main" val="155204974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938" y="73025"/>
            <a:ext cx="2466975" cy="1851025"/>
          </a:xfrm>
        </p:spPr>
      </p:sp>
      <p:sp>
        <p:nvSpPr>
          <p:cNvPr id="3" name="Notes Placeholder 2"/>
          <p:cNvSpPr>
            <a:spLocks noGrp="1"/>
          </p:cNvSpPr>
          <p:nvPr>
            <p:ph type="body" idx="1"/>
          </p:nvPr>
        </p:nvSpPr>
        <p:spPr>
          <a:xfrm>
            <a:off x="310896" y="2093976"/>
            <a:ext cx="6153912" cy="6604000"/>
          </a:xfrm>
        </p:spPr>
        <p:txBody>
          <a:bodyPr>
            <a:noAutofit/>
          </a:bodyPr>
          <a:lstStyle/>
          <a:p>
            <a:pPr>
              <a:lnSpc>
                <a:spcPct val="107000"/>
              </a:lnSpc>
              <a:spcAft>
                <a:spcPts val="800"/>
              </a:spcAft>
            </a:pPr>
            <a:r>
              <a:rPr lang="en-CA" sz="1000" dirty="0">
                <a:effectLst/>
                <a:latin typeface="Arial" panose="020B0604020202020204" pitchFamily="34" charset="0"/>
                <a:ea typeface="Calibri" panose="020F0502020204030204" pitchFamily="34" charset="0"/>
                <a:cs typeface="Segoe UI" panose="020B0502040204020203" pitchFamily="34" charset="0"/>
              </a:rPr>
              <a:t>This module introduces students to the editions of Windows Server 2012 and the new Windows Server 2012 management tools; and teaches them how to install Windows Server 2012, how to perform post-deployment tasks, and how to perform basic administrative tasks.</a:t>
            </a:r>
            <a:endParaRPr lang="en-CA" sz="1000" dirty="0">
              <a:effectLst/>
              <a:latin typeface="Arial" panose="020B060402020202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CA" sz="1000" dirty="0">
                <a:effectLst/>
                <a:latin typeface="Arial" panose="020B0604020202020204" pitchFamily="34" charset="0"/>
                <a:ea typeface="Calibri" panose="020F0502020204030204" pitchFamily="34" charset="0"/>
                <a:cs typeface="Segoe UI" panose="020B0502040204020203" pitchFamily="34" charset="0"/>
              </a:rPr>
              <a:t>Point out to students that, in this course, references to Windows Server 2012 mean both Windows Server and Windows Server 2012 R2. If Windows Server 2012 R2 is specifically mentioned, the reference is only for Windows Server 2012 R2 (for example, for upgrades).</a:t>
            </a:r>
            <a:endParaRPr lang="en-CA" sz="1000" dirty="0">
              <a:effectLst/>
              <a:latin typeface="Arial" panose="020B0604020202020204" pitchFamily="34" charset="0"/>
              <a:ea typeface="Calibri" panose="020F0502020204030204" pitchFamily="34" charset="0"/>
              <a:cs typeface="Times New Roman" panose="02020603050405020304" pitchFamily="18" charset="0"/>
            </a:endParaRPr>
          </a:p>
        </p:txBody>
      </p:sp>
      <p:sp>
        <p:nvSpPr>
          <p:cNvPr id="4" name="Slide Number Placeholder 3"/>
          <p:cNvSpPr>
            <a:spLocks noGrp="1"/>
          </p:cNvSpPr>
          <p:nvPr>
            <p:ph type="sldNum" sz="quarter" idx="10"/>
          </p:nvPr>
        </p:nvSpPr>
        <p:spPr/>
        <p:txBody>
          <a:bodyPr/>
          <a:lstStyle/>
          <a:p>
            <a:fld id="{B6A1F45A-45A6-418F-ABA5-EC8D7307846F}" type="slidenum">
              <a:rPr lang="en-CA" smtClean="0"/>
              <a:t>2</a:t>
            </a:fld>
            <a:endParaRPr lang="en-CA"/>
          </a:p>
        </p:txBody>
      </p:sp>
      <p:sp>
        <p:nvSpPr>
          <p:cNvPr id="5" name="Rectangle 4"/>
          <p:cNvSpPr/>
          <p:nvPr/>
        </p:nvSpPr>
        <p:spPr>
          <a:xfrm>
            <a:off x="0" y="0"/>
            <a:ext cx="3038475" cy="222250"/>
          </a:xfrm>
          <a:prstGeom prst="rect">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a:solidFill>
                  <a:srgbClr val="000000"/>
                </a:solidFill>
                <a:latin typeface="Arial" panose="020B0604020202020204" pitchFamily="34" charset="0"/>
              </a:rPr>
              <a:t>20410D</a:t>
            </a:r>
          </a:p>
        </p:txBody>
      </p:sp>
      <p:sp>
        <p:nvSpPr>
          <p:cNvPr id="6" name="Rectangle 5"/>
          <p:cNvSpPr/>
          <p:nvPr/>
        </p:nvSpPr>
        <p:spPr>
          <a:xfrm>
            <a:off x="0" y="238125"/>
            <a:ext cx="3038475" cy="347663"/>
          </a:xfrm>
          <a:prstGeom prst="rect">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a:solidFill>
                  <a:srgbClr val="336699"/>
                </a:solidFill>
                <a:latin typeface="Arial" panose="020B0604020202020204" pitchFamily="34" charset="0"/>
              </a:rPr>
              <a:t>1: Deploying and Managing Windows Server 2012</a:t>
            </a:r>
          </a:p>
        </p:txBody>
      </p:sp>
    </p:spTree>
    <p:extLst>
      <p:ext uri="{BB962C8B-B14F-4D97-AF65-F5344CB8AC3E}">
        <p14:creationId xmlns:p14="http://schemas.microsoft.com/office/powerpoint/2010/main" val="393548323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112" y="73152"/>
            <a:ext cx="2468880" cy="1851660"/>
          </a:xfrm>
        </p:spPr>
      </p:sp>
      <p:sp>
        <p:nvSpPr>
          <p:cNvPr id="3" name="Notes Placeholder 2"/>
          <p:cNvSpPr>
            <a:spLocks noGrp="1"/>
          </p:cNvSpPr>
          <p:nvPr>
            <p:ph type="body" idx="1"/>
          </p:nvPr>
        </p:nvSpPr>
        <p:spPr>
          <a:xfrm>
            <a:off x="310896" y="2093975"/>
            <a:ext cx="6153912" cy="6604000"/>
          </a:xfrm>
        </p:spPr>
        <p:txBody>
          <a:bodyPr>
            <a:noAutofit/>
          </a:bodyPr>
          <a:lstStyle/>
          <a:p>
            <a:pPr>
              <a:lnSpc>
                <a:spcPct val="107000"/>
              </a:lnSpc>
              <a:spcAft>
                <a:spcPts val="800"/>
              </a:spcAft>
            </a:pPr>
            <a:r>
              <a:rPr lang="en-CA" sz="1000">
                <a:effectLst/>
                <a:latin typeface="Arial" panose="020B0604020202020204" pitchFamily="34" charset="0"/>
                <a:ea typeface="Calibri" panose="020F0502020204030204" pitchFamily="34" charset="0"/>
                <a:cs typeface="Times New Roman" panose="02020603050405020304" pitchFamily="18" charset="0"/>
              </a:rPr>
              <a:t> </a:t>
            </a:r>
          </a:p>
        </p:txBody>
      </p:sp>
      <p:sp>
        <p:nvSpPr>
          <p:cNvPr id="4" name="Slide Number Placeholder 3"/>
          <p:cNvSpPr>
            <a:spLocks noGrp="1"/>
          </p:cNvSpPr>
          <p:nvPr>
            <p:ph type="sldNum" sz="quarter" idx="10"/>
          </p:nvPr>
        </p:nvSpPr>
        <p:spPr/>
        <p:txBody>
          <a:bodyPr/>
          <a:lstStyle/>
          <a:p>
            <a:fld id="{B6A1F45A-45A6-418F-ABA5-EC8D7307846F}" type="slidenum">
              <a:rPr lang="en-CA" smtClean="0"/>
              <a:t>3</a:t>
            </a:fld>
            <a:endParaRPr lang="en-CA"/>
          </a:p>
        </p:txBody>
      </p:sp>
      <p:sp>
        <p:nvSpPr>
          <p:cNvPr id="5" name="Rectangle 4"/>
          <p:cNvSpPr/>
          <p:nvPr/>
        </p:nvSpPr>
        <p:spPr>
          <a:xfrm>
            <a:off x="0" y="0"/>
            <a:ext cx="3038475" cy="222250"/>
          </a:xfrm>
          <a:prstGeom prst="rect">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a:solidFill>
                  <a:srgbClr val="000000"/>
                </a:solidFill>
                <a:latin typeface="Arial" panose="020B0604020202020204" pitchFamily="34" charset="0"/>
              </a:rPr>
              <a:t>20410D</a:t>
            </a:r>
          </a:p>
        </p:txBody>
      </p:sp>
      <p:sp>
        <p:nvSpPr>
          <p:cNvPr id="6" name="Rectangle 5"/>
          <p:cNvSpPr/>
          <p:nvPr/>
        </p:nvSpPr>
        <p:spPr>
          <a:xfrm>
            <a:off x="0" y="238125"/>
            <a:ext cx="3038475" cy="347663"/>
          </a:xfrm>
          <a:prstGeom prst="rect">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a:solidFill>
                  <a:srgbClr val="336699"/>
                </a:solidFill>
                <a:latin typeface="Arial" panose="020B0604020202020204" pitchFamily="34" charset="0"/>
              </a:rPr>
              <a:t>1: Deploying and Managing Windows Server 2012</a:t>
            </a:r>
          </a:p>
        </p:txBody>
      </p:sp>
    </p:spTree>
    <p:extLst>
      <p:ext uri="{BB962C8B-B14F-4D97-AF65-F5344CB8AC3E}">
        <p14:creationId xmlns:p14="http://schemas.microsoft.com/office/powerpoint/2010/main" val="332353216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112" y="73152"/>
            <a:ext cx="2468880" cy="1851660"/>
          </a:xfrm>
        </p:spPr>
      </p:sp>
      <p:sp>
        <p:nvSpPr>
          <p:cNvPr id="3" name="Notes Placeholder 2"/>
          <p:cNvSpPr>
            <a:spLocks noGrp="1"/>
          </p:cNvSpPr>
          <p:nvPr>
            <p:ph type="body" idx="1"/>
          </p:nvPr>
        </p:nvSpPr>
        <p:spPr>
          <a:xfrm>
            <a:off x="310896" y="2093976"/>
            <a:ext cx="6153912" cy="6604000"/>
          </a:xfrm>
        </p:spPr>
        <p:txBody>
          <a:bodyPr>
            <a:noAutofit/>
          </a:bodyPr>
          <a:lstStyle/>
          <a:p>
            <a:pPr>
              <a:lnSpc>
                <a:spcPct val="107000"/>
              </a:lnSpc>
              <a:spcAft>
                <a:spcPts val="800"/>
              </a:spcAft>
            </a:pPr>
            <a:r>
              <a:rPr lang="en-CA" sz="1000">
                <a:effectLst/>
                <a:latin typeface="Arial" panose="020B0604020202020204" pitchFamily="34" charset="0"/>
                <a:ea typeface="Calibri" panose="020F0502020204030204" pitchFamily="34" charset="0"/>
                <a:cs typeface="Segoe UI" panose="020B0502040204020203" pitchFamily="34" charset="0"/>
              </a:rPr>
              <a:t>Describe for students the type of environment in which they would deploy each edition, and why they should not use the Windows Server 2012 R2 Standard edition as a “one size fits all” solution. Ensure that they understand the difference between the standard and datacenter editions.</a:t>
            </a:r>
            <a:endParaRPr lang="en-CA" sz="1000">
              <a:effectLst/>
              <a:latin typeface="Arial" panose="020B0604020202020204" pitchFamily="34" charset="0"/>
              <a:ea typeface="Calibri" panose="020F0502020204030204" pitchFamily="34" charset="0"/>
              <a:cs typeface="Times New Roman" panose="02020603050405020304" pitchFamily="18" charset="0"/>
            </a:endParaRPr>
          </a:p>
        </p:txBody>
      </p:sp>
      <p:sp>
        <p:nvSpPr>
          <p:cNvPr id="4" name="Slide Number Placeholder 3"/>
          <p:cNvSpPr>
            <a:spLocks noGrp="1"/>
          </p:cNvSpPr>
          <p:nvPr>
            <p:ph type="sldNum" sz="quarter" idx="10"/>
          </p:nvPr>
        </p:nvSpPr>
        <p:spPr/>
        <p:txBody>
          <a:bodyPr/>
          <a:lstStyle/>
          <a:p>
            <a:fld id="{B6A1F45A-45A6-418F-ABA5-EC8D7307846F}" type="slidenum">
              <a:rPr lang="en-CA" smtClean="0"/>
              <a:t>4</a:t>
            </a:fld>
            <a:endParaRPr lang="en-CA"/>
          </a:p>
        </p:txBody>
      </p:sp>
      <p:sp>
        <p:nvSpPr>
          <p:cNvPr id="5" name="Rectangle 4"/>
          <p:cNvSpPr/>
          <p:nvPr/>
        </p:nvSpPr>
        <p:spPr>
          <a:xfrm>
            <a:off x="0" y="0"/>
            <a:ext cx="3038475" cy="222250"/>
          </a:xfrm>
          <a:prstGeom prst="rect">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a:solidFill>
                  <a:srgbClr val="000000"/>
                </a:solidFill>
                <a:latin typeface="Arial" panose="020B0604020202020204" pitchFamily="34" charset="0"/>
              </a:rPr>
              <a:t>20410D</a:t>
            </a:r>
          </a:p>
        </p:txBody>
      </p:sp>
      <p:sp>
        <p:nvSpPr>
          <p:cNvPr id="6" name="Rectangle 5"/>
          <p:cNvSpPr/>
          <p:nvPr/>
        </p:nvSpPr>
        <p:spPr>
          <a:xfrm>
            <a:off x="0" y="238125"/>
            <a:ext cx="3038475" cy="347663"/>
          </a:xfrm>
          <a:prstGeom prst="rect">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a:solidFill>
                  <a:srgbClr val="336699"/>
                </a:solidFill>
                <a:latin typeface="Arial" panose="020B0604020202020204" pitchFamily="34" charset="0"/>
              </a:rPr>
              <a:t>1: Deploying and Managing Windows Server 2012</a:t>
            </a:r>
          </a:p>
        </p:txBody>
      </p:sp>
    </p:spTree>
    <p:extLst>
      <p:ext uri="{BB962C8B-B14F-4D97-AF65-F5344CB8AC3E}">
        <p14:creationId xmlns:p14="http://schemas.microsoft.com/office/powerpoint/2010/main" val="361043197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112" y="73152"/>
            <a:ext cx="2468880" cy="1851660"/>
          </a:xfrm>
        </p:spPr>
      </p:sp>
      <p:sp>
        <p:nvSpPr>
          <p:cNvPr id="3" name="Notes Placeholder 2"/>
          <p:cNvSpPr>
            <a:spLocks noGrp="1"/>
          </p:cNvSpPr>
          <p:nvPr>
            <p:ph type="body" idx="1"/>
          </p:nvPr>
        </p:nvSpPr>
        <p:spPr>
          <a:xfrm>
            <a:off x="310896" y="2093976"/>
            <a:ext cx="6153912" cy="6604000"/>
          </a:xfrm>
        </p:spPr>
        <p:txBody>
          <a:bodyPr>
            <a:noAutofit/>
          </a:bodyPr>
          <a:lstStyle/>
          <a:p>
            <a:pPr>
              <a:lnSpc>
                <a:spcPct val="107000"/>
              </a:lnSpc>
              <a:spcAft>
                <a:spcPts val="800"/>
              </a:spcAft>
            </a:pPr>
            <a:r>
              <a:rPr lang="en-CA" sz="1000">
                <a:effectLst/>
                <a:latin typeface="Arial" panose="020B0604020202020204" pitchFamily="34" charset="0"/>
                <a:ea typeface="Calibri" panose="020F0502020204030204" pitchFamily="34" charset="0"/>
                <a:cs typeface="Segoe UI" panose="020B0502040204020203" pitchFamily="34" charset="0"/>
              </a:rPr>
              <a:t>Inform students that they can run remote administration tools from client computers that are running appropriate editions of the Windows</a:t>
            </a:r>
            <a:r>
              <a:rPr lang="en-CA" sz="1000" baseline="30000">
                <a:effectLst/>
                <a:latin typeface="Arial" panose="020B0604020202020204" pitchFamily="34" charset="0"/>
                <a:ea typeface="Calibri" panose="020F0502020204030204" pitchFamily="34" charset="0"/>
                <a:cs typeface="Segoe UI" panose="020B0502040204020203" pitchFamily="34" charset="0"/>
              </a:rPr>
              <a:t>®</a:t>
            </a:r>
            <a:r>
              <a:rPr lang="en-CA" sz="1000">
                <a:effectLst/>
                <a:latin typeface="Arial" panose="020B0604020202020204" pitchFamily="34" charset="0"/>
                <a:ea typeface="Calibri" panose="020F0502020204030204" pitchFamily="34" charset="0"/>
                <a:cs typeface="Segoe UI" panose="020B0502040204020203" pitchFamily="34" charset="0"/>
              </a:rPr>
              <a:t> 7 and Windows 8.1 operating systems.</a:t>
            </a:r>
            <a:endParaRPr lang="en-CA" sz="1000">
              <a:effectLst/>
              <a:latin typeface="Arial" panose="020B0604020202020204" pitchFamily="34" charset="0"/>
              <a:ea typeface="Calibri" panose="020F0502020204030204" pitchFamily="34" charset="0"/>
              <a:cs typeface="Times New Roman" panose="02020603050405020304" pitchFamily="18" charset="0"/>
            </a:endParaRPr>
          </a:p>
        </p:txBody>
      </p:sp>
      <p:sp>
        <p:nvSpPr>
          <p:cNvPr id="4" name="Slide Number Placeholder 3"/>
          <p:cNvSpPr>
            <a:spLocks noGrp="1"/>
          </p:cNvSpPr>
          <p:nvPr>
            <p:ph type="sldNum" sz="quarter" idx="10"/>
          </p:nvPr>
        </p:nvSpPr>
        <p:spPr/>
        <p:txBody>
          <a:bodyPr/>
          <a:lstStyle/>
          <a:p>
            <a:fld id="{B6A1F45A-45A6-418F-ABA5-EC8D7307846F}" type="slidenum">
              <a:rPr lang="en-CA" smtClean="0"/>
              <a:t>5</a:t>
            </a:fld>
            <a:endParaRPr lang="en-CA"/>
          </a:p>
        </p:txBody>
      </p:sp>
      <p:sp>
        <p:nvSpPr>
          <p:cNvPr id="5" name="Rectangle 4"/>
          <p:cNvSpPr/>
          <p:nvPr/>
        </p:nvSpPr>
        <p:spPr>
          <a:xfrm>
            <a:off x="0" y="0"/>
            <a:ext cx="3038475" cy="222250"/>
          </a:xfrm>
          <a:prstGeom prst="rect">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a:solidFill>
                  <a:srgbClr val="000000"/>
                </a:solidFill>
                <a:latin typeface="Arial" panose="020B0604020202020204" pitchFamily="34" charset="0"/>
              </a:rPr>
              <a:t>20410D</a:t>
            </a:r>
          </a:p>
        </p:txBody>
      </p:sp>
      <p:sp>
        <p:nvSpPr>
          <p:cNvPr id="6" name="Rectangle 5"/>
          <p:cNvSpPr/>
          <p:nvPr/>
        </p:nvSpPr>
        <p:spPr>
          <a:xfrm>
            <a:off x="0" y="238125"/>
            <a:ext cx="3038475" cy="347663"/>
          </a:xfrm>
          <a:prstGeom prst="rect">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a:solidFill>
                  <a:srgbClr val="336699"/>
                </a:solidFill>
                <a:latin typeface="Arial" panose="020B0604020202020204" pitchFamily="34" charset="0"/>
              </a:rPr>
              <a:t>1: Deploying and Managing Windows Server 2012</a:t>
            </a:r>
          </a:p>
        </p:txBody>
      </p:sp>
    </p:spTree>
    <p:extLst>
      <p:ext uri="{BB962C8B-B14F-4D97-AF65-F5344CB8AC3E}">
        <p14:creationId xmlns:p14="http://schemas.microsoft.com/office/powerpoint/2010/main" val="300615854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112" y="73152"/>
            <a:ext cx="2468880" cy="1851660"/>
          </a:xfrm>
        </p:spPr>
      </p:sp>
      <p:sp>
        <p:nvSpPr>
          <p:cNvPr id="3" name="Notes Placeholder 2"/>
          <p:cNvSpPr>
            <a:spLocks noGrp="1"/>
          </p:cNvSpPr>
          <p:nvPr>
            <p:ph type="body" idx="1"/>
          </p:nvPr>
        </p:nvSpPr>
        <p:spPr>
          <a:xfrm>
            <a:off x="310896" y="2093976"/>
            <a:ext cx="6153912" cy="6604000"/>
          </a:xfrm>
        </p:spPr>
        <p:txBody>
          <a:bodyPr>
            <a:noAutofit/>
          </a:bodyPr>
          <a:lstStyle/>
          <a:p>
            <a:pPr>
              <a:lnSpc>
                <a:spcPct val="107000"/>
              </a:lnSpc>
              <a:spcAft>
                <a:spcPts val="800"/>
              </a:spcAft>
            </a:pPr>
            <a:r>
              <a:rPr lang="en-CA" sz="1000">
                <a:effectLst/>
                <a:latin typeface="Arial" panose="020B0604020202020204" pitchFamily="34" charset="0"/>
                <a:ea typeface="Calibri" panose="020F0502020204030204" pitchFamily="34" charset="0"/>
                <a:cs typeface="Segoe UI" panose="020B0502040204020203" pitchFamily="34" charset="0"/>
              </a:rPr>
              <a:t>Ask students about roles that are commonly deployed on their network. Ask which roles they deploy often, and which roles they are unlikely to deploy.</a:t>
            </a:r>
            <a:endParaRPr lang="en-CA" sz="1000">
              <a:effectLst/>
              <a:latin typeface="Arial" panose="020B060402020202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CA" sz="1000">
                <a:solidFill>
                  <a:srgbClr val="000000"/>
                </a:solidFill>
                <a:effectLst/>
                <a:latin typeface="Arial" panose="020B0604020202020204" pitchFamily="34" charset="0"/>
                <a:ea typeface="Calibri" panose="020F0502020204030204" pitchFamily="34" charset="0"/>
                <a:cs typeface="Segoe UI" panose="020B0502040204020203" pitchFamily="34" charset="0"/>
              </a:rPr>
              <a:t>Mention the roles that have been deprecated in Windows Server 2012 R2.</a:t>
            </a:r>
            <a:endParaRPr lang="en-CA" sz="1000">
              <a:effectLst/>
              <a:latin typeface="Arial" panose="020B060402020202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CA" sz="1000" b="1">
                <a:effectLst/>
                <a:latin typeface="Arial" panose="020B0604020202020204" pitchFamily="34" charset="0"/>
                <a:ea typeface="Calibri" panose="020F0502020204030204" pitchFamily="34" charset="0"/>
                <a:cs typeface="Times New Roman" panose="02020603050405020304" pitchFamily="18" charset="0"/>
              </a:rPr>
              <a:t>Question</a:t>
            </a:r>
            <a:endParaRPr lang="en-CA" sz="1000">
              <a:effectLst/>
              <a:latin typeface="Arial" panose="020B060402020202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CA" sz="1000">
                <a:effectLst/>
                <a:latin typeface="Arial" panose="020B0604020202020204" pitchFamily="34" charset="0"/>
                <a:ea typeface="Calibri" panose="020F0502020204030204" pitchFamily="34" charset="0"/>
                <a:cs typeface="Segoe UI" panose="020B0502040204020203" pitchFamily="34" charset="0"/>
              </a:rPr>
              <a:t>Which roles are often co‑located on the same server?</a:t>
            </a:r>
            <a:endParaRPr lang="en-CA" sz="1000">
              <a:effectLst/>
              <a:latin typeface="Arial" panose="020B060402020202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CA" sz="1000" b="1">
                <a:effectLst/>
                <a:latin typeface="Arial" panose="020B0604020202020204" pitchFamily="34" charset="0"/>
                <a:ea typeface="Calibri" panose="020F0502020204030204" pitchFamily="34" charset="0"/>
                <a:cs typeface="Times New Roman" panose="02020603050405020304" pitchFamily="18" charset="0"/>
              </a:rPr>
              <a:t>Answer</a:t>
            </a:r>
            <a:endParaRPr lang="en-CA" sz="1000">
              <a:effectLst/>
              <a:latin typeface="Arial" panose="020B060402020202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CA" sz="1000">
                <a:effectLst/>
                <a:latin typeface="Arial" panose="020B0604020202020204" pitchFamily="34" charset="0"/>
                <a:ea typeface="Calibri" panose="020F0502020204030204" pitchFamily="34" charset="0"/>
                <a:cs typeface="Segoe UI" panose="020B0502040204020203" pitchFamily="34" charset="0"/>
              </a:rPr>
              <a:t>Answers might vary. Domain Name System (DNS) and Active Directory</a:t>
            </a:r>
            <a:r>
              <a:rPr lang="en-CA" sz="1000" baseline="30000">
                <a:effectLst/>
                <a:latin typeface="Arial" panose="020B0604020202020204" pitchFamily="34" charset="0"/>
                <a:ea typeface="Calibri" panose="020F0502020204030204" pitchFamily="34" charset="0"/>
                <a:cs typeface="Segoe UI" panose="020B0502040204020203" pitchFamily="34" charset="0"/>
              </a:rPr>
              <a:t>®</a:t>
            </a:r>
            <a:r>
              <a:rPr lang="en-CA" sz="1000">
                <a:effectLst/>
                <a:latin typeface="Arial" panose="020B0604020202020204" pitchFamily="34" charset="0"/>
                <a:ea typeface="Calibri" panose="020F0502020204030204" pitchFamily="34" charset="0"/>
                <a:cs typeface="Segoe UI" panose="020B0502040204020203" pitchFamily="34" charset="0"/>
              </a:rPr>
              <a:t> Domain Services (AD DS) are often co‑located.</a:t>
            </a:r>
            <a:endParaRPr lang="en-CA" sz="1000">
              <a:effectLst/>
              <a:latin typeface="Arial" panose="020B0604020202020204" pitchFamily="34" charset="0"/>
              <a:ea typeface="Calibri" panose="020F0502020204030204" pitchFamily="34" charset="0"/>
              <a:cs typeface="Times New Roman" panose="02020603050405020304" pitchFamily="18" charset="0"/>
            </a:endParaRPr>
          </a:p>
        </p:txBody>
      </p:sp>
      <p:sp>
        <p:nvSpPr>
          <p:cNvPr id="4" name="Slide Number Placeholder 3"/>
          <p:cNvSpPr>
            <a:spLocks noGrp="1"/>
          </p:cNvSpPr>
          <p:nvPr>
            <p:ph type="sldNum" sz="quarter" idx="10"/>
          </p:nvPr>
        </p:nvSpPr>
        <p:spPr/>
        <p:txBody>
          <a:bodyPr/>
          <a:lstStyle/>
          <a:p>
            <a:fld id="{B6A1F45A-45A6-418F-ABA5-EC8D7307846F}" type="slidenum">
              <a:rPr lang="en-CA" smtClean="0"/>
              <a:t>6</a:t>
            </a:fld>
            <a:endParaRPr lang="en-CA"/>
          </a:p>
        </p:txBody>
      </p:sp>
      <p:sp>
        <p:nvSpPr>
          <p:cNvPr id="5" name="Rectangle 4"/>
          <p:cNvSpPr/>
          <p:nvPr/>
        </p:nvSpPr>
        <p:spPr>
          <a:xfrm>
            <a:off x="0" y="0"/>
            <a:ext cx="3038475" cy="222250"/>
          </a:xfrm>
          <a:prstGeom prst="rect">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a:solidFill>
                  <a:srgbClr val="000000"/>
                </a:solidFill>
                <a:latin typeface="Arial" panose="020B0604020202020204" pitchFamily="34" charset="0"/>
              </a:rPr>
              <a:t>20410D</a:t>
            </a:r>
          </a:p>
        </p:txBody>
      </p:sp>
      <p:sp>
        <p:nvSpPr>
          <p:cNvPr id="6" name="Rectangle 5"/>
          <p:cNvSpPr/>
          <p:nvPr/>
        </p:nvSpPr>
        <p:spPr>
          <a:xfrm>
            <a:off x="0" y="238125"/>
            <a:ext cx="3038475" cy="347663"/>
          </a:xfrm>
          <a:prstGeom prst="rect">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a:solidFill>
                  <a:srgbClr val="336699"/>
                </a:solidFill>
                <a:latin typeface="Arial" panose="020B0604020202020204" pitchFamily="34" charset="0"/>
              </a:rPr>
              <a:t>1: Deploying and Managing Windows Server 2012</a:t>
            </a:r>
          </a:p>
        </p:txBody>
      </p:sp>
    </p:spTree>
    <p:extLst>
      <p:ext uri="{BB962C8B-B14F-4D97-AF65-F5344CB8AC3E}">
        <p14:creationId xmlns:p14="http://schemas.microsoft.com/office/powerpoint/2010/main" val="141257164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112" y="73152"/>
            <a:ext cx="2468880" cy="1851660"/>
          </a:xfrm>
        </p:spPr>
      </p:sp>
      <p:sp>
        <p:nvSpPr>
          <p:cNvPr id="3" name="Notes Placeholder 2"/>
          <p:cNvSpPr>
            <a:spLocks noGrp="1"/>
          </p:cNvSpPr>
          <p:nvPr>
            <p:ph type="body" idx="1"/>
          </p:nvPr>
        </p:nvSpPr>
        <p:spPr>
          <a:xfrm>
            <a:off x="310896" y="2093976"/>
            <a:ext cx="6153912" cy="6604000"/>
          </a:xfrm>
        </p:spPr>
        <p:txBody>
          <a:bodyPr>
            <a:noAutofit/>
          </a:bodyPr>
          <a:lstStyle/>
          <a:p>
            <a:pPr>
              <a:lnSpc>
                <a:spcPct val="107000"/>
              </a:lnSpc>
              <a:spcAft>
                <a:spcPts val="800"/>
              </a:spcAft>
            </a:pPr>
            <a:r>
              <a:rPr lang="en-CA" sz="1000">
                <a:effectLst/>
                <a:latin typeface="Arial" panose="020B0604020202020204" pitchFamily="34" charset="0"/>
                <a:ea typeface="Calibri" panose="020F0502020204030204" pitchFamily="34" charset="0"/>
                <a:cs typeface="Segoe UI" panose="020B0502040204020203" pitchFamily="34" charset="0"/>
              </a:rPr>
              <a:t>Choose several features to point out and discuss. For example, point out that you need to install the Wireless LAN Service to use a wireless adapter with Windows Server 2012. Also point out that by default, no roles and features are installed. Mention the features that have been removed or deprecated.</a:t>
            </a:r>
            <a:endParaRPr lang="en-CA" sz="1000">
              <a:effectLst/>
              <a:latin typeface="Arial" panose="020B060402020202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CA" sz="1000" b="1">
                <a:effectLst/>
                <a:latin typeface="Arial" panose="020B0604020202020204" pitchFamily="34" charset="0"/>
                <a:ea typeface="Calibri" panose="020F0502020204030204" pitchFamily="34" charset="0"/>
                <a:cs typeface="Times New Roman" panose="02020603050405020304" pitchFamily="18" charset="0"/>
              </a:rPr>
              <a:t>Question</a:t>
            </a:r>
            <a:endParaRPr lang="en-CA" sz="1000">
              <a:effectLst/>
              <a:latin typeface="Arial" panose="020B060402020202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CA" sz="1000">
                <a:effectLst/>
                <a:latin typeface="Arial" panose="020B0604020202020204" pitchFamily="34" charset="0"/>
                <a:ea typeface="Calibri" panose="020F0502020204030204" pitchFamily="34" charset="0"/>
                <a:cs typeface="Segoe UI" panose="020B0502040204020203" pitchFamily="34" charset="0"/>
              </a:rPr>
              <a:t>Which feature do you need to install to support NetBIOS name resolution for client computers running a Microsoft Windows NT</a:t>
            </a:r>
            <a:r>
              <a:rPr lang="en-CA" sz="1000" baseline="30000">
                <a:effectLst/>
                <a:latin typeface="Arial" panose="020B0604020202020204" pitchFamily="34" charset="0"/>
                <a:ea typeface="Calibri" panose="020F0502020204030204" pitchFamily="34" charset="0"/>
                <a:cs typeface="Segoe UI" panose="020B0502040204020203" pitchFamily="34" charset="0"/>
              </a:rPr>
              <a:t>®</a:t>
            </a:r>
            <a:r>
              <a:rPr lang="en-CA" sz="1000">
                <a:effectLst/>
                <a:latin typeface="Arial" panose="020B0604020202020204" pitchFamily="34" charset="0"/>
                <a:ea typeface="Calibri" panose="020F0502020204030204" pitchFamily="34" charset="0"/>
                <a:cs typeface="Segoe UI" panose="020B0502040204020203" pitchFamily="34" charset="0"/>
              </a:rPr>
              <a:t> 4.0 operating system workstation?</a:t>
            </a:r>
            <a:endParaRPr lang="en-CA" sz="1000">
              <a:effectLst/>
              <a:latin typeface="Arial" panose="020B060402020202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CA" sz="1000" b="1">
                <a:effectLst/>
                <a:latin typeface="Arial" panose="020B0604020202020204" pitchFamily="34" charset="0"/>
                <a:ea typeface="Calibri" panose="020F0502020204030204" pitchFamily="34" charset="0"/>
                <a:cs typeface="Times New Roman" panose="02020603050405020304" pitchFamily="18" charset="0"/>
              </a:rPr>
              <a:t>Answer</a:t>
            </a:r>
            <a:endParaRPr lang="en-CA" sz="1000">
              <a:effectLst/>
              <a:latin typeface="Arial" panose="020B060402020202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CA" sz="1000">
                <a:effectLst/>
                <a:latin typeface="Arial" panose="020B0604020202020204" pitchFamily="34" charset="0"/>
                <a:ea typeface="Calibri" panose="020F0502020204030204" pitchFamily="34" charset="0"/>
                <a:cs typeface="Segoe UI" panose="020B0502040204020203" pitchFamily="34" charset="0"/>
              </a:rPr>
              <a:t>You need to install the Windows Internet Name Service (WINS) server role to support NetBIOS name resolution.</a:t>
            </a:r>
            <a:endParaRPr lang="en-CA" sz="1000">
              <a:effectLst/>
              <a:latin typeface="Arial" panose="020B0604020202020204" pitchFamily="34" charset="0"/>
              <a:ea typeface="Calibri" panose="020F0502020204030204" pitchFamily="34" charset="0"/>
              <a:cs typeface="Times New Roman" panose="02020603050405020304" pitchFamily="18" charset="0"/>
            </a:endParaRPr>
          </a:p>
        </p:txBody>
      </p:sp>
      <p:sp>
        <p:nvSpPr>
          <p:cNvPr id="4" name="Slide Number Placeholder 3"/>
          <p:cNvSpPr>
            <a:spLocks noGrp="1"/>
          </p:cNvSpPr>
          <p:nvPr>
            <p:ph type="sldNum" sz="quarter" idx="10"/>
          </p:nvPr>
        </p:nvSpPr>
        <p:spPr/>
        <p:txBody>
          <a:bodyPr/>
          <a:lstStyle/>
          <a:p>
            <a:fld id="{B6A1F45A-45A6-418F-ABA5-EC8D7307846F}" type="slidenum">
              <a:rPr lang="en-CA" smtClean="0"/>
              <a:t>7</a:t>
            </a:fld>
            <a:endParaRPr lang="en-CA"/>
          </a:p>
        </p:txBody>
      </p:sp>
      <p:sp>
        <p:nvSpPr>
          <p:cNvPr id="5" name="Rectangle 4"/>
          <p:cNvSpPr/>
          <p:nvPr/>
        </p:nvSpPr>
        <p:spPr>
          <a:xfrm>
            <a:off x="0" y="0"/>
            <a:ext cx="3038475" cy="222250"/>
          </a:xfrm>
          <a:prstGeom prst="rect">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a:solidFill>
                  <a:srgbClr val="000000"/>
                </a:solidFill>
                <a:latin typeface="Arial" panose="020B0604020202020204" pitchFamily="34" charset="0"/>
              </a:rPr>
              <a:t>20410D</a:t>
            </a:r>
          </a:p>
        </p:txBody>
      </p:sp>
      <p:sp>
        <p:nvSpPr>
          <p:cNvPr id="6" name="Rectangle 5"/>
          <p:cNvSpPr/>
          <p:nvPr/>
        </p:nvSpPr>
        <p:spPr>
          <a:xfrm>
            <a:off x="0" y="238125"/>
            <a:ext cx="3038475" cy="347663"/>
          </a:xfrm>
          <a:prstGeom prst="rect">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a:solidFill>
                  <a:srgbClr val="336699"/>
                </a:solidFill>
                <a:latin typeface="Arial" panose="020B0604020202020204" pitchFamily="34" charset="0"/>
              </a:rPr>
              <a:t>1: Deploying and Managing Windows Server 2012</a:t>
            </a:r>
          </a:p>
        </p:txBody>
      </p:sp>
    </p:spTree>
    <p:extLst>
      <p:ext uri="{BB962C8B-B14F-4D97-AF65-F5344CB8AC3E}">
        <p14:creationId xmlns:p14="http://schemas.microsoft.com/office/powerpoint/2010/main" val="304341097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938" y="73025"/>
            <a:ext cx="2466975" cy="1851025"/>
          </a:xfrm>
        </p:spPr>
      </p:sp>
      <p:sp>
        <p:nvSpPr>
          <p:cNvPr id="3" name="Notes Placeholder 2"/>
          <p:cNvSpPr>
            <a:spLocks noGrp="1"/>
          </p:cNvSpPr>
          <p:nvPr>
            <p:ph type="body" idx="1"/>
          </p:nvPr>
        </p:nvSpPr>
        <p:spPr>
          <a:xfrm>
            <a:off x="310896" y="2093975"/>
            <a:ext cx="6153912" cy="6604000"/>
          </a:xfrm>
        </p:spPr>
        <p:txBody>
          <a:bodyPr>
            <a:noAutofit/>
          </a:bodyPr>
          <a:lstStyle/>
          <a:p>
            <a:pPr>
              <a:lnSpc>
                <a:spcPct val="107000"/>
              </a:lnSpc>
              <a:spcAft>
                <a:spcPts val="800"/>
              </a:spcAft>
            </a:pPr>
            <a:r>
              <a:rPr lang="en-CA" sz="1000">
                <a:effectLst/>
                <a:latin typeface="Arial" panose="020B0604020202020204" pitchFamily="34" charset="0"/>
                <a:ea typeface="Calibri" panose="020F0502020204030204" pitchFamily="34" charset="0"/>
                <a:cs typeface="Times New Roman" panose="02020603050405020304" pitchFamily="18" charset="0"/>
              </a:rPr>
              <a:t> </a:t>
            </a:r>
          </a:p>
        </p:txBody>
      </p:sp>
      <p:sp>
        <p:nvSpPr>
          <p:cNvPr id="4" name="Slide Number Placeholder 3"/>
          <p:cNvSpPr>
            <a:spLocks noGrp="1"/>
          </p:cNvSpPr>
          <p:nvPr>
            <p:ph type="sldNum" sz="quarter" idx="10"/>
          </p:nvPr>
        </p:nvSpPr>
        <p:spPr/>
        <p:txBody>
          <a:bodyPr/>
          <a:lstStyle/>
          <a:p>
            <a:fld id="{B6A1F45A-45A6-418F-ABA5-EC8D7307846F}" type="slidenum">
              <a:rPr lang="en-CA" smtClean="0"/>
              <a:t>8</a:t>
            </a:fld>
            <a:endParaRPr lang="en-CA"/>
          </a:p>
        </p:txBody>
      </p:sp>
      <p:sp>
        <p:nvSpPr>
          <p:cNvPr id="5" name="Rectangle 4"/>
          <p:cNvSpPr/>
          <p:nvPr/>
        </p:nvSpPr>
        <p:spPr>
          <a:xfrm>
            <a:off x="0" y="0"/>
            <a:ext cx="3038475" cy="222250"/>
          </a:xfrm>
          <a:prstGeom prst="rect">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a:solidFill>
                  <a:srgbClr val="000000"/>
                </a:solidFill>
                <a:latin typeface="Arial" panose="020B0604020202020204" pitchFamily="34" charset="0"/>
              </a:rPr>
              <a:t>20410D</a:t>
            </a:r>
          </a:p>
        </p:txBody>
      </p:sp>
      <p:sp>
        <p:nvSpPr>
          <p:cNvPr id="6" name="Rectangle 5"/>
          <p:cNvSpPr/>
          <p:nvPr/>
        </p:nvSpPr>
        <p:spPr>
          <a:xfrm>
            <a:off x="0" y="238125"/>
            <a:ext cx="3038475" cy="347663"/>
          </a:xfrm>
          <a:prstGeom prst="rect">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a:solidFill>
                  <a:srgbClr val="336699"/>
                </a:solidFill>
                <a:latin typeface="Arial" panose="020B0604020202020204" pitchFamily="34" charset="0"/>
              </a:rPr>
              <a:t>1: Deploying and Managing Windows Server 2012</a:t>
            </a:r>
          </a:p>
        </p:txBody>
      </p:sp>
    </p:spTree>
    <p:extLst>
      <p:ext uri="{BB962C8B-B14F-4D97-AF65-F5344CB8AC3E}">
        <p14:creationId xmlns:p14="http://schemas.microsoft.com/office/powerpoint/2010/main" val="404269927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112" y="73152"/>
            <a:ext cx="2468880" cy="1851660"/>
          </a:xfrm>
        </p:spPr>
      </p:sp>
      <p:sp>
        <p:nvSpPr>
          <p:cNvPr id="3" name="Notes Placeholder 2"/>
          <p:cNvSpPr>
            <a:spLocks noGrp="1"/>
          </p:cNvSpPr>
          <p:nvPr>
            <p:ph type="body" idx="1"/>
          </p:nvPr>
        </p:nvSpPr>
        <p:spPr>
          <a:xfrm>
            <a:off x="310896" y="2093975"/>
            <a:ext cx="6153912" cy="6604000"/>
          </a:xfrm>
        </p:spPr>
        <p:txBody>
          <a:bodyPr>
            <a:noAutofit/>
          </a:bodyPr>
          <a:lstStyle/>
          <a:p>
            <a:pPr>
              <a:lnSpc>
                <a:spcPct val="107000"/>
              </a:lnSpc>
              <a:spcAft>
                <a:spcPts val="800"/>
              </a:spcAft>
            </a:pPr>
            <a:r>
              <a:rPr lang="en-CA" sz="1000" dirty="0">
                <a:effectLst/>
                <a:latin typeface="Arial" panose="020B0604020202020204" pitchFamily="34" charset="0"/>
                <a:ea typeface="Calibri" panose="020F0502020204030204" pitchFamily="34" charset="0"/>
                <a:cs typeface="Segoe UI" panose="020B0502040204020203" pitchFamily="34" charset="0"/>
              </a:rPr>
              <a:t>Ask students which deployment method they most frequently use in their organization. Answers are likely to differ between clients and servers. Ask if they have already deployed Windows Server 2012, and if so, which method they used.</a:t>
            </a:r>
            <a:endParaRPr lang="en-CA" sz="1000" dirty="0">
              <a:effectLst/>
              <a:latin typeface="Arial" panose="020B060402020202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CA" sz="1000" b="1" dirty="0">
                <a:effectLst/>
                <a:latin typeface="Arial" panose="020B0604020202020204" pitchFamily="34" charset="0"/>
                <a:ea typeface="Calibri" panose="020F0502020204030204" pitchFamily="34" charset="0"/>
                <a:cs typeface="Times New Roman" panose="02020603050405020304" pitchFamily="18" charset="0"/>
              </a:rPr>
              <a:t>Question</a:t>
            </a:r>
            <a:endParaRPr lang="en-CA" sz="1000" dirty="0">
              <a:effectLst/>
              <a:latin typeface="Arial" panose="020B060402020202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CA" sz="1000" dirty="0">
                <a:effectLst/>
                <a:latin typeface="Arial" panose="020B0604020202020204" pitchFamily="34" charset="0"/>
                <a:ea typeface="Calibri" panose="020F0502020204030204" pitchFamily="34" charset="0"/>
                <a:cs typeface="Segoe UI" panose="020B0502040204020203" pitchFamily="34" charset="0"/>
              </a:rPr>
              <a:t>What is another method that you can use to deploy Windows Server 2012 ?</a:t>
            </a:r>
            <a:endParaRPr lang="en-CA" sz="1000" dirty="0">
              <a:effectLst/>
              <a:latin typeface="Arial" panose="020B060402020202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CA" sz="1000" b="1" dirty="0">
                <a:effectLst/>
                <a:latin typeface="Arial" panose="020B0604020202020204" pitchFamily="34" charset="0"/>
                <a:ea typeface="Calibri" panose="020F0502020204030204" pitchFamily="34" charset="0"/>
                <a:cs typeface="Times New Roman" panose="02020603050405020304" pitchFamily="18" charset="0"/>
              </a:rPr>
              <a:t>Answer</a:t>
            </a:r>
            <a:endParaRPr lang="en-CA" sz="1000" dirty="0">
              <a:effectLst/>
              <a:latin typeface="Arial" panose="020B060402020202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CA" sz="1000" dirty="0">
                <a:effectLst/>
                <a:latin typeface="Arial" panose="020B0604020202020204" pitchFamily="34" charset="0"/>
                <a:ea typeface="Calibri" panose="020F0502020204030204" pitchFamily="34" charset="0"/>
                <a:cs typeface="Segoe UI" panose="020B0502040204020203" pitchFamily="34" charset="0"/>
              </a:rPr>
              <a:t>You can also configure Windows Server 2012 to boot to either a .</a:t>
            </a:r>
            <a:r>
              <a:rPr lang="en-CA" sz="1000" dirty="0" err="1">
                <a:effectLst/>
                <a:latin typeface="Arial" panose="020B0604020202020204" pitchFamily="34" charset="0"/>
                <a:ea typeface="Calibri" panose="020F0502020204030204" pitchFamily="34" charset="0"/>
                <a:cs typeface="Segoe UI" panose="020B0502040204020203" pitchFamily="34" charset="0"/>
              </a:rPr>
              <a:t>vhd</a:t>
            </a:r>
            <a:r>
              <a:rPr lang="en-CA" sz="1000" dirty="0">
                <a:effectLst/>
                <a:latin typeface="Arial" panose="020B0604020202020204" pitchFamily="34" charset="0"/>
                <a:ea typeface="Calibri" panose="020F0502020204030204" pitchFamily="34" charset="0"/>
                <a:cs typeface="Segoe UI" panose="020B0502040204020203" pitchFamily="34" charset="0"/>
              </a:rPr>
              <a:t> or a .</a:t>
            </a:r>
            <a:r>
              <a:rPr lang="en-CA" sz="1000" dirty="0" err="1">
                <a:effectLst/>
                <a:latin typeface="Arial" panose="020B0604020202020204" pitchFamily="34" charset="0"/>
                <a:ea typeface="Calibri" panose="020F0502020204030204" pitchFamily="34" charset="0"/>
                <a:cs typeface="Segoe UI" panose="020B0502040204020203" pitchFamily="34" charset="0"/>
              </a:rPr>
              <a:t>vhdx</a:t>
            </a:r>
            <a:r>
              <a:rPr lang="en-CA" sz="1000" dirty="0">
                <a:effectLst/>
                <a:latin typeface="Arial" panose="020B0604020202020204" pitchFamily="34" charset="0"/>
                <a:ea typeface="Calibri" panose="020F0502020204030204" pitchFamily="34" charset="0"/>
                <a:cs typeface="Segoe UI" panose="020B0502040204020203" pitchFamily="34" charset="0"/>
              </a:rPr>
              <a:t> file. Deployment involves copying the .</a:t>
            </a:r>
            <a:r>
              <a:rPr lang="en-CA" sz="1000" dirty="0" err="1">
                <a:effectLst/>
                <a:latin typeface="Arial" panose="020B0604020202020204" pitchFamily="34" charset="0"/>
                <a:ea typeface="Calibri" panose="020F0502020204030204" pitchFamily="34" charset="0"/>
                <a:cs typeface="Segoe UI" panose="020B0502040204020203" pitchFamily="34" charset="0"/>
              </a:rPr>
              <a:t>vhd</a:t>
            </a:r>
            <a:r>
              <a:rPr lang="en-CA" sz="1000" dirty="0">
                <a:effectLst/>
                <a:latin typeface="Arial" panose="020B0604020202020204" pitchFamily="34" charset="0"/>
                <a:ea typeface="Calibri" panose="020F0502020204030204" pitchFamily="34" charset="0"/>
                <a:cs typeface="Segoe UI" panose="020B0502040204020203" pitchFamily="34" charset="0"/>
              </a:rPr>
              <a:t> file to a computer, either from a network share or from local media.</a:t>
            </a:r>
            <a:endParaRPr lang="en-CA" sz="1000" dirty="0">
              <a:effectLst/>
              <a:latin typeface="Arial" panose="020B0604020202020204" pitchFamily="34" charset="0"/>
              <a:ea typeface="Calibri" panose="020F0502020204030204" pitchFamily="34" charset="0"/>
              <a:cs typeface="Times New Roman" panose="02020603050405020304" pitchFamily="18" charset="0"/>
            </a:endParaRPr>
          </a:p>
        </p:txBody>
      </p:sp>
      <p:sp>
        <p:nvSpPr>
          <p:cNvPr id="4" name="Slide Number Placeholder 3"/>
          <p:cNvSpPr>
            <a:spLocks noGrp="1"/>
          </p:cNvSpPr>
          <p:nvPr>
            <p:ph type="sldNum" sz="quarter" idx="10"/>
          </p:nvPr>
        </p:nvSpPr>
        <p:spPr/>
        <p:txBody>
          <a:bodyPr/>
          <a:lstStyle/>
          <a:p>
            <a:fld id="{B6A1F45A-45A6-418F-ABA5-EC8D7307846F}" type="slidenum">
              <a:rPr lang="en-CA" smtClean="0"/>
              <a:t>9</a:t>
            </a:fld>
            <a:endParaRPr lang="en-CA"/>
          </a:p>
        </p:txBody>
      </p:sp>
      <p:sp>
        <p:nvSpPr>
          <p:cNvPr id="5" name="Rectangle 4"/>
          <p:cNvSpPr/>
          <p:nvPr/>
        </p:nvSpPr>
        <p:spPr>
          <a:xfrm>
            <a:off x="0" y="0"/>
            <a:ext cx="3038475" cy="222250"/>
          </a:xfrm>
          <a:prstGeom prst="rect">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a:solidFill>
                  <a:srgbClr val="000000"/>
                </a:solidFill>
                <a:latin typeface="Arial" panose="020B0604020202020204" pitchFamily="34" charset="0"/>
              </a:rPr>
              <a:t>20410D</a:t>
            </a:r>
          </a:p>
        </p:txBody>
      </p:sp>
      <p:sp>
        <p:nvSpPr>
          <p:cNvPr id="6" name="Rectangle 5"/>
          <p:cNvSpPr/>
          <p:nvPr/>
        </p:nvSpPr>
        <p:spPr>
          <a:xfrm>
            <a:off x="0" y="238125"/>
            <a:ext cx="3038475" cy="347663"/>
          </a:xfrm>
          <a:prstGeom prst="rect">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a:solidFill>
                  <a:srgbClr val="336699"/>
                </a:solidFill>
                <a:latin typeface="Arial" panose="020B0604020202020204" pitchFamily="34" charset="0"/>
              </a:rPr>
              <a:t>1: Deploying and Managing Windows Server 2012</a:t>
            </a:r>
          </a:p>
        </p:txBody>
      </p:sp>
    </p:spTree>
    <p:extLst>
      <p:ext uri="{BB962C8B-B14F-4D97-AF65-F5344CB8AC3E}">
        <p14:creationId xmlns:p14="http://schemas.microsoft.com/office/powerpoint/2010/main" val="212012174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938" y="73025"/>
            <a:ext cx="2466975" cy="1851025"/>
          </a:xfrm>
        </p:spPr>
      </p:sp>
      <p:sp>
        <p:nvSpPr>
          <p:cNvPr id="3" name="Notes Placeholder 2"/>
          <p:cNvSpPr>
            <a:spLocks noGrp="1"/>
          </p:cNvSpPr>
          <p:nvPr>
            <p:ph type="body" idx="1"/>
          </p:nvPr>
        </p:nvSpPr>
        <p:spPr>
          <a:xfrm>
            <a:off x="310896" y="2093975"/>
            <a:ext cx="6153912" cy="6604000"/>
          </a:xfrm>
        </p:spPr>
        <p:txBody>
          <a:bodyPr>
            <a:noAutofit/>
          </a:bodyPr>
          <a:lstStyle/>
          <a:p>
            <a:pPr>
              <a:lnSpc>
                <a:spcPct val="107000"/>
              </a:lnSpc>
              <a:spcAft>
                <a:spcPts val="800"/>
              </a:spcAft>
            </a:pPr>
            <a:r>
              <a:rPr lang="en-CA" sz="1000">
                <a:effectLst/>
                <a:latin typeface="Arial" panose="020B0604020202020204" pitchFamily="34" charset="0"/>
                <a:ea typeface="Calibri" panose="020F0502020204030204" pitchFamily="34" charset="0"/>
                <a:cs typeface="Times New Roman" panose="02020603050405020304" pitchFamily="18" charset="0"/>
              </a:rPr>
              <a:t> </a:t>
            </a:r>
          </a:p>
        </p:txBody>
      </p:sp>
      <p:sp>
        <p:nvSpPr>
          <p:cNvPr id="4" name="Slide Number Placeholder 3"/>
          <p:cNvSpPr>
            <a:spLocks noGrp="1"/>
          </p:cNvSpPr>
          <p:nvPr>
            <p:ph type="sldNum" sz="quarter" idx="10"/>
          </p:nvPr>
        </p:nvSpPr>
        <p:spPr/>
        <p:txBody>
          <a:bodyPr/>
          <a:lstStyle/>
          <a:p>
            <a:fld id="{B6A1F45A-45A6-418F-ABA5-EC8D7307846F}" type="slidenum">
              <a:rPr lang="en-CA" smtClean="0"/>
              <a:t>10</a:t>
            </a:fld>
            <a:endParaRPr lang="en-CA"/>
          </a:p>
        </p:txBody>
      </p:sp>
      <p:sp>
        <p:nvSpPr>
          <p:cNvPr id="5" name="Rectangle 4"/>
          <p:cNvSpPr/>
          <p:nvPr/>
        </p:nvSpPr>
        <p:spPr>
          <a:xfrm>
            <a:off x="0" y="0"/>
            <a:ext cx="3038475" cy="222250"/>
          </a:xfrm>
          <a:prstGeom prst="rect">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a:solidFill>
                  <a:srgbClr val="000000"/>
                </a:solidFill>
                <a:latin typeface="Arial" panose="020B0604020202020204" pitchFamily="34" charset="0"/>
              </a:rPr>
              <a:t>20410D</a:t>
            </a:r>
          </a:p>
        </p:txBody>
      </p:sp>
      <p:sp>
        <p:nvSpPr>
          <p:cNvPr id="6" name="Rectangle 5"/>
          <p:cNvSpPr/>
          <p:nvPr/>
        </p:nvSpPr>
        <p:spPr>
          <a:xfrm>
            <a:off x="0" y="238125"/>
            <a:ext cx="3038475" cy="347663"/>
          </a:xfrm>
          <a:prstGeom prst="rect">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a:solidFill>
                  <a:srgbClr val="336699"/>
                </a:solidFill>
                <a:latin typeface="Arial" panose="020B0604020202020204" pitchFamily="34" charset="0"/>
              </a:rPr>
              <a:t>1: Deploying and Managing Windows Server 2012</a:t>
            </a:r>
          </a:p>
        </p:txBody>
      </p:sp>
    </p:spTree>
    <p:extLst>
      <p:ext uri="{BB962C8B-B14F-4D97-AF65-F5344CB8AC3E}">
        <p14:creationId xmlns:p14="http://schemas.microsoft.com/office/powerpoint/2010/main" val="249669072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938" y="73025"/>
            <a:ext cx="2466975" cy="1851025"/>
          </a:xfrm>
        </p:spPr>
      </p:sp>
      <p:sp>
        <p:nvSpPr>
          <p:cNvPr id="3" name="Notes Placeholder 2"/>
          <p:cNvSpPr>
            <a:spLocks noGrp="1"/>
          </p:cNvSpPr>
          <p:nvPr>
            <p:ph type="body" idx="1"/>
          </p:nvPr>
        </p:nvSpPr>
        <p:spPr>
          <a:xfrm>
            <a:off x="310896" y="2093975"/>
            <a:ext cx="6153912" cy="6604000"/>
          </a:xfrm>
        </p:spPr>
        <p:txBody>
          <a:bodyPr>
            <a:noAutofit/>
          </a:bodyPr>
          <a:lstStyle/>
          <a:p>
            <a:pPr>
              <a:lnSpc>
                <a:spcPct val="107000"/>
              </a:lnSpc>
              <a:spcAft>
                <a:spcPts val="800"/>
              </a:spcAft>
            </a:pPr>
            <a:r>
              <a:rPr lang="en-CA" sz="1000">
                <a:effectLst/>
                <a:latin typeface="Arial" panose="020B0604020202020204" pitchFamily="34" charset="0"/>
                <a:ea typeface="Calibri" panose="020F0502020204030204" pitchFamily="34" charset="0"/>
                <a:cs typeface="Times New Roman" panose="02020603050405020304" pitchFamily="18" charset="0"/>
              </a:rPr>
              <a:t>Point out that clean installs and migrations are generally the preferred method of upgrading operating systems. Even though they are more time consuming, there is usually less troubleshooting involved, especially when you are dealing with systems that have been in production for a long time and have gone through many configuration changes.</a:t>
            </a:r>
          </a:p>
        </p:txBody>
      </p:sp>
      <p:sp>
        <p:nvSpPr>
          <p:cNvPr id="4" name="Slide Number Placeholder 3"/>
          <p:cNvSpPr>
            <a:spLocks noGrp="1"/>
          </p:cNvSpPr>
          <p:nvPr>
            <p:ph type="sldNum" sz="quarter" idx="10"/>
          </p:nvPr>
        </p:nvSpPr>
        <p:spPr/>
        <p:txBody>
          <a:bodyPr/>
          <a:lstStyle/>
          <a:p>
            <a:fld id="{B6A1F45A-45A6-418F-ABA5-EC8D7307846F}" type="slidenum">
              <a:rPr lang="en-CA" smtClean="0"/>
              <a:t>11</a:t>
            </a:fld>
            <a:endParaRPr lang="en-CA"/>
          </a:p>
        </p:txBody>
      </p:sp>
      <p:sp>
        <p:nvSpPr>
          <p:cNvPr id="5" name="Rectangle 4"/>
          <p:cNvSpPr/>
          <p:nvPr/>
        </p:nvSpPr>
        <p:spPr>
          <a:xfrm>
            <a:off x="0" y="0"/>
            <a:ext cx="3038475" cy="222250"/>
          </a:xfrm>
          <a:prstGeom prst="rect">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a:solidFill>
                  <a:srgbClr val="000000"/>
                </a:solidFill>
                <a:latin typeface="Arial" panose="020B0604020202020204" pitchFamily="34" charset="0"/>
              </a:rPr>
              <a:t>20410D</a:t>
            </a:r>
          </a:p>
        </p:txBody>
      </p:sp>
      <p:sp>
        <p:nvSpPr>
          <p:cNvPr id="6" name="Rectangle 5"/>
          <p:cNvSpPr/>
          <p:nvPr/>
        </p:nvSpPr>
        <p:spPr>
          <a:xfrm>
            <a:off x="0" y="238125"/>
            <a:ext cx="3038475" cy="347663"/>
          </a:xfrm>
          <a:prstGeom prst="rect">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a:solidFill>
                  <a:srgbClr val="336699"/>
                </a:solidFill>
                <a:latin typeface="Arial" panose="020B0604020202020204" pitchFamily="34" charset="0"/>
              </a:rPr>
              <a:t>1: Deploying and Managing Windows Server 2012</a:t>
            </a:r>
          </a:p>
        </p:txBody>
      </p:sp>
    </p:spTree>
    <p:extLst>
      <p:ext uri="{BB962C8B-B14F-4D97-AF65-F5344CB8AC3E}">
        <p14:creationId xmlns:p14="http://schemas.microsoft.com/office/powerpoint/2010/main" val="362439998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938" y="73025"/>
            <a:ext cx="2466975" cy="1851025"/>
          </a:xfrm>
        </p:spPr>
      </p:sp>
      <p:sp>
        <p:nvSpPr>
          <p:cNvPr id="3" name="Notes Placeholder 2"/>
          <p:cNvSpPr>
            <a:spLocks noGrp="1"/>
          </p:cNvSpPr>
          <p:nvPr>
            <p:ph type="body" idx="1"/>
          </p:nvPr>
        </p:nvSpPr>
        <p:spPr>
          <a:xfrm>
            <a:off x="310896" y="2093976"/>
            <a:ext cx="6153912" cy="6604000"/>
          </a:xfrm>
        </p:spPr>
        <p:txBody>
          <a:bodyPr>
            <a:noAutofit/>
          </a:bodyPr>
          <a:lstStyle/>
          <a:p>
            <a:pPr>
              <a:lnSpc>
                <a:spcPct val="107000"/>
              </a:lnSpc>
              <a:spcAft>
                <a:spcPts val="800"/>
              </a:spcAft>
            </a:pPr>
            <a:r>
              <a:rPr lang="en-CA" sz="1000">
                <a:effectLst/>
                <a:latin typeface="Arial" panose="020B0604020202020204" pitchFamily="34" charset="0"/>
                <a:ea typeface="Calibri" panose="020F0502020204030204" pitchFamily="34" charset="0"/>
                <a:cs typeface="Segoe UI" panose="020B0502040204020203" pitchFamily="34" charset="0"/>
              </a:rPr>
              <a:t>Remind students that the minimum hardware requirements apply to the operating system itself, and do not include any applications that they might want to deploy on the operating system. Hardware requirements also vary depending on the server role. For example, a SQL Server database server requires a more powerful processor and more RAM than a server that functions as a file server.</a:t>
            </a:r>
            <a:endParaRPr lang="en-CA" sz="1000">
              <a:effectLst/>
              <a:latin typeface="Arial" panose="020B060402020202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CA" sz="1000" b="1">
                <a:effectLst/>
                <a:latin typeface="Arial" panose="020B0604020202020204" pitchFamily="34" charset="0"/>
                <a:ea typeface="Calibri" panose="020F0502020204030204" pitchFamily="34" charset="0"/>
                <a:cs typeface="Times New Roman" panose="02020603050405020304" pitchFamily="18" charset="0"/>
              </a:rPr>
              <a:t>Question</a:t>
            </a:r>
            <a:endParaRPr lang="en-CA" sz="1000">
              <a:effectLst/>
              <a:latin typeface="Arial" panose="020B060402020202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CA" sz="1000">
                <a:effectLst/>
                <a:latin typeface="Arial" panose="020B0604020202020204" pitchFamily="34" charset="0"/>
                <a:ea typeface="Calibri" panose="020F0502020204030204" pitchFamily="34" charset="0"/>
                <a:cs typeface="Segoe UI" panose="020B0502040204020203" pitchFamily="34" charset="0"/>
              </a:rPr>
              <a:t>Why does a server need more hard disk drive space if it has more than 16 GB of RAM?</a:t>
            </a:r>
            <a:endParaRPr lang="en-CA" sz="1000">
              <a:effectLst/>
              <a:latin typeface="Arial" panose="020B060402020202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CA" sz="1000" b="1">
                <a:effectLst/>
                <a:latin typeface="Arial" panose="020B0604020202020204" pitchFamily="34" charset="0"/>
                <a:ea typeface="Calibri" panose="020F0502020204030204" pitchFamily="34" charset="0"/>
                <a:cs typeface="Times New Roman" panose="02020603050405020304" pitchFamily="18" charset="0"/>
              </a:rPr>
              <a:t>Answer</a:t>
            </a:r>
            <a:endParaRPr lang="en-CA" sz="1000">
              <a:effectLst/>
              <a:latin typeface="Arial" panose="020B060402020202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CA" sz="1000">
                <a:effectLst/>
                <a:latin typeface="Arial" panose="020B0604020202020204" pitchFamily="34" charset="0"/>
                <a:ea typeface="Calibri" panose="020F0502020204030204" pitchFamily="34" charset="0"/>
                <a:cs typeface="Segoe UI" panose="020B0502040204020203" pitchFamily="34" charset="0"/>
              </a:rPr>
              <a:t>A server needs more hard disk drive space because it requires additional hard disk space for virtual memory.</a:t>
            </a:r>
            <a:endParaRPr lang="en-CA" sz="1000">
              <a:effectLst/>
              <a:latin typeface="Arial" panose="020B0604020202020204" pitchFamily="34" charset="0"/>
              <a:ea typeface="Calibri" panose="020F0502020204030204" pitchFamily="34" charset="0"/>
              <a:cs typeface="Times New Roman" panose="02020603050405020304" pitchFamily="18" charset="0"/>
            </a:endParaRPr>
          </a:p>
        </p:txBody>
      </p:sp>
      <p:sp>
        <p:nvSpPr>
          <p:cNvPr id="4" name="Slide Number Placeholder 3"/>
          <p:cNvSpPr>
            <a:spLocks noGrp="1"/>
          </p:cNvSpPr>
          <p:nvPr>
            <p:ph type="sldNum" sz="quarter" idx="10"/>
          </p:nvPr>
        </p:nvSpPr>
        <p:spPr/>
        <p:txBody>
          <a:bodyPr/>
          <a:lstStyle/>
          <a:p>
            <a:fld id="{B6A1F45A-45A6-418F-ABA5-EC8D7307846F}" type="slidenum">
              <a:rPr lang="en-CA" smtClean="0"/>
              <a:t>12</a:t>
            </a:fld>
            <a:endParaRPr lang="en-CA"/>
          </a:p>
        </p:txBody>
      </p:sp>
      <p:sp>
        <p:nvSpPr>
          <p:cNvPr id="5" name="Rectangle 4"/>
          <p:cNvSpPr/>
          <p:nvPr/>
        </p:nvSpPr>
        <p:spPr>
          <a:xfrm>
            <a:off x="0" y="0"/>
            <a:ext cx="3038475" cy="222250"/>
          </a:xfrm>
          <a:prstGeom prst="rect">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a:solidFill>
                  <a:srgbClr val="000000"/>
                </a:solidFill>
                <a:latin typeface="Arial" panose="020B0604020202020204" pitchFamily="34" charset="0"/>
              </a:rPr>
              <a:t>20410D</a:t>
            </a:r>
          </a:p>
        </p:txBody>
      </p:sp>
      <p:sp>
        <p:nvSpPr>
          <p:cNvPr id="6" name="Rectangle 5"/>
          <p:cNvSpPr/>
          <p:nvPr/>
        </p:nvSpPr>
        <p:spPr>
          <a:xfrm>
            <a:off x="0" y="238125"/>
            <a:ext cx="3038475" cy="347663"/>
          </a:xfrm>
          <a:prstGeom prst="rect">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a:solidFill>
                  <a:srgbClr val="336699"/>
                </a:solidFill>
                <a:latin typeface="Arial" panose="020B0604020202020204" pitchFamily="34" charset="0"/>
              </a:rPr>
              <a:t>1: Deploying and Managing Windows Server 2012</a:t>
            </a:r>
          </a:p>
        </p:txBody>
      </p:sp>
    </p:spTree>
    <p:extLst>
      <p:ext uri="{BB962C8B-B14F-4D97-AF65-F5344CB8AC3E}">
        <p14:creationId xmlns:p14="http://schemas.microsoft.com/office/powerpoint/2010/main" val="294059085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112" y="73152"/>
            <a:ext cx="2468880" cy="1851660"/>
          </a:xfrm>
        </p:spPr>
      </p:sp>
      <p:sp>
        <p:nvSpPr>
          <p:cNvPr id="3" name="Notes Placeholder 2"/>
          <p:cNvSpPr>
            <a:spLocks noGrp="1"/>
          </p:cNvSpPr>
          <p:nvPr>
            <p:ph type="body" idx="1"/>
          </p:nvPr>
        </p:nvSpPr>
        <p:spPr>
          <a:xfrm>
            <a:off x="310896" y="2093975"/>
            <a:ext cx="6153912" cy="6604000"/>
          </a:xfrm>
        </p:spPr>
        <p:txBody>
          <a:bodyPr>
            <a:noAutofit/>
          </a:bodyPr>
          <a:lstStyle/>
          <a:p>
            <a:pPr>
              <a:lnSpc>
                <a:spcPct val="107000"/>
              </a:lnSpc>
              <a:spcAft>
                <a:spcPts val="800"/>
              </a:spcAft>
            </a:pPr>
            <a:r>
              <a:rPr lang="en-CA" sz="1000" dirty="0">
                <a:effectLst/>
                <a:latin typeface="Arial" panose="020B0604020202020204" pitchFamily="34" charset="0"/>
                <a:ea typeface="Calibri" panose="020F0502020204030204" pitchFamily="34" charset="0"/>
                <a:cs typeface="Segoe UI" panose="020B0502040204020203" pitchFamily="34" charset="0"/>
              </a:rPr>
              <a:t>Slide 1 of 7: Choose installation language, currency format, time format, and keyboard input method.</a:t>
            </a:r>
            <a:endParaRPr lang="en-CA" sz="1000" dirty="0">
              <a:effectLst/>
              <a:latin typeface="Arial" panose="020B060402020202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CA" sz="1000" dirty="0">
                <a:effectLst/>
                <a:latin typeface="Arial" panose="020B0604020202020204" pitchFamily="34" charset="0"/>
                <a:ea typeface="Calibri" panose="020F0502020204030204" pitchFamily="34" charset="0"/>
                <a:cs typeface="Segoe UI" panose="020B0502040204020203" pitchFamily="34" charset="0"/>
              </a:rPr>
              <a:t>There are seven slides for this topic. None have actual animations. </a:t>
            </a:r>
            <a:endParaRPr lang="en-CA" sz="1000" dirty="0">
              <a:effectLst/>
              <a:latin typeface="Arial" panose="020B0604020202020204" pitchFamily="34" charset="0"/>
              <a:ea typeface="Calibri" panose="020F0502020204030204" pitchFamily="34" charset="0"/>
              <a:cs typeface="Times New Roman" panose="02020603050405020304" pitchFamily="18" charset="0"/>
            </a:endParaRPr>
          </a:p>
          <a:p>
            <a:pPr marL="342900" marR="0" lvl="0" indent="-342900">
              <a:lnSpc>
                <a:spcPct val="115000"/>
              </a:lnSpc>
              <a:spcBef>
                <a:spcPts val="0"/>
              </a:spcBef>
              <a:spcAft>
                <a:spcPts val="995"/>
              </a:spcAft>
              <a:buFont typeface="Symbol" panose="05050102010706020507" pitchFamily="18" charset="2"/>
              <a:buChar char=""/>
            </a:pPr>
            <a:r>
              <a:rPr lang="en-US" sz="1000" dirty="0">
                <a:effectLst/>
                <a:latin typeface="Arial" panose="020B0604020202020204" pitchFamily="34" charset="0"/>
                <a:ea typeface="Times New Roman" panose="02020603050405020304" pitchFamily="18" charset="0"/>
                <a:cs typeface="Segoe UI" panose="020B0502040204020203" pitchFamily="34" charset="0"/>
              </a:rPr>
              <a:t>Use these slides to demonstrate each part of the Windows Server 2012 R2 installation process.</a:t>
            </a:r>
            <a:endParaRPr lang="en-CA" sz="1000" dirty="0">
              <a:effectLst/>
              <a:latin typeface="Arial" panose="020B0604020202020204" pitchFamily="34" charset="0"/>
              <a:ea typeface="Times New Roman" panose="02020603050405020304" pitchFamily="18" charset="0"/>
              <a:cs typeface="Times New Roman" panose="02020603050405020304" pitchFamily="18" charset="0"/>
            </a:endParaRPr>
          </a:p>
          <a:p>
            <a:pPr marL="342900" marR="0" lvl="0" indent="-342900">
              <a:lnSpc>
                <a:spcPct val="115000"/>
              </a:lnSpc>
              <a:spcBef>
                <a:spcPts val="0"/>
              </a:spcBef>
              <a:spcAft>
                <a:spcPts val="995"/>
              </a:spcAft>
              <a:buFont typeface="Symbol" panose="05050102010706020507" pitchFamily="18" charset="2"/>
              <a:buChar char=""/>
            </a:pPr>
            <a:r>
              <a:rPr lang="en-US" sz="1000" dirty="0">
                <a:effectLst/>
                <a:latin typeface="Arial" panose="020B0604020202020204" pitchFamily="34" charset="0"/>
                <a:ea typeface="Times New Roman" panose="02020603050405020304" pitchFamily="18" charset="0"/>
                <a:cs typeface="Segoe UI" panose="020B0502040204020203" pitchFamily="34" charset="0"/>
              </a:rPr>
              <a:t>Reinforce that only a few decisions need to be made to deploy Windows Server 2012 R2. </a:t>
            </a:r>
            <a:endParaRPr lang="en-CA" sz="1000" dirty="0">
              <a:effectLst/>
              <a:latin typeface="Arial" panose="020B0604020202020204" pitchFamily="34" charset="0"/>
              <a:ea typeface="Times New Roman" panose="02020603050405020304" pitchFamily="18" charset="0"/>
              <a:cs typeface="Times New Roman" panose="02020603050405020304" pitchFamily="18" charset="0"/>
            </a:endParaRPr>
          </a:p>
          <a:p>
            <a:pPr marL="342900" marR="0" lvl="0" indent="-342900">
              <a:lnSpc>
                <a:spcPct val="115000"/>
              </a:lnSpc>
              <a:spcBef>
                <a:spcPts val="0"/>
              </a:spcBef>
              <a:spcAft>
                <a:spcPts val="995"/>
              </a:spcAft>
              <a:buFont typeface="Symbol" panose="05050102010706020507" pitchFamily="18" charset="2"/>
              <a:buChar char=""/>
            </a:pPr>
            <a:r>
              <a:rPr lang="en-US" sz="1000" dirty="0">
                <a:effectLst/>
                <a:latin typeface="Arial" panose="020B0604020202020204" pitchFamily="34" charset="0"/>
                <a:ea typeface="Times New Roman" panose="02020603050405020304" pitchFamily="18" charset="0"/>
                <a:cs typeface="Segoe UI" panose="020B0502040204020203" pitchFamily="34" charset="0"/>
              </a:rPr>
              <a:t>Remind students that in almost all cases they will use the Custom rather than the Upgrade installation option. </a:t>
            </a:r>
            <a:endParaRPr lang="en-CA" sz="1000" dirty="0">
              <a:effectLst/>
              <a:latin typeface="Arial" panose="020B0604020202020204" pitchFamily="34" charset="0"/>
              <a:ea typeface="Times New Roman" panose="02020603050405020304" pitchFamily="18" charset="0"/>
              <a:cs typeface="Times New Roman" panose="02020603050405020304" pitchFamily="18" charset="0"/>
            </a:endParaRPr>
          </a:p>
          <a:p>
            <a:pPr marL="342900" marR="0" lvl="0" indent="-342900">
              <a:lnSpc>
                <a:spcPct val="115000"/>
              </a:lnSpc>
              <a:spcBef>
                <a:spcPts val="0"/>
              </a:spcBef>
              <a:spcAft>
                <a:spcPts val="995"/>
              </a:spcAft>
              <a:buFont typeface="Symbol" panose="05050102010706020507" pitchFamily="18" charset="2"/>
              <a:buChar char=""/>
            </a:pPr>
            <a:r>
              <a:rPr lang="en-US" sz="1000" dirty="0">
                <a:effectLst/>
                <a:latin typeface="Arial" panose="020B0604020202020204" pitchFamily="34" charset="0"/>
                <a:ea typeface="Times New Roman" panose="02020603050405020304" pitchFamily="18" charset="0"/>
                <a:cs typeface="Segoe UI" panose="020B0502040204020203" pitchFamily="34" charset="0"/>
              </a:rPr>
              <a:t>Remind students that upgrades must be launched from within the Windows Server operating system, but that they can launch a fresh installation from bootable media.</a:t>
            </a:r>
            <a:endParaRPr lang="en-CA" sz="1000" dirty="0">
              <a:effectLst/>
              <a:latin typeface="Arial" panose="020B0604020202020204" pitchFamily="34" charset="0"/>
              <a:ea typeface="Times New Roman" panose="02020603050405020304" pitchFamily="18" charset="0"/>
              <a:cs typeface="Times New Roman" panose="02020603050405020304" pitchFamily="18" charset="0"/>
            </a:endParaRPr>
          </a:p>
          <a:p>
            <a:pPr>
              <a:lnSpc>
                <a:spcPct val="107000"/>
              </a:lnSpc>
              <a:spcAft>
                <a:spcPts val="800"/>
              </a:spcAft>
            </a:pPr>
            <a:r>
              <a:rPr lang="en-CA" sz="1000" dirty="0">
                <a:effectLst/>
                <a:latin typeface="Arial" panose="020B0604020202020204" pitchFamily="34" charset="0"/>
                <a:ea typeface="Calibri" panose="020F0502020204030204" pitchFamily="34" charset="0"/>
                <a:cs typeface="Segoe UI" panose="020B0502040204020203" pitchFamily="34" charset="0"/>
              </a:rPr>
              <a:t>The seven separate slides illustrate the Windows Server 2012 R2 installation steps:</a:t>
            </a:r>
            <a:endParaRPr lang="en-CA" sz="1000" dirty="0">
              <a:effectLst/>
              <a:latin typeface="Arial" panose="020B0604020202020204" pitchFamily="34" charset="0"/>
              <a:ea typeface="Calibri" panose="020F0502020204030204" pitchFamily="34" charset="0"/>
              <a:cs typeface="Times New Roman" panose="02020603050405020304" pitchFamily="18" charset="0"/>
            </a:endParaRPr>
          </a:p>
          <a:p>
            <a:pPr marL="342900" marR="0" lvl="0" indent="-342900">
              <a:lnSpc>
                <a:spcPct val="115000"/>
              </a:lnSpc>
              <a:spcBef>
                <a:spcPts val="0"/>
              </a:spcBef>
              <a:spcAft>
                <a:spcPts val="995"/>
              </a:spcAft>
              <a:buFont typeface="+mj-lt"/>
              <a:buAutoNum type="arabicPeriod"/>
              <a:tabLst>
                <a:tab pos="457200" algn="l"/>
              </a:tabLst>
            </a:pPr>
            <a:r>
              <a:rPr lang="en-CA" sz="1000" dirty="0">
                <a:effectLst/>
                <a:latin typeface="Arial" panose="020B0604020202020204" pitchFamily="34" charset="0"/>
                <a:ea typeface="Calibri" panose="020F0502020204030204" pitchFamily="34" charset="0"/>
                <a:cs typeface="Segoe UI" panose="020B0502040204020203" pitchFamily="34" charset="0"/>
              </a:rPr>
              <a:t>Slide 1: Choose installation language, currency format, time format, and keyboard input method.</a:t>
            </a:r>
            <a:endParaRPr lang="en-CA" sz="1000" dirty="0">
              <a:effectLst/>
              <a:latin typeface="Arial" panose="020B0604020202020204" pitchFamily="34" charset="0"/>
              <a:ea typeface="Calibri" panose="020F0502020204030204" pitchFamily="34" charset="0"/>
              <a:cs typeface="Times New Roman" panose="02020603050405020304" pitchFamily="18" charset="0"/>
            </a:endParaRPr>
          </a:p>
          <a:p>
            <a:pPr marL="342900" marR="0" lvl="0" indent="-342900">
              <a:lnSpc>
                <a:spcPct val="115000"/>
              </a:lnSpc>
              <a:spcBef>
                <a:spcPts val="0"/>
              </a:spcBef>
              <a:spcAft>
                <a:spcPts val="995"/>
              </a:spcAft>
              <a:buFont typeface="+mj-lt"/>
              <a:buAutoNum type="arabicPeriod"/>
              <a:tabLst>
                <a:tab pos="457200" algn="l"/>
              </a:tabLst>
            </a:pPr>
            <a:r>
              <a:rPr lang="en-CA" sz="1000" dirty="0">
                <a:effectLst/>
                <a:latin typeface="Arial" panose="020B0604020202020204" pitchFamily="34" charset="0"/>
                <a:ea typeface="Calibri" panose="020F0502020204030204" pitchFamily="34" charset="0"/>
                <a:cs typeface="Segoe UI" panose="020B0502040204020203" pitchFamily="34" charset="0"/>
              </a:rPr>
              <a:t>Slide 2: Click Install Now, or choose to repair your computer.</a:t>
            </a:r>
            <a:endParaRPr lang="en-CA" sz="1000" dirty="0">
              <a:effectLst/>
              <a:latin typeface="Arial" panose="020B0604020202020204" pitchFamily="34" charset="0"/>
              <a:ea typeface="Calibri" panose="020F0502020204030204" pitchFamily="34" charset="0"/>
              <a:cs typeface="Times New Roman" panose="02020603050405020304" pitchFamily="18" charset="0"/>
            </a:endParaRPr>
          </a:p>
          <a:p>
            <a:pPr marL="342900" marR="0" lvl="0" indent="-342900">
              <a:lnSpc>
                <a:spcPct val="115000"/>
              </a:lnSpc>
              <a:spcBef>
                <a:spcPts val="0"/>
              </a:spcBef>
              <a:spcAft>
                <a:spcPts val="995"/>
              </a:spcAft>
              <a:buFont typeface="+mj-lt"/>
              <a:buAutoNum type="arabicPeriod"/>
              <a:tabLst>
                <a:tab pos="457200" algn="l"/>
              </a:tabLst>
            </a:pPr>
            <a:r>
              <a:rPr lang="en-CA" sz="1000" dirty="0">
                <a:effectLst/>
                <a:latin typeface="Arial" panose="020B0604020202020204" pitchFamily="34" charset="0"/>
                <a:ea typeface="Calibri" panose="020F0502020204030204" pitchFamily="34" charset="0"/>
                <a:cs typeface="Segoe UI" panose="020B0502040204020203" pitchFamily="34" charset="0"/>
              </a:rPr>
              <a:t>Slide 3: Select the operating system that you want to install.</a:t>
            </a:r>
            <a:endParaRPr lang="en-CA" sz="1000" dirty="0">
              <a:effectLst/>
              <a:latin typeface="Arial" panose="020B0604020202020204" pitchFamily="34" charset="0"/>
              <a:ea typeface="Calibri" panose="020F0502020204030204" pitchFamily="34" charset="0"/>
              <a:cs typeface="Times New Roman" panose="02020603050405020304" pitchFamily="18" charset="0"/>
            </a:endParaRPr>
          </a:p>
          <a:p>
            <a:pPr marL="342900" marR="0" lvl="0" indent="-342900">
              <a:lnSpc>
                <a:spcPct val="115000"/>
              </a:lnSpc>
              <a:spcBef>
                <a:spcPts val="0"/>
              </a:spcBef>
              <a:spcAft>
                <a:spcPts val="995"/>
              </a:spcAft>
              <a:buFont typeface="+mj-lt"/>
              <a:buAutoNum type="arabicPeriod"/>
              <a:tabLst>
                <a:tab pos="457200" algn="l"/>
              </a:tabLst>
            </a:pPr>
            <a:r>
              <a:rPr lang="en-CA" sz="1000" dirty="0">
                <a:effectLst/>
                <a:latin typeface="Arial" panose="020B0604020202020204" pitchFamily="34" charset="0"/>
                <a:ea typeface="Calibri" panose="020F0502020204030204" pitchFamily="34" charset="0"/>
                <a:cs typeface="Segoe UI" panose="020B0502040204020203" pitchFamily="34" charset="0"/>
              </a:rPr>
              <a:t>Slide 4: Review and accept the license terms.</a:t>
            </a:r>
            <a:endParaRPr lang="en-CA" sz="1000" dirty="0">
              <a:effectLst/>
              <a:latin typeface="Arial" panose="020B0604020202020204" pitchFamily="34" charset="0"/>
              <a:ea typeface="Calibri" panose="020F0502020204030204" pitchFamily="34" charset="0"/>
              <a:cs typeface="Times New Roman" panose="02020603050405020304" pitchFamily="18" charset="0"/>
            </a:endParaRPr>
          </a:p>
          <a:p>
            <a:pPr marL="342900" marR="0" lvl="0" indent="-342900">
              <a:lnSpc>
                <a:spcPct val="115000"/>
              </a:lnSpc>
              <a:spcBef>
                <a:spcPts val="0"/>
              </a:spcBef>
              <a:spcAft>
                <a:spcPts val="995"/>
              </a:spcAft>
              <a:buFont typeface="+mj-lt"/>
              <a:buAutoNum type="arabicPeriod"/>
              <a:tabLst>
                <a:tab pos="457200" algn="l"/>
              </a:tabLst>
            </a:pPr>
            <a:r>
              <a:rPr lang="en-CA" sz="1000" dirty="0">
                <a:effectLst/>
                <a:latin typeface="Arial" panose="020B0604020202020204" pitchFamily="34" charset="0"/>
                <a:ea typeface="Calibri" panose="020F0502020204030204" pitchFamily="34" charset="0"/>
                <a:cs typeface="Segoe UI" panose="020B0502040204020203" pitchFamily="34" charset="0"/>
              </a:rPr>
              <a:t>Slide 5: Select the installation type, Upgrade or Custom.</a:t>
            </a:r>
            <a:endParaRPr lang="en-CA" sz="1000" dirty="0">
              <a:effectLst/>
              <a:latin typeface="Arial" panose="020B0604020202020204" pitchFamily="34" charset="0"/>
              <a:ea typeface="Calibri" panose="020F0502020204030204" pitchFamily="34" charset="0"/>
              <a:cs typeface="Times New Roman" panose="02020603050405020304" pitchFamily="18" charset="0"/>
            </a:endParaRPr>
          </a:p>
          <a:p>
            <a:pPr marL="342900" marR="0" lvl="0" indent="-342900">
              <a:lnSpc>
                <a:spcPct val="115000"/>
              </a:lnSpc>
              <a:spcBef>
                <a:spcPts val="0"/>
              </a:spcBef>
              <a:spcAft>
                <a:spcPts val="995"/>
              </a:spcAft>
              <a:buFont typeface="+mj-lt"/>
              <a:buAutoNum type="arabicPeriod"/>
              <a:tabLst>
                <a:tab pos="457200" algn="l"/>
              </a:tabLst>
            </a:pPr>
            <a:r>
              <a:rPr lang="en-CA" sz="1000" dirty="0">
                <a:effectLst/>
                <a:latin typeface="Arial" panose="020B0604020202020204" pitchFamily="34" charset="0"/>
                <a:ea typeface="Calibri" panose="020F0502020204030204" pitchFamily="34" charset="0"/>
                <a:cs typeface="Segoe UI" panose="020B0502040204020203" pitchFamily="34" charset="0"/>
              </a:rPr>
              <a:t>Slide 6: Select the installation location.</a:t>
            </a:r>
            <a:endParaRPr lang="en-CA" sz="1000" dirty="0">
              <a:effectLst/>
              <a:latin typeface="Arial" panose="020B0604020202020204" pitchFamily="34" charset="0"/>
              <a:ea typeface="Calibri" panose="020F0502020204030204" pitchFamily="34" charset="0"/>
              <a:cs typeface="Times New Roman" panose="02020603050405020304" pitchFamily="18" charset="0"/>
            </a:endParaRPr>
          </a:p>
          <a:p>
            <a:pPr marL="342900" marR="0" lvl="0" indent="-342900">
              <a:lnSpc>
                <a:spcPct val="115000"/>
              </a:lnSpc>
              <a:spcBef>
                <a:spcPts val="0"/>
              </a:spcBef>
              <a:spcAft>
                <a:spcPts val="995"/>
              </a:spcAft>
              <a:buFont typeface="+mj-lt"/>
              <a:buAutoNum type="arabicPeriod"/>
              <a:tabLst>
                <a:tab pos="457200" algn="l"/>
              </a:tabLst>
            </a:pPr>
            <a:r>
              <a:rPr lang="en-CA" sz="1000" dirty="0">
                <a:effectLst/>
                <a:latin typeface="Arial" panose="020B0604020202020204" pitchFamily="34" charset="0"/>
                <a:ea typeface="Calibri" panose="020F0502020204030204" pitchFamily="34" charset="0"/>
                <a:cs typeface="Segoe UI" panose="020B0502040204020203" pitchFamily="34" charset="0"/>
              </a:rPr>
              <a:t>Slide 7: Provide the password for the local administrator account.</a:t>
            </a:r>
            <a:endParaRPr lang="en-CA" sz="1000" dirty="0">
              <a:effectLst/>
              <a:latin typeface="Arial" panose="020B0604020202020204" pitchFamily="34" charset="0"/>
              <a:ea typeface="Calibri" panose="020F0502020204030204" pitchFamily="34" charset="0"/>
              <a:cs typeface="Times New Roman" panose="02020603050405020304" pitchFamily="18" charset="0"/>
            </a:endParaRPr>
          </a:p>
        </p:txBody>
      </p:sp>
      <p:sp>
        <p:nvSpPr>
          <p:cNvPr id="4" name="Slide Number Placeholder 3"/>
          <p:cNvSpPr>
            <a:spLocks noGrp="1"/>
          </p:cNvSpPr>
          <p:nvPr>
            <p:ph type="sldNum" sz="quarter" idx="10"/>
          </p:nvPr>
        </p:nvSpPr>
        <p:spPr/>
        <p:txBody>
          <a:bodyPr/>
          <a:lstStyle/>
          <a:p>
            <a:fld id="{B6A1F45A-45A6-418F-ABA5-EC8D7307846F}" type="slidenum">
              <a:rPr lang="en-CA" smtClean="0"/>
              <a:t>13</a:t>
            </a:fld>
            <a:endParaRPr lang="en-CA"/>
          </a:p>
        </p:txBody>
      </p:sp>
      <p:sp>
        <p:nvSpPr>
          <p:cNvPr id="5" name="Rectangle 4"/>
          <p:cNvSpPr/>
          <p:nvPr/>
        </p:nvSpPr>
        <p:spPr>
          <a:xfrm>
            <a:off x="0" y="0"/>
            <a:ext cx="3038475" cy="222250"/>
          </a:xfrm>
          <a:prstGeom prst="rect">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a:solidFill>
                  <a:srgbClr val="000000"/>
                </a:solidFill>
                <a:latin typeface="Arial" panose="020B0604020202020204" pitchFamily="34" charset="0"/>
              </a:rPr>
              <a:t>20410D</a:t>
            </a:r>
          </a:p>
        </p:txBody>
      </p:sp>
      <p:sp>
        <p:nvSpPr>
          <p:cNvPr id="6" name="Rectangle 5"/>
          <p:cNvSpPr/>
          <p:nvPr/>
        </p:nvSpPr>
        <p:spPr>
          <a:xfrm>
            <a:off x="0" y="238125"/>
            <a:ext cx="3038475" cy="347663"/>
          </a:xfrm>
          <a:prstGeom prst="rect">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a:solidFill>
                  <a:srgbClr val="336699"/>
                </a:solidFill>
                <a:latin typeface="Arial" panose="020B0604020202020204" pitchFamily="34" charset="0"/>
              </a:rPr>
              <a:t>1: Deploying and Managing Windows Server 2012</a:t>
            </a:r>
          </a:p>
        </p:txBody>
      </p:sp>
    </p:spTree>
    <p:extLst>
      <p:ext uri="{BB962C8B-B14F-4D97-AF65-F5344CB8AC3E}">
        <p14:creationId xmlns:p14="http://schemas.microsoft.com/office/powerpoint/2010/main" val="231127185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938" y="73025"/>
            <a:ext cx="2466975" cy="1851025"/>
          </a:xfrm>
        </p:spPr>
      </p:sp>
      <p:sp>
        <p:nvSpPr>
          <p:cNvPr id="3" name="Notes Placeholder 2"/>
          <p:cNvSpPr>
            <a:spLocks noGrp="1"/>
          </p:cNvSpPr>
          <p:nvPr>
            <p:ph type="body" idx="1"/>
          </p:nvPr>
        </p:nvSpPr>
        <p:spPr>
          <a:xfrm>
            <a:off x="310896" y="2093976"/>
            <a:ext cx="6153912" cy="6604000"/>
          </a:xfrm>
        </p:spPr>
        <p:txBody>
          <a:bodyPr>
            <a:noAutofit/>
          </a:bodyPr>
          <a:lstStyle/>
          <a:p>
            <a:pPr>
              <a:lnSpc>
                <a:spcPct val="115000"/>
              </a:lnSpc>
              <a:spcAft>
                <a:spcPts val="1000"/>
              </a:spcAft>
            </a:pPr>
            <a:r>
              <a:rPr lang="en-CA" sz="1000">
                <a:effectLst/>
                <a:latin typeface="Arial" panose="020B0604020202020204" pitchFamily="34" charset="0"/>
                <a:ea typeface="Calibri" panose="020F0502020204030204" pitchFamily="34" charset="0"/>
                <a:cs typeface="Times New Roman" panose="02020603050405020304" pitchFamily="18" charset="0"/>
              </a:rPr>
              <a:t>Slide 2 of 7: </a:t>
            </a:r>
            <a:r>
              <a:rPr lang="en-CA" sz="1000">
                <a:effectLst/>
                <a:latin typeface="Arial" panose="020B0604020202020204" pitchFamily="34" charset="0"/>
                <a:ea typeface="Calibri" panose="020F0502020204030204" pitchFamily="34" charset="0"/>
                <a:cs typeface="Segoe UI" panose="020B0502040204020203" pitchFamily="34" charset="0"/>
              </a:rPr>
              <a:t>Click Install Now, or choose to repair your computer.</a:t>
            </a:r>
            <a:endParaRPr lang="en-CA" sz="1000">
              <a:effectLst/>
              <a:latin typeface="Arial" panose="020B0604020202020204" pitchFamily="34" charset="0"/>
              <a:ea typeface="Calibri" panose="020F0502020204030204" pitchFamily="34" charset="0"/>
              <a:cs typeface="Times New Roman" panose="02020603050405020304" pitchFamily="18" charset="0"/>
            </a:endParaRPr>
          </a:p>
        </p:txBody>
      </p:sp>
      <p:sp>
        <p:nvSpPr>
          <p:cNvPr id="4" name="Slide Number Placeholder 3"/>
          <p:cNvSpPr>
            <a:spLocks noGrp="1"/>
          </p:cNvSpPr>
          <p:nvPr>
            <p:ph type="sldNum" sz="quarter" idx="10"/>
          </p:nvPr>
        </p:nvSpPr>
        <p:spPr/>
        <p:txBody>
          <a:bodyPr/>
          <a:lstStyle/>
          <a:p>
            <a:fld id="{B6A1F45A-45A6-418F-ABA5-EC8D7307846F}" type="slidenum">
              <a:rPr lang="en-CA" smtClean="0"/>
              <a:t>14</a:t>
            </a:fld>
            <a:endParaRPr lang="en-CA"/>
          </a:p>
        </p:txBody>
      </p:sp>
      <p:sp>
        <p:nvSpPr>
          <p:cNvPr id="5" name="Rectangle 4"/>
          <p:cNvSpPr/>
          <p:nvPr/>
        </p:nvSpPr>
        <p:spPr>
          <a:xfrm>
            <a:off x="0" y="0"/>
            <a:ext cx="3038475" cy="222250"/>
          </a:xfrm>
          <a:prstGeom prst="rect">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a:solidFill>
                  <a:srgbClr val="000000"/>
                </a:solidFill>
                <a:latin typeface="Arial" panose="020B0604020202020204" pitchFamily="34" charset="0"/>
              </a:rPr>
              <a:t>20410D</a:t>
            </a:r>
          </a:p>
        </p:txBody>
      </p:sp>
      <p:sp>
        <p:nvSpPr>
          <p:cNvPr id="6" name="Rectangle 5"/>
          <p:cNvSpPr/>
          <p:nvPr/>
        </p:nvSpPr>
        <p:spPr>
          <a:xfrm>
            <a:off x="0" y="238125"/>
            <a:ext cx="3038475" cy="347663"/>
          </a:xfrm>
          <a:prstGeom prst="rect">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a:solidFill>
                  <a:srgbClr val="336699"/>
                </a:solidFill>
                <a:latin typeface="Arial" panose="020B0604020202020204" pitchFamily="34" charset="0"/>
              </a:rPr>
              <a:t>1: Deploying and Managing Windows Server 2012</a:t>
            </a:r>
          </a:p>
        </p:txBody>
      </p:sp>
    </p:spTree>
    <p:extLst>
      <p:ext uri="{BB962C8B-B14F-4D97-AF65-F5344CB8AC3E}">
        <p14:creationId xmlns:p14="http://schemas.microsoft.com/office/powerpoint/2010/main" val="328844225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938" y="73025"/>
            <a:ext cx="2466975" cy="1851025"/>
          </a:xfrm>
        </p:spPr>
      </p:sp>
      <p:sp>
        <p:nvSpPr>
          <p:cNvPr id="3" name="Notes Placeholder 2"/>
          <p:cNvSpPr>
            <a:spLocks noGrp="1"/>
          </p:cNvSpPr>
          <p:nvPr>
            <p:ph type="body" idx="1"/>
          </p:nvPr>
        </p:nvSpPr>
        <p:spPr>
          <a:xfrm>
            <a:off x="310896" y="2093975"/>
            <a:ext cx="6153912" cy="6604000"/>
          </a:xfrm>
        </p:spPr>
        <p:txBody>
          <a:bodyPr>
            <a:noAutofit/>
          </a:bodyPr>
          <a:lstStyle/>
          <a:p>
            <a:pPr>
              <a:lnSpc>
                <a:spcPct val="107000"/>
              </a:lnSpc>
              <a:spcAft>
                <a:spcPts val="800"/>
              </a:spcAft>
            </a:pPr>
            <a:r>
              <a:rPr lang="en-CA" sz="1000">
                <a:effectLst/>
                <a:latin typeface="Arial" panose="020B0604020202020204" pitchFamily="34" charset="0"/>
                <a:ea typeface="Calibri" panose="020F0502020204030204" pitchFamily="34" charset="0"/>
                <a:cs typeface="Times New Roman" panose="02020603050405020304" pitchFamily="18" charset="0"/>
              </a:rPr>
              <a:t>Slide 3 of 7: Select the operating system you want to install.</a:t>
            </a:r>
          </a:p>
        </p:txBody>
      </p:sp>
      <p:sp>
        <p:nvSpPr>
          <p:cNvPr id="4" name="Slide Number Placeholder 3"/>
          <p:cNvSpPr>
            <a:spLocks noGrp="1"/>
          </p:cNvSpPr>
          <p:nvPr>
            <p:ph type="sldNum" sz="quarter" idx="10"/>
          </p:nvPr>
        </p:nvSpPr>
        <p:spPr/>
        <p:txBody>
          <a:bodyPr/>
          <a:lstStyle/>
          <a:p>
            <a:fld id="{B6A1F45A-45A6-418F-ABA5-EC8D7307846F}" type="slidenum">
              <a:rPr lang="en-CA" smtClean="0"/>
              <a:t>15</a:t>
            </a:fld>
            <a:endParaRPr lang="en-CA"/>
          </a:p>
        </p:txBody>
      </p:sp>
      <p:sp>
        <p:nvSpPr>
          <p:cNvPr id="5" name="Rectangle 4"/>
          <p:cNvSpPr/>
          <p:nvPr/>
        </p:nvSpPr>
        <p:spPr>
          <a:xfrm>
            <a:off x="0" y="0"/>
            <a:ext cx="3038475" cy="222250"/>
          </a:xfrm>
          <a:prstGeom prst="rect">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a:solidFill>
                  <a:srgbClr val="000000"/>
                </a:solidFill>
                <a:latin typeface="Arial" panose="020B0604020202020204" pitchFamily="34" charset="0"/>
              </a:rPr>
              <a:t>20410D</a:t>
            </a:r>
          </a:p>
        </p:txBody>
      </p:sp>
      <p:sp>
        <p:nvSpPr>
          <p:cNvPr id="6" name="Rectangle 5"/>
          <p:cNvSpPr/>
          <p:nvPr/>
        </p:nvSpPr>
        <p:spPr>
          <a:xfrm>
            <a:off x="0" y="238125"/>
            <a:ext cx="3038475" cy="347663"/>
          </a:xfrm>
          <a:prstGeom prst="rect">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a:solidFill>
                  <a:srgbClr val="336699"/>
                </a:solidFill>
                <a:latin typeface="Arial" panose="020B0604020202020204" pitchFamily="34" charset="0"/>
              </a:rPr>
              <a:t>1: Deploying and Managing Windows Server 2012</a:t>
            </a:r>
          </a:p>
        </p:txBody>
      </p:sp>
    </p:spTree>
    <p:extLst>
      <p:ext uri="{BB962C8B-B14F-4D97-AF65-F5344CB8AC3E}">
        <p14:creationId xmlns:p14="http://schemas.microsoft.com/office/powerpoint/2010/main" val="196723731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938" y="73025"/>
            <a:ext cx="2466975" cy="1851025"/>
          </a:xfrm>
        </p:spPr>
      </p:sp>
      <p:sp>
        <p:nvSpPr>
          <p:cNvPr id="3" name="Notes Placeholder 2"/>
          <p:cNvSpPr>
            <a:spLocks noGrp="1"/>
          </p:cNvSpPr>
          <p:nvPr>
            <p:ph type="body" idx="1"/>
          </p:nvPr>
        </p:nvSpPr>
        <p:spPr>
          <a:xfrm>
            <a:off x="310896" y="2093976"/>
            <a:ext cx="6153912" cy="6604000"/>
          </a:xfrm>
        </p:spPr>
        <p:txBody>
          <a:bodyPr>
            <a:noAutofit/>
          </a:bodyPr>
          <a:lstStyle/>
          <a:p>
            <a:pPr>
              <a:lnSpc>
                <a:spcPct val="115000"/>
              </a:lnSpc>
              <a:spcAft>
                <a:spcPts val="1000"/>
              </a:spcAft>
            </a:pPr>
            <a:r>
              <a:rPr lang="en-US" sz="1000">
                <a:effectLst/>
                <a:latin typeface="Arial" panose="020B0604020202020204" pitchFamily="34" charset="0"/>
                <a:ea typeface="Times New Roman" panose="02020603050405020304" pitchFamily="18" charset="0"/>
                <a:cs typeface="Times New Roman" panose="02020603050405020304" pitchFamily="18" charset="0"/>
              </a:rPr>
              <a:t>Slide 4 of 7: Review and accept the license terms.</a:t>
            </a:r>
            <a:endParaRPr lang="en-CA" sz="1000">
              <a:effectLst/>
              <a:latin typeface="Arial" panose="020B0604020202020204" pitchFamily="34" charset="0"/>
              <a:ea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0"/>
          </p:nvPr>
        </p:nvSpPr>
        <p:spPr/>
        <p:txBody>
          <a:bodyPr/>
          <a:lstStyle/>
          <a:p>
            <a:fld id="{B6A1F45A-45A6-418F-ABA5-EC8D7307846F}" type="slidenum">
              <a:rPr lang="en-CA" smtClean="0"/>
              <a:t>16</a:t>
            </a:fld>
            <a:endParaRPr lang="en-CA"/>
          </a:p>
        </p:txBody>
      </p:sp>
      <p:sp>
        <p:nvSpPr>
          <p:cNvPr id="5" name="Rectangle 4"/>
          <p:cNvSpPr/>
          <p:nvPr/>
        </p:nvSpPr>
        <p:spPr>
          <a:xfrm>
            <a:off x="0" y="0"/>
            <a:ext cx="3038475" cy="222250"/>
          </a:xfrm>
          <a:prstGeom prst="rect">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a:solidFill>
                  <a:srgbClr val="000000"/>
                </a:solidFill>
                <a:latin typeface="Arial" panose="020B0604020202020204" pitchFamily="34" charset="0"/>
              </a:rPr>
              <a:t>20410D</a:t>
            </a:r>
          </a:p>
        </p:txBody>
      </p:sp>
      <p:sp>
        <p:nvSpPr>
          <p:cNvPr id="6" name="Rectangle 5"/>
          <p:cNvSpPr/>
          <p:nvPr/>
        </p:nvSpPr>
        <p:spPr>
          <a:xfrm>
            <a:off x="0" y="238125"/>
            <a:ext cx="3038475" cy="347663"/>
          </a:xfrm>
          <a:prstGeom prst="rect">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a:solidFill>
                  <a:srgbClr val="336699"/>
                </a:solidFill>
                <a:latin typeface="Arial" panose="020B0604020202020204" pitchFamily="34" charset="0"/>
              </a:rPr>
              <a:t>1: Deploying and Managing Windows Server 2012</a:t>
            </a:r>
          </a:p>
        </p:txBody>
      </p:sp>
    </p:spTree>
    <p:extLst>
      <p:ext uri="{BB962C8B-B14F-4D97-AF65-F5344CB8AC3E}">
        <p14:creationId xmlns:p14="http://schemas.microsoft.com/office/powerpoint/2010/main" val="77736264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938" y="73025"/>
            <a:ext cx="2466975" cy="1851025"/>
          </a:xfrm>
        </p:spPr>
      </p:sp>
      <p:sp>
        <p:nvSpPr>
          <p:cNvPr id="3" name="Notes Placeholder 2"/>
          <p:cNvSpPr>
            <a:spLocks noGrp="1"/>
          </p:cNvSpPr>
          <p:nvPr>
            <p:ph type="body" idx="1"/>
          </p:nvPr>
        </p:nvSpPr>
        <p:spPr>
          <a:xfrm>
            <a:off x="310896" y="2093976"/>
            <a:ext cx="6153912" cy="6604000"/>
          </a:xfrm>
        </p:spPr>
        <p:txBody>
          <a:bodyPr>
            <a:noAutofit/>
          </a:bodyPr>
          <a:lstStyle/>
          <a:p>
            <a:pPr>
              <a:lnSpc>
                <a:spcPct val="115000"/>
              </a:lnSpc>
              <a:spcAft>
                <a:spcPts val="1000"/>
              </a:spcAft>
            </a:pPr>
            <a:r>
              <a:rPr lang="en-US" sz="1000">
                <a:effectLst/>
                <a:latin typeface="Arial" panose="020B0604020202020204" pitchFamily="34" charset="0"/>
                <a:ea typeface="Times New Roman" panose="02020603050405020304" pitchFamily="18" charset="0"/>
                <a:cs typeface="Times New Roman" panose="02020603050405020304" pitchFamily="18" charset="0"/>
              </a:rPr>
              <a:t>Slide 5 of 7: Select the installation type, Upgrade or Custom.</a:t>
            </a:r>
            <a:endParaRPr lang="en-CA" sz="1000">
              <a:effectLst/>
              <a:latin typeface="Arial" panose="020B0604020202020204" pitchFamily="34" charset="0"/>
              <a:ea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0"/>
          </p:nvPr>
        </p:nvSpPr>
        <p:spPr/>
        <p:txBody>
          <a:bodyPr/>
          <a:lstStyle/>
          <a:p>
            <a:fld id="{B6A1F45A-45A6-418F-ABA5-EC8D7307846F}" type="slidenum">
              <a:rPr lang="en-CA" smtClean="0"/>
              <a:t>17</a:t>
            </a:fld>
            <a:endParaRPr lang="en-CA"/>
          </a:p>
        </p:txBody>
      </p:sp>
      <p:sp>
        <p:nvSpPr>
          <p:cNvPr id="5" name="Rectangle 4"/>
          <p:cNvSpPr/>
          <p:nvPr/>
        </p:nvSpPr>
        <p:spPr>
          <a:xfrm>
            <a:off x="0" y="0"/>
            <a:ext cx="3038475" cy="222250"/>
          </a:xfrm>
          <a:prstGeom prst="rect">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a:solidFill>
                  <a:srgbClr val="000000"/>
                </a:solidFill>
                <a:latin typeface="Arial" panose="020B0604020202020204" pitchFamily="34" charset="0"/>
              </a:rPr>
              <a:t>20410D</a:t>
            </a:r>
          </a:p>
        </p:txBody>
      </p:sp>
      <p:sp>
        <p:nvSpPr>
          <p:cNvPr id="6" name="Rectangle 5"/>
          <p:cNvSpPr/>
          <p:nvPr/>
        </p:nvSpPr>
        <p:spPr>
          <a:xfrm>
            <a:off x="0" y="238125"/>
            <a:ext cx="3038475" cy="347663"/>
          </a:xfrm>
          <a:prstGeom prst="rect">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a:solidFill>
                  <a:srgbClr val="336699"/>
                </a:solidFill>
                <a:latin typeface="Arial" panose="020B0604020202020204" pitchFamily="34" charset="0"/>
              </a:rPr>
              <a:t>1: Deploying and Managing Windows Server 2012</a:t>
            </a:r>
          </a:p>
        </p:txBody>
      </p:sp>
    </p:spTree>
    <p:extLst>
      <p:ext uri="{BB962C8B-B14F-4D97-AF65-F5344CB8AC3E}">
        <p14:creationId xmlns:p14="http://schemas.microsoft.com/office/powerpoint/2010/main" val="174877067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938" y="73025"/>
            <a:ext cx="2466975" cy="1851025"/>
          </a:xfrm>
        </p:spPr>
      </p:sp>
      <p:sp>
        <p:nvSpPr>
          <p:cNvPr id="3" name="Notes Placeholder 2"/>
          <p:cNvSpPr>
            <a:spLocks noGrp="1"/>
          </p:cNvSpPr>
          <p:nvPr>
            <p:ph type="body" idx="1"/>
          </p:nvPr>
        </p:nvSpPr>
        <p:spPr>
          <a:xfrm>
            <a:off x="310896" y="2093976"/>
            <a:ext cx="6153912" cy="6604000"/>
          </a:xfrm>
        </p:spPr>
        <p:txBody>
          <a:bodyPr>
            <a:noAutofit/>
          </a:bodyPr>
          <a:lstStyle/>
          <a:p>
            <a:pPr>
              <a:lnSpc>
                <a:spcPct val="115000"/>
              </a:lnSpc>
              <a:spcAft>
                <a:spcPts val="1000"/>
              </a:spcAft>
            </a:pPr>
            <a:r>
              <a:rPr lang="en-US" sz="1000">
                <a:effectLst/>
                <a:latin typeface="Arial" panose="020B0604020202020204" pitchFamily="34" charset="0"/>
                <a:ea typeface="Times New Roman" panose="02020603050405020304" pitchFamily="18" charset="0"/>
                <a:cs typeface="Times New Roman" panose="02020603050405020304" pitchFamily="18" charset="0"/>
              </a:rPr>
              <a:t>Slide 6 of 7: Select the installation location.</a:t>
            </a:r>
            <a:endParaRPr lang="en-CA" sz="1000">
              <a:effectLst/>
              <a:latin typeface="Arial" panose="020B0604020202020204" pitchFamily="34" charset="0"/>
              <a:ea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0"/>
          </p:nvPr>
        </p:nvSpPr>
        <p:spPr/>
        <p:txBody>
          <a:bodyPr/>
          <a:lstStyle/>
          <a:p>
            <a:fld id="{B6A1F45A-45A6-418F-ABA5-EC8D7307846F}" type="slidenum">
              <a:rPr lang="en-CA" smtClean="0"/>
              <a:t>18</a:t>
            </a:fld>
            <a:endParaRPr lang="en-CA"/>
          </a:p>
        </p:txBody>
      </p:sp>
      <p:sp>
        <p:nvSpPr>
          <p:cNvPr id="5" name="Rectangle 4"/>
          <p:cNvSpPr/>
          <p:nvPr/>
        </p:nvSpPr>
        <p:spPr>
          <a:xfrm>
            <a:off x="0" y="0"/>
            <a:ext cx="3038475" cy="222250"/>
          </a:xfrm>
          <a:prstGeom prst="rect">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a:solidFill>
                  <a:srgbClr val="000000"/>
                </a:solidFill>
                <a:latin typeface="Arial" panose="020B0604020202020204" pitchFamily="34" charset="0"/>
              </a:rPr>
              <a:t>20410D</a:t>
            </a:r>
          </a:p>
        </p:txBody>
      </p:sp>
      <p:sp>
        <p:nvSpPr>
          <p:cNvPr id="6" name="Rectangle 5"/>
          <p:cNvSpPr/>
          <p:nvPr/>
        </p:nvSpPr>
        <p:spPr>
          <a:xfrm>
            <a:off x="0" y="238125"/>
            <a:ext cx="3038475" cy="347663"/>
          </a:xfrm>
          <a:prstGeom prst="rect">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a:solidFill>
                  <a:srgbClr val="336699"/>
                </a:solidFill>
                <a:latin typeface="Arial" panose="020B0604020202020204" pitchFamily="34" charset="0"/>
              </a:rPr>
              <a:t>1: Deploying and Managing Windows Server 2012</a:t>
            </a:r>
          </a:p>
        </p:txBody>
      </p:sp>
    </p:spTree>
    <p:extLst>
      <p:ext uri="{BB962C8B-B14F-4D97-AF65-F5344CB8AC3E}">
        <p14:creationId xmlns:p14="http://schemas.microsoft.com/office/powerpoint/2010/main" val="302725967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938" y="73025"/>
            <a:ext cx="2466975" cy="1851025"/>
          </a:xfrm>
        </p:spPr>
      </p:sp>
      <p:sp>
        <p:nvSpPr>
          <p:cNvPr id="3" name="Notes Placeholder 2"/>
          <p:cNvSpPr>
            <a:spLocks noGrp="1"/>
          </p:cNvSpPr>
          <p:nvPr>
            <p:ph type="body" idx="1"/>
          </p:nvPr>
        </p:nvSpPr>
        <p:spPr>
          <a:xfrm>
            <a:off x="310896" y="2093975"/>
            <a:ext cx="6153912" cy="6604000"/>
          </a:xfrm>
        </p:spPr>
        <p:txBody>
          <a:bodyPr>
            <a:noAutofit/>
          </a:bodyPr>
          <a:lstStyle/>
          <a:p>
            <a:pPr>
              <a:lnSpc>
                <a:spcPct val="107000"/>
              </a:lnSpc>
              <a:spcAft>
                <a:spcPts val="800"/>
              </a:spcAft>
            </a:pPr>
            <a:r>
              <a:rPr lang="en-CA" sz="1000">
                <a:effectLst/>
                <a:latin typeface="Arial" panose="020B0604020202020204" pitchFamily="34" charset="0"/>
                <a:ea typeface="Calibri" panose="020F0502020204030204" pitchFamily="34" charset="0"/>
                <a:cs typeface="Times New Roman" panose="02020603050405020304" pitchFamily="18" charset="0"/>
              </a:rPr>
              <a:t>Slide 7 of 7: Provide the password for the local administrator account.</a:t>
            </a:r>
          </a:p>
        </p:txBody>
      </p:sp>
      <p:sp>
        <p:nvSpPr>
          <p:cNvPr id="4" name="Slide Number Placeholder 3"/>
          <p:cNvSpPr>
            <a:spLocks noGrp="1"/>
          </p:cNvSpPr>
          <p:nvPr>
            <p:ph type="sldNum" sz="quarter" idx="10"/>
          </p:nvPr>
        </p:nvSpPr>
        <p:spPr/>
        <p:txBody>
          <a:bodyPr/>
          <a:lstStyle/>
          <a:p>
            <a:fld id="{B6A1F45A-45A6-418F-ABA5-EC8D7307846F}" type="slidenum">
              <a:rPr lang="en-CA" smtClean="0"/>
              <a:t>19</a:t>
            </a:fld>
            <a:endParaRPr lang="en-CA"/>
          </a:p>
        </p:txBody>
      </p:sp>
      <p:sp>
        <p:nvSpPr>
          <p:cNvPr id="5" name="Rectangle 4"/>
          <p:cNvSpPr/>
          <p:nvPr/>
        </p:nvSpPr>
        <p:spPr>
          <a:xfrm>
            <a:off x="0" y="0"/>
            <a:ext cx="3038475" cy="222250"/>
          </a:xfrm>
          <a:prstGeom prst="rect">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a:solidFill>
                  <a:srgbClr val="000000"/>
                </a:solidFill>
                <a:latin typeface="Arial" panose="020B0604020202020204" pitchFamily="34" charset="0"/>
              </a:rPr>
              <a:t>20410D</a:t>
            </a:r>
          </a:p>
        </p:txBody>
      </p:sp>
      <p:sp>
        <p:nvSpPr>
          <p:cNvPr id="6" name="Rectangle 5"/>
          <p:cNvSpPr/>
          <p:nvPr/>
        </p:nvSpPr>
        <p:spPr>
          <a:xfrm>
            <a:off x="0" y="238125"/>
            <a:ext cx="3038475" cy="347663"/>
          </a:xfrm>
          <a:prstGeom prst="rect">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a:solidFill>
                  <a:srgbClr val="336699"/>
                </a:solidFill>
                <a:latin typeface="Arial" panose="020B0604020202020204" pitchFamily="34" charset="0"/>
              </a:rPr>
              <a:t>1: Deploying and Managing Windows Server 2012</a:t>
            </a:r>
          </a:p>
        </p:txBody>
      </p:sp>
    </p:spTree>
    <p:extLst>
      <p:ext uri="{BB962C8B-B14F-4D97-AF65-F5344CB8AC3E}">
        <p14:creationId xmlns:p14="http://schemas.microsoft.com/office/powerpoint/2010/main" val="404634014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112" y="73152"/>
            <a:ext cx="2468880" cy="1851660"/>
          </a:xfrm>
        </p:spPr>
      </p:sp>
      <p:sp>
        <p:nvSpPr>
          <p:cNvPr id="3" name="Notes Placeholder 2"/>
          <p:cNvSpPr>
            <a:spLocks noGrp="1"/>
          </p:cNvSpPr>
          <p:nvPr>
            <p:ph type="body" idx="1"/>
          </p:nvPr>
        </p:nvSpPr>
        <p:spPr>
          <a:xfrm>
            <a:off x="310896" y="2093975"/>
            <a:ext cx="6153912" cy="6604000"/>
          </a:xfrm>
        </p:spPr>
        <p:txBody>
          <a:bodyPr>
            <a:noAutofit/>
          </a:bodyPr>
          <a:lstStyle/>
          <a:p>
            <a:pPr>
              <a:lnSpc>
                <a:spcPct val="107000"/>
              </a:lnSpc>
              <a:spcAft>
                <a:spcPts val="800"/>
              </a:spcAft>
            </a:pPr>
            <a:r>
              <a:rPr lang="en-CA" sz="1000">
                <a:effectLst/>
                <a:latin typeface="Arial" panose="020B0604020202020204" pitchFamily="34" charset="0"/>
                <a:ea typeface="Calibri" panose="020F0502020204030204" pitchFamily="34" charset="0"/>
                <a:cs typeface="Times New Roman" panose="02020603050405020304" pitchFamily="18" charset="0"/>
              </a:rPr>
              <a:t>Point out that not every role can be migrated. For example, the Active Directory Domain Services (AD DS) role cannot be migrated. Typically, a new domain controller is created and the old one is decommissioned.</a:t>
            </a:r>
          </a:p>
          <a:p>
            <a:pPr>
              <a:lnSpc>
                <a:spcPct val="107000"/>
              </a:lnSpc>
              <a:spcAft>
                <a:spcPts val="800"/>
              </a:spcAft>
            </a:pPr>
            <a:r>
              <a:rPr lang="en-CA" sz="1000">
                <a:effectLst/>
                <a:latin typeface="Arial" panose="020B0604020202020204" pitchFamily="34" charset="0"/>
                <a:ea typeface="Calibri" panose="020F0502020204030204" pitchFamily="34" charset="0"/>
                <a:cs typeface="Times New Roman" panose="02020603050405020304" pitchFamily="18" charset="0"/>
              </a:rPr>
              <a:t>Also point out that migration guides exist for migrating roles to Windows Server 2008 R2, and that the guidance in those guides still applies. </a:t>
            </a:r>
          </a:p>
        </p:txBody>
      </p:sp>
      <p:sp>
        <p:nvSpPr>
          <p:cNvPr id="4" name="Slide Number Placeholder 3"/>
          <p:cNvSpPr>
            <a:spLocks noGrp="1"/>
          </p:cNvSpPr>
          <p:nvPr>
            <p:ph type="sldNum" sz="quarter" idx="10"/>
          </p:nvPr>
        </p:nvSpPr>
        <p:spPr/>
        <p:txBody>
          <a:bodyPr/>
          <a:lstStyle/>
          <a:p>
            <a:fld id="{B6A1F45A-45A6-418F-ABA5-EC8D7307846F}" type="slidenum">
              <a:rPr lang="en-CA" smtClean="0"/>
              <a:t>20</a:t>
            </a:fld>
            <a:endParaRPr lang="en-CA"/>
          </a:p>
        </p:txBody>
      </p:sp>
      <p:sp>
        <p:nvSpPr>
          <p:cNvPr id="5" name="Rectangle 4"/>
          <p:cNvSpPr/>
          <p:nvPr/>
        </p:nvSpPr>
        <p:spPr>
          <a:xfrm>
            <a:off x="0" y="0"/>
            <a:ext cx="3038475" cy="222250"/>
          </a:xfrm>
          <a:prstGeom prst="rect">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a:solidFill>
                  <a:srgbClr val="000000"/>
                </a:solidFill>
                <a:latin typeface="Arial" panose="020B0604020202020204" pitchFamily="34" charset="0"/>
              </a:rPr>
              <a:t>20410D</a:t>
            </a:r>
          </a:p>
        </p:txBody>
      </p:sp>
      <p:sp>
        <p:nvSpPr>
          <p:cNvPr id="6" name="Rectangle 5"/>
          <p:cNvSpPr/>
          <p:nvPr/>
        </p:nvSpPr>
        <p:spPr>
          <a:xfrm>
            <a:off x="0" y="238125"/>
            <a:ext cx="3038475" cy="347663"/>
          </a:xfrm>
          <a:prstGeom prst="rect">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a:solidFill>
                  <a:srgbClr val="336699"/>
                </a:solidFill>
                <a:latin typeface="Arial" panose="020B0604020202020204" pitchFamily="34" charset="0"/>
              </a:rPr>
              <a:t>1: Deploying and Managing Windows Server 2012</a:t>
            </a:r>
          </a:p>
        </p:txBody>
      </p:sp>
    </p:spTree>
    <p:extLst>
      <p:ext uri="{BB962C8B-B14F-4D97-AF65-F5344CB8AC3E}">
        <p14:creationId xmlns:p14="http://schemas.microsoft.com/office/powerpoint/2010/main" val="60046305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112" y="73152"/>
            <a:ext cx="2468880" cy="1851660"/>
          </a:xfrm>
        </p:spPr>
      </p:sp>
      <p:sp>
        <p:nvSpPr>
          <p:cNvPr id="3" name="Notes Placeholder 2"/>
          <p:cNvSpPr>
            <a:spLocks noGrp="1"/>
          </p:cNvSpPr>
          <p:nvPr>
            <p:ph type="body" idx="1"/>
          </p:nvPr>
        </p:nvSpPr>
        <p:spPr>
          <a:xfrm>
            <a:off x="310896" y="2093975"/>
            <a:ext cx="6153912" cy="6604000"/>
          </a:xfrm>
        </p:spPr>
        <p:txBody>
          <a:bodyPr>
            <a:noAutofit/>
          </a:bodyPr>
          <a:lstStyle/>
          <a:p>
            <a:pPr>
              <a:lnSpc>
                <a:spcPct val="107000"/>
              </a:lnSpc>
              <a:spcAft>
                <a:spcPts val="800"/>
              </a:spcAft>
            </a:pPr>
            <a:r>
              <a:rPr lang="en-CA" sz="1000">
                <a:effectLst/>
                <a:latin typeface="Arial" panose="020B0604020202020204" pitchFamily="34" charset="0"/>
                <a:ea typeface="Calibri" panose="020F0502020204030204" pitchFamily="34" charset="0"/>
                <a:cs typeface="Times New Roman" panose="02020603050405020304" pitchFamily="18" charset="0"/>
              </a:rPr>
              <a:t> </a:t>
            </a:r>
          </a:p>
        </p:txBody>
      </p:sp>
      <p:sp>
        <p:nvSpPr>
          <p:cNvPr id="4" name="Slide Number Placeholder 3"/>
          <p:cNvSpPr>
            <a:spLocks noGrp="1"/>
          </p:cNvSpPr>
          <p:nvPr>
            <p:ph type="sldNum" sz="quarter" idx="10"/>
          </p:nvPr>
        </p:nvSpPr>
        <p:spPr/>
        <p:txBody>
          <a:bodyPr/>
          <a:lstStyle/>
          <a:p>
            <a:fld id="{B6A1F45A-45A6-418F-ABA5-EC8D7307846F}" type="slidenum">
              <a:rPr lang="en-CA" smtClean="0"/>
              <a:t>21</a:t>
            </a:fld>
            <a:endParaRPr lang="en-CA"/>
          </a:p>
        </p:txBody>
      </p:sp>
      <p:sp>
        <p:nvSpPr>
          <p:cNvPr id="5" name="Rectangle 4"/>
          <p:cNvSpPr/>
          <p:nvPr/>
        </p:nvSpPr>
        <p:spPr>
          <a:xfrm>
            <a:off x="0" y="0"/>
            <a:ext cx="3038475" cy="222250"/>
          </a:xfrm>
          <a:prstGeom prst="rect">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a:solidFill>
                  <a:srgbClr val="000000"/>
                </a:solidFill>
                <a:latin typeface="Arial" panose="020B0604020202020204" pitchFamily="34" charset="0"/>
              </a:rPr>
              <a:t>20410D</a:t>
            </a:r>
          </a:p>
        </p:txBody>
      </p:sp>
      <p:sp>
        <p:nvSpPr>
          <p:cNvPr id="6" name="Rectangle 5"/>
          <p:cNvSpPr/>
          <p:nvPr/>
        </p:nvSpPr>
        <p:spPr>
          <a:xfrm>
            <a:off x="0" y="238125"/>
            <a:ext cx="3038475" cy="347663"/>
          </a:xfrm>
          <a:prstGeom prst="rect">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a:solidFill>
                  <a:srgbClr val="336699"/>
                </a:solidFill>
                <a:latin typeface="Arial" panose="020B0604020202020204" pitchFamily="34" charset="0"/>
              </a:rPr>
              <a:t>1: Deploying and Managing Windows Server 2012</a:t>
            </a:r>
          </a:p>
        </p:txBody>
      </p:sp>
    </p:spTree>
    <p:extLst>
      <p:ext uri="{BB962C8B-B14F-4D97-AF65-F5344CB8AC3E}">
        <p14:creationId xmlns:p14="http://schemas.microsoft.com/office/powerpoint/2010/main" val="192448651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112" y="73152"/>
            <a:ext cx="2468880" cy="1851660"/>
          </a:xfrm>
        </p:spPr>
      </p:sp>
      <p:sp>
        <p:nvSpPr>
          <p:cNvPr id="3" name="Notes Placeholder 2"/>
          <p:cNvSpPr>
            <a:spLocks noGrp="1"/>
          </p:cNvSpPr>
          <p:nvPr>
            <p:ph type="body" idx="1"/>
          </p:nvPr>
        </p:nvSpPr>
        <p:spPr>
          <a:xfrm>
            <a:off x="310896" y="2093976"/>
            <a:ext cx="6153912" cy="6604000"/>
          </a:xfrm>
        </p:spPr>
        <p:txBody>
          <a:bodyPr>
            <a:noAutofit/>
          </a:bodyPr>
          <a:lstStyle/>
          <a:p>
            <a:pPr>
              <a:lnSpc>
                <a:spcPct val="107000"/>
              </a:lnSpc>
              <a:spcAft>
                <a:spcPts val="800"/>
              </a:spcAft>
            </a:pPr>
            <a:r>
              <a:rPr lang="en-CA" sz="1000">
                <a:effectLst/>
                <a:latin typeface="Arial" panose="020B0604020202020204" pitchFamily="34" charset="0"/>
                <a:ea typeface="Calibri" panose="020F0502020204030204" pitchFamily="34" charset="0"/>
                <a:cs typeface="Segoe UI" panose="020B0502040204020203" pitchFamily="34" charset="0"/>
              </a:rPr>
              <a:t>Slide 1 of 8</a:t>
            </a:r>
            <a:endParaRPr lang="en-CA" sz="1000">
              <a:effectLst/>
              <a:latin typeface="Arial" panose="020B060402020202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CA" sz="1000">
                <a:effectLst/>
                <a:latin typeface="Arial" panose="020B0604020202020204" pitchFamily="34" charset="0"/>
                <a:ea typeface="Calibri" panose="020F0502020204030204" pitchFamily="34" charset="0"/>
                <a:cs typeface="Segoe UI" panose="020B0502040204020203" pitchFamily="34" charset="0"/>
              </a:rPr>
              <a:t>Use this set of eight slides to discuss the properties shown:</a:t>
            </a:r>
            <a:endParaRPr lang="en-CA" sz="1000">
              <a:effectLst/>
              <a:latin typeface="Arial" panose="020B0604020202020204" pitchFamily="34" charset="0"/>
              <a:ea typeface="Calibri" panose="020F0502020204030204" pitchFamily="34" charset="0"/>
              <a:cs typeface="Times New Roman" panose="02020603050405020304" pitchFamily="18" charset="0"/>
            </a:endParaRPr>
          </a:p>
          <a:p>
            <a:pPr marL="342900" marR="0" lvl="0" indent="-342900">
              <a:lnSpc>
                <a:spcPct val="115000"/>
              </a:lnSpc>
              <a:spcBef>
                <a:spcPts val="0"/>
              </a:spcBef>
              <a:spcAft>
                <a:spcPts val="995"/>
              </a:spcAft>
              <a:buFont typeface="Symbol" panose="05050102010706020507" pitchFamily="18" charset="2"/>
              <a:buChar char=""/>
              <a:tabLst>
                <a:tab pos="815975" algn="l"/>
              </a:tabLst>
            </a:pPr>
            <a:r>
              <a:rPr lang="en-US" sz="1000">
                <a:effectLst/>
                <a:latin typeface="Arial" panose="020B0604020202020204" pitchFamily="34" charset="0"/>
                <a:ea typeface="Times New Roman" panose="02020603050405020304" pitchFamily="18" charset="0"/>
                <a:cs typeface="Segoe UI" panose="020B0502040204020203" pitchFamily="34" charset="0"/>
              </a:rPr>
              <a:t>Slide 1:	All properties</a:t>
            </a:r>
            <a:endParaRPr lang="en-CA" sz="1000">
              <a:effectLst/>
              <a:latin typeface="Arial" panose="020B0604020202020204" pitchFamily="34" charset="0"/>
              <a:ea typeface="Times New Roman" panose="02020603050405020304" pitchFamily="18" charset="0"/>
              <a:cs typeface="Times New Roman" panose="02020603050405020304" pitchFamily="18" charset="0"/>
            </a:endParaRPr>
          </a:p>
          <a:p>
            <a:pPr marL="342900" marR="0" lvl="0" indent="-342900">
              <a:lnSpc>
                <a:spcPct val="115000"/>
              </a:lnSpc>
              <a:spcBef>
                <a:spcPts val="0"/>
              </a:spcBef>
              <a:spcAft>
                <a:spcPts val="995"/>
              </a:spcAft>
              <a:buFont typeface="Symbol" panose="05050102010706020507" pitchFamily="18" charset="2"/>
              <a:buChar char=""/>
              <a:tabLst>
                <a:tab pos="815975" algn="l"/>
              </a:tabLst>
            </a:pPr>
            <a:r>
              <a:rPr lang="en-US" sz="1000">
                <a:effectLst/>
                <a:latin typeface="Arial" panose="020B0604020202020204" pitchFamily="34" charset="0"/>
                <a:ea typeface="Times New Roman" panose="02020603050405020304" pitchFamily="18" charset="0"/>
                <a:cs typeface="Segoe UI" panose="020B0502040204020203" pitchFamily="34" charset="0"/>
              </a:rPr>
              <a:t>Slide 2:	Computer name</a:t>
            </a:r>
            <a:endParaRPr lang="en-CA" sz="1000">
              <a:effectLst/>
              <a:latin typeface="Arial" panose="020B0604020202020204" pitchFamily="34" charset="0"/>
              <a:ea typeface="Times New Roman" panose="02020603050405020304" pitchFamily="18" charset="0"/>
              <a:cs typeface="Times New Roman" panose="02020603050405020304" pitchFamily="18" charset="0"/>
            </a:endParaRPr>
          </a:p>
          <a:p>
            <a:pPr marL="342900" marR="0" lvl="0" indent="-342900">
              <a:lnSpc>
                <a:spcPct val="115000"/>
              </a:lnSpc>
              <a:spcBef>
                <a:spcPts val="0"/>
              </a:spcBef>
              <a:spcAft>
                <a:spcPts val="995"/>
              </a:spcAft>
              <a:buFont typeface="Symbol" panose="05050102010706020507" pitchFamily="18" charset="2"/>
              <a:buChar char=""/>
              <a:tabLst>
                <a:tab pos="815975" algn="l"/>
              </a:tabLst>
            </a:pPr>
            <a:r>
              <a:rPr lang="en-US" sz="1000">
                <a:effectLst/>
                <a:latin typeface="Arial" panose="020B0604020202020204" pitchFamily="34" charset="0"/>
                <a:ea typeface="Times New Roman" panose="02020603050405020304" pitchFamily="18" charset="0"/>
                <a:cs typeface="Segoe UI" panose="020B0502040204020203" pitchFamily="34" charset="0"/>
              </a:rPr>
              <a:t>Slide 3:	Domain</a:t>
            </a:r>
            <a:endParaRPr lang="en-CA" sz="1000">
              <a:effectLst/>
              <a:latin typeface="Arial" panose="020B0604020202020204" pitchFamily="34" charset="0"/>
              <a:ea typeface="Times New Roman" panose="02020603050405020304" pitchFamily="18" charset="0"/>
              <a:cs typeface="Times New Roman" panose="02020603050405020304" pitchFamily="18" charset="0"/>
            </a:endParaRPr>
          </a:p>
          <a:p>
            <a:pPr marL="342900" marR="0" lvl="0" indent="-342900">
              <a:lnSpc>
                <a:spcPct val="115000"/>
              </a:lnSpc>
              <a:spcBef>
                <a:spcPts val="0"/>
              </a:spcBef>
              <a:spcAft>
                <a:spcPts val="995"/>
              </a:spcAft>
              <a:buFont typeface="Symbol" panose="05050102010706020507" pitchFamily="18" charset="2"/>
              <a:buChar char=""/>
              <a:tabLst>
                <a:tab pos="815975" algn="l"/>
              </a:tabLst>
            </a:pPr>
            <a:r>
              <a:rPr lang="en-US" sz="1000">
                <a:effectLst/>
                <a:latin typeface="Arial" panose="020B0604020202020204" pitchFamily="34" charset="0"/>
                <a:ea typeface="Times New Roman" panose="02020603050405020304" pitchFamily="18" charset="0"/>
                <a:cs typeface="Segoe UI" panose="020B0502040204020203" pitchFamily="34" charset="0"/>
              </a:rPr>
              <a:t>Slide 4:	Windows Firewall</a:t>
            </a:r>
            <a:endParaRPr lang="en-CA" sz="1000">
              <a:effectLst/>
              <a:latin typeface="Arial" panose="020B0604020202020204" pitchFamily="34" charset="0"/>
              <a:ea typeface="Times New Roman" panose="02020603050405020304" pitchFamily="18" charset="0"/>
              <a:cs typeface="Times New Roman" panose="02020603050405020304" pitchFamily="18" charset="0"/>
            </a:endParaRPr>
          </a:p>
          <a:p>
            <a:pPr marL="342900" marR="0" lvl="0" indent="-342900">
              <a:lnSpc>
                <a:spcPct val="115000"/>
              </a:lnSpc>
              <a:spcBef>
                <a:spcPts val="0"/>
              </a:spcBef>
              <a:spcAft>
                <a:spcPts val="995"/>
              </a:spcAft>
              <a:buFont typeface="Symbol" panose="05050102010706020507" pitchFamily="18" charset="2"/>
              <a:buChar char=""/>
              <a:tabLst>
                <a:tab pos="815975" algn="l"/>
              </a:tabLst>
            </a:pPr>
            <a:r>
              <a:rPr lang="en-US" sz="1000">
                <a:effectLst/>
                <a:latin typeface="Arial" panose="020B0604020202020204" pitchFamily="34" charset="0"/>
                <a:ea typeface="Times New Roman" panose="02020603050405020304" pitchFamily="18" charset="0"/>
                <a:cs typeface="Segoe UI" panose="020B0502040204020203" pitchFamily="34" charset="0"/>
              </a:rPr>
              <a:t>Slide 5:	Remote Desktop</a:t>
            </a:r>
            <a:endParaRPr lang="en-CA" sz="1000">
              <a:effectLst/>
              <a:latin typeface="Arial" panose="020B0604020202020204" pitchFamily="34" charset="0"/>
              <a:ea typeface="Times New Roman" panose="02020603050405020304" pitchFamily="18" charset="0"/>
              <a:cs typeface="Times New Roman" panose="02020603050405020304" pitchFamily="18" charset="0"/>
            </a:endParaRPr>
          </a:p>
          <a:p>
            <a:pPr marL="342900" marR="0" lvl="0" indent="-342900">
              <a:lnSpc>
                <a:spcPct val="115000"/>
              </a:lnSpc>
              <a:spcBef>
                <a:spcPts val="0"/>
              </a:spcBef>
              <a:spcAft>
                <a:spcPts val="995"/>
              </a:spcAft>
              <a:buFont typeface="Symbol" panose="05050102010706020507" pitchFamily="18" charset="2"/>
              <a:buChar char=""/>
              <a:tabLst>
                <a:tab pos="815975" algn="l"/>
              </a:tabLst>
            </a:pPr>
            <a:r>
              <a:rPr lang="en-US" sz="1000">
                <a:effectLst/>
                <a:latin typeface="Arial" panose="020B0604020202020204" pitchFamily="34" charset="0"/>
                <a:ea typeface="Times New Roman" panose="02020603050405020304" pitchFamily="18" charset="0"/>
                <a:cs typeface="Segoe UI" panose="020B0502040204020203" pitchFamily="34" charset="0"/>
              </a:rPr>
              <a:t>Slide 6:	Local Area Connection</a:t>
            </a:r>
            <a:endParaRPr lang="en-CA" sz="1000">
              <a:effectLst/>
              <a:latin typeface="Arial" panose="020B0604020202020204" pitchFamily="34" charset="0"/>
              <a:ea typeface="Times New Roman" panose="02020603050405020304" pitchFamily="18" charset="0"/>
              <a:cs typeface="Times New Roman" panose="02020603050405020304" pitchFamily="18" charset="0"/>
            </a:endParaRPr>
          </a:p>
          <a:p>
            <a:pPr marL="342900" marR="0" lvl="0" indent="-342900">
              <a:lnSpc>
                <a:spcPct val="115000"/>
              </a:lnSpc>
              <a:spcBef>
                <a:spcPts val="0"/>
              </a:spcBef>
              <a:spcAft>
                <a:spcPts val="995"/>
              </a:spcAft>
              <a:buFont typeface="Symbol" panose="05050102010706020507" pitchFamily="18" charset="2"/>
              <a:buChar char=""/>
              <a:tabLst>
                <a:tab pos="815975" algn="l"/>
              </a:tabLst>
            </a:pPr>
            <a:r>
              <a:rPr lang="en-US" sz="1000">
                <a:effectLst/>
                <a:latin typeface="Arial" panose="020B0604020202020204" pitchFamily="34" charset="0"/>
                <a:ea typeface="Times New Roman" panose="02020603050405020304" pitchFamily="18" charset="0"/>
                <a:cs typeface="Segoe UI" panose="020B0502040204020203" pitchFamily="34" charset="0"/>
              </a:rPr>
              <a:t>Slide 7:	These three together: Last installed updates, Windows Update, Last checked for updates</a:t>
            </a:r>
            <a:endParaRPr lang="en-CA" sz="1000">
              <a:effectLst/>
              <a:latin typeface="Arial" panose="020B0604020202020204" pitchFamily="34" charset="0"/>
              <a:ea typeface="Times New Roman" panose="02020603050405020304" pitchFamily="18" charset="0"/>
              <a:cs typeface="Times New Roman" panose="02020603050405020304" pitchFamily="18" charset="0"/>
            </a:endParaRPr>
          </a:p>
          <a:p>
            <a:pPr marL="342900" marR="0" lvl="0" indent="-342900">
              <a:lnSpc>
                <a:spcPct val="115000"/>
              </a:lnSpc>
              <a:spcBef>
                <a:spcPts val="0"/>
              </a:spcBef>
              <a:spcAft>
                <a:spcPts val="995"/>
              </a:spcAft>
              <a:buFont typeface="Symbol" panose="05050102010706020507" pitchFamily="18" charset="2"/>
              <a:buChar char=""/>
              <a:tabLst>
                <a:tab pos="815975" algn="l"/>
              </a:tabLst>
            </a:pPr>
            <a:r>
              <a:rPr lang="en-US" sz="1000">
                <a:effectLst/>
                <a:latin typeface="Arial" panose="020B0604020202020204" pitchFamily="34" charset="0"/>
                <a:ea typeface="Times New Roman" panose="02020603050405020304" pitchFamily="18" charset="0"/>
                <a:cs typeface="Segoe UI" panose="020B0502040204020203" pitchFamily="34" charset="0"/>
              </a:rPr>
              <a:t>Slide 8:	Time zone</a:t>
            </a:r>
            <a:endParaRPr lang="en-CA" sz="1000">
              <a:effectLst/>
              <a:latin typeface="Arial" panose="020B0604020202020204" pitchFamily="34" charset="0"/>
              <a:ea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0"/>
          </p:nvPr>
        </p:nvSpPr>
        <p:spPr/>
        <p:txBody>
          <a:bodyPr/>
          <a:lstStyle/>
          <a:p>
            <a:fld id="{B6A1F45A-45A6-418F-ABA5-EC8D7307846F}" type="slidenum">
              <a:rPr lang="en-CA" smtClean="0"/>
              <a:t>22</a:t>
            </a:fld>
            <a:endParaRPr lang="en-CA"/>
          </a:p>
        </p:txBody>
      </p:sp>
      <p:sp>
        <p:nvSpPr>
          <p:cNvPr id="5" name="Rectangle 4"/>
          <p:cNvSpPr/>
          <p:nvPr/>
        </p:nvSpPr>
        <p:spPr>
          <a:xfrm>
            <a:off x="0" y="0"/>
            <a:ext cx="3038475" cy="222250"/>
          </a:xfrm>
          <a:prstGeom prst="rect">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a:solidFill>
                  <a:srgbClr val="000000"/>
                </a:solidFill>
                <a:latin typeface="Arial" panose="020B0604020202020204" pitchFamily="34" charset="0"/>
              </a:rPr>
              <a:t>20410D</a:t>
            </a:r>
          </a:p>
        </p:txBody>
      </p:sp>
      <p:sp>
        <p:nvSpPr>
          <p:cNvPr id="6" name="Rectangle 5"/>
          <p:cNvSpPr/>
          <p:nvPr/>
        </p:nvSpPr>
        <p:spPr>
          <a:xfrm>
            <a:off x="0" y="238125"/>
            <a:ext cx="3038475" cy="347663"/>
          </a:xfrm>
          <a:prstGeom prst="rect">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a:solidFill>
                  <a:srgbClr val="336699"/>
                </a:solidFill>
                <a:latin typeface="Arial" panose="020B0604020202020204" pitchFamily="34" charset="0"/>
              </a:rPr>
              <a:t>1: Deploying and Managing Windows Server 2012</a:t>
            </a:r>
          </a:p>
        </p:txBody>
      </p:sp>
    </p:spTree>
    <p:extLst>
      <p:ext uri="{BB962C8B-B14F-4D97-AF65-F5344CB8AC3E}">
        <p14:creationId xmlns:p14="http://schemas.microsoft.com/office/powerpoint/2010/main" val="785304436"/>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112" y="73152"/>
            <a:ext cx="2468880" cy="1851660"/>
          </a:xfrm>
        </p:spPr>
      </p:sp>
      <p:sp>
        <p:nvSpPr>
          <p:cNvPr id="3" name="Notes Placeholder 2"/>
          <p:cNvSpPr>
            <a:spLocks noGrp="1"/>
          </p:cNvSpPr>
          <p:nvPr>
            <p:ph type="body" idx="1"/>
          </p:nvPr>
        </p:nvSpPr>
        <p:spPr>
          <a:xfrm>
            <a:off x="310896" y="2093976"/>
            <a:ext cx="6153912" cy="6604000"/>
          </a:xfrm>
        </p:spPr>
        <p:txBody>
          <a:bodyPr>
            <a:noAutofit/>
          </a:bodyPr>
          <a:lstStyle/>
          <a:p>
            <a:pPr>
              <a:lnSpc>
                <a:spcPct val="115000"/>
              </a:lnSpc>
              <a:spcAft>
                <a:spcPts val="1000"/>
              </a:spcAft>
            </a:pPr>
            <a:r>
              <a:rPr lang="en-US" sz="1000">
                <a:effectLst/>
                <a:latin typeface="Arial" panose="020B0604020202020204" pitchFamily="34" charset="0"/>
                <a:ea typeface="Times New Roman" panose="02020603050405020304" pitchFamily="18" charset="0"/>
                <a:cs typeface="Times New Roman" panose="02020603050405020304" pitchFamily="18" charset="0"/>
              </a:rPr>
              <a:t>Slide 2 of 8: Computer name</a:t>
            </a:r>
            <a:endParaRPr lang="en-CA" sz="1000">
              <a:effectLst/>
              <a:latin typeface="Arial" panose="020B0604020202020204" pitchFamily="34" charset="0"/>
              <a:ea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0"/>
          </p:nvPr>
        </p:nvSpPr>
        <p:spPr/>
        <p:txBody>
          <a:bodyPr/>
          <a:lstStyle/>
          <a:p>
            <a:fld id="{B6A1F45A-45A6-418F-ABA5-EC8D7307846F}" type="slidenum">
              <a:rPr lang="en-CA" smtClean="0"/>
              <a:t>23</a:t>
            </a:fld>
            <a:endParaRPr lang="en-CA"/>
          </a:p>
        </p:txBody>
      </p:sp>
      <p:sp>
        <p:nvSpPr>
          <p:cNvPr id="5" name="Rectangle 4"/>
          <p:cNvSpPr/>
          <p:nvPr/>
        </p:nvSpPr>
        <p:spPr>
          <a:xfrm>
            <a:off x="0" y="0"/>
            <a:ext cx="3038475" cy="222250"/>
          </a:xfrm>
          <a:prstGeom prst="rect">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a:solidFill>
                  <a:srgbClr val="000000"/>
                </a:solidFill>
                <a:latin typeface="Arial" panose="020B0604020202020204" pitchFamily="34" charset="0"/>
              </a:rPr>
              <a:t>20410D</a:t>
            </a:r>
          </a:p>
        </p:txBody>
      </p:sp>
      <p:sp>
        <p:nvSpPr>
          <p:cNvPr id="6" name="Rectangle 5"/>
          <p:cNvSpPr/>
          <p:nvPr/>
        </p:nvSpPr>
        <p:spPr>
          <a:xfrm>
            <a:off x="0" y="238125"/>
            <a:ext cx="3038475" cy="347663"/>
          </a:xfrm>
          <a:prstGeom prst="rect">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a:solidFill>
                  <a:srgbClr val="336699"/>
                </a:solidFill>
                <a:latin typeface="Arial" panose="020B0604020202020204" pitchFamily="34" charset="0"/>
              </a:rPr>
              <a:t>1: Deploying and Managing Windows Server 2012</a:t>
            </a:r>
          </a:p>
        </p:txBody>
      </p:sp>
    </p:spTree>
    <p:extLst>
      <p:ext uri="{BB962C8B-B14F-4D97-AF65-F5344CB8AC3E}">
        <p14:creationId xmlns:p14="http://schemas.microsoft.com/office/powerpoint/2010/main" val="1081351050"/>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112" y="73152"/>
            <a:ext cx="2468880" cy="1851660"/>
          </a:xfrm>
        </p:spPr>
      </p:sp>
      <p:sp>
        <p:nvSpPr>
          <p:cNvPr id="3" name="Notes Placeholder 2"/>
          <p:cNvSpPr>
            <a:spLocks noGrp="1"/>
          </p:cNvSpPr>
          <p:nvPr>
            <p:ph type="body" idx="1"/>
          </p:nvPr>
        </p:nvSpPr>
        <p:spPr>
          <a:xfrm>
            <a:off x="310896" y="2093975"/>
            <a:ext cx="6153912" cy="6604000"/>
          </a:xfrm>
        </p:spPr>
        <p:txBody>
          <a:bodyPr>
            <a:noAutofit/>
          </a:bodyPr>
          <a:lstStyle/>
          <a:p>
            <a:pPr>
              <a:lnSpc>
                <a:spcPct val="107000"/>
              </a:lnSpc>
              <a:spcAft>
                <a:spcPts val="800"/>
              </a:spcAft>
            </a:pPr>
            <a:r>
              <a:rPr lang="en-CA" sz="1000">
                <a:effectLst/>
                <a:latin typeface="Arial" panose="020B0604020202020204" pitchFamily="34" charset="0"/>
                <a:ea typeface="Calibri" panose="020F0502020204030204" pitchFamily="34" charset="0"/>
                <a:cs typeface="Times New Roman" panose="02020603050405020304" pitchFamily="18" charset="0"/>
              </a:rPr>
              <a:t>Slide 3 of 8: Domain or Workgroup</a:t>
            </a:r>
          </a:p>
        </p:txBody>
      </p:sp>
      <p:sp>
        <p:nvSpPr>
          <p:cNvPr id="4" name="Slide Number Placeholder 3"/>
          <p:cNvSpPr>
            <a:spLocks noGrp="1"/>
          </p:cNvSpPr>
          <p:nvPr>
            <p:ph type="sldNum" sz="quarter" idx="10"/>
          </p:nvPr>
        </p:nvSpPr>
        <p:spPr/>
        <p:txBody>
          <a:bodyPr/>
          <a:lstStyle/>
          <a:p>
            <a:fld id="{B6A1F45A-45A6-418F-ABA5-EC8D7307846F}" type="slidenum">
              <a:rPr lang="en-CA" smtClean="0"/>
              <a:t>24</a:t>
            </a:fld>
            <a:endParaRPr lang="en-CA"/>
          </a:p>
        </p:txBody>
      </p:sp>
      <p:sp>
        <p:nvSpPr>
          <p:cNvPr id="5" name="Rectangle 4"/>
          <p:cNvSpPr/>
          <p:nvPr/>
        </p:nvSpPr>
        <p:spPr>
          <a:xfrm>
            <a:off x="0" y="0"/>
            <a:ext cx="3038475" cy="222250"/>
          </a:xfrm>
          <a:prstGeom prst="rect">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a:solidFill>
                  <a:srgbClr val="000000"/>
                </a:solidFill>
                <a:latin typeface="Arial" panose="020B0604020202020204" pitchFamily="34" charset="0"/>
              </a:rPr>
              <a:t>20410D</a:t>
            </a:r>
          </a:p>
        </p:txBody>
      </p:sp>
      <p:sp>
        <p:nvSpPr>
          <p:cNvPr id="6" name="Rectangle 5"/>
          <p:cNvSpPr/>
          <p:nvPr/>
        </p:nvSpPr>
        <p:spPr>
          <a:xfrm>
            <a:off x="0" y="238125"/>
            <a:ext cx="3038475" cy="347663"/>
          </a:xfrm>
          <a:prstGeom prst="rect">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a:solidFill>
                  <a:srgbClr val="336699"/>
                </a:solidFill>
                <a:latin typeface="Arial" panose="020B0604020202020204" pitchFamily="34" charset="0"/>
              </a:rPr>
              <a:t>1: Deploying and Managing Windows Server 2012</a:t>
            </a:r>
          </a:p>
        </p:txBody>
      </p:sp>
    </p:spTree>
    <p:extLst>
      <p:ext uri="{BB962C8B-B14F-4D97-AF65-F5344CB8AC3E}">
        <p14:creationId xmlns:p14="http://schemas.microsoft.com/office/powerpoint/2010/main" val="17170036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112" y="73152"/>
            <a:ext cx="2468880" cy="1851660"/>
          </a:xfrm>
        </p:spPr>
      </p:sp>
      <p:sp>
        <p:nvSpPr>
          <p:cNvPr id="3" name="Notes Placeholder 2"/>
          <p:cNvSpPr>
            <a:spLocks noGrp="1"/>
          </p:cNvSpPr>
          <p:nvPr>
            <p:ph type="body" idx="1"/>
          </p:nvPr>
        </p:nvSpPr>
        <p:spPr>
          <a:xfrm>
            <a:off x="310896" y="2093975"/>
            <a:ext cx="6153912" cy="6604000"/>
          </a:xfrm>
        </p:spPr>
        <p:txBody>
          <a:bodyPr>
            <a:noAutofit/>
          </a:bodyPr>
          <a:lstStyle/>
          <a:p>
            <a:pPr>
              <a:lnSpc>
                <a:spcPct val="107000"/>
              </a:lnSpc>
              <a:spcAft>
                <a:spcPts val="800"/>
              </a:spcAft>
            </a:pPr>
            <a:r>
              <a:rPr lang="en-CA" sz="1000">
                <a:effectLst/>
                <a:latin typeface="Arial" panose="020B0604020202020204" pitchFamily="34" charset="0"/>
                <a:ea typeface="Calibri" panose="020F0502020204030204" pitchFamily="34" charset="0"/>
                <a:cs typeface="Times New Roman" panose="02020603050405020304" pitchFamily="18" charset="0"/>
              </a:rPr>
              <a:t>Slide 4 of 8: Windows Firewall status</a:t>
            </a:r>
          </a:p>
        </p:txBody>
      </p:sp>
      <p:sp>
        <p:nvSpPr>
          <p:cNvPr id="4" name="Slide Number Placeholder 3"/>
          <p:cNvSpPr>
            <a:spLocks noGrp="1"/>
          </p:cNvSpPr>
          <p:nvPr>
            <p:ph type="sldNum" sz="quarter" idx="10"/>
          </p:nvPr>
        </p:nvSpPr>
        <p:spPr/>
        <p:txBody>
          <a:bodyPr/>
          <a:lstStyle/>
          <a:p>
            <a:fld id="{B6A1F45A-45A6-418F-ABA5-EC8D7307846F}" type="slidenum">
              <a:rPr lang="en-CA" smtClean="0"/>
              <a:t>25</a:t>
            </a:fld>
            <a:endParaRPr lang="en-CA"/>
          </a:p>
        </p:txBody>
      </p:sp>
      <p:sp>
        <p:nvSpPr>
          <p:cNvPr id="5" name="Rectangle 4"/>
          <p:cNvSpPr/>
          <p:nvPr/>
        </p:nvSpPr>
        <p:spPr>
          <a:xfrm>
            <a:off x="0" y="0"/>
            <a:ext cx="3038475" cy="222250"/>
          </a:xfrm>
          <a:prstGeom prst="rect">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a:solidFill>
                  <a:srgbClr val="000000"/>
                </a:solidFill>
                <a:latin typeface="Arial" panose="020B0604020202020204" pitchFamily="34" charset="0"/>
              </a:rPr>
              <a:t>20410D</a:t>
            </a:r>
          </a:p>
        </p:txBody>
      </p:sp>
      <p:sp>
        <p:nvSpPr>
          <p:cNvPr id="6" name="Rectangle 5"/>
          <p:cNvSpPr/>
          <p:nvPr/>
        </p:nvSpPr>
        <p:spPr>
          <a:xfrm>
            <a:off x="0" y="238125"/>
            <a:ext cx="3038475" cy="347663"/>
          </a:xfrm>
          <a:prstGeom prst="rect">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a:solidFill>
                  <a:srgbClr val="336699"/>
                </a:solidFill>
                <a:latin typeface="Arial" panose="020B0604020202020204" pitchFamily="34" charset="0"/>
              </a:rPr>
              <a:t>1: Deploying and Managing Windows Server 2012</a:t>
            </a:r>
          </a:p>
        </p:txBody>
      </p:sp>
    </p:spTree>
    <p:extLst>
      <p:ext uri="{BB962C8B-B14F-4D97-AF65-F5344CB8AC3E}">
        <p14:creationId xmlns:p14="http://schemas.microsoft.com/office/powerpoint/2010/main" val="1709744405"/>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112" y="73152"/>
            <a:ext cx="2468880" cy="1851660"/>
          </a:xfrm>
        </p:spPr>
      </p:sp>
      <p:sp>
        <p:nvSpPr>
          <p:cNvPr id="3" name="Notes Placeholder 2"/>
          <p:cNvSpPr>
            <a:spLocks noGrp="1"/>
          </p:cNvSpPr>
          <p:nvPr>
            <p:ph type="body" idx="1"/>
          </p:nvPr>
        </p:nvSpPr>
        <p:spPr>
          <a:xfrm>
            <a:off x="310896" y="2093976"/>
            <a:ext cx="6153912" cy="6604000"/>
          </a:xfrm>
        </p:spPr>
        <p:txBody>
          <a:bodyPr>
            <a:noAutofit/>
          </a:bodyPr>
          <a:lstStyle/>
          <a:p>
            <a:pPr>
              <a:lnSpc>
                <a:spcPct val="115000"/>
              </a:lnSpc>
              <a:spcAft>
                <a:spcPts val="1000"/>
              </a:spcAft>
            </a:pPr>
            <a:r>
              <a:rPr lang="en-US" sz="1000">
                <a:effectLst/>
                <a:latin typeface="Arial" panose="020B0604020202020204" pitchFamily="34" charset="0"/>
                <a:ea typeface="Times New Roman" panose="02020603050405020304" pitchFamily="18" charset="0"/>
                <a:cs typeface="Times New Roman" panose="02020603050405020304" pitchFamily="18" charset="0"/>
              </a:rPr>
              <a:t>Slide 5 of 8: Remote Desktop</a:t>
            </a:r>
            <a:endParaRPr lang="en-CA" sz="1000">
              <a:effectLst/>
              <a:latin typeface="Arial" panose="020B0604020202020204" pitchFamily="34" charset="0"/>
              <a:ea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0"/>
          </p:nvPr>
        </p:nvSpPr>
        <p:spPr/>
        <p:txBody>
          <a:bodyPr/>
          <a:lstStyle/>
          <a:p>
            <a:fld id="{B6A1F45A-45A6-418F-ABA5-EC8D7307846F}" type="slidenum">
              <a:rPr lang="en-CA" smtClean="0"/>
              <a:t>26</a:t>
            </a:fld>
            <a:endParaRPr lang="en-CA"/>
          </a:p>
        </p:txBody>
      </p:sp>
      <p:sp>
        <p:nvSpPr>
          <p:cNvPr id="5" name="Rectangle 4"/>
          <p:cNvSpPr/>
          <p:nvPr/>
        </p:nvSpPr>
        <p:spPr>
          <a:xfrm>
            <a:off x="0" y="0"/>
            <a:ext cx="3038475" cy="222250"/>
          </a:xfrm>
          <a:prstGeom prst="rect">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a:solidFill>
                  <a:srgbClr val="000000"/>
                </a:solidFill>
                <a:latin typeface="Arial" panose="020B0604020202020204" pitchFamily="34" charset="0"/>
              </a:rPr>
              <a:t>20410D</a:t>
            </a:r>
          </a:p>
        </p:txBody>
      </p:sp>
      <p:sp>
        <p:nvSpPr>
          <p:cNvPr id="6" name="Rectangle 5"/>
          <p:cNvSpPr/>
          <p:nvPr/>
        </p:nvSpPr>
        <p:spPr>
          <a:xfrm>
            <a:off x="0" y="238125"/>
            <a:ext cx="3038475" cy="347663"/>
          </a:xfrm>
          <a:prstGeom prst="rect">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a:solidFill>
                  <a:srgbClr val="336699"/>
                </a:solidFill>
                <a:latin typeface="Arial" panose="020B0604020202020204" pitchFamily="34" charset="0"/>
              </a:rPr>
              <a:t>1: Deploying and Managing Windows Server 2012</a:t>
            </a:r>
          </a:p>
        </p:txBody>
      </p:sp>
    </p:spTree>
    <p:extLst>
      <p:ext uri="{BB962C8B-B14F-4D97-AF65-F5344CB8AC3E}">
        <p14:creationId xmlns:p14="http://schemas.microsoft.com/office/powerpoint/2010/main" val="166750078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112" y="73152"/>
            <a:ext cx="2468880" cy="1851660"/>
          </a:xfrm>
        </p:spPr>
      </p:sp>
      <p:sp>
        <p:nvSpPr>
          <p:cNvPr id="3" name="Notes Placeholder 2"/>
          <p:cNvSpPr>
            <a:spLocks noGrp="1"/>
          </p:cNvSpPr>
          <p:nvPr>
            <p:ph type="body" idx="1"/>
          </p:nvPr>
        </p:nvSpPr>
        <p:spPr>
          <a:xfrm>
            <a:off x="310896" y="2093976"/>
            <a:ext cx="6153912" cy="6604000"/>
          </a:xfrm>
        </p:spPr>
        <p:txBody>
          <a:bodyPr>
            <a:noAutofit/>
          </a:bodyPr>
          <a:lstStyle/>
          <a:p>
            <a:pPr>
              <a:lnSpc>
                <a:spcPct val="115000"/>
              </a:lnSpc>
              <a:spcAft>
                <a:spcPts val="1000"/>
              </a:spcAft>
            </a:pPr>
            <a:r>
              <a:rPr lang="en-US" sz="1000">
                <a:effectLst/>
                <a:latin typeface="Arial" panose="020B0604020202020204" pitchFamily="34" charset="0"/>
                <a:ea typeface="Times New Roman" panose="02020603050405020304" pitchFamily="18" charset="0"/>
                <a:cs typeface="Times New Roman" panose="02020603050405020304" pitchFamily="18" charset="0"/>
              </a:rPr>
              <a:t>Slide 6 of 8: Local Area Connection</a:t>
            </a:r>
            <a:endParaRPr lang="en-CA" sz="1000">
              <a:effectLst/>
              <a:latin typeface="Arial" panose="020B0604020202020204" pitchFamily="34" charset="0"/>
              <a:ea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0"/>
          </p:nvPr>
        </p:nvSpPr>
        <p:spPr/>
        <p:txBody>
          <a:bodyPr/>
          <a:lstStyle/>
          <a:p>
            <a:fld id="{B6A1F45A-45A6-418F-ABA5-EC8D7307846F}" type="slidenum">
              <a:rPr lang="en-CA" smtClean="0"/>
              <a:t>27</a:t>
            </a:fld>
            <a:endParaRPr lang="en-CA"/>
          </a:p>
        </p:txBody>
      </p:sp>
      <p:sp>
        <p:nvSpPr>
          <p:cNvPr id="5" name="Rectangle 4"/>
          <p:cNvSpPr/>
          <p:nvPr/>
        </p:nvSpPr>
        <p:spPr>
          <a:xfrm>
            <a:off x="0" y="0"/>
            <a:ext cx="3038475" cy="222250"/>
          </a:xfrm>
          <a:prstGeom prst="rect">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a:solidFill>
                  <a:srgbClr val="000000"/>
                </a:solidFill>
                <a:latin typeface="Arial" panose="020B0604020202020204" pitchFamily="34" charset="0"/>
              </a:rPr>
              <a:t>20410D</a:t>
            </a:r>
          </a:p>
        </p:txBody>
      </p:sp>
      <p:sp>
        <p:nvSpPr>
          <p:cNvPr id="6" name="Rectangle 5"/>
          <p:cNvSpPr/>
          <p:nvPr/>
        </p:nvSpPr>
        <p:spPr>
          <a:xfrm>
            <a:off x="0" y="238125"/>
            <a:ext cx="3038475" cy="347663"/>
          </a:xfrm>
          <a:prstGeom prst="rect">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a:solidFill>
                  <a:srgbClr val="336699"/>
                </a:solidFill>
                <a:latin typeface="Arial" panose="020B0604020202020204" pitchFamily="34" charset="0"/>
              </a:rPr>
              <a:t>1: Deploying and Managing Windows Server 2012</a:t>
            </a:r>
          </a:p>
        </p:txBody>
      </p:sp>
    </p:spTree>
    <p:extLst>
      <p:ext uri="{BB962C8B-B14F-4D97-AF65-F5344CB8AC3E}">
        <p14:creationId xmlns:p14="http://schemas.microsoft.com/office/powerpoint/2010/main" val="233459804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938" y="73025"/>
            <a:ext cx="2466975" cy="1851025"/>
          </a:xfrm>
        </p:spPr>
      </p:sp>
      <p:sp>
        <p:nvSpPr>
          <p:cNvPr id="3" name="Notes Placeholder 2"/>
          <p:cNvSpPr>
            <a:spLocks noGrp="1"/>
          </p:cNvSpPr>
          <p:nvPr>
            <p:ph type="body" idx="1"/>
          </p:nvPr>
        </p:nvSpPr>
        <p:spPr>
          <a:xfrm>
            <a:off x="310896" y="2093976"/>
            <a:ext cx="6153912" cy="6604000"/>
          </a:xfrm>
        </p:spPr>
        <p:txBody>
          <a:bodyPr>
            <a:noAutofit/>
          </a:bodyPr>
          <a:lstStyle/>
          <a:p>
            <a:pPr>
              <a:lnSpc>
                <a:spcPct val="107000"/>
              </a:lnSpc>
              <a:spcAft>
                <a:spcPts val="800"/>
              </a:spcAft>
            </a:pPr>
            <a:r>
              <a:rPr lang="en-CA" sz="1000">
                <a:effectLst/>
                <a:latin typeface="Arial" panose="020B0604020202020204" pitchFamily="34" charset="0"/>
                <a:ea typeface="Calibri" panose="020F0502020204030204" pitchFamily="34" charset="0"/>
                <a:cs typeface="Times New Roman" panose="02020603050405020304" pitchFamily="18" charset="0"/>
              </a:rPr>
              <a:t>Slide 7 of 8: Shows these three together: Last installed updates, Windows Update, Last checked for updates</a:t>
            </a:r>
          </a:p>
        </p:txBody>
      </p:sp>
      <p:sp>
        <p:nvSpPr>
          <p:cNvPr id="4" name="Slide Number Placeholder 3"/>
          <p:cNvSpPr>
            <a:spLocks noGrp="1"/>
          </p:cNvSpPr>
          <p:nvPr>
            <p:ph type="sldNum" sz="quarter" idx="10"/>
          </p:nvPr>
        </p:nvSpPr>
        <p:spPr/>
        <p:txBody>
          <a:bodyPr/>
          <a:lstStyle/>
          <a:p>
            <a:fld id="{B6A1F45A-45A6-418F-ABA5-EC8D7307846F}" type="slidenum">
              <a:rPr lang="en-CA" smtClean="0"/>
              <a:t>28</a:t>
            </a:fld>
            <a:endParaRPr lang="en-CA"/>
          </a:p>
        </p:txBody>
      </p:sp>
      <p:sp>
        <p:nvSpPr>
          <p:cNvPr id="5" name="Rectangle 4"/>
          <p:cNvSpPr/>
          <p:nvPr/>
        </p:nvSpPr>
        <p:spPr>
          <a:xfrm>
            <a:off x="0" y="0"/>
            <a:ext cx="3038475" cy="222250"/>
          </a:xfrm>
          <a:prstGeom prst="rect">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a:solidFill>
                  <a:srgbClr val="000000"/>
                </a:solidFill>
                <a:latin typeface="Arial" panose="020B0604020202020204" pitchFamily="34" charset="0"/>
              </a:rPr>
              <a:t>20410D</a:t>
            </a:r>
          </a:p>
        </p:txBody>
      </p:sp>
      <p:sp>
        <p:nvSpPr>
          <p:cNvPr id="6" name="Rectangle 5"/>
          <p:cNvSpPr/>
          <p:nvPr/>
        </p:nvSpPr>
        <p:spPr>
          <a:xfrm>
            <a:off x="0" y="238125"/>
            <a:ext cx="3038475" cy="347663"/>
          </a:xfrm>
          <a:prstGeom prst="rect">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a:solidFill>
                  <a:srgbClr val="336699"/>
                </a:solidFill>
                <a:latin typeface="Arial" panose="020B0604020202020204" pitchFamily="34" charset="0"/>
              </a:rPr>
              <a:t>1: Deploying and Managing Windows Server 2012</a:t>
            </a:r>
          </a:p>
        </p:txBody>
      </p:sp>
    </p:spTree>
    <p:extLst>
      <p:ext uri="{BB962C8B-B14F-4D97-AF65-F5344CB8AC3E}">
        <p14:creationId xmlns:p14="http://schemas.microsoft.com/office/powerpoint/2010/main" val="796292680"/>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938" y="73025"/>
            <a:ext cx="2466975" cy="1851025"/>
          </a:xfrm>
        </p:spPr>
      </p:sp>
      <p:sp>
        <p:nvSpPr>
          <p:cNvPr id="3" name="Notes Placeholder 2"/>
          <p:cNvSpPr>
            <a:spLocks noGrp="1"/>
          </p:cNvSpPr>
          <p:nvPr>
            <p:ph type="body" idx="1"/>
          </p:nvPr>
        </p:nvSpPr>
        <p:spPr>
          <a:xfrm>
            <a:off x="310896" y="2093976"/>
            <a:ext cx="6153912" cy="6604000"/>
          </a:xfrm>
        </p:spPr>
        <p:txBody>
          <a:bodyPr>
            <a:noAutofit/>
          </a:bodyPr>
          <a:lstStyle/>
          <a:p>
            <a:pPr>
              <a:lnSpc>
                <a:spcPct val="115000"/>
              </a:lnSpc>
              <a:spcAft>
                <a:spcPts val="1000"/>
              </a:spcAft>
            </a:pPr>
            <a:r>
              <a:rPr lang="en-US" sz="1000">
                <a:effectLst/>
                <a:latin typeface="Arial" panose="020B0604020202020204" pitchFamily="34" charset="0"/>
                <a:ea typeface="Times New Roman" panose="02020603050405020304" pitchFamily="18" charset="0"/>
                <a:cs typeface="Times New Roman" panose="02020603050405020304" pitchFamily="18" charset="0"/>
              </a:rPr>
              <a:t>Slide 8 of 8: Time zone</a:t>
            </a:r>
            <a:endParaRPr lang="en-CA" sz="1000">
              <a:effectLst/>
              <a:latin typeface="Arial" panose="020B0604020202020204" pitchFamily="34" charset="0"/>
              <a:ea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0"/>
          </p:nvPr>
        </p:nvSpPr>
        <p:spPr/>
        <p:txBody>
          <a:bodyPr/>
          <a:lstStyle/>
          <a:p>
            <a:fld id="{B6A1F45A-45A6-418F-ABA5-EC8D7307846F}" type="slidenum">
              <a:rPr lang="en-CA" smtClean="0"/>
              <a:t>29</a:t>
            </a:fld>
            <a:endParaRPr lang="en-CA"/>
          </a:p>
        </p:txBody>
      </p:sp>
      <p:sp>
        <p:nvSpPr>
          <p:cNvPr id="5" name="Rectangle 4"/>
          <p:cNvSpPr/>
          <p:nvPr/>
        </p:nvSpPr>
        <p:spPr>
          <a:xfrm>
            <a:off x="0" y="0"/>
            <a:ext cx="3038475" cy="222250"/>
          </a:xfrm>
          <a:prstGeom prst="rect">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a:solidFill>
                  <a:srgbClr val="000000"/>
                </a:solidFill>
                <a:latin typeface="Arial" panose="020B0604020202020204" pitchFamily="34" charset="0"/>
              </a:rPr>
              <a:t>20410D</a:t>
            </a:r>
          </a:p>
        </p:txBody>
      </p:sp>
      <p:sp>
        <p:nvSpPr>
          <p:cNvPr id="6" name="Rectangle 5"/>
          <p:cNvSpPr/>
          <p:nvPr/>
        </p:nvSpPr>
        <p:spPr>
          <a:xfrm>
            <a:off x="0" y="238125"/>
            <a:ext cx="3038475" cy="347663"/>
          </a:xfrm>
          <a:prstGeom prst="rect">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a:solidFill>
                  <a:srgbClr val="336699"/>
                </a:solidFill>
                <a:latin typeface="Arial" panose="020B0604020202020204" pitchFamily="34" charset="0"/>
              </a:rPr>
              <a:t>1: Deploying and Managing Windows Server 2012</a:t>
            </a:r>
          </a:p>
        </p:txBody>
      </p:sp>
    </p:spTree>
    <p:extLst>
      <p:ext uri="{BB962C8B-B14F-4D97-AF65-F5344CB8AC3E}">
        <p14:creationId xmlns:p14="http://schemas.microsoft.com/office/powerpoint/2010/main" val="3512924060"/>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938" y="73025"/>
            <a:ext cx="2466975" cy="1851025"/>
          </a:xfrm>
        </p:spPr>
      </p:sp>
      <p:sp>
        <p:nvSpPr>
          <p:cNvPr id="3" name="Notes Placeholder 2"/>
          <p:cNvSpPr>
            <a:spLocks noGrp="1"/>
          </p:cNvSpPr>
          <p:nvPr>
            <p:ph type="body" idx="1"/>
          </p:nvPr>
        </p:nvSpPr>
        <p:spPr>
          <a:xfrm>
            <a:off x="310896" y="2093976"/>
            <a:ext cx="6153912" cy="6604000"/>
          </a:xfrm>
        </p:spPr>
        <p:txBody>
          <a:bodyPr>
            <a:noAutofit/>
          </a:bodyPr>
          <a:lstStyle/>
          <a:p>
            <a:pPr>
              <a:lnSpc>
                <a:spcPct val="107000"/>
              </a:lnSpc>
              <a:spcAft>
                <a:spcPts val="800"/>
              </a:spcAft>
            </a:pPr>
            <a:r>
              <a:rPr lang="en-CA" sz="1000">
                <a:effectLst/>
                <a:latin typeface="Arial" panose="020B0604020202020204" pitchFamily="34" charset="0"/>
                <a:ea typeface="Calibri" panose="020F0502020204030204" pitchFamily="34" charset="0"/>
                <a:cs typeface="Times New Roman" panose="02020603050405020304" pitchFamily="18" charset="0"/>
              </a:rPr>
              <a:t>Refer to the slide, which shows a screen shot of the local server node for the Server Manager console. In the local server node, the Local Area Connection and IP address display. Also note that the Network adapter teaming status appears.</a:t>
            </a:r>
          </a:p>
        </p:txBody>
      </p:sp>
      <p:sp>
        <p:nvSpPr>
          <p:cNvPr id="4" name="Slide Number Placeholder 3"/>
          <p:cNvSpPr>
            <a:spLocks noGrp="1"/>
          </p:cNvSpPr>
          <p:nvPr>
            <p:ph type="sldNum" sz="quarter" idx="10"/>
          </p:nvPr>
        </p:nvSpPr>
        <p:spPr/>
        <p:txBody>
          <a:bodyPr/>
          <a:lstStyle/>
          <a:p>
            <a:fld id="{B6A1F45A-45A6-418F-ABA5-EC8D7307846F}" type="slidenum">
              <a:rPr lang="en-CA" smtClean="0"/>
              <a:t>30</a:t>
            </a:fld>
            <a:endParaRPr lang="en-CA"/>
          </a:p>
        </p:txBody>
      </p:sp>
      <p:sp>
        <p:nvSpPr>
          <p:cNvPr id="5" name="Rectangle 4"/>
          <p:cNvSpPr/>
          <p:nvPr/>
        </p:nvSpPr>
        <p:spPr>
          <a:xfrm>
            <a:off x="0" y="0"/>
            <a:ext cx="3038475" cy="222250"/>
          </a:xfrm>
          <a:prstGeom prst="rect">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a:solidFill>
                  <a:srgbClr val="000000"/>
                </a:solidFill>
                <a:latin typeface="Arial" panose="020B0604020202020204" pitchFamily="34" charset="0"/>
              </a:rPr>
              <a:t>20410D</a:t>
            </a:r>
          </a:p>
        </p:txBody>
      </p:sp>
      <p:sp>
        <p:nvSpPr>
          <p:cNvPr id="6" name="Rectangle 5"/>
          <p:cNvSpPr/>
          <p:nvPr/>
        </p:nvSpPr>
        <p:spPr>
          <a:xfrm>
            <a:off x="0" y="238125"/>
            <a:ext cx="3038475" cy="347663"/>
          </a:xfrm>
          <a:prstGeom prst="rect">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a:solidFill>
                  <a:srgbClr val="336699"/>
                </a:solidFill>
                <a:latin typeface="Arial" panose="020B0604020202020204" pitchFamily="34" charset="0"/>
              </a:rPr>
              <a:t>1: Deploying and Managing Windows Server 2012</a:t>
            </a:r>
          </a:p>
        </p:txBody>
      </p:sp>
    </p:spTree>
    <p:extLst>
      <p:ext uri="{BB962C8B-B14F-4D97-AF65-F5344CB8AC3E}">
        <p14:creationId xmlns:p14="http://schemas.microsoft.com/office/powerpoint/2010/main" val="288965600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938" y="73025"/>
            <a:ext cx="2466975" cy="1851025"/>
          </a:xfrm>
        </p:spPr>
      </p:sp>
      <p:sp>
        <p:nvSpPr>
          <p:cNvPr id="3" name="Notes Placeholder 2"/>
          <p:cNvSpPr>
            <a:spLocks noGrp="1"/>
          </p:cNvSpPr>
          <p:nvPr>
            <p:ph type="body" idx="1"/>
          </p:nvPr>
        </p:nvSpPr>
        <p:spPr>
          <a:xfrm>
            <a:off x="310896" y="2093976"/>
            <a:ext cx="6153912" cy="6604000"/>
          </a:xfrm>
        </p:spPr>
        <p:txBody>
          <a:bodyPr>
            <a:noAutofit/>
          </a:bodyPr>
          <a:lstStyle/>
          <a:p>
            <a:pPr>
              <a:lnSpc>
                <a:spcPct val="107000"/>
              </a:lnSpc>
              <a:spcAft>
                <a:spcPts val="800"/>
              </a:spcAft>
            </a:pPr>
            <a:r>
              <a:rPr lang="en-CA" sz="1000">
                <a:effectLst/>
                <a:latin typeface="Arial" panose="020B0604020202020204" pitchFamily="34" charset="0"/>
                <a:ea typeface="Calibri" panose="020F0502020204030204" pitchFamily="34" charset="0"/>
                <a:cs typeface="Segoe UI" panose="020B0502040204020203" pitchFamily="34" charset="0"/>
              </a:rPr>
              <a:t>Display the </a:t>
            </a:r>
            <a:r>
              <a:rPr lang="en-CA" sz="1000" b="1">
                <a:effectLst/>
                <a:latin typeface="Arial" panose="020B0604020202020204" pitchFamily="34" charset="0"/>
                <a:ea typeface="Calibri" panose="020F0502020204030204" pitchFamily="34" charset="0"/>
                <a:cs typeface="Times New Roman" panose="02020603050405020304" pitchFamily="18" charset="0"/>
              </a:rPr>
              <a:t>Computer Name/Domain Changes</a:t>
            </a:r>
            <a:r>
              <a:rPr lang="en-CA" sz="1000">
                <a:effectLst/>
                <a:latin typeface="Arial" panose="020B0604020202020204" pitchFamily="34" charset="0"/>
                <a:ea typeface="Calibri" panose="020F0502020204030204" pitchFamily="34" charset="0"/>
                <a:cs typeface="Segoe UI" panose="020B0502040204020203" pitchFamily="34" charset="0"/>
              </a:rPr>
              <a:t> dialog box, and review the list of information necessary for domain join.</a:t>
            </a:r>
            <a:endParaRPr lang="en-CA" sz="1000">
              <a:effectLst/>
              <a:latin typeface="Arial" panose="020B0604020202020204" pitchFamily="34" charset="0"/>
              <a:ea typeface="Calibri" panose="020F0502020204030204" pitchFamily="34" charset="0"/>
              <a:cs typeface="Times New Roman" panose="02020603050405020304" pitchFamily="18" charset="0"/>
            </a:endParaRPr>
          </a:p>
        </p:txBody>
      </p:sp>
      <p:sp>
        <p:nvSpPr>
          <p:cNvPr id="4" name="Slide Number Placeholder 3"/>
          <p:cNvSpPr>
            <a:spLocks noGrp="1"/>
          </p:cNvSpPr>
          <p:nvPr>
            <p:ph type="sldNum" sz="quarter" idx="10"/>
          </p:nvPr>
        </p:nvSpPr>
        <p:spPr/>
        <p:txBody>
          <a:bodyPr/>
          <a:lstStyle/>
          <a:p>
            <a:fld id="{B6A1F45A-45A6-418F-ABA5-EC8D7307846F}" type="slidenum">
              <a:rPr lang="en-CA" smtClean="0"/>
              <a:t>31</a:t>
            </a:fld>
            <a:endParaRPr lang="en-CA"/>
          </a:p>
        </p:txBody>
      </p:sp>
      <p:sp>
        <p:nvSpPr>
          <p:cNvPr id="5" name="Rectangle 4"/>
          <p:cNvSpPr/>
          <p:nvPr/>
        </p:nvSpPr>
        <p:spPr>
          <a:xfrm>
            <a:off x="0" y="0"/>
            <a:ext cx="3038475" cy="222250"/>
          </a:xfrm>
          <a:prstGeom prst="rect">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a:solidFill>
                  <a:srgbClr val="000000"/>
                </a:solidFill>
                <a:latin typeface="Arial" panose="020B0604020202020204" pitchFamily="34" charset="0"/>
              </a:rPr>
              <a:t>20410D</a:t>
            </a:r>
          </a:p>
        </p:txBody>
      </p:sp>
      <p:sp>
        <p:nvSpPr>
          <p:cNvPr id="6" name="Rectangle 5"/>
          <p:cNvSpPr/>
          <p:nvPr/>
        </p:nvSpPr>
        <p:spPr>
          <a:xfrm>
            <a:off x="0" y="238125"/>
            <a:ext cx="3038475" cy="347663"/>
          </a:xfrm>
          <a:prstGeom prst="rect">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a:solidFill>
                  <a:srgbClr val="336699"/>
                </a:solidFill>
                <a:latin typeface="Arial" panose="020B0604020202020204" pitchFamily="34" charset="0"/>
              </a:rPr>
              <a:t>1: Deploying and Managing Windows Server 2012</a:t>
            </a:r>
          </a:p>
        </p:txBody>
      </p:sp>
    </p:spTree>
    <p:extLst>
      <p:ext uri="{BB962C8B-B14F-4D97-AF65-F5344CB8AC3E}">
        <p14:creationId xmlns:p14="http://schemas.microsoft.com/office/powerpoint/2010/main" val="67170532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112" y="73152"/>
            <a:ext cx="2468880" cy="1851660"/>
          </a:xfrm>
        </p:spPr>
      </p:sp>
      <p:sp>
        <p:nvSpPr>
          <p:cNvPr id="3" name="Notes Placeholder 2"/>
          <p:cNvSpPr>
            <a:spLocks noGrp="1"/>
          </p:cNvSpPr>
          <p:nvPr>
            <p:ph type="body" idx="1"/>
          </p:nvPr>
        </p:nvSpPr>
        <p:spPr>
          <a:xfrm>
            <a:off x="310896" y="2093976"/>
            <a:ext cx="6153912" cy="6604000"/>
          </a:xfrm>
        </p:spPr>
        <p:txBody>
          <a:bodyPr>
            <a:noAutofit/>
          </a:bodyPr>
          <a:lstStyle/>
          <a:p>
            <a:pPr>
              <a:lnSpc>
                <a:spcPct val="107000"/>
              </a:lnSpc>
              <a:spcAft>
                <a:spcPts val="800"/>
              </a:spcAft>
            </a:pPr>
            <a:r>
              <a:rPr lang="en-CA" sz="1000">
                <a:effectLst/>
                <a:latin typeface="Arial" panose="020B0604020202020204" pitchFamily="34" charset="0"/>
                <a:ea typeface="Calibri" panose="020F0502020204030204" pitchFamily="34" charset="0"/>
                <a:cs typeface="Segoe UI" panose="020B0502040204020203" pitchFamily="34" charset="0"/>
              </a:rPr>
              <a:t>D</a:t>
            </a:r>
            <a:r>
              <a:rPr lang="en-CA" sz="1000">
                <a:solidFill>
                  <a:srgbClr val="000000"/>
                </a:solidFill>
                <a:effectLst/>
                <a:latin typeface="Arial" panose="020B0604020202020204" pitchFamily="34" charset="0"/>
                <a:ea typeface="Calibri" panose="020F0502020204030204" pitchFamily="34" charset="0"/>
                <a:cs typeface="Segoe UI" panose="020B0502040204020203" pitchFamily="34" charset="0"/>
              </a:rPr>
              <a:t>iscuss the traditional activation process. Ask students about the last time they performed a telephone activation. Ask them if they have ever had any problems with activation, and if so, how they resolved the problem. Ask if they use any automatic activation technologies in their environment.</a:t>
            </a:r>
            <a:endParaRPr lang="en-CA" sz="1000">
              <a:effectLst/>
              <a:latin typeface="Arial" panose="020B0604020202020204" pitchFamily="34" charset="0"/>
              <a:ea typeface="Calibri" panose="020F0502020204030204" pitchFamily="34" charset="0"/>
              <a:cs typeface="Times New Roman" panose="02020603050405020304" pitchFamily="18" charset="0"/>
            </a:endParaRPr>
          </a:p>
        </p:txBody>
      </p:sp>
      <p:sp>
        <p:nvSpPr>
          <p:cNvPr id="4" name="Slide Number Placeholder 3"/>
          <p:cNvSpPr>
            <a:spLocks noGrp="1"/>
          </p:cNvSpPr>
          <p:nvPr>
            <p:ph type="sldNum" sz="quarter" idx="10"/>
          </p:nvPr>
        </p:nvSpPr>
        <p:spPr/>
        <p:txBody>
          <a:bodyPr/>
          <a:lstStyle/>
          <a:p>
            <a:fld id="{B6A1F45A-45A6-418F-ABA5-EC8D7307846F}" type="slidenum">
              <a:rPr lang="en-CA" smtClean="0"/>
              <a:t>32</a:t>
            </a:fld>
            <a:endParaRPr lang="en-CA"/>
          </a:p>
        </p:txBody>
      </p:sp>
      <p:sp>
        <p:nvSpPr>
          <p:cNvPr id="5" name="Rectangle 4"/>
          <p:cNvSpPr/>
          <p:nvPr/>
        </p:nvSpPr>
        <p:spPr>
          <a:xfrm>
            <a:off x="0" y="0"/>
            <a:ext cx="3038475" cy="222250"/>
          </a:xfrm>
          <a:prstGeom prst="rect">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a:solidFill>
                  <a:srgbClr val="000000"/>
                </a:solidFill>
                <a:latin typeface="Arial" panose="020B0604020202020204" pitchFamily="34" charset="0"/>
              </a:rPr>
              <a:t>20410D</a:t>
            </a:r>
          </a:p>
        </p:txBody>
      </p:sp>
      <p:sp>
        <p:nvSpPr>
          <p:cNvPr id="6" name="Rectangle 5"/>
          <p:cNvSpPr/>
          <p:nvPr/>
        </p:nvSpPr>
        <p:spPr>
          <a:xfrm>
            <a:off x="0" y="238125"/>
            <a:ext cx="3038475" cy="347663"/>
          </a:xfrm>
          <a:prstGeom prst="rect">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a:solidFill>
                  <a:srgbClr val="336699"/>
                </a:solidFill>
                <a:latin typeface="Arial" panose="020B0604020202020204" pitchFamily="34" charset="0"/>
              </a:rPr>
              <a:t>1: Deploying and Managing Windows Server 2012</a:t>
            </a:r>
          </a:p>
        </p:txBody>
      </p:sp>
    </p:spTree>
    <p:extLst>
      <p:ext uri="{BB962C8B-B14F-4D97-AF65-F5344CB8AC3E}">
        <p14:creationId xmlns:p14="http://schemas.microsoft.com/office/powerpoint/2010/main" val="1129075009"/>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112" y="73152"/>
            <a:ext cx="2468880" cy="1851660"/>
          </a:xfrm>
        </p:spPr>
      </p:sp>
      <p:sp>
        <p:nvSpPr>
          <p:cNvPr id="3" name="Notes Placeholder 2"/>
          <p:cNvSpPr>
            <a:spLocks noGrp="1"/>
          </p:cNvSpPr>
          <p:nvPr>
            <p:ph type="body" idx="1"/>
          </p:nvPr>
        </p:nvSpPr>
        <p:spPr>
          <a:xfrm>
            <a:off x="310896" y="2093975"/>
            <a:ext cx="6153912" cy="6604000"/>
          </a:xfrm>
        </p:spPr>
        <p:txBody>
          <a:bodyPr>
            <a:noAutofit/>
          </a:bodyPr>
          <a:lstStyle/>
          <a:p>
            <a:pPr>
              <a:lnSpc>
                <a:spcPct val="107000"/>
              </a:lnSpc>
              <a:spcAft>
                <a:spcPts val="800"/>
              </a:spcAft>
            </a:pPr>
            <a:r>
              <a:rPr lang="en-CA" sz="1000">
                <a:effectLst/>
                <a:latin typeface="Arial" panose="020B0604020202020204" pitchFamily="34" charset="0"/>
                <a:ea typeface="Calibri" panose="020F0502020204030204" pitchFamily="34" charset="0"/>
                <a:cs typeface="Segoe UI" panose="020B0502040204020203" pitchFamily="34" charset="0"/>
              </a:rPr>
              <a:t>Discuss the functionality of </a:t>
            </a:r>
            <a:r>
              <a:rPr lang="en-CA" sz="1000" b="1">
                <a:effectLst/>
                <a:latin typeface="Arial" panose="020B0604020202020204" pitchFamily="34" charset="0"/>
                <a:ea typeface="Calibri" panose="020F0502020204030204" pitchFamily="34" charset="0"/>
                <a:cs typeface="Times New Roman" panose="02020603050405020304" pitchFamily="18" charset="0"/>
              </a:rPr>
              <a:t>sconfig.cmd</a:t>
            </a:r>
            <a:r>
              <a:rPr lang="en-CA" sz="1000">
                <a:effectLst/>
                <a:latin typeface="Arial" panose="020B0604020202020204" pitchFamily="34" charset="0"/>
                <a:ea typeface="Calibri" panose="020F0502020204030204" pitchFamily="34" charset="0"/>
                <a:cs typeface="Segoe UI" panose="020B0502040204020203" pitchFamily="34" charset="0"/>
              </a:rPr>
              <a:t>. </a:t>
            </a:r>
            <a:endParaRPr lang="en-CA" sz="1000">
              <a:effectLst/>
              <a:latin typeface="Arial" panose="020B0604020202020204" pitchFamily="34" charset="0"/>
              <a:ea typeface="Calibri" panose="020F0502020204030204" pitchFamily="34" charset="0"/>
              <a:cs typeface="Times New Roman" panose="02020603050405020304" pitchFamily="18" charset="0"/>
            </a:endParaRPr>
          </a:p>
          <a:p>
            <a:pPr marL="342900" marR="0" lvl="0" indent="-342900">
              <a:lnSpc>
                <a:spcPct val="115000"/>
              </a:lnSpc>
              <a:spcBef>
                <a:spcPts val="0"/>
              </a:spcBef>
              <a:spcAft>
                <a:spcPts val="995"/>
              </a:spcAft>
              <a:buFont typeface="Symbol" panose="05050102010706020507" pitchFamily="18" charset="2"/>
              <a:buChar char=""/>
            </a:pPr>
            <a:r>
              <a:rPr lang="en-US" sz="1000" b="1">
                <a:effectLst/>
                <a:latin typeface="Arial" panose="020B0604020202020204" pitchFamily="34" charset="0"/>
                <a:ea typeface="Times New Roman" panose="02020603050405020304" pitchFamily="18" charset="0"/>
                <a:cs typeface="Times New Roman" panose="02020603050405020304" pitchFamily="18" charset="0"/>
              </a:rPr>
              <a:t>Sconfig</a:t>
            </a:r>
            <a:r>
              <a:rPr lang="en-US" sz="1000">
                <a:effectLst/>
                <a:latin typeface="Arial" panose="020B0604020202020204" pitchFamily="34" charset="0"/>
                <a:ea typeface="Times New Roman" panose="02020603050405020304" pitchFamily="18" charset="0"/>
                <a:cs typeface="Segoe UI" panose="020B0502040204020203" pitchFamily="34" charset="0"/>
              </a:rPr>
              <a:t> is a menu‑driven command‑line tool that presents menu options in a numerical format. Administrators can run commands and perform configurations based on the numbered menu options.</a:t>
            </a:r>
            <a:endParaRPr lang="en-CA" sz="1000">
              <a:effectLst/>
              <a:latin typeface="Arial" panose="020B0604020202020204" pitchFamily="34" charset="0"/>
              <a:ea typeface="Times New Roman" panose="02020603050405020304" pitchFamily="18" charset="0"/>
              <a:cs typeface="Times New Roman" panose="02020603050405020304" pitchFamily="18" charset="0"/>
            </a:endParaRPr>
          </a:p>
          <a:p>
            <a:pPr marL="342900" marR="0" lvl="0" indent="-342900">
              <a:lnSpc>
                <a:spcPct val="115000"/>
              </a:lnSpc>
              <a:spcBef>
                <a:spcPts val="0"/>
              </a:spcBef>
              <a:spcAft>
                <a:spcPts val="995"/>
              </a:spcAft>
              <a:buFont typeface="Symbol" panose="05050102010706020507" pitchFamily="18" charset="2"/>
              <a:buChar char=""/>
            </a:pPr>
            <a:r>
              <a:rPr lang="en-US" sz="1000">
                <a:effectLst/>
                <a:latin typeface="Arial" panose="020B0604020202020204" pitchFamily="34" charset="0"/>
                <a:ea typeface="Times New Roman" panose="02020603050405020304" pitchFamily="18" charset="0"/>
                <a:cs typeface="Segoe UI" panose="020B0502040204020203" pitchFamily="34" charset="0"/>
              </a:rPr>
              <a:t>This tool simplifies the process of performing common basic administrative tasks on Server Core, which was a problem for many administrators with the Server Core version that was available with Windows Server 2008 because you needed to know the correct commands.</a:t>
            </a:r>
            <a:endParaRPr lang="en-CA" sz="1000">
              <a:effectLst/>
              <a:latin typeface="Arial" panose="020B0604020202020204" pitchFamily="34" charset="0"/>
              <a:ea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0"/>
          </p:nvPr>
        </p:nvSpPr>
        <p:spPr/>
        <p:txBody>
          <a:bodyPr/>
          <a:lstStyle/>
          <a:p>
            <a:fld id="{B6A1F45A-45A6-418F-ABA5-EC8D7307846F}" type="slidenum">
              <a:rPr lang="en-CA" smtClean="0"/>
              <a:t>33</a:t>
            </a:fld>
            <a:endParaRPr lang="en-CA"/>
          </a:p>
        </p:txBody>
      </p:sp>
      <p:sp>
        <p:nvSpPr>
          <p:cNvPr id="5" name="Rectangle 4"/>
          <p:cNvSpPr/>
          <p:nvPr/>
        </p:nvSpPr>
        <p:spPr>
          <a:xfrm>
            <a:off x="0" y="0"/>
            <a:ext cx="3038475" cy="222250"/>
          </a:xfrm>
          <a:prstGeom prst="rect">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a:solidFill>
                  <a:srgbClr val="000000"/>
                </a:solidFill>
                <a:latin typeface="Arial" panose="020B0604020202020204" pitchFamily="34" charset="0"/>
              </a:rPr>
              <a:t>20410D</a:t>
            </a:r>
          </a:p>
        </p:txBody>
      </p:sp>
      <p:sp>
        <p:nvSpPr>
          <p:cNvPr id="6" name="Rectangle 5"/>
          <p:cNvSpPr/>
          <p:nvPr/>
        </p:nvSpPr>
        <p:spPr>
          <a:xfrm>
            <a:off x="0" y="238125"/>
            <a:ext cx="3038475" cy="347663"/>
          </a:xfrm>
          <a:prstGeom prst="rect">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a:solidFill>
                  <a:srgbClr val="336699"/>
                </a:solidFill>
                <a:latin typeface="Arial" panose="020B0604020202020204" pitchFamily="34" charset="0"/>
              </a:rPr>
              <a:t>1: Deploying and Managing Windows Server 2012</a:t>
            </a:r>
          </a:p>
        </p:txBody>
      </p:sp>
    </p:spTree>
    <p:extLst>
      <p:ext uri="{BB962C8B-B14F-4D97-AF65-F5344CB8AC3E}">
        <p14:creationId xmlns:p14="http://schemas.microsoft.com/office/powerpoint/2010/main" val="1802885159"/>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112" y="73152"/>
            <a:ext cx="2468880" cy="1851660"/>
          </a:xfrm>
        </p:spPr>
      </p:sp>
      <p:sp>
        <p:nvSpPr>
          <p:cNvPr id="3" name="Notes Placeholder 2"/>
          <p:cNvSpPr>
            <a:spLocks noGrp="1"/>
          </p:cNvSpPr>
          <p:nvPr>
            <p:ph type="body" idx="1"/>
          </p:nvPr>
        </p:nvSpPr>
        <p:spPr>
          <a:xfrm>
            <a:off x="310896" y="2093976"/>
            <a:ext cx="6153912" cy="6604000"/>
          </a:xfrm>
        </p:spPr>
        <p:txBody>
          <a:bodyPr>
            <a:noAutofit/>
          </a:bodyPr>
          <a:lstStyle/>
          <a:p>
            <a:pPr marL="225425" indent="-225425">
              <a:lnSpc>
                <a:spcPct val="107000"/>
              </a:lnSpc>
              <a:spcAft>
                <a:spcPts val="400"/>
              </a:spcAft>
              <a:tabLst>
                <a:tab pos="225425" algn="l"/>
              </a:tabLst>
            </a:pPr>
            <a:r>
              <a:rPr lang="en-CA" sz="1000" dirty="0">
                <a:effectLst/>
                <a:latin typeface="Arial" panose="020B0604020202020204" pitchFamily="34" charset="0"/>
                <a:ea typeface="Calibri" panose="020F0502020204030204" pitchFamily="34" charset="0"/>
                <a:cs typeface="Times New Roman" panose="02020603050405020304" pitchFamily="18" charset="0"/>
              </a:rPr>
              <a:t>Emphasize that the feature names are case-sensitive when you use the DISM utility.</a:t>
            </a:r>
          </a:p>
          <a:p>
            <a:pPr marL="225425" indent="-225425">
              <a:lnSpc>
                <a:spcPct val="107000"/>
              </a:lnSpc>
              <a:spcAft>
                <a:spcPts val="400"/>
              </a:spcAft>
              <a:tabLst>
                <a:tab pos="225425" algn="l"/>
              </a:tabLst>
            </a:pPr>
            <a:r>
              <a:rPr lang="en-CA" sz="1000" b="1" dirty="0">
                <a:effectLst/>
                <a:latin typeface="Arial" panose="020B0604020202020204" pitchFamily="34" charset="0"/>
                <a:ea typeface="Calibri" panose="020F0502020204030204" pitchFamily="34" charset="0"/>
                <a:cs typeface="Times New Roman" panose="02020603050405020304" pitchFamily="18" charset="0"/>
              </a:rPr>
              <a:t>Preparation Steps</a:t>
            </a:r>
            <a:endParaRPr lang="en-CA" sz="1000" dirty="0">
              <a:effectLst/>
              <a:latin typeface="Arial" panose="020B0604020202020204" pitchFamily="34" charset="0"/>
              <a:ea typeface="Calibri" panose="020F0502020204030204" pitchFamily="34" charset="0"/>
              <a:cs typeface="Times New Roman" panose="02020603050405020304" pitchFamily="18" charset="0"/>
            </a:endParaRPr>
          </a:p>
          <a:p>
            <a:pPr marL="225425" marR="0" lvl="0" indent="-225425">
              <a:lnSpc>
                <a:spcPct val="115000"/>
              </a:lnSpc>
              <a:spcBef>
                <a:spcPts val="0"/>
              </a:spcBef>
              <a:spcAft>
                <a:spcPts val="400"/>
              </a:spcAft>
              <a:buFont typeface="+mj-lt"/>
              <a:buAutoNum type="arabicPeriod"/>
              <a:tabLst>
                <a:tab pos="225425" algn="l"/>
              </a:tabLst>
            </a:pPr>
            <a:r>
              <a:rPr lang="en-US" sz="1000" dirty="0">
                <a:effectLst/>
                <a:latin typeface="Arial" panose="020B0604020202020204" pitchFamily="34" charset="0"/>
                <a:ea typeface="Times New Roman" panose="02020603050405020304" pitchFamily="18" charset="0"/>
                <a:cs typeface="Times New Roman" panose="02020603050405020304" pitchFamily="18" charset="0"/>
              </a:rPr>
              <a:t>For this demonstration, start the 20410D-LON-DC1 virtual machine.</a:t>
            </a:r>
            <a:endParaRPr lang="en-CA" sz="1000" dirty="0">
              <a:effectLst/>
              <a:latin typeface="Arial" panose="020B0604020202020204" pitchFamily="34" charset="0"/>
              <a:ea typeface="Times New Roman" panose="02020603050405020304" pitchFamily="18" charset="0"/>
              <a:cs typeface="Times New Roman" panose="02020603050405020304" pitchFamily="18" charset="0"/>
            </a:endParaRPr>
          </a:p>
          <a:p>
            <a:pPr marL="225425" marR="0" lvl="0" indent="-225425">
              <a:lnSpc>
                <a:spcPct val="115000"/>
              </a:lnSpc>
              <a:spcBef>
                <a:spcPts val="0"/>
              </a:spcBef>
              <a:spcAft>
                <a:spcPts val="400"/>
              </a:spcAft>
              <a:buFont typeface="+mj-lt"/>
              <a:buAutoNum type="arabicPeriod"/>
              <a:tabLst>
                <a:tab pos="225425" algn="l"/>
              </a:tabLst>
            </a:pPr>
            <a:r>
              <a:rPr lang="en-US" sz="1000" dirty="0">
                <a:effectLst/>
                <a:latin typeface="Arial" panose="020B0604020202020204" pitchFamily="34" charset="0"/>
                <a:ea typeface="Times New Roman" panose="02020603050405020304" pitchFamily="18" charset="0"/>
                <a:cs typeface="Times New Roman" panose="02020603050405020304" pitchFamily="18" charset="0"/>
              </a:rPr>
              <a:t>Sign in as </a:t>
            </a:r>
            <a:r>
              <a:rPr lang="en-US" sz="1000" b="1" dirty="0" err="1">
                <a:effectLst/>
                <a:latin typeface="Arial" panose="020B0604020202020204" pitchFamily="34" charset="0"/>
                <a:ea typeface="Times New Roman" panose="02020603050405020304" pitchFamily="18" charset="0"/>
                <a:cs typeface="Times New Roman" panose="02020603050405020304" pitchFamily="18" charset="0"/>
              </a:rPr>
              <a:t>Adatum</a:t>
            </a:r>
            <a:r>
              <a:rPr lang="en-US" sz="1000" b="1" dirty="0">
                <a:effectLst/>
                <a:latin typeface="Arial" panose="020B0604020202020204" pitchFamily="34" charset="0"/>
                <a:ea typeface="Times New Roman" panose="02020603050405020304" pitchFamily="18" charset="0"/>
                <a:cs typeface="Times New Roman" panose="02020603050405020304" pitchFamily="18" charset="0"/>
              </a:rPr>
              <a:t>\Administrator</a:t>
            </a:r>
            <a:r>
              <a:rPr lang="en-US" sz="1000" dirty="0">
                <a:effectLst/>
                <a:latin typeface="Arial" panose="020B0604020202020204" pitchFamily="34" charset="0"/>
                <a:ea typeface="Times New Roman" panose="02020603050405020304" pitchFamily="18" charset="0"/>
                <a:cs typeface="Times New Roman" panose="02020603050405020304" pitchFamily="18" charset="0"/>
              </a:rPr>
              <a:t> with the password </a:t>
            </a:r>
            <a:r>
              <a:rPr lang="en-US" sz="1000" b="1" dirty="0">
                <a:effectLst/>
                <a:latin typeface="Arial" panose="020B0604020202020204" pitchFamily="34" charset="0"/>
                <a:ea typeface="Times New Roman" panose="02020603050405020304" pitchFamily="18" charset="0"/>
                <a:cs typeface="Times New Roman" panose="02020603050405020304" pitchFamily="18" charset="0"/>
              </a:rPr>
              <a:t>Pa$$w0rd</a:t>
            </a:r>
            <a:r>
              <a:rPr lang="en-US" sz="1000" dirty="0">
                <a:effectLst/>
                <a:latin typeface="Arial" panose="020B0604020202020204" pitchFamily="34" charset="0"/>
                <a:ea typeface="Times New Roman" panose="02020603050405020304" pitchFamily="18" charset="0"/>
                <a:cs typeface="Times New Roman" panose="02020603050405020304" pitchFamily="18" charset="0"/>
              </a:rPr>
              <a:t>.</a:t>
            </a:r>
            <a:endParaRPr lang="en-CA" sz="1000" dirty="0">
              <a:effectLst/>
              <a:latin typeface="Arial" panose="020B0604020202020204" pitchFamily="34" charset="0"/>
              <a:ea typeface="Times New Roman" panose="02020603050405020304" pitchFamily="18" charset="0"/>
              <a:cs typeface="Times New Roman" panose="02020603050405020304" pitchFamily="18" charset="0"/>
            </a:endParaRPr>
          </a:p>
          <a:p>
            <a:pPr marL="225425" indent="-225425">
              <a:lnSpc>
                <a:spcPct val="107000"/>
              </a:lnSpc>
              <a:spcAft>
                <a:spcPts val="400"/>
              </a:spcAft>
              <a:tabLst>
                <a:tab pos="225425" algn="l"/>
              </a:tabLst>
            </a:pPr>
            <a:r>
              <a:rPr lang="en-CA" sz="1000" b="1" dirty="0">
                <a:effectLst/>
                <a:latin typeface="Arial" panose="020B0604020202020204" pitchFamily="34" charset="0"/>
                <a:ea typeface="Calibri" panose="020F0502020204030204" pitchFamily="34" charset="0"/>
                <a:cs typeface="Times New Roman" panose="02020603050405020304" pitchFamily="18" charset="0"/>
              </a:rPr>
              <a:t>Demonstration Steps</a:t>
            </a:r>
            <a:endParaRPr lang="en-CA" sz="1000" dirty="0">
              <a:effectLst/>
              <a:latin typeface="Arial" panose="020B0604020202020204" pitchFamily="34" charset="0"/>
              <a:ea typeface="Calibri" panose="020F0502020204030204" pitchFamily="34" charset="0"/>
              <a:cs typeface="Times New Roman" panose="02020603050405020304" pitchFamily="18" charset="0"/>
            </a:endParaRPr>
          </a:p>
          <a:p>
            <a:pPr marL="225425" indent="-225425">
              <a:lnSpc>
                <a:spcPts val="1300"/>
              </a:lnSpc>
              <a:spcBef>
                <a:spcPts val="900"/>
              </a:spcBef>
              <a:spcAft>
                <a:spcPts val="400"/>
              </a:spcAft>
              <a:tabLst>
                <a:tab pos="225425" algn="l"/>
              </a:tabLst>
            </a:pPr>
            <a:r>
              <a:rPr lang="en-US" sz="1000" b="1" dirty="0">
                <a:effectLst/>
                <a:latin typeface="Arial" panose="020B0604020202020204" pitchFamily="34" charset="0"/>
                <a:ea typeface="Times New Roman" panose="02020603050405020304" pitchFamily="18" charset="0"/>
                <a:cs typeface="Segoe UI" panose="020B0502040204020203" pitchFamily="34" charset="0"/>
              </a:rPr>
              <a:t>View a list of all Windows features and their current state</a:t>
            </a:r>
            <a:endParaRPr lang="en-CA" sz="1000" b="1" dirty="0">
              <a:effectLst/>
              <a:latin typeface="Arial" panose="020B0604020202020204" pitchFamily="34" charset="0"/>
              <a:ea typeface="Times New Roman" panose="02020603050405020304" pitchFamily="18" charset="0"/>
              <a:cs typeface="Segoe UI" panose="020B0502040204020203" pitchFamily="34" charset="0"/>
            </a:endParaRPr>
          </a:p>
          <a:p>
            <a:pPr marL="225425" marR="0" lvl="0" indent="-225425">
              <a:lnSpc>
                <a:spcPct val="115000"/>
              </a:lnSpc>
              <a:spcBef>
                <a:spcPts val="0"/>
              </a:spcBef>
              <a:spcAft>
                <a:spcPts val="400"/>
              </a:spcAft>
              <a:tabLst>
                <a:tab pos="225425" algn="l"/>
              </a:tabLst>
            </a:pPr>
            <a:r>
              <a:rPr lang="en-US" sz="1000" dirty="0">
                <a:effectLst/>
                <a:latin typeface="Arial" panose="020B0604020202020204" pitchFamily="34" charset="0"/>
                <a:ea typeface="Times New Roman" panose="02020603050405020304" pitchFamily="18" charset="0"/>
                <a:cs typeface="Times New Roman" panose="02020603050405020304" pitchFamily="18" charset="0"/>
              </a:rPr>
              <a:t>1.	In Server Manager click the </a:t>
            </a:r>
            <a:r>
              <a:rPr lang="en-US" sz="1000" b="1" dirty="0">
                <a:effectLst/>
                <a:latin typeface="Arial" panose="020B0604020202020204" pitchFamily="34" charset="0"/>
                <a:ea typeface="Times New Roman" panose="02020603050405020304" pitchFamily="18" charset="0"/>
                <a:cs typeface="Times New Roman" panose="02020603050405020304" pitchFamily="18" charset="0"/>
              </a:rPr>
              <a:t>Tools</a:t>
            </a:r>
            <a:r>
              <a:rPr lang="en-US" sz="1000" dirty="0">
                <a:effectLst/>
                <a:latin typeface="Arial" panose="020B0604020202020204" pitchFamily="34" charset="0"/>
                <a:ea typeface="Times New Roman" panose="02020603050405020304" pitchFamily="18" charset="0"/>
                <a:cs typeface="Times New Roman" panose="02020603050405020304" pitchFamily="18" charset="0"/>
              </a:rPr>
              <a:t> menu, and then click </a:t>
            </a:r>
            <a:r>
              <a:rPr lang="en-US" sz="1000" b="1" dirty="0">
                <a:effectLst/>
                <a:latin typeface="Arial" panose="020B0604020202020204" pitchFamily="34" charset="0"/>
                <a:ea typeface="Times New Roman" panose="02020603050405020304" pitchFamily="18" charset="0"/>
                <a:cs typeface="Times New Roman" panose="02020603050405020304" pitchFamily="18" charset="0"/>
              </a:rPr>
              <a:t>Windows Server Backup</a:t>
            </a:r>
            <a:r>
              <a:rPr lang="en-US" sz="1000" dirty="0">
                <a:effectLst/>
                <a:latin typeface="Arial" panose="020B0604020202020204" pitchFamily="34" charset="0"/>
                <a:ea typeface="Times New Roman" panose="02020603050405020304" pitchFamily="18" charset="0"/>
                <a:cs typeface="Times New Roman" panose="02020603050405020304" pitchFamily="18" charset="0"/>
              </a:rPr>
              <a:t>. </a:t>
            </a:r>
            <a:endParaRPr lang="en-CA" sz="1000" dirty="0">
              <a:effectLst/>
              <a:latin typeface="Arial" panose="020B0604020202020204" pitchFamily="34" charset="0"/>
              <a:ea typeface="Times New Roman" panose="02020603050405020304" pitchFamily="18" charset="0"/>
              <a:cs typeface="Times New Roman" panose="02020603050405020304" pitchFamily="18" charset="0"/>
            </a:endParaRPr>
          </a:p>
          <a:p>
            <a:pPr marL="225425" marR="0" indent="-225425">
              <a:lnSpc>
                <a:spcPct val="115000"/>
              </a:lnSpc>
              <a:spcBef>
                <a:spcPts val="0"/>
              </a:spcBef>
              <a:spcAft>
                <a:spcPts val="400"/>
              </a:spcAft>
              <a:tabLst>
                <a:tab pos="225425" algn="l"/>
              </a:tabLst>
            </a:pPr>
            <a:r>
              <a:rPr lang="en-US" sz="1000" dirty="0">
                <a:effectLst/>
                <a:latin typeface="Arial" panose="020B0604020202020204" pitchFamily="34" charset="0"/>
                <a:ea typeface="Times New Roman" panose="02020603050405020304" pitchFamily="18" charset="0"/>
                <a:cs typeface="Times New Roman" panose="02020603050405020304" pitchFamily="18" charset="0"/>
              </a:rPr>
              <a:t>	In the details pane, notice that Windows Server Backup is not installed on the computer.</a:t>
            </a:r>
            <a:endParaRPr lang="en-CA" sz="1000" dirty="0">
              <a:effectLst/>
              <a:latin typeface="Arial" panose="020B0604020202020204" pitchFamily="34" charset="0"/>
              <a:ea typeface="Times New Roman" panose="02020603050405020304" pitchFamily="18" charset="0"/>
              <a:cs typeface="Times New Roman" panose="02020603050405020304" pitchFamily="18" charset="0"/>
            </a:endParaRPr>
          </a:p>
          <a:p>
            <a:pPr marL="225425" marR="0" lvl="0" indent="-225425">
              <a:lnSpc>
                <a:spcPct val="115000"/>
              </a:lnSpc>
              <a:spcBef>
                <a:spcPts val="0"/>
              </a:spcBef>
              <a:spcAft>
                <a:spcPts val="400"/>
              </a:spcAft>
              <a:tabLst>
                <a:tab pos="225425" algn="l"/>
              </a:tabLst>
            </a:pPr>
            <a:r>
              <a:rPr lang="en-US" sz="1000" dirty="0">
                <a:effectLst/>
                <a:latin typeface="Arial" panose="020B0604020202020204" pitchFamily="34" charset="0"/>
                <a:ea typeface="Times New Roman" panose="02020603050405020304" pitchFamily="18" charset="0"/>
                <a:cs typeface="Times New Roman" panose="02020603050405020304" pitchFamily="18" charset="0"/>
              </a:rPr>
              <a:t>2.	Close the </a:t>
            </a:r>
            <a:r>
              <a:rPr lang="en-US" sz="1000" dirty="0" err="1">
                <a:effectLst/>
                <a:latin typeface="Arial" panose="020B0604020202020204" pitchFamily="34" charset="0"/>
                <a:ea typeface="Times New Roman" panose="02020603050405020304" pitchFamily="18" charset="0"/>
                <a:cs typeface="Times New Roman" panose="02020603050405020304" pitchFamily="18" charset="0"/>
              </a:rPr>
              <a:t>wbadmin</a:t>
            </a:r>
            <a:r>
              <a:rPr lang="en-US" sz="1000" dirty="0">
                <a:effectLst/>
                <a:latin typeface="Arial" panose="020B0604020202020204" pitchFamily="34" charset="0"/>
                <a:ea typeface="Times New Roman" panose="02020603050405020304" pitchFamily="18" charset="0"/>
                <a:cs typeface="Times New Roman" panose="02020603050405020304" pitchFamily="18" charset="0"/>
              </a:rPr>
              <a:t>-[Windows Server Backup(Local)] window.</a:t>
            </a:r>
            <a:endParaRPr lang="en-CA" sz="1000" dirty="0">
              <a:effectLst/>
              <a:latin typeface="Arial" panose="020B0604020202020204" pitchFamily="34" charset="0"/>
              <a:ea typeface="Times New Roman" panose="02020603050405020304" pitchFamily="18" charset="0"/>
              <a:cs typeface="Times New Roman" panose="02020603050405020304" pitchFamily="18" charset="0"/>
            </a:endParaRPr>
          </a:p>
          <a:p>
            <a:pPr marL="225425" indent="-225425">
              <a:lnSpc>
                <a:spcPts val="1300"/>
              </a:lnSpc>
              <a:spcBef>
                <a:spcPts val="900"/>
              </a:spcBef>
              <a:spcAft>
                <a:spcPts val="400"/>
              </a:spcAft>
              <a:tabLst>
                <a:tab pos="225425" algn="l"/>
              </a:tabLst>
            </a:pPr>
            <a:r>
              <a:rPr lang="en-US" sz="1000" b="1" dirty="0">
                <a:effectLst/>
                <a:latin typeface="Arial" panose="020B0604020202020204" pitchFamily="34" charset="0"/>
                <a:ea typeface="Times New Roman" panose="02020603050405020304" pitchFamily="18" charset="0"/>
                <a:cs typeface="Segoe UI" panose="020B0502040204020203" pitchFamily="34" charset="0"/>
              </a:rPr>
              <a:t>Gather information about the Windows Server Backup feature</a:t>
            </a:r>
            <a:endParaRPr lang="en-CA" sz="1000" b="1" dirty="0">
              <a:effectLst/>
              <a:latin typeface="Arial" panose="020B0604020202020204" pitchFamily="34" charset="0"/>
              <a:ea typeface="Times New Roman" panose="02020603050405020304" pitchFamily="18" charset="0"/>
              <a:cs typeface="Segoe UI" panose="020B0502040204020203" pitchFamily="34" charset="0"/>
            </a:endParaRPr>
          </a:p>
          <a:p>
            <a:pPr marL="225425" marR="0" lvl="0" indent="-225425">
              <a:lnSpc>
                <a:spcPct val="115000"/>
              </a:lnSpc>
              <a:spcBef>
                <a:spcPts val="0"/>
              </a:spcBef>
              <a:spcAft>
                <a:spcPts val="400"/>
              </a:spcAft>
              <a:buFont typeface="+mj-lt"/>
              <a:buAutoNum type="arabicPeriod"/>
              <a:tabLst>
                <a:tab pos="225425" algn="l"/>
              </a:tabLst>
            </a:pPr>
            <a:r>
              <a:rPr lang="en-US" sz="1000" dirty="0">
                <a:effectLst/>
                <a:latin typeface="Arial" panose="020B0604020202020204" pitchFamily="34" charset="0"/>
                <a:ea typeface="Times New Roman" panose="02020603050405020304" pitchFamily="18" charset="0"/>
                <a:cs typeface="Times New Roman" panose="02020603050405020304" pitchFamily="18" charset="0"/>
              </a:rPr>
              <a:t>Right-click the </a:t>
            </a:r>
            <a:r>
              <a:rPr lang="en-US" sz="1000" b="1" dirty="0">
                <a:effectLst/>
                <a:latin typeface="Arial" panose="020B0604020202020204" pitchFamily="34" charset="0"/>
                <a:ea typeface="Times New Roman" panose="02020603050405020304" pitchFamily="18" charset="0"/>
                <a:cs typeface="Times New Roman" panose="02020603050405020304" pitchFamily="18" charset="0"/>
              </a:rPr>
              <a:t>Windows</a:t>
            </a:r>
            <a:r>
              <a:rPr lang="en-US" sz="1000" dirty="0">
                <a:effectLst/>
                <a:latin typeface="Arial" panose="020B0604020202020204" pitchFamily="34" charset="0"/>
                <a:ea typeface="Times New Roman" panose="02020603050405020304" pitchFamily="18" charset="0"/>
                <a:cs typeface="Times New Roman" panose="02020603050405020304" pitchFamily="18" charset="0"/>
              </a:rPr>
              <a:t> </a:t>
            </a:r>
            <a:r>
              <a:rPr lang="en-US" sz="1000" b="1" dirty="0">
                <a:effectLst/>
                <a:latin typeface="Arial" panose="020B0604020202020204" pitchFamily="34" charset="0"/>
                <a:ea typeface="Times New Roman" panose="02020603050405020304" pitchFamily="18" charset="0"/>
                <a:cs typeface="Times New Roman" panose="02020603050405020304" pitchFamily="18" charset="0"/>
              </a:rPr>
              <a:t>PowerShell</a:t>
            </a:r>
            <a:r>
              <a:rPr lang="en-US" sz="1000" dirty="0">
                <a:effectLst/>
                <a:latin typeface="Arial" panose="020B0604020202020204" pitchFamily="34" charset="0"/>
                <a:ea typeface="Times New Roman" panose="02020603050405020304" pitchFamily="18" charset="0"/>
                <a:cs typeface="Times New Roman" panose="02020603050405020304" pitchFamily="18" charset="0"/>
              </a:rPr>
              <a:t> icon on the taskbar, and then click </a:t>
            </a:r>
            <a:r>
              <a:rPr lang="en-US" sz="1000" b="1" dirty="0">
                <a:effectLst/>
                <a:latin typeface="Arial" panose="020B0604020202020204" pitchFamily="34" charset="0"/>
                <a:ea typeface="Times New Roman" panose="02020603050405020304" pitchFamily="18" charset="0"/>
                <a:cs typeface="Times New Roman" panose="02020603050405020304" pitchFamily="18" charset="0"/>
              </a:rPr>
              <a:t>Run as Administrator</a:t>
            </a:r>
            <a:r>
              <a:rPr lang="en-US" sz="1000" dirty="0">
                <a:effectLst/>
                <a:latin typeface="Arial" panose="020B0604020202020204" pitchFamily="34" charset="0"/>
                <a:ea typeface="Times New Roman" panose="02020603050405020304" pitchFamily="18" charset="0"/>
                <a:cs typeface="Times New Roman" panose="02020603050405020304" pitchFamily="18" charset="0"/>
              </a:rPr>
              <a:t>.</a:t>
            </a:r>
            <a:endParaRPr lang="en-CA" sz="1000" dirty="0">
              <a:effectLst/>
              <a:latin typeface="Arial" panose="020B0604020202020204" pitchFamily="34" charset="0"/>
              <a:ea typeface="Times New Roman" panose="02020603050405020304" pitchFamily="18" charset="0"/>
              <a:cs typeface="Times New Roman" panose="02020603050405020304" pitchFamily="18" charset="0"/>
            </a:endParaRPr>
          </a:p>
          <a:p>
            <a:pPr marL="225425" marR="0" lvl="0" indent="-225425">
              <a:lnSpc>
                <a:spcPct val="115000"/>
              </a:lnSpc>
              <a:spcBef>
                <a:spcPts val="0"/>
              </a:spcBef>
              <a:spcAft>
                <a:spcPts val="400"/>
              </a:spcAft>
              <a:buFont typeface="+mj-lt"/>
              <a:buAutoNum type="arabicPeriod"/>
              <a:tabLst>
                <a:tab pos="225425" algn="l"/>
              </a:tabLst>
            </a:pPr>
            <a:r>
              <a:rPr lang="en-US" sz="1000" dirty="0">
                <a:effectLst/>
                <a:latin typeface="Arial" panose="020B0604020202020204" pitchFamily="34" charset="0"/>
                <a:ea typeface="Times New Roman" panose="02020603050405020304" pitchFamily="18" charset="0"/>
                <a:cs typeface="Times New Roman" panose="02020603050405020304" pitchFamily="18" charset="0"/>
              </a:rPr>
              <a:t>Type the following command, and then press Enter:</a:t>
            </a:r>
            <a:endParaRPr lang="en-CA" sz="1000" dirty="0">
              <a:effectLst/>
              <a:latin typeface="Arial" panose="020B0604020202020204" pitchFamily="34" charset="0"/>
              <a:ea typeface="Times New Roman" panose="02020603050405020304" pitchFamily="18" charset="0"/>
              <a:cs typeface="Times New Roman" panose="02020603050405020304" pitchFamily="18" charset="0"/>
            </a:endParaRPr>
          </a:p>
          <a:p>
            <a:pPr marL="225425" indent="-225425">
              <a:lnSpc>
                <a:spcPct val="115000"/>
              </a:lnSpc>
              <a:spcBef>
                <a:spcPts val="600"/>
              </a:spcBef>
              <a:spcAft>
                <a:spcPts val="400"/>
              </a:spcAft>
              <a:tabLst>
                <a:tab pos="225425" algn="l"/>
              </a:tabLst>
            </a:pPr>
            <a:r>
              <a:rPr lang="en-US" sz="1000" b="1" dirty="0">
                <a:effectLst/>
                <a:latin typeface="Lucida Sans Typewriter" panose="020B0509030504030204" pitchFamily="49" charset="0"/>
                <a:ea typeface="Times New Roman" panose="02020603050405020304" pitchFamily="18" charset="0"/>
                <a:cs typeface="Arial" panose="020B0604020202020204" pitchFamily="34" charset="0"/>
              </a:rPr>
              <a:t>		DISM /online /get-features</a:t>
            </a:r>
            <a:endParaRPr lang="en-CA" sz="1000" b="1" dirty="0">
              <a:effectLst/>
              <a:latin typeface="Lucida Sans Typewriter" panose="020B0509030504030204" pitchFamily="49" charset="0"/>
              <a:ea typeface="Times New Roman" panose="02020603050405020304" pitchFamily="18" charset="0"/>
              <a:cs typeface="Arial" panose="020B0604020202020204" pitchFamily="34" charset="0"/>
            </a:endParaRPr>
          </a:p>
          <a:p>
            <a:pPr marL="225425" marR="0" lvl="0" indent="-225425">
              <a:lnSpc>
                <a:spcPct val="115000"/>
              </a:lnSpc>
              <a:spcBef>
                <a:spcPts val="0"/>
              </a:spcBef>
              <a:spcAft>
                <a:spcPts val="400"/>
              </a:spcAft>
              <a:tabLst>
                <a:tab pos="225425" algn="l"/>
              </a:tabLst>
            </a:pPr>
            <a:r>
              <a:rPr lang="en-US" sz="1000" dirty="0">
                <a:effectLst/>
                <a:latin typeface="Arial" panose="020B0604020202020204" pitchFamily="34" charset="0"/>
                <a:ea typeface="Times New Roman" panose="02020603050405020304" pitchFamily="18" charset="0"/>
                <a:cs typeface="Times New Roman" panose="02020603050405020304" pitchFamily="18" charset="0"/>
              </a:rPr>
              <a:t>3.	Type the following command, and then press Enter:</a:t>
            </a:r>
            <a:endParaRPr lang="en-CA" sz="1000" dirty="0">
              <a:effectLst/>
              <a:latin typeface="Arial" panose="020B0604020202020204" pitchFamily="34" charset="0"/>
              <a:ea typeface="Times New Roman" panose="02020603050405020304" pitchFamily="18" charset="0"/>
              <a:cs typeface="Times New Roman" panose="02020603050405020304" pitchFamily="18" charset="0"/>
            </a:endParaRPr>
          </a:p>
          <a:p>
            <a:pPr marL="225425" indent="-225425">
              <a:lnSpc>
                <a:spcPct val="115000"/>
              </a:lnSpc>
              <a:spcBef>
                <a:spcPts val="600"/>
              </a:spcBef>
              <a:spcAft>
                <a:spcPts val="400"/>
              </a:spcAft>
              <a:tabLst>
                <a:tab pos="225425" algn="l"/>
              </a:tabLst>
            </a:pPr>
            <a:r>
              <a:rPr lang="en-US" sz="1000" b="1" dirty="0">
                <a:latin typeface="Lucida Sans Typewriter" panose="020B0509030504030204" pitchFamily="49" charset="0"/>
                <a:ea typeface="Times New Roman" panose="02020603050405020304" pitchFamily="18" charset="0"/>
                <a:cs typeface="Arial" panose="020B0604020202020204" pitchFamily="34" charset="0"/>
              </a:rPr>
              <a:t>	DISM /online /get-</a:t>
            </a:r>
            <a:r>
              <a:rPr lang="en-US" sz="1000" b="1" dirty="0" err="1">
                <a:latin typeface="Lucida Sans Typewriter" panose="020B0509030504030204" pitchFamily="49" charset="0"/>
                <a:ea typeface="Times New Roman" panose="02020603050405020304" pitchFamily="18" charset="0"/>
                <a:cs typeface="Arial" panose="020B0604020202020204" pitchFamily="34" charset="0"/>
              </a:rPr>
              <a:t>featureinfo</a:t>
            </a:r>
            <a:r>
              <a:rPr lang="en-US" sz="1000" b="1" dirty="0">
                <a:latin typeface="Lucida Sans Typewriter" panose="020B0509030504030204" pitchFamily="49" charset="0"/>
                <a:ea typeface="Times New Roman" panose="02020603050405020304" pitchFamily="18" charset="0"/>
                <a:cs typeface="Arial" panose="020B0604020202020204" pitchFamily="34" charset="0"/>
              </a:rPr>
              <a:t> /</a:t>
            </a:r>
            <a:r>
              <a:rPr lang="en-US" sz="1000" b="1" dirty="0" err="1">
                <a:latin typeface="Lucida Sans Typewriter" panose="020B0509030504030204" pitchFamily="49" charset="0"/>
                <a:ea typeface="Times New Roman" panose="02020603050405020304" pitchFamily="18" charset="0"/>
                <a:cs typeface="Arial" panose="020B0604020202020204" pitchFamily="34" charset="0"/>
              </a:rPr>
              <a:t>featurename:WindowsServerBackup</a:t>
            </a:r>
            <a:endParaRPr lang="en-CA" sz="1000" b="1" dirty="0">
              <a:latin typeface="Lucida Sans Typewriter" panose="020B0509030504030204" pitchFamily="49" charset="0"/>
              <a:ea typeface="Times New Roman" panose="02020603050405020304" pitchFamily="18" charset="0"/>
              <a:cs typeface="Arial" panose="020B0604020202020204" pitchFamily="34" charset="0"/>
            </a:endParaRPr>
          </a:p>
          <a:p>
            <a:pPr marL="225425" indent="-225425">
              <a:lnSpc>
                <a:spcPts val="1300"/>
              </a:lnSpc>
              <a:spcBef>
                <a:spcPts val="900"/>
              </a:spcBef>
              <a:spcAft>
                <a:spcPts val="400"/>
              </a:spcAft>
              <a:tabLst>
                <a:tab pos="225425" algn="l"/>
              </a:tabLst>
            </a:pPr>
            <a:r>
              <a:rPr lang="en-US" sz="1000" b="1" dirty="0">
                <a:effectLst/>
                <a:latin typeface="Arial" panose="020B0604020202020204" pitchFamily="34" charset="0"/>
                <a:ea typeface="Times New Roman" panose="02020603050405020304" pitchFamily="18" charset="0"/>
                <a:cs typeface="Segoe UI" panose="020B0502040204020203" pitchFamily="34" charset="0"/>
              </a:rPr>
              <a:t>Enable the Windows Server Backup feature</a:t>
            </a:r>
            <a:endParaRPr lang="en-CA" sz="1000" b="1" dirty="0">
              <a:effectLst/>
              <a:latin typeface="Arial" panose="020B0604020202020204" pitchFamily="34" charset="0"/>
              <a:ea typeface="Times New Roman" panose="02020603050405020304" pitchFamily="18" charset="0"/>
              <a:cs typeface="Segoe UI" panose="020B0502040204020203" pitchFamily="34" charset="0"/>
            </a:endParaRPr>
          </a:p>
          <a:p>
            <a:pPr marL="225425" indent="-225425">
              <a:lnSpc>
                <a:spcPct val="115000"/>
              </a:lnSpc>
              <a:spcAft>
                <a:spcPts val="400"/>
              </a:spcAft>
              <a:buFont typeface="+mj-lt"/>
              <a:buAutoNum type="arabicPeriod"/>
              <a:tabLst>
                <a:tab pos="225425" algn="l"/>
              </a:tabLst>
            </a:pPr>
            <a:r>
              <a:rPr lang="en-US" sz="1000" dirty="0">
                <a:effectLst/>
                <a:latin typeface="Arial" panose="020B0604020202020204" pitchFamily="34" charset="0"/>
                <a:ea typeface="Times New Roman" panose="02020603050405020304" pitchFamily="18" charset="0"/>
                <a:cs typeface="Times New Roman" panose="02020603050405020304" pitchFamily="18" charset="0"/>
              </a:rPr>
              <a:t>Type the following command, and then press Enter:</a:t>
            </a:r>
          </a:p>
          <a:p>
            <a:pPr marL="225425" indent="-225425">
              <a:lnSpc>
                <a:spcPct val="115000"/>
              </a:lnSpc>
              <a:spcAft>
                <a:spcPts val="400"/>
              </a:spcAft>
              <a:tabLst>
                <a:tab pos="225425" algn="l"/>
              </a:tabLst>
            </a:pPr>
            <a:r>
              <a:rPr lang="en-US" sz="1000" b="1" dirty="0">
                <a:latin typeface="Arial" panose="020B0604020202020204" pitchFamily="34" charset="0"/>
                <a:ea typeface="Times New Roman" panose="02020603050405020304" pitchFamily="18" charset="0"/>
                <a:cs typeface="Times New Roman" panose="02020603050405020304" pitchFamily="18" charset="0"/>
              </a:rPr>
              <a:t>		</a:t>
            </a:r>
            <a:r>
              <a:rPr lang="en-US" sz="1000" b="1" dirty="0">
                <a:latin typeface="Lucida Sans Typewriter" panose="020B0509030504030204" pitchFamily="49" charset="0"/>
                <a:ea typeface="Times New Roman" panose="02020603050405020304" pitchFamily="18" charset="0"/>
                <a:cs typeface="Arial" panose="020B0604020202020204" pitchFamily="34" charset="0"/>
              </a:rPr>
              <a:t>DISM /online /enable-feature /</a:t>
            </a:r>
            <a:r>
              <a:rPr lang="en-US" sz="1000" b="1" dirty="0" err="1">
                <a:latin typeface="Lucida Sans Typewriter" panose="020B0509030504030204" pitchFamily="49" charset="0"/>
                <a:ea typeface="Times New Roman" panose="02020603050405020304" pitchFamily="18" charset="0"/>
                <a:cs typeface="Arial" panose="020B0604020202020204" pitchFamily="34" charset="0"/>
              </a:rPr>
              <a:t>featurename:WindowsServerBackup</a:t>
            </a:r>
            <a:endParaRPr lang="en-CA" sz="1000" b="1" dirty="0">
              <a:latin typeface="Lucida Sans Typewriter" panose="020B0509030504030204" pitchFamily="49" charset="0"/>
              <a:ea typeface="Times New Roman" panose="02020603050405020304" pitchFamily="18" charset="0"/>
              <a:cs typeface="Arial" panose="020B0604020202020204" pitchFamily="34" charset="0"/>
            </a:endParaRPr>
          </a:p>
          <a:p>
            <a:pPr marL="225425" indent="-225425">
              <a:lnSpc>
                <a:spcPct val="115000"/>
              </a:lnSpc>
              <a:spcAft>
                <a:spcPts val="400"/>
              </a:spcAft>
              <a:tabLst>
                <a:tab pos="225425" algn="l"/>
              </a:tabLst>
            </a:pPr>
            <a:r>
              <a:rPr lang="en-CA" sz="1000" b="1" dirty="0">
                <a:effectLst/>
                <a:latin typeface="Arial" panose="020B0604020202020204" pitchFamily="34" charset="0"/>
                <a:ea typeface="Calibri" panose="020F0502020204030204" pitchFamily="34" charset="0"/>
                <a:cs typeface="Times New Roman" panose="02020603050405020304" pitchFamily="18" charset="0"/>
              </a:rPr>
              <a:t>		Note: </a:t>
            </a:r>
            <a:r>
              <a:rPr lang="en-CA" sz="1000" dirty="0">
                <a:effectLst/>
                <a:latin typeface="Arial" panose="020B0604020202020204" pitchFamily="34" charset="0"/>
                <a:ea typeface="Calibri" panose="020F0502020204030204" pitchFamily="34" charset="0"/>
                <a:cs typeface="Times New Roman" panose="02020603050405020304" pitchFamily="18" charset="0"/>
              </a:rPr>
              <a:t>The feature name is case-sensitive.</a:t>
            </a:r>
          </a:p>
          <a:p>
            <a:pPr marL="225425" marR="0" lvl="0" indent="-225425">
              <a:lnSpc>
                <a:spcPct val="115000"/>
              </a:lnSpc>
              <a:spcBef>
                <a:spcPts val="0"/>
              </a:spcBef>
              <a:spcAft>
                <a:spcPts val="400"/>
              </a:spcAft>
              <a:buAutoNum type="arabicPeriod" startAt="2"/>
              <a:tabLst>
                <a:tab pos="225425" algn="l"/>
              </a:tabLst>
            </a:pPr>
            <a:r>
              <a:rPr lang="en-US" sz="1000" dirty="0">
                <a:effectLst/>
                <a:latin typeface="Arial" panose="020B0604020202020204" pitchFamily="34" charset="0"/>
                <a:ea typeface="Times New Roman" panose="02020603050405020304" pitchFamily="18" charset="0"/>
                <a:cs typeface="Times New Roman" panose="02020603050405020304" pitchFamily="18" charset="0"/>
              </a:rPr>
              <a:t>In Server Manager, click the </a:t>
            </a:r>
            <a:r>
              <a:rPr lang="en-US" sz="1000" b="1" dirty="0">
                <a:effectLst/>
                <a:latin typeface="Arial" panose="020B0604020202020204" pitchFamily="34" charset="0"/>
                <a:ea typeface="Times New Roman" panose="02020603050405020304" pitchFamily="18" charset="0"/>
                <a:cs typeface="Times New Roman" panose="02020603050405020304" pitchFamily="18" charset="0"/>
              </a:rPr>
              <a:t>Tools</a:t>
            </a:r>
            <a:r>
              <a:rPr lang="en-US" sz="1000" dirty="0">
                <a:effectLst/>
                <a:latin typeface="Arial" panose="020B0604020202020204" pitchFamily="34" charset="0"/>
                <a:ea typeface="Times New Roman" panose="02020603050405020304" pitchFamily="18" charset="0"/>
                <a:cs typeface="Times New Roman" panose="02020603050405020304" pitchFamily="18" charset="0"/>
              </a:rPr>
              <a:t> menu, and then click </a:t>
            </a:r>
            <a:r>
              <a:rPr lang="en-US" sz="1000" b="1" dirty="0">
                <a:effectLst/>
                <a:latin typeface="Arial" panose="020B0604020202020204" pitchFamily="34" charset="0"/>
                <a:ea typeface="Times New Roman" panose="02020603050405020304" pitchFamily="18" charset="0"/>
                <a:cs typeface="Times New Roman" panose="02020603050405020304" pitchFamily="18" charset="0"/>
              </a:rPr>
              <a:t>Windows Server Backup</a:t>
            </a:r>
            <a:r>
              <a:rPr lang="en-US" sz="1000" dirty="0">
                <a:effectLst/>
                <a:latin typeface="Arial" panose="020B0604020202020204" pitchFamily="34" charset="0"/>
                <a:ea typeface="Times New Roman" panose="02020603050405020304" pitchFamily="18" charset="0"/>
                <a:cs typeface="Times New Roman" panose="02020603050405020304" pitchFamily="18" charset="0"/>
              </a:rPr>
              <a:t>. </a:t>
            </a:r>
            <a:endParaRPr lang="en-US" sz="1000" dirty="0">
              <a:latin typeface="Arial" panose="020B0604020202020204" pitchFamily="34" charset="0"/>
              <a:ea typeface="Times New Roman" panose="02020603050405020304" pitchFamily="18" charset="0"/>
              <a:cs typeface="Times New Roman" panose="02020603050405020304" pitchFamily="18" charset="0"/>
            </a:endParaRPr>
          </a:p>
          <a:p>
            <a:pPr marL="225425" marR="0" lvl="0" indent="-225425">
              <a:lnSpc>
                <a:spcPct val="115000"/>
              </a:lnSpc>
              <a:spcBef>
                <a:spcPts val="0"/>
              </a:spcBef>
              <a:spcAft>
                <a:spcPts val="400"/>
              </a:spcAft>
              <a:tabLst>
                <a:tab pos="225425" algn="l"/>
              </a:tabLst>
            </a:pPr>
            <a:r>
              <a:rPr lang="en-US" sz="1000" dirty="0">
                <a:solidFill>
                  <a:prstClr val="black"/>
                </a:solidFill>
                <a:latin typeface="Arial" panose="020B0604020202020204" pitchFamily="34" charset="0"/>
                <a:ea typeface="Times New Roman" panose="02020603050405020304" pitchFamily="18" charset="0"/>
                <a:cs typeface="Times New Roman" panose="02020603050405020304" pitchFamily="18" charset="0"/>
              </a:rPr>
              <a:t>	In the details pane, notice that Windows Server Backup is now available.</a:t>
            </a:r>
            <a:endParaRPr lang="en-CA" sz="1000" dirty="0">
              <a:solidFill>
                <a:prstClr val="black"/>
              </a:solidFill>
              <a:latin typeface="Arial" panose="020B0604020202020204" pitchFamily="34" charset="0"/>
              <a:ea typeface="Times New Roman" panose="02020603050405020304" pitchFamily="18" charset="0"/>
              <a:cs typeface="Times New Roman" panose="02020603050405020304" pitchFamily="18" charset="0"/>
            </a:endParaRPr>
          </a:p>
          <a:p>
            <a:pPr marR="0" lvl="0">
              <a:lnSpc>
                <a:spcPct val="115000"/>
              </a:lnSpc>
              <a:spcBef>
                <a:spcPts val="0"/>
              </a:spcBef>
              <a:spcAft>
                <a:spcPts val="400"/>
              </a:spcAft>
              <a:tabLst>
                <a:tab pos="225425" algn="l"/>
              </a:tabLst>
            </a:pPr>
            <a:r>
              <a:rPr lang="en-US" sz="1000" dirty="0">
                <a:solidFill>
                  <a:prstClr val="black"/>
                </a:solidFill>
                <a:latin typeface="Arial" panose="020B0604020202020204" pitchFamily="34" charset="0"/>
                <a:ea typeface="Times New Roman" panose="02020603050405020304" pitchFamily="18" charset="0"/>
                <a:cs typeface="Times New Roman" panose="02020603050405020304" pitchFamily="18" charset="0"/>
              </a:rPr>
              <a:t>3.	Close all open windows.</a:t>
            </a:r>
            <a:endParaRPr lang="en-CA" sz="1000" dirty="0">
              <a:effectLst/>
              <a:latin typeface="Arial" panose="020B0604020202020204" pitchFamily="34" charset="0"/>
              <a:ea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0"/>
          </p:nvPr>
        </p:nvSpPr>
        <p:spPr/>
        <p:txBody>
          <a:bodyPr/>
          <a:lstStyle/>
          <a:p>
            <a:fld id="{B6A1F45A-45A6-418F-ABA5-EC8D7307846F}" type="slidenum">
              <a:rPr lang="en-CA" smtClean="0"/>
              <a:t>34</a:t>
            </a:fld>
            <a:endParaRPr lang="en-CA"/>
          </a:p>
        </p:txBody>
      </p:sp>
      <p:sp>
        <p:nvSpPr>
          <p:cNvPr id="5" name="Rectangle 4"/>
          <p:cNvSpPr/>
          <p:nvPr/>
        </p:nvSpPr>
        <p:spPr>
          <a:xfrm>
            <a:off x="0" y="0"/>
            <a:ext cx="3038475" cy="222250"/>
          </a:xfrm>
          <a:prstGeom prst="rect">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a:solidFill>
                  <a:srgbClr val="000000"/>
                </a:solidFill>
                <a:latin typeface="Arial" panose="020B0604020202020204" pitchFamily="34" charset="0"/>
              </a:rPr>
              <a:t>20410D</a:t>
            </a:r>
          </a:p>
        </p:txBody>
      </p:sp>
      <p:sp>
        <p:nvSpPr>
          <p:cNvPr id="6" name="Rectangle 5"/>
          <p:cNvSpPr/>
          <p:nvPr/>
        </p:nvSpPr>
        <p:spPr>
          <a:xfrm>
            <a:off x="0" y="238125"/>
            <a:ext cx="3038475" cy="347663"/>
          </a:xfrm>
          <a:prstGeom prst="rect">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a:solidFill>
                  <a:srgbClr val="336699"/>
                </a:solidFill>
                <a:latin typeface="Arial" panose="020B0604020202020204" pitchFamily="34" charset="0"/>
              </a:rPr>
              <a:t>1: Deploying and Managing Windows Server 2012</a:t>
            </a:r>
          </a:p>
        </p:txBody>
      </p:sp>
    </p:spTree>
    <p:extLst>
      <p:ext uri="{BB962C8B-B14F-4D97-AF65-F5344CB8AC3E}">
        <p14:creationId xmlns:p14="http://schemas.microsoft.com/office/powerpoint/2010/main" val="18969532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112" y="73152"/>
            <a:ext cx="2468880" cy="1851660"/>
          </a:xfrm>
        </p:spPr>
      </p:sp>
      <p:sp>
        <p:nvSpPr>
          <p:cNvPr id="3" name="Notes Placeholder 2"/>
          <p:cNvSpPr>
            <a:spLocks noGrp="1"/>
          </p:cNvSpPr>
          <p:nvPr>
            <p:ph type="body" idx="1"/>
          </p:nvPr>
        </p:nvSpPr>
        <p:spPr>
          <a:xfrm>
            <a:off x="310896" y="2093975"/>
            <a:ext cx="6153912" cy="6604000"/>
          </a:xfrm>
        </p:spPr>
        <p:txBody>
          <a:bodyPr>
            <a:noAutofit/>
          </a:bodyPr>
          <a:lstStyle/>
          <a:p>
            <a:pPr>
              <a:lnSpc>
                <a:spcPct val="107000"/>
              </a:lnSpc>
              <a:spcAft>
                <a:spcPts val="800"/>
              </a:spcAft>
            </a:pPr>
            <a:r>
              <a:rPr lang="en-CA" sz="1000" dirty="0">
                <a:effectLst/>
                <a:latin typeface="Arial" panose="020B0604020202020204" pitchFamily="34" charset="0"/>
                <a:ea typeface="Calibri" panose="020F0502020204030204" pitchFamily="34" charset="0"/>
                <a:cs typeface="Segoe UI" panose="020B0502040204020203" pitchFamily="34" charset="0"/>
              </a:rPr>
              <a:t>Briefly present the lesson content.</a:t>
            </a:r>
            <a:endParaRPr lang="en-CA" sz="1000" dirty="0">
              <a:effectLst/>
              <a:latin typeface="Arial" panose="020B0604020202020204" pitchFamily="34" charset="0"/>
              <a:ea typeface="Calibri" panose="020F0502020204030204" pitchFamily="34" charset="0"/>
              <a:cs typeface="Times New Roman" panose="02020603050405020304" pitchFamily="18" charset="0"/>
            </a:endParaRPr>
          </a:p>
        </p:txBody>
      </p:sp>
      <p:sp>
        <p:nvSpPr>
          <p:cNvPr id="4" name="Slide Number Placeholder 3"/>
          <p:cNvSpPr>
            <a:spLocks noGrp="1"/>
          </p:cNvSpPr>
          <p:nvPr>
            <p:ph type="sldNum" sz="quarter" idx="10"/>
          </p:nvPr>
        </p:nvSpPr>
        <p:spPr/>
        <p:txBody>
          <a:bodyPr/>
          <a:lstStyle/>
          <a:p>
            <a:fld id="{B6A1F45A-45A6-418F-ABA5-EC8D7307846F}" type="slidenum">
              <a:rPr lang="en-CA" smtClean="0"/>
              <a:t>35</a:t>
            </a:fld>
            <a:endParaRPr lang="en-CA"/>
          </a:p>
        </p:txBody>
      </p:sp>
      <p:sp>
        <p:nvSpPr>
          <p:cNvPr id="5" name="Rectangle 4"/>
          <p:cNvSpPr/>
          <p:nvPr/>
        </p:nvSpPr>
        <p:spPr>
          <a:xfrm>
            <a:off x="0" y="0"/>
            <a:ext cx="3038475" cy="222250"/>
          </a:xfrm>
          <a:prstGeom prst="rect">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a:solidFill>
                  <a:srgbClr val="000000"/>
                </a:solidFill>
                <a:latin typeface="Arial" panose="020B0604020202020204" pitchFamily="34" charset="0"/>
              </a:rPr>
              <a:t>20410D</a:t>
            </a:r>
          </a:p>
        </p:txBody>
      </p:sp>
      <p:sp>
        <p:nvSpPr>
          <p:cNvPr id="6" name="Rectangle 5"/>
          <p:cNvSpPr/>
          <p:nvPr/>
        </p:nvSpPr>
        <p:spPr>
          <a:xfrm>
            <a:off x="0" y="238125"/>
            <a:ext cx="3038475" cy="347663"/>
          </a:xfrm>
          <a:prstGeom prst="rect">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a:solidFill>
                  <a:srgbClr val="336699"/>
                </a:solidFill>
                <a:latin typeface="Arial" panose="020B0604020202020204" pitchFamily="34" charset="0"/>
              </a:rPr>
              <a:t>1: Deploying and Managing Windows Server 2012</a:t>
            </a:r>
          </a:p>
        </p:txBody>
      </p:sp>
    </p:spTree>
    <p:extLst>
      <p:ext uri="{BB962C8B-B14F-4D97-AF65-F5344CB8AC3E}">
        <p14:creationId xmlns:p14="http://schemas.microsoft.com/office/powerpoint/2010/main" val="3456303562"/>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112" y="73152"/>
            <a:ext cx="2468880" cy="1851660"/>
          </a:xfrm>
        </p:spPr>
      </p:sp>
      <p:sp>
        <p:nvSpPr>
          <p:cNvPr id="3" name="Notes Placeholder 2"/>
          <p:cNvSpPr>
            <a:spLocks noGrp="1"/>
          </p:cNvSpPr>
          <p:nvPr>
            <p:ph type="body" idx="1"/>
          </p:nvPr>
        </p:nvSpPr>
        <p:spPr>
          <a:xfrm>
            <a:off x="310896" y="2093975"/>
            <a:ext cx="6153912" cy="6604000"/>
          </a:xfrm>
        </p:spPr>
        <p:txBody>
          <a:bodyPr>
            <a:noAutofit/>
          </a:bodyPr>
          <a:lstStyle/>
          <a:p>
            <a:pPr>
              <a:lnSpc>
                <a:spcPct val="107000"/>
              </a:lnSpc>
              <a:spcAft>
                <a:spcPts val="800"/>
              </a:spcAft>
            </a:pPr>
            <a:r>
              <a:rPr lang="en-CA" sz="1000" dirty="0">
                <a:effectLst/>
                <a:latin typeface="Arial" panose="020B0604020202020204" pitchFamily="34" charset="0"/>
                <a:ea typeface="Calibri" panose="020F0502020204030204" pitchFamily="34" charset="0"/>
                <a:cs typeface="Segoe UI" panose="020B0502040204020203" pitchFamily="34" charset="0"/>
              </a:rPr>
              <a:t>Demonstrate different Server Manager windows to illustrate the bulleted points on the slide.</a:t>
            </a:r>
            <a:endParaRPr lang="en-CA" sz="1000" dirty="0">
              <a:effectLst/>
              <a:latin typeface="Arial" panose="020B0604020202020204" pitchFamily="34" charset="0"/>
              <a:ea typeface="Calibri" panose="020F0502020204030204" pitchFamily="34" charset="0"/>
              <a:cs typeface="Times New Roman" panose="02020603050405020304" pitchFamily="18" charset="0"/>
            </a:endParaRPr>
          </a:p>
        </p:txBody>
      </p:sp>
      <p:sp>
        <p:nvSpPr>
          <p:cNvPr id="4" name="Slide Number Placeholder 3"/>
          <p:cNvSpPr>
            <a:spLocks noGrp="1"/>
          </p:cNvSpPr>
          <p:nvPr>
            <p:ph type="sldNum" sz="quarter" idx="10"/>
          </p:nvPr>
        </p:nvSpPr>
        <p:spPr/>
        <p:txBody>
          <a:bodyPr/>
          <a:lstStyle/>
          <a:p>
            <a:fld id="{B6A1F45A-45A6-418F-ABA5-EC8D7307846F}" type="slidenum">
              <a:rPr lang="en-CA" smtClean="0"/>
              <a:t>36</a:t>
            </a:fld>
            <a:endParaRPr lang="en-CA"/>
          </a:p>
        </p:txBody>
      </p:sp>
      <p:sp>
        <p:nvSpPr>
          <p:cNvPr id="5" name="Rectangle 4"/>
          <p:cNvSpPr/>
          <p:nvPr/>
        </p:nvSpPr>
        <p:spPr>
          <a:xfrm>
            <a:off x="0" y="0"/>
            <a:ext cx="3038475" cy="222250"/>
          </a:xfrm>
          <a:prstGeom prst="rect">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a:solidFill>
                  <a:srgbClr val="000000"/>
                </a:solidFill>
                <a:latin typeface="Arial" panose="020B0604020202020204" pitchFamily="34" charset="0"/>
              </a:rPr>
              <a:t>20410D</a:t>
            </a:r>
          </a:p>
        </p:txBody>
      </p:sp>
      <p:sp>
        <p:nvSpPr>
          <p:cNvPr id="6" name="Rectangle 5"/>
          <p:cNvSpPr/>
          <p:nvPr/>
        </p:nvSpPr>
        <p:spPr>
          <a:xfrm>
            <a:off x="0" y="238125"/>
            <a:ext cx="3038475" cy="347663"/>
          </a:xfrm>
          <a:prstGeom prst="rect">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a:solidFill>
                  <a:srgbClr val="336699"/>
                </a:solidFill>
                <a:latin typeface="Arial" panose="020B0604020202020204" pitchFamily="34" charset="0"/>
              </a:rPr>
              <a:t>1: Deploying and Managing Windows Server 2012</a:t>
            </a:r>
          </a:p>
        </p:txBody>
      </p:sp>
    </p:spTree>
    <p:extLst>
      <p:ext uri="{BB962C8B-B14F-4D97-AF65-F5344CB8AC3E}">
        <p14:creationId xmlns:p14="http://schemas.microsoft.com/office/powerpoint/2010/main" val="4201299920"/>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938" y="73025"/>
            <a:ext cx="2466975" cy="1851025"/>
          </a:xfrm>
        </p:spPr>
      </p:sp>
      <p:sp>
        <p:nvSpPr>
          <p:cNvPr id="3" name="Notes Placeholder 2"/>
          <p:cNvSpPr>
            <a:spLocks noGrp="1"/>
          </p:cNvSpPr>
          <p:nvPr>
            <p:ph type="body" idx="1"/>
          </p:nvPr>
        </p:nvSpPr>
        <p:spPr>
          <a:xfrm>
            <a:off x="310896" y="2093975"/>
            <a:ext cx="6153912" cy="6604000"/>
          </a:xfrm>
        </p:spPr>
        <p:txBody>
          <a:bodyPr>
            <a:noAutofit/>
          </a:bodyPr>
          <a:lstStyle/>
          <a:p>
            <a:pPr>
              <a:lnSpc>
                <a:spcPct val="107000"/>
              </a:lnSpc>
              <a:spcAft>
                <a:spcPts val="800"/>
              </a:spcAft>
            </a:pPr>
            <a:r>
              <a:rPr lang="en-CA" sz="1000">
                <a:effectLst/>
                <a:latin typeface="Arial" panose="020B0604020202020204" pitchFamily="34" charset="0"/>
                <a:ea typeface="Calibri" panose="020F0502020204030204" pitchFamily="34" charset="0"/>
                <a:cs typeface="Segoe UI" panose="020B0502040204020203" pitchFamily="34" charset="0"/>
              </a:rPr>
              <a:t>Describe each administrative tool and its function.</a:t>
            </a:r>
            <a:endParaRPr lang="en-CA" sz="1000">
              <a:effectLst/>
              <a:latin typeface="Arial" panose="020B0604020202020204" pitchFamily="34" charset="0"/>
              <a:ea typeface="Calibri" panose="020F0502020204030204" pitchFamily="34" charset="0"/>
              <a:cs typeface="Times New Roman" panose="02020603050405020304" pitchFamily="18" charset="0"/>
            </a:endParaRPr>
          </a:p>
        </p:txBody>
      </p:sp>
      <p:sp>
        <p:nvSpPr>
          <p:cNvPr id="4" name="Slide Number Placeholder 3"/>
          <p:cNvSpPr>
            <a:spLocks noGrp="1"/>
          </p:cNvSpPr>
          <p:nvPr>
            <p:ph type="sldNum" sz="quarter" idx="10"/>
          </p:nvPr>
        </p:nvSpPr>
        <p:spPr/>
        <p:txBody>
          <a:bodyPr/>
          <a:lstStyle/>
          <a:p>
            <a:fld id="{B6A1F45A-45A6-418F-ABA5-EC8D7307846F}" type="slidenum">
              <a:rPr lang="en-CA" smtClean="0"/>
              <a:t>37</a:t>
            </a:fld>
            <a:endParaRPr lang="en-CA"/>
          </a:p>
        </p:txBody>
      </p:sp>
      <p:sp>
        <p:nvSpPr>
          <p:cNvPr id="5" name="Rectangle 4"/>
          <p:cNvSpPr/>
          <p:nvPr/>
        </p:nvSpPr>
        <p:spPr>
          <a:xfrm>
            <a:off x="0" y="0"/>
            <a:ext cx="3038475" cy="222250"/>
          </a:xfrm>
          <a:prstGeom prst="rect">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a:solidFill>
                  <a:srgbClr val="000000"/>
                </a:solidFill>
                <a:latin typeface="Arial" panose="020B0604020202020204" pitchFamily="34" charset="0"/>
              </a:rPr>
              <a:t>20410D</a:t>
            </a:r>
          </a:p>
        </p:txBody>
      </p:sp>
      <p:sp>
        <p:nvSpPr>
          <p:cNvPr id="6" name="Rectangle 5"/>
          <p:cNvSpPr/>
          <p:nvPr/>
        </p:nvSpPr>
        <p:spPr>
          <a:xfrm>
            <a:off x="0" y="238125"/>
            <a:ext cx="3038475" cy="347663"/>
          </a:xfrm>
          <a:prstGeom prst="rect">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a:solidFill>
                  <a:srgbClr val="336699"/>
                </a:solidFill>
                <a:latin typeface="Arial" panose="020B0604020202020204" pitchFamily="34" charset="0"/>
              </a:rPr>
              <a:t>1: Deploying and Managing Windows Server 2012</a:t>
            </a:r>
          </a:p>
        </p:txBody>
      </p:sp>
    </p:spTree>
    <p:extLst>
      <p:ext uri="{BB962C8B-B14F-4D97-AF65-F5344CB8AC3E}">
        <p14:creationId xmlns:p14="http://schemas.microsoft.com/office/powerpoint/2010/main" val="2023212348"/>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112" y="73152"/>
            <a:ext cx="2468880" cy="1851660"/>
          </a:xfrm>
        </p:spPr>
      </p:sp>
      <p:sp>
        <p:nvSpPr>
          <p:cNvPr id="3" name="Notes Placeholder 2"/>
          <p:cNvSpPr>
            <a:spLocks noGrp="1"/>
          </p:cNvSpPr>
          <p:nvPr>
            <p:ph type="body" idx="1"/>
          </p:nvPr>
        </p:nvSpPr>
        <p:spPr>
          <a:xfrm>
            <a:off x="310896" y="2093975"/>
            <a:ext cx="6153912" cy="6604000"/>
          </a:xfrm>
        </p:spPr>
        <p:txBody>
          <a:bodyPr>
            <a:noAutofit/>
          </a:bodyPr>
          <a:lstStyle/>
          <a:p>
            <a:pPr>
              <a:lnSpc>
                <a:spcPct val="107000"/>
              </a:lnSpc>
              <a:spcAft>
                <a:spcPts val="300"/>
              </a:spcAft>
            </a:pPr>
            <a:r>
              <a:rPr lang="en-CA" sz="1000" dirty="0">
                <a:effectLst/>
                <a:latin typeface="Arial" panose="020B0604020202020204" pitchFamily="34" charset="0"/>
                <a:ea typeface="Calibri" panose="020F0502020204030204" pitchFamily="34" charset="0"/>
                <a:cs typeface="Segoe UI" panose="020B0502040204020203" pitchFamily="34" charset="0"/>
              </a:rPr>
              <a:t>When you work through this demonstration, explain the purpose of each feature. Point out the following:</a:t>
            </a:r>
            <a:endParaRPr lang="en-CA" sz="1000" dirty="0">
              <a:effectLst/>
              <a:latin typeface="Arial" panose="020B0604020202020204" pitchFamily="34" charset="0"/>
              <a:ea typeface="Calibri" panose="020F0502020204030204" pitchFamily="34" charset="0"/>
              <a:cs typeface="Times New Roman" panose="02020603050405020304" pitchFamily="18" charset="0"/>
            </a:endParaRPr>
          </a:p>
          <a:p>
            <a:pPr marL="342900" marR="0" lvl="0" indent="-342900">
              <a:lnSpc>
                <a:spcPct val="115000"/>
              </a:lnSpc>
              <a:spcBef>
                <a:spcPts val="0"/>
              </a:spcBef>
              <a:spcAft>
                <a:spcPts val="300"/>
              </a:spcAft>
              <a:buFont typeface="Symbol" panose="05050102010706020507" pitchFamily="18" charset="2"/>
              <a:buChar char=""/>
            </a:pPr>
            <a:r>
              <a:rPr lang="en-US" sz="1000" dirty="0">
                <a:effectLst/>
                <a:latin typeface="Arial" panose="020B0604020202020204" pitchFamily="34" charset="0"/>
                <a:ea typeface="Times New Roman" panose="02020603050405020304" pitchFamily="18" charset="0"/>
                <a:cs typeface="Segoe UI" panose="020B0502040204020203" pitchFamily="34" charset="0"/>
              </a:rPr>
              <a:t>Although the visual style differs, many wizards have the same content.</a:t>
            </a:r>
            <a:endParaRPr lang="en-CA" sz="1000" dirty="0">
              <a:effectLst/>
              <a:latin typeface="Arial" panose="020B0604020202020204" pitchFamily="34" charset="0"/>
              <a:ea typeface="Times New Roman" panose="02020603050405020304" pitchFamily="18" charset="0"/>
              <a:cs typeface="Times New Roman" panose="02020603050405020304" pitchFamily="18" charset="0"/>
            </a:endParaRPr>
          </a:p>
          <a:p>
            <a:pPr marL="342900" marR="0" lvl="0" indent="-342900">
              <a:lnSpc>
                <a:spcPct val="115000"/>
              </a:lnSpc>
              <a:spcBef>
                <a:spcPts val="0"/>
              </a:spcBef>
              <a:spcAft>
                <a:spcPts val="300"/>
              </a:spcAft>
              <a:buFont typeface="Symbol" panose="05050102010706020507" pitchFamily="18" charset="2"/>
              <a:buChar char=""/>
            </a:pPr>
            <a:r>
              <a:rPr lang="en-US" sz="1000" dirty="0">
                <a:effectLst/>
                <a:latin typeface="Arial" panose="020B0604020202020204" pitchFamily="34" charset="0"/>
                <a:ea typeface="Times New Roman" panose="02020603050405020304" pitchFamily="18" charset="0"/>
                <a:cs typeface="Segoe UI" panose="020B0502040204020203" pitchFamily="34" charset="0"/>
              </a:rPr>
              <a:t>When adding roles with Windows Server 2012, point out that any other necessary components will be added automatically.</a:t>
            </a:r>
            <a:endParaRPr lang="en-CA" sz="1000" dirty="0">
              <a:effectLst/>
              <a:latin typeface="Arial" panose="020B0604020202020204" pitchFamily="34" charset="0"/>
              <a:ea typeface="Times New Roman" panose="02020603050405020304" pitchFamily="18" charset="0"/>
              <a:cs typeface="Times New Roman" panose="02020603050405020304" pitchFamily="18" charset="0"/>
            </a:endParaRPr>
          </a:p>
          <a:p>
            <a:pPr marL="342900" marR="0" lvl="0" indent="-342900">
              <a:lnSpc>
                <a:spcPct val="115000"/>
              </a:lnSpc>
              <a:spcBef>
                <a:spcPts val="0"/>
              </a:spcBef>
              <a:spcAft>
                <a:spcPts val="300"/>
              </a:spcAft>
              <a:buFont typeface="Symbol" panose="05050102010706020507" pitchFamily="18" charset="2"/>
              <a:buChar char=""/>
            </a:pPr>
            <a:r>
              <a:rPr lang="en-US" sz="1000" dirty="0">
                <a:effectLst/>
                <a:latin typeface="Arial" panose="020B0604020202020204" pitchFamily="34" charset="0"/>
                <a:ea typeface="Times New Roman" panose="02020603050405020304" pitchFamily="18" charset="0"/>
                <a:cs typeface="Segoe UI" panose="020B0502040204020203" pitchFamily="34" charset="0"/>
              </a:rPr>
              <a:t>When viewing DNS events, describe what would appear in these dialog boxes in the event that a DNS server was unhealthy.</a:t>
            </a:r>
            <a:endParaRPr lang="en-CA" sz="1000" dirty="0">
              <a:effectLst/>
              <a:latin typeface="Arial" panose="020B0604020202020204" pitchFamily="34" charset="0"/>
              <a:ea typeface="Times New Roman" panose="02020603050405020304" pitchFamily="18" charset="0"/>
              <a:cs typeface="Times New Roman" panose="02020603050405020304" pitchFamily="18" charset="0"/>
            </a:endParaRPr>
          </a:p>
          <a:p>
            <a:pPr marL="342900" marR="0" lvl="0" indent="-342900">
              <a:lnSpc>
                <a:spcPct val="115000"/>
              </a:lnSpc>
              <a:spcBef>
                <a:spcPts val="0"/>
              </a:spcBef>
              <a:spcAft>
                <a:spcPts val="300"/>
              </a:spcAft>
              <a:buFont typeface="Symbol" panose="05050102010706020507" pitchFamily="18" charset="2"/>
              <a:buChar char=""/>
            </a:pPr>
            <a:r>
              <a:rPr lang="en-US" sz="1000" dirty="0">
                <a:effectLst/>
                <a:latin typeface="Arial" panose="020B0604020202020204" pitchFamily="34" charset="0"/>
                <a:ea typeface="Times New Roman" panose="02020603050405020304" pitchFamily="18" charset="0"/>
                <a:cs typeface="Segoe UI" panose="020B0502040204020203" pitchFamily="34" charset="0"/>
              </a:rPr>
              <a:t>Best Practices Analyzer only shows results if it has been run previously. </a:t>
            </a:r>
            <a:endParaRPr lang="en-CA" sz="1000" dirty="0">
              <a:effectLst/>
              <a:latin typeface="Arial" panose="020B0604020202020204" pitchFamily="34" charset="0"/>
              <a:ea typeface="Times New Roman" panose="02020603050405020304" pitchFamily="18" charset="0"/>
              <a:cs typeface="Times New Roman" panose="02020603050405020304" pitchFamily="18" charset="0"/>
            </a:endParaRPr>
          </a:p>
          <a:p>
            <a:pPr marL="342900" marR="0" lvl="0" indent="-342900">
              <a:lnSpc>
                <a:spcPct val="115000"/>
              </a:lnSpc>
              <a:spcBef>
                <a:spcPts val="0"/>
              </a:spcBef>
              <a:spcAft>
                <a:spcPts val="300"/>
              </a:spcAft>
              <a:buFont typeface="Symbol" panose="05050102010706020507" pitchFamily="18" charset="2"/>
              <a:buChar char=""/>
            </a:pPr>
            <a:r>
              <a:rPr lang="en-US" sz="1000" dirty="0">
                <a:effectLst/>
                <a:latin typeface="Arial" panose="020B0604020202020204" pitchFamily="34" charset="0"/>
                <a:ea typeface="Times New Roman" panose="02020603050405020304" pitchFamily="18" charset="0"/>
                <a:cs typeface="Segoe UI" panose="020B0502040204020203" pitchFamily="34" charset="0"/>
              </a:rPr>
              <a:t>Explain how to pin particular consoles to the Start screen or to the taskbar.</a:t>
            </a:r>
            <a:endParaRPr lang="en-CA" sz="1000" dirty="0">
              <a:effectLst/>
              <a:latin typeface="Arial" panose="020B0604020202020204" pitchFamily="34" charset="0"/>
              <a:ea typeface="Times New Roman" panose="02020603050405020304" pitchFamily="18" charset="0"/>
              <a:cs typeface="Times New Roman" panose="02020603050405020304" pitchFamily="18" charset="0"/>
            </a:endParaRPr>
          </a:p>
          <a:p>
            <a:pPr marL="342900" marR="0" lvl="0" indent="-342900">
              <a:lnSpc>
                <a:spcPct val="115000"/>
              </a:lnSpc>
              <a:spcBef>
                <a:spcPts val="0"/>
              </a:spcBef>
              <a:spcAft>
                <a:spcPts val="995"/>
              </a:spcAft>
              <a:buFont typeface="Symbol" panose="05050102010706020507" pitchFamily="18" charset="2"/>
              <a:buChar char=""/>
            </a:pPr>
            <a:r>
              <a:rPr lang="en-US" sz="1000" dirty="0">
                <a:effectLst/>
                <a:latin typeface="Arial" panose="020B0604020202020204" pitchFamily="34" charset="0"/>
                <a:ea typeface="Times New Roman" panose="02020603050405020304" pitchFamily="18" charset="0"/>
                <a:cs typeface="Segoe UI" panose="020B0502040204020203" pitchFamily="34" charset="0"/>
              </a:rPr>
              <a:t>Discuss other methods for shutting down the Windows Server 2012 server.</a:t>
            </a:r>
            <a:endParaRPr lang="en-CA" sz="1000" dirty="0">
              <a:effectLst/>
              <a:latin typeface="Arial" panose="020B0604020202020204" pitchFamily="34" charset="0"/>
              <a:ea typeface="Times New Roman" panose="02020603050405020304" pitchFamily="18" charset="0"/>
              <a:cs typeface="Times New Roman" panose="02020603050405020304" pitchFamily="18" charset="0"/>
            </a:endParaRPr>
          </a:p>
          <a:p>
            <a:pPr marL="338138" indent="-338138">
              <a:lnSpc>
                <a:spcPct val="107000"/>
              </a:lnSpc>
              <a:spcAft>
                <a:spcPts val="800"/>
              </a:spcAft>
            </a:pPr>
            <a:r>
              <a:rPr lang="en-CA" sz="1000" b="1" dirty="0">
                <a:effectLst/>
                <a:latin typeface="Arial" panose="020B0604020202020204" pitchFamily="34" charset="0"/>
                <a:ea typeface="Calibri" panose="020F0502020204030204" pitchFamily="34" charset="0"/>
                <a:cs typeface="Times New Roman" panose="02020603050405020304" pitchFamily="18" charset="0"/>
              </a:rPr>
              <a:t>Preparation Steps</a:t>
            </a:r>
            <a:endParaRPr lang="en-CA" sz="1000" dirty="0">
              <a:effectLst/>
              <a:latin typeface="Arial" panose="020B0604020202020204" pitchFamily="34" charset="0"/>
              <a:ea typeface="Calibri" panose="020F0502020204030204" pitchFamily="34" charset="0"/>
              <a:cs typeface="Times New Roman" panose="02020603050405020304" pitchFamily="18" charset="0"/>
            </a:endParaRPr>
          </a:p>
          <a:p>
            <a:pPr marL="338138" indent="-338138">
              <a:lnSpc>
                <a:spcPct val="107000"/>
              </a:lnSpc>
              <a:spcAft>
                <a:spcPts val="800"/>
              </a:spcAft>
              <a:buAutoNum type="arabicPeriod"/>
              <a:tabLst>
                <a:tab pos="338138" algn="l"/>
              </a:tabLst>
            </a:pPr>
            <a:r>
              <a:rPr lang="en-CA" sz="1000" dirty="0">
                <a:effectLst/>
                <a:latin typeface="Arial" panose="020B0604020202020204" pitchFamily="34" charset="0"/>
                <a:ea typeface="Calibri" panose="020F0502020204030204" pitchFamily="34" charset="0"/>
                <a:cs typeface="Times New Roman" panose="02020603050405020304" pitchFamily="18" charset="0"/>
              </a:rPr>
              <a:t>If necessary, start 20410D‑LON‑DC1. </a:t>
            </a:r>
          </a:p>
          <a:p>
            <a:pPr marL="338138" indent="-338138">
              <a:lnSpc>
                <a:spcPct val="107000"/>
              </a:lnSpc>
              <a:spcAft>
                <a:spcPts val="800"/>
              </a:spcAft>
              <a:buAutoNum type="arabicPeriod"/>
              <a:tabLst>
                <a:tab pos="338138" algn="l"/>
              </a:tabLst>
            </a:pPr>
            <a:r>
              <a:rPr lang="en-CA" sz="1000" dirty="0">
                <a:effectLst/>
                <a:latin typeface="Arial" panose="020B0604020202020204" pitchFamily="34" charset="0"/>
                <a:ea typeface="Calibri" panose="020F0502020204030204" pitchFamily="34" charset="0"/>
                <a:cs typeface="Times New Roman" panose="02020603050405020304" pitchFamily="18" charset="0"/>
              </a:rPr>
              <a:t>Sign in as </a:t>
            </a:r>
            <a:r>
              <a:rPr lang="en-CA" sz="1000" b="1" dirty="0" err="1">
                <a:effectLst/>
                <a:latin typeface="Arial" panose="020B0604020202020204" pitchFamily="34" charset="0"/>
                <a:ea typeface="Calibri" panose="020F0502020204030204" pitchFamily="34" charset="0"/>
                <a:cs typeface="Times New Roman" panose="02020603050405020304" pitchFamily="18" charset="0"/>
              </a:rPr>
              <a:t>Adatum</a:t>
            </a:r>
            <a:r>
              <a:rPr lang="en-CA" sz="1000" b="1" dirty="0">
                <a:effectLst/>
                <a:latin typeface="Arial" panose="020B0604020202020204" pitchFamily="34" charset="0"/>
                <a:ea typeface="Calibri" panose="020F0502020204030204" pitchFamily="34" charset="0"/>
                <a:cs typeface="Times New Roman" panose="02020603050405020304" pitchFamily="18" charset="0"/>
              </a:rPr>
              <a:t>\Administrator</a:t>
            </a:r>
            <a:r>
              <a:rPr lang="en-CA" sz="1000" dirty="0">
                <a:effectLst/>
                <a:latin typeface="Arial" panose="020B0604020202020204" pitchFamily="34" charset="0"/>
                <a:ea typeface="Calibri" panose="020F0502020204030204" pitchFamily="34" charset="0"/>
                <a:cs typeface="Times New Roman" panose="02020603050405020304" pitchFamily="18" charset="0"/>
              </a:rPr>
              <a:t> with the password </a:t>
            </a:r>
            <a:r>
              <a:rPr lang="en-CA" sz="1000" b="1" dirty="0">
                <a:effectLst/>
                <a:latin typeface="Arial" panose="020B0604020202020204" pitchFamily="34" charset="0"/>
                <a:ea typeface="Calibri" panose="020F0502020204030204" pitchFamily="34" charset="0"/>
                <a:cs typeface="Times New Roman" panose="02020603050405020304" pitchFamily="18" charset="0"/>
              </a:rPr>
              <a:t>Pa$$w0rd</a:t>
            </a:r>
            <a:r>
              <a:rPr lang="en-CA" sz="1000" dirty="0">
                <a:effectLst/>
                <a:latin typeface="Arial" panose="020B0604020202020204" pitchFamily="34" charset="0"/>
                <a:ea typeface="Calibri" panose="020F0502020204030204" pitchFamily="34" charset="0"/>
                <a:cs typeface="Times New Roman" panose="02020603050405020304" pitchFamily="18" charset="0"/>
              </a:rPr>
              <a:t>.</a:t>
            </a:r>
          </a:p>
          <a:p>
            <a:pPr>
              <a:lnSpc>
                <a:spcPct val="107000"/>
              </a:lnSpc>
              <a:spcAft>
                <a:spcPts val="800"/>
              </a:spcAft>
            </a:pPr>
            <a:r>
              <a:rPr lang="en-CA" sz="1000" b="1" dirty="0">
                <a:effectLst/>
                <a:latin typeface="Arial" panose="020B0604020202020204" pitchFamily="34" charset="0"/>
                <a:ea typeface="Calibri" panose="020F0502020204030204" pitchFamily="34" charset="0"/>
                <a:cs typeface="Times New Roman" panose="02020603050405020304" pitchFamily="18" charset="0"/>
              </a:rPr>
              <a:t>Demonstration Steps</a:t>
            </a:r>
            <a:endParaRPr lang="en-CA" sz="1000" dirty="0">
              <a:effectLst/>
              <a:latin typeface="Arial" panose="020B0604020202020204" pitchFamily="34" charset="0"/>
              <a:ea typeface="Calibri" panose="020F0502020204030204" pitchFamily="34" charset="0"/>
              <a:cs typeface="Times New Roman" panose="02020603050405020304" pitchFamily="18" charset="0"/>
            </a:endParaRPr>
          </a:p>
          <a:p>
            <a:pPr>
              <a:lnSpc>
                <a:spcPts val="1300"/>
              </a:lnSpc>
              <a:spcBef>
                <a:spcPts val="900"/>
              </a:spcBef>
              <a:spcAft>
                <a:spcPts val="300"/>
              </a:spcAft>
            </a:pPr>
            <a:r>
              <a:rPr lang="en-US" sz="1000" b="1" dirty="0">
                <a:effectLst/>
                <a:latin typeface="Arial" panose="020B0604020202020204" pitchFamily="34" charset="0"/>
                <a:ea typeface="Times New Roman" panose="02020603050405020304" pitchFamily="18" charset="0"/>
                <a:cs typeface="Segoe UI" panose="020B0502040204020203" pitchFamily="34" charset="0"/>
              </a:rPr>
              <a:t>Add a feature by using the Add Roles and Features Wizard</a:t>
            </a:r>
            <a:endParaRPr lang="en-CA" sz="1000" b="1" dirty="0">
              <a:effectLst/>
              <a:latin typeface="Arial" panose="020B0604020202020204" pitchFamily="34" charset="0"/>
              <a:ea typeface="Times New Roman" panose="02020603050405020304" pitchFamily="18" charset="0"/>
              <a:cs typeface="Segoe UI" panose="020B0502040204020203" pitchFamily="34" charset="0"/>
            </a:endParaRPr>
          </a:p>
          <a:p>
            <a:pPr marL="342900" marR="0" lvl="0" indent="-342900">
              <a:lnSpc>
                <a:spcPct val="115000"/>
              </a:lnSpc>
              <a:spcBef>
                <a:spcPts val="0"/>
              </a:spcBef>
              <a:spcAft>
                <a:spcPts val="995"/>
              </a:spcAft>
              <a:buFont typeface="+mj-lt"/>
              <a:buAutoNum type="arabicPeriod"/>
            </a:pPr>
            <a:r>
              <a:rPr lang="en-US" sz="1000" dirty="0">
                <a:effectLst/>
                <a:latin typeface="Arial" panose="020B0604020202020204" pitchFamily="34" charset="0"/>
                <a:ea typeface="Times New Roman" panose="02020603050405020304" pitchFamily="18" charset="0"/>
                <a:cs typeface="Segoe UI" panose="020B0502040204020203" pitchFamily="34" charset="0"/>
              </a:rPr>
              <a:t>In the Server Manager console, click </a:t>
            </a:r>
            <a:r>
              <a:rPr lang="en-US" sz="1000" b="1" dirty="0">
                <a:effectLst/>
                <a:latin typeface="Arial" panose="020B0604020202020204" pitchFamily="34" charset="0"/>
                <a:ea typeface="Times New Roman" panose="02020603050405020304" pitchFamily="18" charset="0"/>
                <a:cs typeface="Times New Roman" panose="02020603050405020304" pitchFamily="18" charset="0"/>
              </a:rPr>
              <a:t>Manage</a:t>
            </a:r>
            <a:r>
              <a:rPr lang="en-US" sz="1000" dirty="0">
                <a:effectLst/>
                <a:latin typeface="Arial" panose="020B0604020202020204" pitchFamily="34" charset="0"/>
                <a:ea typeface="Times New Roman" panose="02020603050405020304" pitchFamily="18" charset="0"/>
                <a:cs typeface="Segoe UI" panose="020B0502040204020203" pitchFamily="34" charset="0"/>
              </a:rPr>
              <a:t>, and then click </a:t>
            </a:r>
            <a:r>
              <a:rPr lang="en-US" sz="1000" b="1" dirty="0">
                <a:effectLst/>
                <a:latin typeface="Arial" panose="020B0604020202020204" pitchFamily="34" charset="0"/>
                <a:ea typeface="Times New Roman" panose="02020603050405020304" pitchFamily="18" charset="0"/>
                <a:cs typeface="Times New Roman" panose="02020603050405020304" pitchFamily="18" charset="0"/>
              </a:rPr>
              <a:t>Add Roles and Features</a:t>
            </a:r>
            <a:r>
              <a:rPr lang="en-US" sz="1000" dirty="0">
                <a:effectLst/>
                <a:latin typeface="Arial" panose="020B0604020202020204" pitchFamily="34" charset="0"/>
                <a:ea typeface="Times New Roman" panose="02020603050405020304" pitchFamily="18" charset="0"/>
                <a:cs typeface="Segoe UI" panose="020B0502040204020203" pitchFamily="34" charset="0"/>
              </a:rPr>
              <a:t>.</a:t>
            </a:r>
            <a:endParaRPr lang="en-CA" sz="1000" dirty="0">
              <a:effectLst/>
              <a:latin typeface="Arial" panose="020B0604020202020204" pitchFamily="34" charset="0"/>
              <a:ea typeface="Times New Roman" panose="02020603050405020304" pitchFamily="18" charset="0"/>
              <a:cs typeface="Times New Roman" panose="02020603050405020304" pitchFamily="18" charset="0"/>
            </a:endParaRPr>
          </a:p>
          <a:p>
            <a:pPr marL="342900" marR="0" lvl="0" indent="-342900">
              <a:lnSpc>
                <a:spcPct val="115000"/>
              </a:lnSpc>
              <a:spcBef>
                <a:spcPts val="0"/>
              </a:spcBef>
              <a:spcAft>
                <a:spcPts val="995"/>
              </a:spcAft>
              <a:buFont typeface="+mj-lt"/>
              <a:buAutoNum type="arabicPeriod"/>
            </a:pPr>
            <a:r>
              <a:rPr lang="en-US" sz="1000" dirty="0">
                <a:effectLst/>
                <a:latin typeface="Arial" panose="020B0604020202020204" pitchFamily="34" charset="0"/>
                <a:ea typeface="Times New Roman" panose="02020603050405020304" pitchFamily="18" charset="0"/>
                <a:cs typeface="Segoe UI" panose="020B0502040204020203" pitchFamily="34" charset="0"/>
              </a:rPr>
              <a:t>In the Add Roles and Features Wizard, on the </a:t>
            </a:r>
            <a:r>
              <a:rPr lang="en-US" sz="1000" b="1" dirty="0">
                <a:effectLst/>
                <a:latin typeface="Arial" panose="020B0604020202020204" pitchFamily="34" charset="0"/>
                <a:ea typeface="Times New Roman" panose="02020603050405020304" pitchFamily="18" charset="0"/>
                <a:cs typeface="Times New Roman" panose="02020603050405020304" pitchFamily="18" charset="0"/>
              </a:rPr>
              <a:t>Before you begin</a:t>
            </a:r>
            <a:r>
              <a:rPr lang="en-US" sz="1000" dirty="0">
                <a:effectLst/>
                <a:latin typeface="Arial" panose="020B0604020202020204" pitchFamily="34" charset="0"/>
                <a:ea typeface="Times New Roman" panose="02020603050405020304" pitchFamily="18" charset="0"/>
                <a:cs typeface="Times New Roman" panose="02020603050405020304" pitchFamily="18" charset="0"/>
              </a:rPr>
              <a:t> page</a:t>
            </a:r>
            <a:r>
              <a:rPr lang="en-US" sz="1000" dirty="0">
                <a:effectLst/>
                <a:latin typeface="Arial" panose="020B0604020202020204" pitchFamily="34" charset="0"/>
                <a:ea typeface="Times New Roman" panose="02020603050405020304" pitchFamily="18" charset="0"/>
                <a:cs typeface="Segoe UI" panose="020B0502040204020203" pitchFamily="34" charset="0"/>
              </a:rPr>
              <a:t>, click </a:t>
            </a:r>
            <a:r>
              <a:rPr lang="en-US" sz="1000" b="1" dirty="0">
                <a:effectLst/>
                <a:latin typeface="Arial" panose="020B0604020202020204" pitchFamily="34" charset="0"/>
                <a:ea typeface="Times New Roman" panose="02020603050405020304" pitchFamily="18" charset="0"/>
                <a:cs typeface="Times New Roman" panose="02020603050405020304" pitchFamily="18" charset="0"/>
              </a:rPr>
              <a:t>Next</a:t>
            </a:r>
            <a:r>
              <a:rPr lang="en-US" sz="1000" dirty="0">
                <a:effectLst/>
                <a:latin typeface="Arial" panose="020B0604020202020204" pitchFamily="34" charset="0"/>
                <a:ea typeface="Times New Roman" panose="02020603050405020304" pitchFamily="18" charset="0"/>
                <a:cs typeface="Segoe UI" panose="020B0502040204020203" pitchFamily="34" charset="0"/>
              </a:rPr>
              <a:t>.</a:t>
            </a:r>
            <a:endParaRPr lang="en-CA" sz="1000" dirty="0">
              <a:effectLst/>
              <a:latin typeface="Arial" panose="020B0604020202020204" pitchFamily="34" charset="0"/>
              <a:ea typeface="Times New Roman" panose="02020603050405020304" pitchFamily="18" charset="0"/>
              <a:cs typeface="Times New Roman" panose="02020603050405020304" pitchFamily="18" charset="0"/>
            </a:endParaRPr>
          </a:p>
          <a:p>
            <a:pPr marL="342900" marR="0" lvl="0" indent="-342900">
              <a:lnSpc>
                <a:spcPct val="115000"/>
              </a:lnSpc>
              <a:spcBef>
                <a:spcPts val="0"/>
              </a:spcBef>
              <a:spcAft>
                <a:spcPts val="995"/>
              </a:spcAft>
              <a:buFont typeface="+mj-lt"/>
              <a:buAutoNum type="arabicPeriod"/>
            </a:pPr>
            <a:r>
              <a:rPr lang="en-US" sz="1000" dirty="0">
                <a:effectLst/>
                <a:latin typeface="Arial" panose="020B0604020202020204" pitchFamily="34" charset="0"/>
                <a:ea typeface="Times New Roman" panose="02020603050405020304" pitchFamily="18" charset="0"/>
                <a:cs typeface="Segoe UI" panose="020B0502040204020203" pitchFamily="34" charset="0"/>
              </a:rPr>
              <a:t>On the </a:t>
            </a:r>
            <a:r>
              <a:rPr lang="en-US" sz="1000" b="1" dirty="0">
                <a:effectLst/>
                <a:latin typeface="Arial" panose="020B0604020202020204" pitchFamily="34" charset="0"/>
                <a:ea typeface="Times New Roman" panose="02020603050405020304" pitchFamily="18" charset="0"/>
                <a:cs typeface="Times New Roman" panose="02020603050405020304" pitchFamily="18" charset="0"/>
              </a:rPr>
              <a:t>Select</a:t>
            </a:r>
            <a:r>
              <a:rPr lang="en-US" sz="1000" dirty="0">
                <a:effectLst/>
                <a:latin typeface="Arial" panose="020B0604020202020204" pitchFamily="34" charset="0"/>
                <a:ea typeface="Times New Roman" panose="02020603050405020304" pitchFamily="18" charset="0"/>
                <a:cs typeface="Segoe UI" panose="020B0502040204020203" pitchFamily="34" charset="0"/>
              </a:rPr>
              <a:t> </a:t>
            </a:r>
            <a:r>
              <a:rPr lang="en-US" sz="1000" b="1" dirty="0">
                <a:effectLst/>
                <a:latin typeface="Arial" panose="020B0604020202020204" pitchFamily="34" charset="0"/>
                <a:ea typeface="Times New Roman" panose="02020603050405020304" pitchFamily="18" charset="0"/>
                <a:cs typeface="Times New Roman" panose="02020603050405020304" pitchFamily="18" charset="0"/>
              </a:rPr>
              <a:t>installation type</a:t>
            </a:r>
            <a:r>
              <a:rPr lang="en-US" sz="1000" dirty="0">
                <a:effectLst/>
                <a:latin typeface="Arial" panose="020B0604020202020204" pitchFamily="34" charset="0"/>
                <a:ea typeface="Times New Roman" panose="02020603050405020304" pitchFamily="18" charset="0"/>
                <a:cs typeface="Segoe UI" panose="020B0502040204020203" pitchFamily="34" charset="0"/>
              </a:rPr>
              <a:t> page, select </a:t>
            </a:r>
            <a:r>
              <a:rPr lang="en-US" sz="1000" b="1" dirty="0">
                <a:effectLst/>
                <a:latin typeface="Arial" panose="020B0604020202020204" pitchFamily="34" charset="0"/>
                <a:ea typeface="Times New Roman" panose="02020603050405020304" pitchFamily="18" charset="0"/>
                <a:cs typeface="Times New Roman" panose="02020603050405020304" pitchFamily="18" charset="0"/>
              </a:rPr>
              <a:t>Role‑based or featured‑based installation</a:t>
            </a:r>
            <a:r>
              <a:rPr lang="en-US" sz="1000" dirty="0">
                <a:effectLst/>
                <a:latin typeface="Arial" panose="020B0604020202020204" pitchFamily="34" charset="0"/>
                <a:ea typeface="Times New Roman" panose="02020603050405020304" pitchFamily="18" charset="0"/>
                <a:cs typeface="Segoe UI" panose="020B0502040204020203" pitchFamily="34" charset="0"/>
              </a:rPr>
              <a:t>, and then click </a:t>
            </a:r>
            <a:r>
              <a:rPr lang="en-US" sz="1000" b="1" dirty="0">
                <a:effectLst/>
                <a:latin typeface="Arial" panose="020B0604020202020204" pitchFamily="34" charset="0"/>
                <a:ea typeface="Times New Roman" panose="02020603050405020304" pitchFamily="18" charset="0"/>
                <a:cs typeface="Times New Roman" panose="02020603050405020304" pitchFamily="18" charset="0"/>
              </a:rPr>
              <a:t>Next</a:t>
            </a:r>
            <a:r>
              <a:rPr lang="en-US" sz="1000" dirty="0">
                <a:effectLst/>
                <a:latin typeface="Arial" panose="020B0604020202020204" pitchFamily="34" charset="0"/>
                <a:ea typeface="Times New Roman" panose="02020603050405020304" pitchFamily="18" charset="0"/>
                <a:cs typeface="Segoe UI" panose="020B0502040204020203" pitchFamily="34" charset="0"/>
              </a:rPr>
              <a:t>.</a:t>
            </a:r>
            <a:endParaRPr lang="en-CA" sz="1000" dirty="0">
              <a:effectLst/>
              <a:latin typeface="Arial" panose="020B0604020202020204" pitchFamily="34" charset="0"/>
              <a:ea typeface="Times New Roman" panose="02020603050405020304" pitchFamily="18" charset="0"/>
              <a:cs typeface="Times New Roman" panose="02020603050405020304" pitchFamily="18" charset="0"/>
            </a:endParaRPr>
          </a:p>
          <a:p>
            <a:pPr marL="342900" marR="0" lvl="0" indent="-342900">
              <a:lnSpc>
                <a:spcPct val="115000"/>
              </a:lnSpc>
              <a:spcBef>
                <a:spcPts val="0"/>
              </a:spcBef>
              <a:spcAft>
                <a:spcPts val="995"/>
              </a:spcAft>
              <a:buFont typeface="+mj-lt"/>
              <a:buAutoNum type="arabicPeriod"/>
            </a:pPr>
            <a:r>
              <a:rPr lang="en-US" sz="1000" dirty="0">
                <a:effectLst/>
                <a:latin typeface="Arial" panose="020B0604020202020204" pitchFamily="34" charset="0"/>
                <a:ea typeface="Times New Roman" panose="02020603050405020304" pitchFamily="18" charset="0"/>
                <a:cs typeface="Segoe UI" panose="020B0502040204020203" pitchFamily="34" charset="0"/>
              </a:rPr>
              <a:t>On the </a:t>
            </a:r>
            <a:r>
              <a:rPr lang="en-US" sz="1000" dirty="0">
                <a:effectLst/>
                <a:latin typeface="Arial" panose="020B0604020202020204" pitchFamily="34" charset="0"/>
                <a:ea typeface="Times New Roman" panose="02020603050405020304" pitchFamily="18" charset="0"/>
                <a:cs typeface="Times New Roman" panose="02020603050405020304" pitchFamily="18" charset="0"/>
              </a:rPr>
              <a:t>Select destination server</a:t>
            </a:r>
            <a:r>
              <a:rPr lang="en-US" sz="1000" dirty="0">
                <a:effectLst/>
                <a:latin typeface="Arial" panose="020B0604020202020204" pitchFamily="34" charset="0"/>
                <a:ea typeface="Times New Roman" panose="02020603050405020304" pitchFamily="18" charset="0"/>
                <a:cs typeface="Segoe UI" panose="020B0502040204020203" pitchFamily="34" charset="0"/>
              </a:rPr>
              <a:t> page, click </a:t>
            </a:r>
            <a:r>
              <a:rPr lang="en-US" sz="1000" b="1" dirty="0">
                <a:effectLst/>
                <a:latin typeface="Arial" panose="020B0604020202020204" pitchFamily="34" charset="0"/>
                <a:ea typeface="Times New Roman" panose="02020603050405020304" pitchFamily="18" charset="0"/>
                <a:cs typeface="Times New Roman" panose="02020603050405020304" pitchFamily="18" charset="0"/>
              </a:rPr>
              <a:t>Select a server from the server pool</a:t>
            </a:r>
            <a:r>
              <a:rPr lang="en-US" sz="1000" dirty="0">
                <a:effectLst/>
                <a:latin typeface="Arial" panose="020B0604020202020204" pitchFamily="34" charset="0"/>
                <a:ea typeface="Times New Roman" panose="02020603050405020304" pitchFamily="18" charset="0"/>
                <a:cs typeface="Segoe UI" panose="020B0502040204020203" pitchFamily="34" charset="0"/>
              </a:rPr>
              <a:t>, verify that </a:t>
            </a:r>
            <a:r>
              <a:rPr lang="en-US" sz="1000" b="1" dirty="0">
                <a:effectLst/>
                <a:latin typeface="Arial" panose="020B0604020202020204" pitchFamily="34" charset="0"/>
                <a:ea typeface="Times New Roman" panose="02020603050405020304" pitchFamily="18" charset="0"/>
                <a:cs typeface="Times New Roman" panose="02020603050405020304" pitchFamily="18" charset="0"/>
              </a:rPr>
              <a:t>LON‑DC1.Adatum.com</a:t>
            </a:r>
            <a:r>
              <a:rPr lang="en-US" sz="1000" dirty="0">
                <a:effectLst/>
                <a:latin typeface="Arial" panose="020B0604020202020204" pitchFamily="34" charset="0"/>
                <a:ea typeface="Times New Roman" panose="02020603050405020304" pitchFamily="18" charset="0"/>
                <a:cs typeface="Segoe UI" panose="020B0502040204020203" pitchFamily="34" charset="0"/>
              </a:rPr>
              <a:t> is selected, and then click </a:t>
            </a:r>
            <a:r>
              <a:rPr lang="en-US" sz="1000" b="1" dirty="0">
                <a:effectLst/>
                <a:latin typeface="Arial" panose="020B0604020202020204" pitchFamily="34" charset="0"/>
                <a:ea typeface="Times New Roman" panose="02020603050405020304" pitchFamily="18" charset="0"/>
                <a:cs typeface="Times New Roman" panose="02020603050405020304" pitchFamily="18" charset="0"/>
              </a:rPr>
              <a:t>Next</a:t>
            </a:r>
            <a:r>
              <a:rPr lang="en-US" sz="1000" dirty="0">
                <a:effectLst/>
                <a:latin typeface="Arial" panose="020B0604020202020204" pitchFamily="34" charset="0"/>
                <a:ea typeface="Times New Roman" panose="02020603050405020304" pitchFamily="18" charset="0"/>
                <a:cs typeface="Segoe UI" panose="020B0502040204020203" pitchFamily="34" charset="0"/>
              </a:rPr>
              <a:t>.</a:t>
            </a:r>
            <a:endParaRPr lang="en-CA" sz="1000" dirty="0">
              <a:effectLst/>
              <a:latin typeface="Arial" panose="020B0604020202020204" pitchFamily="34" charset="0"/>
              <a:ea typeface="Times New Roman" panose="02020603050405020304" pitchFamily="18" charset="0"/>
              <a:cs typeface="Times New Roman" panose="02020603050405020304" pitchFamily="18" charset="0"/>
            </a:endParaRPr>
          </a:p>
          <a:p>
            <a:pPr marL="342900" marR="0" lvl="0" indent="-342900">
              <a:lnSpc>
                <a:spcPct val="115000"/>
              </a:lnSpc>
              <a:spcBef>
                <a:spcPts val="0"/>
              </a:spcBef>
              <a:spcAft>
                <a:spcPts val="995"/>
              </a:spcAft>
              <a:buFont typeface="+mj-lt"/>
              <a:buAutoNum type="arabicPeriod"/>
            </a:pPr>
            <a:r>
              <a:rPr lang="en-US" sz="1000" dirty="0">
                <a:effectLst/>
                <a:latin typeface="Arial" panose="020B0604020202020204" pitchFamily="34" charset="0"/>
                <a:ea typeface="Times New Roman" panose="02020603050405020304" pitchFamily="18" charset="0"/>
                <a:cs typeface="Segoe UI" panose="020B0502040204020203" pitchFamily="34" charset="0"/>
              </a:rPr>
              <a:t>On the </a:t>
            </a:r>
            <a:r>
              <a:rPr lang="en-US" sz="1000" b="1" dirty="0">
                <a:effectLst/>
                <a:latin typeface="Arial" panose="020B0604020202020204" pitchFamily="34" charset="0"/>
                <a:ea typeface="Times New Roman" panose="02020603050405020304" pitchFamily="18" charset="0"/>
                <a:cs typeface="Times New Roman" panose="02020603050405020304" pitchFamily="18" charset="0"/>
              </a:rPr>
              <a:t>Select server roles</a:t>
            </a:r>
            <a:r>
              <a:rPr lang="en-US" sz="1000" dirty="0">
                <a:effectLst/>
                <a:latin typeface="Arial" panose="020B0604020202020204" pitchFamily="34" charset="0"/>
                <a:ea typeface="Times New Roman" panose="02020603050405020304" pitchFamily="18" charset="0"/>
                <a:cs typeface="Segoe UI" panose="020B0502040204020203" pitchFamily="34" charset="0"/>
              </a:rPr>
              <a:t> page, select </a:t>
            </a:r>
            <a:r>
              <a:rPr lang="en-US" sz="1000" b="1" dirty="0">
                <a:effectLst/>
                <a:latin typeface="Arial" panose="020B0604020202020204" pitchFamily="34" charset="0"/>
                <a:ea typeface="Times New Roman" panose="02020603050405020304" pitchFamily="18" charset="0"/>
                <a:cs typeface="Times New Roman" panose="02020603050405020304" pitchFamily="18" charset="0"/>
              </a:rPr>
              <a:t>Fax Server</a:t>
            </a:r>
            <a:r>
              <a:rPr lang="en-US" sz="1000" dirty="0">
                <a:effectLst/>
                <a:latin typeface="Arial" panose="020B0604020202020204" pitchFamily="34" charset="0"/>
                <a:ea typeface="Times New Roman" panose="02020603050405020304" pitchFamily="18" charset="0"/>
                <a:cs typeface="Segoe UI" panose="020B0502040204020203" pitchFamily="34" charset="0"/>
              </a:rPr>
              <a:t>. </a:t>
            </a:r>
            <a:endParaRPr lang="en-CA" sz="1000" dirty="0">
              <a:effectLst/>
              <a:latin typeface="Arial" panose="020B0604020202020204" pitchFamily="34" charset="0"/>
              <a:ea typeface="Times New Roman" panose="02020603050405020304" pitchFamily="18" charset="0"/>
              <a:cs typeface="Times New Roman" panose="02020603050405020304" pitchFamily="18" charset="0"/>
            </a:endParaRPr>
          </a:p>
          <a:p>
            <a:pPr marL="342900" marR="0" lvl="0" indent="-342900">
              <a:lnSpc>
                <a:spcPct val="115000"/>
              </a:lnSpc>
              <a:spcBef>
                <a:spcPts val="0"/>
              </a:spcBef>
              <a:spcAft>
                <a:spcPts val="995"/>
              </a:spcAft>
              <a:buFont typeface="+mj-lt"/>
              <a:buAutoNum type="arabicPeriod"/>
            </a:pPr>
            <a:r>
              <a:rPr lang="en-US" sz="1000" dirty="0">
                <a:effectLst/>
                <a:latin typeface="Arial" panose="020B0604020202020204" pitchFamily="34" charset="0"/>
                <a:ea typeface="Times New Roman" panose="02020603050405020304" pitchFamily="18" charset="0"/>
                <a:cs typeface="Segoe UI" panose="020B0502040204020203" pitchFamily="34" charset="0"/>
              </a:rPr>
              <a:t>In the </a:t>
            </a:r>
            <a:r>
              <a:rPr lang="en-US" sz="1000" b="1" dirty="0">
                <a:effectLst/>
                <a:latin typeface="Arial" panose="020B0604020202020204" pitchFamily="34" charset="0"/>
                <a:ea typeface="Times New Roman" panose="02020603050405020304" pitchFamily="18" charset="0"/>
                <a:cs typeface="Times New Roman" panose="02020603050405020304" pitchFamily="18" charset="0"/>
              </a:rPr>
              <a:t>Add Roles and Features Wizard</a:t>
            </a:r>
            <a:r>
              <a:rPr lang="en-US" sz="1000" dirty="0">
                <a:effectLst/>
                <a:latin typeface="Arial" panose="020B0604020202020204" pitchFamily="34" charset="0"/>
                <a:ea typeface="Times New Roman" panose="02020603050405020304" pitchFamily="18" charset="0"/>
                <a:cs typeface="Segoe UI" panose="020B0502040204020203" pitchFamily="34" charset="0"/>
              </a:rPr>
              <a:t> dialog box that opens, click </a:t>
            </a:r>
            <a:r>
              <a:rPr lang="en-US" sz="1000" b="1" dirty="0">
                <a:effectLst/>
                <a:latin typeface="Arial" panose="020B0604020202020204" pitchFamily="34" charset="0"/>
                <a:ea typeface="Times New Roman" panose="02020603050405020304" pitchFamily="18" charset="0"/>
                <a:cs typeface="Times New Roman" panose="02020603050405020304" pitchFamily="18" charset="0"/>
              </a:rPr>
              <a:t>Add Features</a:t>
            </a:r>
            <a:r>
              <a:rPr lang="en-US" sz="1000" dirty="0">
                <a:effectLst/>
                <a:latin typeface="Arial" panose="020B0604020202020204" pitchFamily="34" charset="0"/>
                <a:ea typeface="Times New Roman" panose="02020603050405020304" pitchFamily="18" charset="0"/>
                <a:cs typeface="Segoe UI" panose="020B0502040204020203" pitchFamily="34" charset="0"/>
              </a:rPr>
              <a:t>. </a:t>
            </a:r>
            <a:endParaRPr lang="en-CA" sz="1000" dirty="0">
              <a:effectLst/>
              <a:latin typeface="Arial" panose="020B0604020202020204" pitchFamily="34" charset="0"/>
              <a:ea typeface="Times New Roman" panose="02020603050405020304" pitchFamily="18" charset="0"/>
              <a:cs typeface="Times New Roman" panose="02020603050405020304" pitchFamily="18" charset="0"/>
            </a:endParaRPr>
          </a:p>
          <a:p>
            <a:pPr marL="342900" marR="0" lvl="0" indent="-342900">
              <a:lnSpc>
                <a:spcPct val="115000"/>
              </a:lnSpc>
              <a:spcBef>
                <a:spcPts val="0"/>
              </a:spcBef>
              <a:spcAft>
                <a:spcPts val="995"/>
              </a:spcAft>
              <a:buFont typeface="+mj-lt"/>
              <a:buAutoNum type="arabicPeriod"/>
            </a:pPr>
            <a:r>
              <a:rPr lang="en-US" sz="1000" dirty="0">
                <a:effectLst/>
                <a:latin typeface="Arial" panose="020B0604020202020204" pitchFamily="34" charset="0"/>
                <a:ea typeface="Times New Roman" panose="02020603050405020304" pitchFamily="18" charset="0"/>
                <a:cs typeface="Segoe UI" panose="020B0502040204020203" pitchFamily="34" charset="0"/>
              </a:rPr>
              <a:t>On the </a:t>
            </a:r>
            <a:r>
              <a:rPr lang="en-US" sz="1000" b="1" dirty="0">
                <a:effectLst/>
                <a:latin typeface="Arial" panose="020B0604020202020204" pitchFamily="34" charset="0"/>
                <a:ea typeface="Times New Roman" panose="02020603050405020304" pitchFamily="18" charset="0"/>
                <a:cs typeface="Times New Roman" panose="02020603050405020304" pitchFamily="18" charset="0"/>
              </a:rPr>
              <a:t>Select server roles</a:t>
            </a:r>
            <a:r>
              <a:rPr lang="en-US" sz="1000" dirty="0">
                <a:effectLst/>
                <a:latin typeface="Arial" panose="020B0604020202020204" pitchFamily="34" charset="0"/>
                <a:ea typeface="Times New Roman" panose="02020603050405020304" pitchFamily="18" charset="0"/>
                <a:cs typeface="Segoe UI" panose="020B0502040204020203" pitchFamily="34" charset="0"/>
              </a:rPr>
              <a:t> page, click </a:t>
            </a:r>
            <a:r>
              <a:rPr lang="en-US" sz="1000" b="1" dirty="0">
                <a:effectLst/>
                <a:latin typeface="Arial" panose="020B0604020202020204" pitchFamily="34" charset="0"/>
                <a:ea typeface="Times New Roman" panose="02020603050405020304" pitchFamily="18" charset="0"/>
                <a:cs typeface="Times New Roman" panose="02020603050405020304" pitchFamily="18" charset="0"/>
              </a:rPr>
              <a:t>Next</a:t>
            </a:r>
            <a:r>
              <a:rPr lang="en-US" sz="1000" dirty="0">
                <a:effectLst/>
                <a:latin typeface="Arial" panose="020B0604020202020204" pitchFamily="34" charset="0"/>
                <a:ea typeface="Times New Roman" panose="02020603050405020304" pitchFamily="18" charset="0"/>
                <a:cs typeface="Segoe UI" panose="020B0502040204020203" pitchFamily="34" charset="0"/>
              </a:rPr>
              <a:t>.</a:t>
            </a:r>
          </a:p>
          <a:p>
            <a:pPr marL="342900" marR="0" lvl="0" indent="-342900">
              <a:lnSpc>
                <a:spcPct val="115000"/>
              </a:lnSpc>
              <a:spcBef>
                <a:spcPts val="0"/>
              </a:spcBef>
              <a:spcAft>
                <a:spcPts val="995"/>
              </a:spcAft>
              <a:buFont typeface="+mj-lt"/>
              <a:buAutoNum type="arabicPeriod"/>
            </a:pPr>
            <a:r>
              <a:rPr lang="en-US" sz="1000" dirty="0">
                <a:solidFill>
                  <a:prstClr val="black"/>
                </a:solidFill>
                <a:latin typeface="Arial" panose="020B0604020202020204" pitchFamily="34" charset="0"/>
                <a:ea typeface="Times New Roman" panose="02020603050405020304" pitchFamily="18" charset="0"/>
                <a:cs typeface="Segoe UI" panose="020B0502040204020203" pitchFamily="34" charset="0"/>
              </a:rPr>
              <a:t>On the </a:t>
            </a:r>
            <a:r>
              <a:rPr lang="en-US" sz="1000" b="1" dirty="0">
                <a:solidFill>
                  <a:prstClr val="black"/>
                </a:solidFill>
                <a:latin typeface="Arial" panose="020B0604020202020204" pitchFamily="34" charset="0"/>
                <a:ea typeface="Times New Roman" panose="02020603050405020304" pitchFamily="18" charset="0"/>
                <a:cs typeface="Times New Roman" panose="02020603050405020304" pitchFamily="18" charset="0"/>
              </a:rPr>
              <a:t>Select features</a:t>
            </a:r>
            <a:r>
              <a:rPr lang="en-US" sz="1000" dirty="0">
                <a:solidFill>
                  <a:prstClr val="black"/>
                </a:solidFill>
                <a:latin typeface="Arial" panose="020B0604020202020204" pitchFamily="34" charset="0"/>
                <a:ea typeface="Times New Roman" panose="02020603050405020304" pitchFamily="18" charset="0"/>
                <a:cs typeface="Segoe UI" panose="020B0502040204020203" pitchFamily="34" charset="0"/>
              </a:rPr>
              <a:t> page, select </a:t>
            </a:r>
            <a:r>
              <a:rPr lang="en-US" sz="1000" b="1" dirty="0" err="1">
                <a:solidFill>
                  <a:prstClr val="black"/>
                </a:solidFill>
                <a:latin typeface="Arial" panose="020B0604020202020204" pitchFamily="34" charset="0"/>
                <a:ea typeface="Times New Roman" panose="02020603050405020304" pitchFamily="18" charset="0"/>
                <a:cs typeface="Times New Roman" panose="02020603050405020304" pitchFamily="18" charset="0"/>
              </a:rPr>
              <a:t>BranchCache</a:t>
            </a:r>
            <a:r>
              <a:rPr lang="en-US" sz="1000" dirty="0">
                <a:solidFill>
                  <a:prstClr val="black"/>
                </a:solidFill>
                <a:latin typeface="Arial" panose="020B0604020202020204" pitchFamily="34" charset="0"/>
                <a:ea typeface="Times New Roman" panose="02020603050405020304" pitchFamily="18" charset="0"/>
                <a:cs typeface="Segoe UI" panose="020B0502040204020203" pitchFamily="34" charset="0"/>
              </a:rPr>
              <a:t>, and then click </a:t>
            </a:r>
            <a:r>
              <a:rPr lang="en-US" sz="1000" b="1" dirty="0">
                <a:solidFill>
                  <a:prstClr val="black"/>
                </a:solidFill>
                <a:latin typeface="Arial" panose="020B0604020202020204" pitchFamily="34" charset="0"/>
                <a:ea typeface="Times New Roman" panose="02020603050405020304" pitchFamily="18" charset="0"/>
                <a:cs typeface="Times New Roman" panose="02020603050405020304" pitchFamily="18" charset="0"/>
              </a:rPr>
              <a:t>Next</a:t>
            </a:r>
            <a:r>
              <a:rPr lang="en-US" sz="1000" dirty="0">
                <a:solidFill>
                  <a:prstClr val="black"/>
                </a:solidFill>
                <a:latin typeface="Arial" panose="020B0604020202020204" pitchFamily="34" charset="0"/>
                <a:ea typeface="Times New Roman" panose="02020603050405020304" pitchFamily="18" charset="0"/>
                <a:cs typeface="Segoe UI" panose="020B0502040204020203" pitchFamily="34" charset="0"/>
              </a:rPr>
              <a:t>.</a:t>
            </a:r>
            <a:endParaRPr lang="en-CA" sz="1000" dirty="0">
              <a:solidFill>
                <a:prstClr val="black"/>
              </a:solidFill>
              <a:latin typeface="Arial" panose="020B0604020202020204" pitchFamily="34" charset="0"/>
              <a:ea typeface="Times New Roman" panose="02020603050405020304" pitchFamily="18" charset="0"/>
              <a:cs typeface="Times New Roman" panose="02020603050405020304" pitchFamily="18" charset="0"/>
            </a:endParaRPr>
          </a:p>
          <a:p>
            <a:pPr marL="342900" marR="0" lvl="0" indent="-342900">
              <a:lnSpc>
                <a:spcPct val="115000"/>
              </a:lnSpc>
              <a:spcBef>
                <a:spcPts val="0"/>
              </a:spcBef>
              <a:spcAft>
                <a:spcPts val="995"/>
              </a:spcAft>
              <a:buFont typeface="+mj-lt"/>
              <a:buAutoNum type="arabicPeriod"/>
            </a:pPr>
            <a:r>
              <a:rPr lang="en-US" sz="1000" dirty="0">
                <a:solidFill>
                  <a:prstClr val="black"/>
                </a:solidFill>
                <a:latin typeface="Arial" panose="020B0604020202020204" pitchFamily="34" charset="0"/>
                <a:ea typeface="Times New Roman" panose="02020603050405020304" pitchFamily="18" charset="0"/>
                <a:cs typeface="Segoe UI" panose="020B0502040204020203" pitchFamily="34" charset="0"/>
              </a:rPr>
              <a:t>On the </a:t>
            </a:r>
            <a:r>
              <a:rPr lang="en-US" sz="1000" b="1" dirty="0">
                <a:solidFill>
                  <a:prstClr val="black"/>
                </a:solidFill>
                <a:latin typeface="Arial" panose="020B0604020202020204" pitchFamily="34" charset="0"/>
                <a:ea typeface="Times New Roman" panose="02020603050405020304" pitchFamily="18" charset="0"/>
                <a:cs typeface="Times New Roman" panose="02020603050405020304" pitchFamily="18" charset="0"/>
              </a:rPr>
              <a:t>Fax Server</a:t>
            </a:r>
            <a:r>
              <a:rPr lang="en-US" sz="1000" dirty="0">
                <a:solidFill>
                  <a:prstClr val="black"/>
                </a:solidFill>
                <a:latin typeface="Arial" panose="020B0604020202020204" pitchFamily="34" charset="0"/>
                <a:ea typeface="Times New Roman" panose="02020603050405020304" pitchFamily="18" charset="0"/>
                <a:cs typeface="Segoe UI" panose="020B0502040204020203" pitchFamily="34" charset="0"/>
              </a:rPr>
              <a:t> page, click </a:t>
            </a:r>
            <a:r>
              <a:rPr lang="en-US" sz="1000" b="1" dirty="0">
                <a:solidFill>
                  <a:prstClr val="black"/>
                </a:solidFill>
                <a:latin typeface="Arial" panose="020B0604020202020204" pitchFamily="34" charset="0"/>
                <a:ea typeface="Times New Roman" panose="02020603050405020304" pitchFamily="18" charset="0"/>
                <a:cs typeface="Times New Roman" panose="02020603050405020304" pitchFamily="18" charset="0"/>
              </a:rPr>
              <a:t>Next</a:t>
            </a:r>
            <a:r>
              <a:rPr lang="en-US" sz="1000" dirty="0">
                <a:solidFill>
                  <a:prstClr val="black"/>
                </a:solidFill>
                <a:latin typeface="Arial" panose="020B0604020202020204" pitchFamily="34" charset="0"/>
                <a:ea typeface="Times New Roman" panose="02020603050405020304" pitchFamily="18" charset="0"/>
                <a:cs typeface="Segoe UI" panose="020B0502040204020203" pitchFamily="34" charset="0"/>
              </a:rPr>
              <a:t>.</a:t>
            </a:r>
            <a:endParaRPr lang="en-CA" sz="1000" dirty="0">
              <a:solidFill>
                <a:prstClr val="black"/>
              </a:solidFill>
              <a:latin typeface="Arial" panose="020B0604020202020204" pitchFamily="34" charset="0"/>
              <a:ea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0"/>
          </p:nvPr>
        </p:nvSpPr>
        <p:spPr/>
        <p:txBody>
          <a:bodyPr/>
          <a:lstStyle/>
          <a:p>
            <a:fld id="{B6A1F45A-45A6-418F-ABA5-EC8D7307846F}" type="slidenum">
              <a:rPr lang="en-CA" smtClean="0"/>
              <a:t>38</a:t>
            </a:fld>
            <a:endParaRPr lang="en-CA"/>
          </a:p>
        </p:txBody>
      </p:sp>
      <p:sp>
        <p:nvSpPr>
          <p:cNvPr id="5" name="Rectangle 4"/>
          <p:cNvSpPr/>
          <p:nvPr/>
        </p:nvSpPr>
        <p:spPr>
          <a:xfrm>
            <a:off x="0" y="0"/>
            <a:ext cx="3038475" cy="222250"/>
          </a:xfrm>
          <a:prstGeom prst="rect">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a:solidFill>
                  <a:srgbClr val="000000"/>
                </a:solidFill>
                <a:latin typeface="Arial" panose="020B0604020202020204" pitchFamily="34" charset="0"/>
              </a:rPr>
              <a:t>20410D</a:t>
            </a:r>
          </a:p>
        </p:txBody>
      </p:sp>
      <p:sp>
        <p:nvSpPr>
          <p:cNvPr id="6" name="Rectangle 5"/>
          <p:cNvSpPr/>
          <p:nvPr/>
        </p:nvSpPr>
        <p:spPr>
          <a:xfrm>
            <a:off x="0" y="238125"/>
            <a:ext cx="3038475" cy="347663"/>
          </a:xfrm>
          <a:prstGeom prst="rect">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a:solidFill>
                  <a:srgbClr val="336699"/>
                </a:solidFill>
                <a:latin typeface="Arial" panose="020B0604020202020204" pitchFamily="34" charset="0"/>
              </a:rPr>
              <a:t>1: Deploying and Managing Windows Server 2012</a:t>
            </a:r>
          </a:p>
        </p:txBody>
      </p:sp>
      <p:sp>
        <p:nvSpPr>
          <p:cNvPr id="7" name="TextBox 6"/>
          <p:cNvSpPr txBox="1"/>
          <p:nvPr/>
        </p:nvSpPr>
        <p:spPr>
          <a:xfrm>
            <a:off x="0" y="8890000"/>
            <a:ext cx="1871025" cy="246221"/>
          </a:xfrm>
          <a:prstGeom prst="rect">
            <a:avLst/>
          </a:prstGeom>
          <a:noFill/>
        </p:spPr>
        <p:txBody>
          <a:bodyPr vert="horz" wrap="none" rtlCol="0">
            <a:spAutoFit/>
          </a:bodyPr>
          <a:lstStyle/>
          <a:p>
            <a:r>
              <a:rPr lang="en-CA" sz="1000">
                <a:latin typeface="Arial" panose="020B0604020202020204" pitchFamily="34" charset="0"/>
              </a:rPr>
              <a:t>(More notes on the next slide)</a:t>
            </a:r>
          </a:p>
        </p:txBody>
      </p:sp>
    </p:spTree>
    <p:extLst>
      <p:ext uri="{BB962C8B-B14F-4D97-AF65-F5344CB8AC3E}">
        <p14:creationId xmlns:p14="http://schemas.microsoft.com/office/powerpoint/2010/main" val="3981497115"/>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112" y="73152"/>
            <a:ext cx="2468880" cy="1851660"/>
          </a:xfrm>
        </p:spPr>
      </p:sp>
      <p:sp>
        <p:nvSpPr>
          <p:cNvPr id="3" name="Notes Placeholder 2"/>
          <p:cNvSpPr>
            <a:spLocks noGrp="1"/>
          </p:cNvSpPr>
          <p:nvPr>
            <p:ph type="body" idx="1"/>
          </p:nvPr>
        </p:nvSpPr>
        <p:spPr>
          <a:xfrm>
            <a:off x="310896" y="2093976"/>
            <a:ext cx="6153912" cy="6824246"/>
          </a:xfrm>
        </p:spPr>
        <p:txBody>
          <a:bodyPr>
            <a:noAutofit/>
          </a:bodyPr>
          <a:lstStyle/>
          <a:p>
            <a:pPr marL="338138" indent="-338138">
              <a:lnSpc>
                <a:spcPct val="115000"/>
              </a:lnSpc>
              <a:spcAft>
                <a:spcPts val="300"/>
              </a:spcAft>
              <a:buFont typeface="+mj-lt"/>
              <a:buAutoNum type="arabicPeriod" startAt="10"/>
              <a:tabLst>
                <a:tab pos="338138" algn="l"/>
              </a:tabLst>
            </a:pPr>
            <a:r>
              <a:rPr lang="en-US" sz="1000" dirty="0">
                <a:solidFill>
                  <a:prstClr val="black"/>
                </a:solidFill>
                <a:latin typeface="Arial" panose="020B0604020202020204" pitchFamily="34" charset="0"/>
                <a:ea typeface="Times New Roman" panose="02020603050405020304" pitchFamily="18" charset="0"/>
                <a:cs typeface="Segoe UI" panose="020B0502040204020203" pitchFamily="34" charset="0"/>
              </a:rPr>
              <a:t>On the </a:t>
            </a:r>
            <a:r>
              <a:rPr lang="en-US" sz="1000" b="1" dirty="0">
                <a:solidFill>
                  <a:prstClr val="black"/>
                </a:solidFill>
                <a:latin typeface="Arial" panose="020B0604020202020204" pitchFamily="34" charset="0"/>
                <a:ea typeface="Times New Roman" panose="02020603050405020304" pitchFamily="18" charset="0"/>
                <a:cs typeface="Times New Roman" panose="02020603050405020304" pitchFamily="18" charset="0"/>
              </a:rPr>
              <a:t>Print and Document Services</a:t>
            </a:r>
            <a:r>
              <a:rPr lang="en-US" sz="1000" dirty="0">
                <a:solidFill>
                  <a:prstClr val="black"/>
                </a:solidFill>
                <a:latin typeface="Arial" panose="020B0604020202020204" pitchFamily="34" charset="0"/>
                <a:ea typeface="Times New Roman" panose="02020603050405020304" pitchFamily="18" charset="0"/>
                <a:cs typeface="Segoe UI" panose="020B0502040204020203" pitchFamily="34" charset="0"/>
              </a:rPr>
              <a:t> page, click </a:t>
            </a:r>
            <a:r>
              <a:rPr lang="en-US" sz="1000" b="1" dirty="0">
                <a:solidFill>
                  <a:prstClr val="black"/>
                </a:solidFill>
                <a:latin typeface="Arial" panose="020B0604020202020204" pitchFamily="34" charset="0"/>
                <a:ea typeface="Times New Roman" panose="02020603050405020304" pitchFamily="18" charset="0"/>
                <a:cs typeface="Times New Roman" panose="02020603050405020304" pitchFamily="18" charset="0"/>
              </a:rPr>
              <a:t>Next</a:t>
            </a:r>
            <a:r>
              <a:rPr lang="en-US" sz="1000" dirty="0">
                <a:solidFill>
                  <a:prstClr val="black"/>
                </a:solidFill>
                <a:latin typeface="Arial" panose="020B0604020202020204" pitchFamily="34" charset="0"/>
                <a:ea typeface="Times New Roman" panose="02020603050405020304" pitchFamily="18" charset="0"/>
                <a:cs typeface="Segoe UI" panose="020B0502040204020203" pitchFamily="34" charset="0"/>
              </a:rPr>
              <a:t>.</a:t>
            </a:r>
            <a:endParaRPr lang="en-CA" sz="1000" dirty="0">
              <a:latin typeface="Arial" panose="020B0604020202020204" pitchFamily="34" charset="0"/>
              <a:ea typeface="Times New Roman" panose="02020603050405020304" pitchFamily="18" charset="0"/>
              <a:cs typeface="Times New Roman" panose="02020603050405020304" pitchFamily="18" charset="0"/>
            </a:endParaRPr>
          </a:p>
          <a:p>
            <a:pPr marL="338138" lvl="0" indent="-338138">
              <a:lnSpc>
                <a:spcPct val="115000"/>
              </a:lnSpc>
              <a:spcAft>
                <a:spcPts val="300"/>
              </a:spcAft>
              <a:tabLst>
                <a:tab pos="338138" algn="l"/>
              </a:tabLst>
            </a:pPr>
            <a:r>
              <a:rPr lang="en-US" sz="1000" dirty="0">
                <a:solidFill>
                  <a:prstClr val="black"/>
                </a:solidFill>
                <a:latin typeface="Arial" panose="020B0604020202020204" pitchFamily="34" charset="0"/>
                <a:ea typeface="Times New Roman" panose="02020603050405020304" pitchFamily="18" charset="0"/>
                <a:cs typeface="Segoe UI" panose="020B0502040204020203" pitchFamily="34" charset="0"/>
              </a:rPr>
              <a:t>11.	On the </a:t>
            </a:r>
            <a:r>
              <a:rPr lang="en-US" sz="1000" b="1" dirty="0">
                <a:solidFill>
                  <a:prstClr val="black"/>
                </a:solidFill>
                <a:latin typeface="Arial" panose="020B0604020202020204" pitchFamily="34" charset="0"/>
                <a:ea typeface="Times New Roman" panose="02020603050405020304" pitchFamily="18" charset="0"/>
                <a:cs typeface="Times New Roman" panose="02020603050405020304" pitchFamily="18" charset="0"/>
              </a:rPr>
              <a:t>Select role services</a:t>
            </a:r>
            <a:r>
              <a:rPr lang="en-US" sz="1000" dirty="0">
                <a:solidFill>
                  <a:prstClr val="black"/>
                </a:solidFill>
                <a:latin typeface="Arial" panose="020B0604020202020204" pitchFamily="34" charset="0"/>
                <a:ea typeface="Times New Roman" panose="02020603050405020304" pitchFamily="18" charset="0"/>
                <a:cs typeface="Segoe UI" panose="020B0502040204020203" pitchFamily="34" charset="0"/>
              </a:rPr>
              <a:t> page, click </a:t>
            </a:r>
            <a:r>
              <a:rPr lang="en-US" sz="1000" b="1" dirty="0">
                <a:solidFill>
                  <a:prstClr val="black"/>
                </a:solidFill>
                <a:latin typeface="Arial" panose="020B0604020202020204" pitchFamily="34" charset="0"/>
                <a:ea typeface="Times New Roman" panose="02020603050405020304" pitchFamily="18" charset="0"/>
                <a:cs typeface="Times New Roman" panose="02020603050405020304" pitchFamily="18" charset="0"/>
              </a:rPr>
              <a:t>Next</a:t>
            </a:r>
            <a:r>
              <a:rPr lang="en-US" sz="1000" dirty="0">
                <a:solidFill>
                  <a:prstClr val="black"/>
                </a:solidFill>
                <a:latin typeface="Arial" panose="020B0604020202020204" pitchFamily="34" charset="0"/>
                <a:ea typeface="Times New Roman" panose="02020603050405020304" pitchFamily="18" charset="0"/>
                <a:cs typeface="Segoe UI" panose="020B0502040204020203" pitchFamily="34" charset="0"/>
              </a:rPr>
              <a:t>.</a:t>
            </a:r>
            <a:endParaRPr lang="en-CA" sz="1000" dirty="0">
              <a:solidFill>
                <a:prstClr val="black"/>
              </a:solidFill>
              <a:latin typeface="Arial" panose="020B0604020202020204" pitchFamily="34" charset="0"/>
              <a:ea typeface="Times New Roman" panose="02020603050405020304" pitchFamily="18" charset="0"/>
              <a:cs typeface="Times New Roman" panose="02020603050405020304" pitchFamily="18" charset="0"/>
            </a:endParaRPr>
          </a:p>
          <a:p>
            <a:pPr marL="338138" lvl="0" indent="-338138">
              <a:lnSpc>
                <a:spcPct val="115000"/>
              </a:lnSpc>
              <a:spcAft>
                <a:spcPts val="300"/>
              </a:spcAft>
              <a:tabLst>
                <a:tab pos="338138" algn="l"/>
              </a:tabLst>
            </a:pPr>
            <a:r>
              <a:rPr lang="en-US" sz="1000" dirty="0">
                <a:solidFill>
                  <a:prstClr val="black"/>
                </a:solidFill>
                <a:latin typeface="Arial" panose="020B0604020202020204" pitchFamily="34" charset="0"/>
                <a:ea typeface="Times New Roman" panose="02020603050405020304" pitchFamily="18" charset="0"/>
                <a:cs typeface="Segoe UI" panose="020B0502040204020203" pitchFamily="34" charset="0"/>
              </a:rPr>
              <a:t>12.	On the </a:t>
            </a:r>
            <a:r>
              <a:rPr lang="en-US" sz="1000" b="1" dirty="0">
                <a:solidFill>
                  <a:prstClr val="black"/>
                </a:solidFill>
                <a:latin typeface="Arial" panose="020B0604020202020204" pitchFamily="34" charset="0"/>
                <a:ea typeface="Times New Roman" panose="02020603050405020304" pitchFamily="18" charset="0"/>
                <a:cs typeface="Times New Roman" panose="02020603050405020304" pitchFamily="18" charset="0"/>
              </a:rPr>
              <a:t>Confirmation</a:t>
            </a:r>
            <a:r>
              <a:rPr lang="en-US" sz="1000" dirty="0">
                <a:solidFill>
                  <a:prstClr val="black"/>
                </a:solidFill>
                <a:latin typeface="Arial" panose="020B0604020202020204" pitchFamily="34" charset="0"/>
                <a:ea typeface="Times New Roman" panose="02020603050405020304" pitchFamily="18" charset="0"/>
                <a:cs typeface="Segoe UI" panose="020B0502040204020203" pitchFamily="34" charset="0"/>
              </a:rPr>
              <a:t> page, select the </a:t>
            </a:r>
            <a:r>
              <a:rPr lang="en-US" sz="1000" b="1" dirty="0">
                <a:solidFill>
                  <a:prstClr val="black"/>
                </a:solidFill>
                <a:latin typeface="Arial" panose="020B0604020202020204" pitchFamily="34" charset="0"/>
                <a:ea typeface="Times New Roman" panose="02020603050405020304" pitchFamily="18" charset="0"/>
                <a:cs typeface="Times New Roman" panose="02020603050405020304" pitchFamily="18" charset="0"/>
              </a:rPr>
              <a:t>Restart the destination server automatically if required</a:t>
            </a:r>
            <a:r>
              <a:rPr lang="en-US" sz="1000" dirty="0">
                <a:solidFill>
                  <a:prstClr val="black"/>
                </a:solidFill>
                <a:latin typeface="Arial" panose="020B0604020202020204" pitchFamily="34" charset="0"/>
                <a:ea typeface="Times New Roman" panose="02020603050405020304" pitchFamily="18" charset="0"/>
                <a:cs typeface="Segoe UI" panose="020B0502040204020203" pitchFamily="34" charset="0"/>
              </a:rPr>
              <a:t> check box, click </a:t>
            </a:r>
            <a:r>
              <a:rPr lang="en-US" sz="1000" b="1" dirty="0">
                <a:solidFill>
                  <a:prstClr val="black"/>
                </a:solidFill>
                <a:latin typeface="Arial" panose="020B0604020202020204" pitchFamily="34" charset="0"/>
                <a:ea typeface="Times New Roman" panose="02020603050405020304" pitchFamily="18" charset="0"/>
                <a:cs typeface="Times New Roman" panose="02020603050405020304" pitchFamily="18" charset="0"/>
              </a:rPr>
              <a:t>Yes</a:t>
            </a:r>
            <a:r>
              <a:rPr lang="en-US" sz="1000" dirty="0">
                <a:solidFill>
                  <a:prstClr val="black"/>
                </a:solidFill>
                <a:latin typeface="Arial" panose="020B0604020202020204" pitchFamily="34" charset="0"/>
                <a:ea typeface="Times New Roman" panose="02020603050405020304" pitchFamily="18" charset="0"/>
                <a:cs typeface="Segoe UI" panose="020B0502040204020203" pitchFamily="34" charset="0"/>
              </a:rPr>
              <a:t>, and then click </a:t>
            </a:r>
            <a:r>
              <a:rPr lang="en-US" sz="1000" b="1" dirty="0">
                <a:solidFill>
                  <a:prstClr val="black"/>
                </a:solidFill>
                <a:latin typeface="Arial" panose="020B0604020202020204" pitchFamily="34" charset="0"/>
                <a:ea typeface="Times New Roman" panose="02020603050405020304" pitchFamily="18" charset="0"/>
                <a:cs typeface="Times New Roman" panose="02020603050405020304" pitchFamily="18" charset="0"/>
              </a:rPr>
              <a:t>Install</a:t>
            </a:r>
            <a:r>
              <a:rPr lang="en-US" sz="1000" dirty="0">
                <a:solidFill>
                  <a:prstClr val="black"/>
                </a:solidFill>
                <a:latin typeface="Arial" panose="020B0604020202020204" pitchFamily="34" charset="0"/>
                <a:ea typeface="Times New Roman" panose="02020603050405020304" pitchFamily="18" charset="0"/>
                <a:cs typeface="Segoe UI" panose="020B0502040204020203" pitchFamily="34" charset="0"/>
              </a:rPr>
              <a:t>.</a:t>
            </a:r>
            <a:endParaRPr lang="en-CA" sz="1000" dirty="0">
              <a:solidFill>
                <a:prstClr val="black"/>
              </a:solidFill>
              <a:latin typeface="Arial" panose="020B0604020202020204" pitchFamily="34" charset="0"/>
              <a:ea typeface="Times New Roman" panose="02020603050405020304" pitchFamily="18" charset="0"/>
              <a:cs typeface="Times New Roman" panose="02020603050405020304" pitchFamily="18" charset="0"/>
            </a:endParaRPr>
          </a:p>
          <a:p>
            <a:pPr marL="338138" lvl="0" indent="-338138">
              <a:lnSpc>
                <a:spcPct val="115000"/>
              </a:lnSpc>
              <a:spcAft>
                <a:spcPts val="300"/>
              </a:spcAft>
              <a:tabLst>
                <a:tab pos="338138" algn="l"/>
              </a:tabLst>
            </a:pPr>
            <a:r>
              <a:rPr lang="en-US" sz="1000" dirty="0">
                <a:solidFill>
                  <a:prstClr val="black"/>
                </a:solidFill>
                <a:latin typeface="Arial" panose="020B0604020202020204" pitchFamily="34" charset="0"/>
                <a:ea typeface="Times New Roman" panose="02020603050405020304" pitchFamily="18" charset="0"/>
                <a:cs typeface="Segoe UI" panose="020B0502040204020203" pitchFamily="34" charset="0"/>
              </a:rPr>
              <a:t>13.	On the </a:t>
            </a:r>
            <a:r>
              <a:rPr lang="en-US" sz="1000" b="1" dirty="0">
                <a:solidFill>
                  <a:prstClr val="black"/>
                </a:solidFill>
                <a:latin typeface="Arial" panose="020B0604020202020204" pitchFamily="34" charset="0"/>
                <a:ea typeface="Times New Roman" panose="02020603050405020304" pitchFamily="18" charset="0"/>
                <a:cs typeface="Times New Roman" panose="02020603050405020304" pitchFamily="18" charset="0"/>
              </a:rPr>
              <a:t>Installation progress</a:t>
            </a:r>
            <a:r>
              <a:rPr lang="en-US" sz="1000" dirty="0">
                <a:solidFill>
                  <a:prstClr val="black"/>
                </a:solidFill>
                <a:latin typeface="Arial" panose="020B0604020202020204" pitchFamily="34" charset="0"/>
                <a:ea typeface="Times New Roman" panose="02020603050405020304" pitchFamily="18" charset="0"/>
                <a:cs typeface="Segoe UI" panose="020B0502040204020203" pitchFamily="34" charset="0"/>
              </a:rPr>
              <a:t> page, click </a:t>
            </a:r>
            <a:r>
              <a:rPr lang="en-US" sz="1000" b="1" dirty="0">
                <a:solidFill>
                  <a:prstClr val="black"/>
                </a:solidFill>
                <a:latin typeface="Arial" panose="020B0604020202020204" pitchFamily="34" charset="0"/>
                <a:ea typeface="Times New Roman" panose="02020603050405020304" pitchFamily="18" charset="0"/>
                <a:cs typeface="Times New Roman" panose="02020603050405020304" pitchFamily="18" charset="0"/>
              </a:rPr>
              <a:t>Close</a:t>
            </a:r>
            <a:r>
              <a:rPr lang="en-US" sz="1000" dirty="0">
                <a:solidFill>
                  <a:prstClr val="black"/>
                </a:solidFill>
                <a:latin typeface="Arial" panose="020B0604020202020204" pitchFamily="34" charset="0"/>
                <a:ea typeface="Times New Roman" panose="02020603050405020304" pitchFamily="18" charset="0"/>
                <a:cs typeface="Segoe UI" panose="020B0502040204020203" pitchFamily="34" charset="0"/>
              </a:rPr>
              <a:t>.</a:t>
            </a:r>
            <a:endParaRPr lang="en-CA" sz="1000" dirty="0">
              <a:solidFill>
                <a:prstClr val="black"/>
              </a:solidFill>
              <a:latin typeface="Arial" panose="020B0604020202020204" pitchFamily="34" charset="0"/>
              <a:ea typeface="Times New Roman" panose="02020603050405020304" pitchFamily="18" charset="0"/>
              <a:cs typeface="Times New Roman" panose="02020603050405020304" pitchFamily="18" charset="0"/>
            </a:endParaRPr>
          </a:p>
          <a:p>
            <a:pPr marL="338138" lvl="0" indent="-338138">
              <a:lnSpc>
                <a:spcPct val="115000"/>
              </a:lnSpc>
              <a:spcAft>
                <a:spcPts val="300"/>
              </a:spcAft>
              <a:tabLst>
                <a:tab pos="338138" algn="l"/>
              </a:tabLst>
            </a:pPr>
            <a:r>
              <a:rPr lang="en-US" sz="1000" dirty="0">
                <a:solidFill>
                  <a:prstClr val="black"/>
                </a:solidFill>
                <a:latin typeface="Arial" panose="020B0604020202020204" pitchFamily="34" charset="0"/>
                <a:ea typeface="Times New Roman" panose="02020603050405020304" pitchFamily="18" charset="0"/>
                <a:cs typeface="Segoe UI" panose="020B0502040204020203" pitchFamily="34" charset="0"/>
              </a:rPr>
              <a:t>14.	Click the flag icon next to </a:t>
            </a:r>
            <a:r>
              <a:rPr lang="en-US" sz="1000" b="1" dirty="0">
                <a:solidFill>
                  <a:prstClr val="black"/>
                </a:solidFill>
                <a:latin typeface="Arial" panose="020B0604020202020204" pitchFamily="34" charset="0"/>
                <a:ea typeface="Times New Roman" panose="02020603050405020304" pitchFamily="18" charset="0"/>
                <a:cs typeface="Times New Roman" panose="02020603050405020304" pitchFamily="18" charset="0"/>
              </a:rPr>
              <a:t>Server Manager Dashboard</a:t>
            </a:r>
            <a:r>
              <a:rPr lang="en-US" sz="1000" dirty="0">
                <a:solidFill>
                  <a:prstClr val="black"/>
                </a:solidFill>
                <a:latin typeface="Arial" panose="020B0604020202020204" pitchFamily="34" charset="0"/>
                <a:ea typeface="Times New Roman" panose="02020603050405020304" pitchFamily="18" charset="0"/>
                <a:cs typeface="Segoe UI" panose="020B0502040204020203" pitchFamily="34" charset="0"/>
              </a:rPr>
              <a:t>, and review the messages.</a:t>
            </a:r>
            <a:endParaRPr lang="en-CA" sz="1000" dirty="0">
              <a:solidFill>
                <a:prstClr val="black"/>
              </a:solidFill>
              <a:latin typeface="Arial" panose="020B0604020202020204" pitchFamily="34" charset="0"/>
              <a:ea typeface="Times New Roman" panose="02020603050405020304" pitchFamily="18" charset="0"/>
              <a:cs typeface="Times New Roman" panose="02020603050405020304" pitchFamily="18" charset="0"/>
            </a:endParaRPr>
          </a:p>
          <a:p>
            <a:pPr marL="338138" lvl="0" indent="-338138">
              <a:lnSpc>
                <a:spcPts val="1300"/>
              </a:lnSpc>
              <a:spcAft>
                <a:spcPts val="300"/>
              </a:spcAft>
              <a:tabLst>
                <a:tab pos="338138" algn="l"/>
              </a:tabLst>
            </a:pPr>
            <a:r>
              <a:rPr lang="en-US" sz="1000" dirty="0">
                <a:solidFill>
                  <a:prstClr val="black"/>
                </a:solidFill>
                <a:latin typeface="Arial" panose="020B0604020202020204" pitchFamily="34" charset="0"/>
                <a:ea typeface="Times New Roman" panose="02020603050405020304" pitchFamily="18" charset="0"/>
                <a:cs typeface="Times New Roman" panose="02020603050405020304" pitchFamily="18" charset="0"/>
              </a:rPr>
              <a:t>	You can close this console without terminating the task.</a:t>
            </a:r>
            <a:endParaRPr lang="en-CA" sz="1000" dirty="0">
              <a:solidFill>
                <a:prstClr val="black"/>
              </a:solidFill>
              <a:latin typeface="Arial" panose="020B0604020202020204" pitchFamily="34" charset="0"/>
              <a:ea typeface="Times New Roman" panose="02020603050405020304" pitchFamily="18" charset="0"/>
              <a:cs typeface="Times New Roman" panose="02020603050405020304" pitchFamily="18" charset="0"/>
            </a:endParaRPr>
          </a:p>
          <a:p>
            <a:pPr marL="338138" lvl="0" indent="-338138">
              <a:lnSpc>
                <a:spcPts val="1300"/>
              </a:lnSpc>
              <a:spcBef>
                <a:spcPts val="900"/>
              </a:spcBef>
              <a:spcAft>
                <a:spcPts val="300"/>
              </a:spcAft>
              <a:tabLst>
                <a:tab pos="338138" algn="l"/>
              </a:tabLst>
            </a:pPr>
            <a:r>
              <a:rPr lang="en-US" sz="1000" b="1" dirty="0">
                <a:solidFill>
                  <a:prstClr val="black"/>
                </a:solidFill>
                <a:latin typeface="Arial" panose="020B0604020202020204" pitchFamily="34" charset="0"/>
                <a:ea typeface="Times New Roman" panose="02020603050405020304" pitchFamily="18" charset="0"/>
                <a:cs typeface="Segoe UI" panose="020B0502040204020203" pitchFamily="34" charset="0"/>
              </a:rPr>
              <a:t>View role‑related events</a:t>
            </a:r>
            <a:endParaRPr lang="en-CA" sz="1000" b="1" dirty="0">
              <a:solidFill>
                <a:prstClr val="black"/>
              </a:solidFill>
              <a:latin typeface="Arial" panose="020B0604020202020204" pitchFamily="34" charset="0"/>
              <a:ea typeface="Times New Roman" panose="02020603050405020304" pitchFamily="18" charset="0"/>
              <a:cs typeface="Segoe UI" panose="020B0502040204020203" pitchFamily="34" charset="0"/>
            </a:endParaRPr>
          </a:p>
          <a:p>
            <a:pPr marL="338138" lvl="0" indent="-338138">
              <a:lnSpc>
                <a:spcPct val="115000"/>
              </a:lnSpc>
              <a:spcAft>
                <a:spcPts val="300"/>
              </a:spcAft>
              <a:buFont typeface="+mj-lt"/>
              <a:buAutoNum type="arabicPeriod"/>
              <a:tabLst>
                <a:tab pos="338138" algn="l"/>
              </a:tabLst>
            </a:pPr>
            <a:r>
              <a:rPr lang="en-US" sz="1000" dirty="0">
                <a:solidFill>
                  <a:prstClr val="black"/>
                </a:solidFill>
                <a:latin typeface="Arial" panose="020B0604020202020204" pitchFamily="34" charset="0"/>
                <a:ea typeface="Times New Roman" panose="02020603050405020304" pitchFamily="18" charset="0"/>
                <a:cs typeface="Segoe UI" panose="020B0502040204020203" pitchFamily="34" charset="0"/>
              </a:rPr>
              <a:t>In the </a:t>
            </a:r>
            <a:r>
              <a:rPr lang="en-US" sz="1000" b="1" dirty="0">
                <a:solidFill>
                  <a:prstClr val="black"/>
                </a:solidFill>
                <a:latin typeface="Arial" panose="020B0604020202020204" pitchFamily="34" charset="0"/>
                <a:ea typeface="Times New Roman" panose="02020603050405020304" pitchFamily="18" charset="0"/>
                <a:cs typeface="Times New Roman" panose="02020603050405020304" pitchFamily="18" charset="0"/>
              </a:rPr>
              <a:t>Server Manager</a:t>
            </a:r>
            <a:r>
              <a:rPr lang="en-US" sz="1000" dirty="0">
                <a:solidFill>
                  <a:prstClr val="black"/>
                </a:solidFill>
                <a:latin typeface="Arial" panose="020B0604020202020204" pitchFamily="34" charset="0"/>
                <a:ea typeface="Times New Roman" panose="02020603050405020304" pitchFamily="18" charset="0"/>
                <a:cs typeface="Segoe UI" panose="020B0502040204020203" pitchFamily="34" charset="0"/>
              </a:rPr>
              <a:t> console, click the </a:t>
            </a:r>
            <a:r>
              <a:rPr lang="en-US" sz="1000" b="1" dirty="0">
                <a:solidFill>
                  <a:prstClr val="black"/>
                </a:solidFill>
                <a:latin typeface="Arial" panose="020B0604020202020204" pitchFamily="34" charset="0"/>
                <a:ea typeface="Times New Roman" panose="02020603050405020304" pitchFamily="18" charset="0"/>
                <a:cs typeface="Times New Roman" panose="02020603050405020304" pitchFamily="18" charset="0"/>
              </a:rPr>
              <a:t>Dashboard</a:t>
            </a:r>
            <a:r>
              <a:rPr lang="en-US" sz="1000" dirty="0">
                <a:solidFill>
                  <a:prstClr val="black"/>
                </a:solidFill>
                <a:latin typeface="Arial" panose="020B0604020202020204" pitchFamily="34" charset="0"/>
                <a:ea typeface="Times New Roman" panose="02020603050405020304" pitchFamily="18" charset="0"/>
                <a:cs typeface="Segoe UI" panose="020B0502040204020203" pitchFamily="34" charset="0"/>
              </a:rPr>
              <a:t> node.</a:t>
            </a:r>
            <a:endParaRPr lang="en-CA" sz="1000" dirty="0">
              <a:solidFill>
                <a:prstClr val="black"/>
              </a:solidFill>
              <a:latin typeface="Arial" panose="020B0604020202020204" pitchFamily="34" charset="0"/>
              <a:ea typeface="Times New Roman" panose="02020603050405020304" pitchFamily="18" charset="0"/>
              <a:cs typeface="Times New Roman" panose="02020603050405020304" pitchFamily="18" charset="0"/>
            </a:endParaRPr>
          </a:p>
          <a:p>
            <a:pPr marL="338138" lvl="0" indent="-338138">
              <a:lnSpc>
                <a:spcPct val="115000"/>
              </a:lnSpc>
              <a:spcAft>
                <a:spcPts val="300"/>
              </a:spcAft>
              <a:buFont typeface="+mj-lt"/>
              <a:buAutoNum type="arabicPeriod"/>
              <a:tabLst>
                <a:tab pos="338138" algn="l"/>
              </a:tabLst>
            </a:pPr>
            <a:r>
              <a:rPr lang="en-US" sz="1000" dirty="0">
                <a:solidFill>
                  <a:prstClr val="black"/>
                </a:solidFill>
                <a:latin typeface="Arial" panose="020B0604020202020204" pitchFamily="34" charset="0"/>
                <a:ea typeface="Times New Roman" panose="02020603050405020304" pitchFamily="18" charset="0"/>
                <a:cs typeface="Segoe UI" panose="020B0502040204020203" pitchFamily="34" charset="0"/>
              </a:rPr>
              <a:t>In the </a:t>
            </a:r>
            <a:r>
              <a:rPr lang="en-US" sz="1000" dirty="0">
                <a:solidFill>
                  <a:prstClr val="black"/>
                </a:solidFill>
                <a:latin typeface="Arial" panose="020B0604020202020204" pitchFamily="34" charset="0"/>
                <a:ea typeface="Times New Roman" panose="02020603050405020304" pitchFamily="18" charset="0"/>
                <a:cs typeface="Times New Roman" panose="02020603050405020304" pitchFamily="18" charset="0"/>
              </a:rPr>
              <a:t>Roles and Server Groups</a:t>
            </a:r>
            <a:r>
              <a:rPr lang="en-US" sz="1000" dirty="0">
                <a:solidFill>
                  <a:prstClr val="black"/>
                </a:solidFill>
                <a:latin typeface="Arial" panose="020B0604020202020204" pitchFamily="34" charset="0"/>
                <a:ea typeface="Times New Roman" panose="02020603050405020304" pitchFamily="18" charset="0"/>
                <a:cs typeface="Segoe UI" panose="020B0502040204020203" pitchFamily="34" charset="0"/>
              </a:rPr>
              <a:t> area, under </a:t>
            </a:r>
            <a:r>
              <a:rPr lang="en-US" sz="1000" b="1" dirty="0">
                <a:solidFill>
                  <a:prstClr val="black"/>
                </a:solidFill>
                <a:latin typeface="Arial" panose="020B0604020202020204" pitchFamily="34" charset="0"/>
                <a:ea typeface="Times New Roman" panose="02020603050405020304" pitchFamily="18" charset="0"/>
                <a:cs typeface="Times New Roman" panose="02020603050405020304" pitchFamily="18" charset="0"/>
              </a:rPr>
              <a:t>DNS</a:t>
            </a:r>
            <a:r>
              <a:rPr lang="en-US" sz="1000" dirty="0">
                <a:solidFill>
                  <a:prstClr val="black"/>
                </a:solidFill>
                <a:latin typeface="Arial" panose="020B0604020202020204" pitchFamily="34" charset="0"/>
                <a:ea typeface="Times New Roman" panose="02020603050405020304" pitchFamily="18" charset="0"/>
                <a:cs typeface="Segoe UI" panose="020B0502040204020203" pitchFamily="34" charset="0"/>
              </a:rPr>
              <a:t>, click </a:t>
            </a:r>
            <a:r>
              <a:rPr lang="en-US" sz="1000" b="1" dirty="0">
                <a:solidFill>
                  <a:prstClr val="black"/>
                </a:solidFill>
                <a:latin typeface="Arial" panose="020B0604020202020204" pitchFamily="34" charset="0"/>
                <a:ea typeface="Times New Roman" panose="02020603050405020304" pitchFamily="18" charset="0"/>
                <a:cs typeface="Times New Roman" panose="02020603050405020304" pitchFamily="18" charset="0"/>
              </a:rPr>
              <a:t>Events</a:t>
            </a:r>
            <a:r>
              <a:rPr lang="en-US" sz="1000" dirty="0">
                <a:solidFill>
                  <a:prstClr val="black"/>
                </a:solidFill>
                <a:latin typeface="Arial" panose="020B0604020202020204" pitchFamily="34" charset="0"/>
                <a:ea typeface="Times New Roman" panose="02020603050405020304" pitchFamily="18" charset="0"/>
                <a:cs typeface="Segoe UI" panose="020B0502040204020203" pitchFamily="34" charset="0"/>
              </a:rPr>
              <a:t>.</a:t>
            </a:r>
            <a:endParaRPr lang="en-CA" sz="1000" dirty="0">
              <a:solidFill>
                <a:prstClr val="black"/>
              </a:solidFill>
              <a:latin typeface="Arial" panose="020B0604020202020204" pitchFamily="34" charset="0"/>
              <a:ea typeface="Times New Roman" panose="02020603050405020304" pitchFamily="18" charset="0"/>
              <a:cs typeface="Times New Roman" panose="02020603050405020304" pitchFamily="18" charset="0"/>
            </a:endParaRPr>
          </a:p>
          <a:p>
            <a:pPr marL="338138" lvl="0" indent="-338138">
              <a:lnSpc>
                <a:spcPct val="115000"/>
              </a:lnSpc>
              <a:spcAft>
                <a:spcPts val="300"/>
              </a:spcAft>
              <a:buFont typeface="+mj-lt"/>
              <a:buAutoNum type="arabicPeriod"/>
              <a:tabLst>
                <a:tab pos="338138" algn="l"/>
              </a:tabLst>
            </a:pPr>
            <a:r>
              <a:rPr lang="en-US" sz="1000" dirty="0">
                <a:solidFill>
                  <a:prstClr val="black"/>
                </a:solidFill>
                <a:latin typeface="Arial" panose="020B0604020202020204" pitchFamily="34" charset="0"/>
                <a:ea typeface="Times New Roman" panose="02020603050405020304" pitchFamily="18" charset="0"/>
                <a:cs typeface="Segoe UI" panose="020B0502040204020203" pitchFamily="34" charset="0"/>
              </a:rPr>
              <a:t>In the </a:t>
            </a:r>
            <a:r>
              <a:rPr lang="en-US" sz="1000" b="1" dirty="0">
                <a:solidFill>
                  <a:prstClr val="black"/>
                </a:solidFill>
                <a:latin typeface="Arial" panose="020B0604020202020204" pitchFamily="34" charset="0"/>
                <a:ea typeface="Times New Roman" panose="02020603050405020304" pitchFamily="18" charset="0"/>
                <a:cs typeface="Times New Roman" panose="02020603050405020304" pitchFamily="18" charset="0"/>
              </a:rPr>
              <a:t>DNS ‑ Events Detail View</a:t>
            </a:r>
            <a:r>
              <a:rPr lang="en-US" sz="1000" dirty="0">
                <a:solidFill>
                  <a:prstClr val="black"/>
                </a:solidFill>
                <a:latin typeface="Arial" panose="020B0604020202020204" pitchFamily="34" charset="0"/>
                <a:ea typeface="Times New Roman" panose="02020603050405020304" pitchFamily="18" charset="0"/>
                <a:cs typeface="Times New Roman" panose="02020603050405020304" pitchFamily="18" charset="0"/>
              </a:rPr>
              <a:t> dialog box</a:t>
            </a:r>
            <a:r>
              <a:rPr lang="en-US" sz="1000" dirty="0">
                <a:solidFill>
                  <a:prstClr val="black"/>
                </a:solidFill>
                <a:latin typeface="Arial" panose="020B0604020202020204" pitchFamily="34" charset="0"/>
                <a:ea typeface="Times New Roman" panose="02020603050405020304" pitchFamily="18" charset="0"/>
                <a:cs typeface="Segoe UI" panose="020B0502040204020203" pitchFamily="34" charset="0"/>
              </a:rPr>
              <a:t>, change the time period to </a:t>
            </a:r>
            <a:r>
              <a:rPr lang="en-US" sz="1000" b="1" dirty="0">
                <a:solidFill>
                  <a:prstClr val="black"/>
                </a:solidFill>
                <a:latin typeface="Arial" panose="020B0604020202020204" pitchFamily="34" charset="0"/>
                <a:ea typeface="Times New Roman" panose="02020603050405020304" pitchFamily="18" charset="0"/>
                <a:cs typeface="Times New Roman" panose="02020603050405020304" pitchFamily="18" charset="0"/>
              </a:rPr>
              <a:t>12 hours</a:t>
            </a:r>
            <a:r>
              <a:rPr lang="en-US" sz="1000" dirty="0">
                <a:solidFill>
                  <a:prstClr val="black"/>
                </a:solidFill>
                <a:latin typeface="Arial" panose="020B0604020202020204" pitchFamily="34" charset="0"/>
                <a:ea typeface="Times New Roman" panose="02020603050405020304" pitchFamily="18" charset="0"/>
                <a:cs typeface="Segoe UI" panose="020B0502040204020203" pitchFamily="34" charset="0"/>
              </a:rPr>
              <a:t> and the </a:t>
            </a:r>
            <a:r>
              <a:rPr lang="en-US" sz="1000" b="1" dirty="0">
                <a:solidFill>
                  <a:prstClr val="black"/>
                </a:solidFill>
                <a:latin typeface="Arial" panose="020B0604020202020204" pitchFamily="34" charset="0"/>
                <a:ea typeface="Times New Roman" panose="02020603050405020304" pitchFamily="18" charset="0"/>
                <a:cs typeface="Times New Roman" panose="02020603050405020304" pitchFamily="18" charset="0"/>
              </a:rPr>
              <a:t>Event Sources</a:t>
            </a:r>
            <a:r>
              <a:rPr lang="en-US" sz="1000" dirty="0">
                <a:solidFill>
                  <a:prstClr val="black"/>
                </a:solidFill>
                <a:latin typeface="Arial" panose="020B0604020202020204" pitchFamily="34" charset="0"/>
                <a:ea typeface="Times New Roman" panose="02020603050405020304" pitchFamily="18" charset="0"/>
                <a:cs typeface="Segoe UI" panose="020B0502040204020203" pitchFamily="34" charset="0"/>
              </a:rPr>
              <a:t> to </a:t>
            </a:r>
            <a:r>
              <a:rPr lang="en-US" sz="1000" b="1" dirty="0">
                <a:solidFill>
                  <a:prstClr val="black"/>
                </a:solidFill>
                <a:latin typeface="Arial" panose="020B0604020202020204" pitchFamily="34" charset="0"/>
                <a:ea typeface="Times New Roman" panose="02020603050405020304" pitchFamily="18" charset="0"/>
                <a:cs typeface="Times New Roman" panose="02020603050405020304" pitchFamily="18" charset="0"/>
              </a:rPr>
              <a:t>All</a:t>
            </a:r>
            <a:r>
              <a:rPr lang="en-US" sz="1000" dirty="0">
                <a:solidFill>
                  <a:prstClr val="black"/>
                </a:solidFill>
                <a:latin typeface="Arial" panose="020B0604020202020204" pitchFamily="34" charset="0"/>
                <a:ea typeface="Times New Roman" panose="02020603050405020304" pitchFamily="18" charset="0"/>
                <a:cs typeface="Segoe UI" panose="020B0502040204020203" pitchFamily="34" charset="0"/>
              </a:rPr>
              <a:t>, and then click </a:t>
            </a:r>
            <a:r>
              <a:rPr lang="en-US" sz="1000" b="1" dirty="0">
                <a:solidFill>
                  <a:prstClr val="black"/>
                </a:solidFill>
                <a:latin typeface="Arial" panose="020B0604020202020204" pitchFamily="34" charset="0"/>
                <a:ea typeface="Times New Roman" panose="02020603050405020304" pitchFamily="18" charset="0"/>
                <a:cs typeface="Times New Roman" panose="02020603050405020304" pitchFamily="18" charset="0"/>
              </a:rPr>
              <a:t>OK</a:t>
            </a:r>
            <a:r>
              <a:rPr lang="en-US" sz="1000" dirty="0">
                <a:solidFill>
                  <a:prstClr val="black"/>
                </a:solidFill>
                <a:latin typeface="Arial" panose="020B0604020202020204" pitchFamily="34" charset="0"/>
                <a:ea typeface="Times New Roman" panose="02020603050405020304" pitchFamily="18" charset="0"/>
                <a:cs typeface="Segoe UI" panose="020B0502040204020203" pitchFamily="34" charset="0"/>
              </a:rPr>
              <a:t>.</a:t>
            </a:r>
            <a:endParaRPr lang="en-CA" sz="1000" dirty="0">
              <a:solidFill>
                <a:prstClr val="black"/>
              </a:solidFill>
              <a:latin typeface="Arial" panose="020B0604020202020204" pitchFamily="34" charset="0"/>
              <a:ea typeface="Times New Roman" panose="02020603050405020304" pitchFamily="18" charset="0"/>
              <a:cs typeface="Times New Roman" panose="02020603050405020304" pitchFamily="18" charset="0"/>
            </a:endParaRPr>
          </a:p>
          <a:p>
            <a:pPr marL="338138" lvl="0" indent="-338138">
              <a:lnSpc>
                <a:spcPts val="1300"/>
              </a:lnSpc>
              <a:spcBef>
                <a:spcPts val="900"/>
              </a:spcBef>
              <a:spcAft>
                <a:spcPts val="300"/>
              </a:spcAft>
              <a:tabLst>
                <a:tab pos="338138" algn="l"/>
              </a:tabLst>
            </a:pPr>
            <a:r>
              <a:rPr lang="en-US" sz="1000" b="1" dirty="0">
                <a:solidFill>
                  <a:prstClr val="black"/>
                </a:solidFill>
                <a:latin typeface="Arial" panose="020B0604020202020204" pitchFamily="34" charset="0"/>
                <a:ea typeface="Times New Roman" panose="02020603050405020304" pitchFamily="18" charset="0"/>
                <a:cs typeface="Segoe UI" panose="020B0502040204020203" pitchFamily="34" charset="0"/>
              </a:rPr>
              <a:t>Run the Best Practice Analyzer for a role</a:t>
            </a:r>
            <a:endParaRPr lang="en-CA" sz="1000" b="1" dirty="0">
              <a:solidFill>
                <a:prstClr val="black"/>
              </a:solidFill>
              <a:latin typeface="Arial" panose="020B0604020202020204" pitchFamily="34" charset="0"/>
              <a:ea typeface="Times New Roman" panose="02020603050405020304" pitchFamily="18" charset="0"/>
              <a:cs typeface="Segoe UI" panose="020B0502040204020203" pitchFamily="34" charset="0"/>
            </a:endParaRPr>
          </a:p>
          <a:p>
            <a:pPr marL="338138" lvl="0" indent="-338138">
              <a:lnSpc>
                <a:spcPct val="115000"/>
              </a:lnSpc>
              <a:spcAft>
                <a:spcPts val="300"/>
              </a:spcAft>
              <a:buFont typeface="+mj-lt"/>
              <a:buAutoNum type="arabicPeriod"/>
              <a:tabLst>
                <a:tab pos="338138" algn="l"/>
              </a:tabLst>
            </a:pPr>
            <a:r>
              <a:rPr lang="en-US" sz="1000" dirty="0">
                <a:solidFill>
                  <a:prstClr val="black"/>
                </a:solidFill>
                <a:latin typeface="Arial" panose="020B0604020202020204" pitchFamily="34" charset="0"/>
                <a:ea typeface="Times New Roman" panose="02020603050405020304" pitchFamily="18" charset="0"/>
                <a:cs typeface="Segoe UI" panose="020B0502040204020203" pitchFamily="34" charset="0"/>
              </a:rPr>
              <a:t>In the </a:t>
            </a:r>
            <a:r>
              <a:rPr lang="en-US" sz="1000" dirty="0">
                <a:solidFill>
                  <a:prstClr val="black"/>
                </a:solidFill>
                <a:latin typeface="Arial" panose="020B0604020202020204" pitchFamily="34" charset="0"/>
                <a:ea typeface="Times New Roman" panose="02020603050405020304" pitchFamily="18" charset="0"/>
                <a:cs typeface="Times New Roman" panose="02020603050405020304" pitchFamily="18" charset="0"/>
              </a:rPr>
              <a:t>Roles and Server Groups</a:t>
            </a:r>
            <a:r>
              <a:rPr lang="en-US" sz="1000" dirty="0">
                <a:solidFill>
                  <a:prstClr val="black"/>
                </a:solidFill>
                <a:latin typeface="Arial" panose="020B0604020202020204" pitchFamily="34" charset="0"/>
                <a:ea typeface="Times New Roman" panose="02020603050405020304" pitchFamily="18" charset="0"/>
                <a:cs typeface="Segoe UI" panose="020B0502040204020203" pitchFamily="34" charset="0"/>
              </a:rPr>
              <a:t> area, under </a:t>
            </a:r>
            <a:r>
              <a:rPr lang="en-US" sz="1000" dirty="0">
                <a:solidFill>
                  <a:prstClr val="black"/>
                </a:solidFill>
                <a:latin typeface="Arial" panose="020B0604020202020204" pitchFamily="34" charset="0"/>
                <a:ea typeface="Times New Roman" panose="02020603050405020304" pitchFamily="18" charset="0"/>
                <a:cs typeface="Times New Roman" panose="02020603050405020304" pitchFamily="18" charset="0"/>
              </a:rPr>
              <a:t>DNS</a:t>
            </a:r>
            <a:r>
              <a:rPr lang="en-US" sz="1000" dirty="0">
                <a:solidFill>
                  <a:prstClr val="black"/>
                </a:solidFill>
                <a:latin typeface="Arial" panose="020B0604020202020204" pitchFamily="34" charset="0"/>
                <a:ea typeface="Times New Roman" panose="02020603050405020304" pitchFamily="18" charset="0"/>
                <a:cs typeface="Segoe UI" panose="020B0502040204020203" pitchFamily="34" charset="0"/>
              </a:rPr>
              <a:t>, click </a:t>
            </a:r>
            <a:r>
              <a:rPr lang="en-US" sz="1000" b="1" dirty="0">
                <a:solidFill>
                  <a:prstClr val="black"/>
                </a:solidFill>
                <a:latin typeface="Arial" panose="020B0604020202020204" pitchFamily="34" charset="0"/>
                <a:ea typeface="Times New Roman" panose="02020603050405020304" pitchFamily="18" charset="0"/>
                <a:cs typeface="Times New Roman" panose="02020603050405020304" pitchFamily="18" charset="0"/>
              </a:rPr>
              <a:t>BPA</a:t>
            </a:r>
            <a:r>
              <a:rPr lang="en-US" sz="1000" dirty="0">
                <a:solidFill>
                  <a:prstClr val="black"/>
                </a:solidFill>
                <a:latin typeface="Arial" panose="020B0604020202020204" pitchFamily="34" charset="0"/>
                <a:ea typeface="Times New Roman" panose="02020603050405020304" pitchFamily="18" charset="0"/>
                <a:cs typeface="Segoe UI" panose="020B0502040204020203" pitchFamily="34" charset="0"/>
              </a:rPr>
              <a:t> </a:t>
            </a:r>
            <a:r>
              <a:rPr lang="en-US" sz="1000" b="1" dirty="0">
                <a:solidFill>
                  <a:prstClr val="black"/>
                </a:solidFill>
                <a:latin typeface="Arial" panose="020B0604020202020204" pitchFamily="34" charset="0"/>
                <a:ea typeface="Times New Roman" panose="02020603050405020304" pitchFamily="18" charset="0"/>
                <a:cs typeface="Times New Roman" panose="02020603050405020304" pitchFamily="18" charset="0"/>
              </a:rPr>
              <a:t>results</a:t>
            </a:r>
            <a:r>
              <a:rPr lang="en-US" sz="1000" dirty="0">
                <a:solidFill>
                  <a:prstClr val="black"/>
                </a:solidFill>
                <a:latin typeface="Arial" panose="020B0604020202020204" pitchFamily="34" charset="0"/>
                <a:ea typeface="Times New Roman" panose="02020603050405020304" pitchFamily="18" charset="0"/>
                <a:cs typeface="Segoe UI" panose="020B0502040204020203" pitchFamily="34" charset="0"/>
              </a:rPr>
              <a:t>.</a:t>
            </a:r>
            <a:endParaRPr lang="en-CA" sz="1000" dirty="0">
              <a:solidFill>
                <a:prstClr val="black"/>
              </a:solidFill>
              <a:latin typeface="Arial" panose="020B0604020202020204" pitchFamily="34" charset="0"/>
              <a:ea typeface="Times New Roman" panose="02020603050405020304" pitchFamily="18" charset="0"/>
              <a:cs typeface="Times New Roman" panose="02020603050405020304" pitchFamily="18" charset="0"/>
            </a:endParaRPr>
          </a:p>
          <a:p>
            <a:pPr marL="338138" lvl="0" indent="-338138">
              <a:lnSpc>
                <a:spcPct val="115000"/>
              </a:lnSpc>
              <a:spcAft>
                <a:spcPts val="300"/>
              </a:spcAft>
              <a:buFont typeface="+mj-lt"/>
              <a:buAutoNum type="arabicPeriod"/>
              <a:tabLst>
                <a:tab pos="338138" algn="l"/>
              </a:tabLst>
            </a:pPr>
            <a:r>
              <a:rPr lang="en-US" sz="1000" dirty="0">
                <a:solidFill>
                  <a:prstClr val="black"/>
                </a:solidFill>
                <a:latin typeface="Arial" panose="020B0604020202020204" pitchFamily="34" charset="0"/>
                <a:ea typeface="Times New Roman" panose="02020603050405020304" pitchFamily="18" charset="0"/>
                <a:cs typeface="Segoe UI" panose="020B0502040204020203" pitchFamily="34" charset="0"/>
              </a:rPr>
              <a:t>In the </a:t>
            </a:r>
            <a:r>
              <a:rPr lang="en-US" sz="1000" b="1" dirty="0">
                <a:solidFill>
                  <a:prstClr val="black"/>
                </a:solidFill>
                <a:latin typeface="Arial" panose="020B0604020202020204" pitchFamily="34" charset="0"/>
                <a:ea typeface="Times New Roman" panose="02020603050405020304" pitchFamily="18" charset="0"/>
                <a:cs typeface="Times New Roman" panose="02020603050405020304" pitchFamily="18" charset="0"/>
              </a:rPr>
              <a:t>DNS ‑ BPA Results Detail View</a:t>
            </a:r>
            <a:r>
              <a:rPr lang="en-US" sz="1000" dirty="0">
                <a:solidFill>
                  <a:prstClr val="black"/>
                </a:solidFill>
                <a:latin typeface="Arial" panose="020B0604020202020204" pitchFamily="34" charset="0"/>
                <a:ea typeface="Times New Roman" panose="02020603050405020304" pitchFamily="18" charset="0"/>
                <a:cs typeface="Segoe UI" panose="020B0502040204020203" pitchFamily="34" charset="0"/>
              </a:rPr>
              <a:t> dialog box, click the </a:t>
            </a:r>
            <a:r>
              <a:rPr lang="en-US" sz="1000" b="1" dirty="0">
                <a:solidFill>
                  <a:prstClr val="black"/>
                </a:solidFill>
                <a:latin typeface="Arial" panose="020B0604020202020204" pitchFamily="34" charset="0"/>
                <a:ea typeface="Times New Roman" panose="02020603050405020304" pitchFamily="18" charset="0"/>
                <a:cs typeface="Times New Roman" panose="02020603050405020304" pitchFamily="18" charset="0"/>
              </a:rPr>
              <a:t>Severity Levels</a:t>
            </a:r>
            <a:r>
              <a:rPr lang="en-US" sz="1000" dirty="0">
                <a:solidFill>
                  <a:prstClr val="black"/>
                </a:solidFill>
                <a:latin typeface="Arial" panose="020B0604020202020204" pitchFamily="34" charset="0"/>
                <a:ea typeface="Times New Roman" panose="02020603050405020304" pitchFamily="18" charset="0"/>
                <a:cs typeface="Segoe UI" panose="020B0502040204020203" pitchFamily="34" charset="0"/>
              </a:rPr>
              <a:t> drop‑down menu, click </a:t>
            </a:r>
            <a:r>
              <a:rPr lang="en-US" sz="1000" b="1" dirty="0">
                <a:solidFill>
                  <a:prstClr val="black"/>
                </a:solidFill>
                <a:latin typeface="Arial" panose="020B0604020202020204" pitchFamily="34" charset="0"/>
                <a:ea typeface="Times New Roman" panose="02020603050405020304" pitchFamily="18" charset="0"/>
                <a:cs typeface="Times New Roman" panose="02020603050405020304" pitchFamily="18" charset="0"/>
              </a:rPr>
              <a:t>All</a:t>
            </a:r>
            <a:r>
              <a:rPr lang="en-US" sz="1000" dirty="0">
                <a:solidFill>
                  <a:prstClr val="black"/>
                </a:solidFill>
                <a:latin typeface="Arial" panose="020B0604020202020204" pitchFamily="34" charset="0"/>
                <a:ea typeface="Times New Roman" panose="02020603050405020304" pitchFamily="18" charset="0"/>
                <a:cs typeface="Segoe UI" panose="020B0502040204020203" pitchFamily="34" charset="0"/>
              </a:rPr>
              <a:t>, and then click </a:t>
            </a:r>
            <a:r>
              <a:rPr lang="en-US" sz="1000" b="1" dirty="0">
                <a:solidFill>
                  <a:prstClr val="black"/>
                </a:solidFill>
                <a:latin typeface="Arial" panose="020B0604020202020204" pitchFamily="34" charset="0"/>
                <a:ea typeface="Times New Roman" panose="02020603050405020304" pitchFamily="18" charset="0"/>
                <a:cs typeface="Times New Roman" panose="02020603050405020304" pitchFamily="18" charset="0"/>
              </a:rPr>
              <a:t>OK</a:t>
            </a:r>
            <a:r>
              <a:rPr lang="en-US" sz="1000" dirty="0">
                <a:solidFill>
                  <a:prstClr val="black"/>
                </a:solidFill>
                <a:latin typeface="Arial" panose="020B0604020202020204" pitchFamily="34" charset="0"/>
                <a:ea typeface="Times New Roman" panose="02020603050405020304" pitchFamily="18" charset="0"/>
                <a:cs typeface="Segoe UI" panose="020B0502040204020203" pitchFamily="34" charset="0"/>
              </a:rPr>
              <a:t>.</a:t>
            </a:r>
            <a:endParaRPr lang="en-CA" sz="1000" dirty="0">
              <a:solidFill>
                <a:prstClr val="black"/>
              </a:solidFill>
              <a:latin typeface="Arial" panose="020B0604020202020204" pitchFamily="34" charset="0"/>
              <a:ea typeface="Times New Roman" panose="02020603050405020304" pitchFamily="18" charset="0"/>
              <a:cs typeface="Times New Roman" panose="02020603050405020304" pitchFamily="18" charset="0"/>
            </a:endParaRPr>
          </a:p>
          <a:p>
            <a:pPr marL="338138" lvl="0" indent="-338138">
              <a:lnSpc>
                <a:spcPts val="1300"/>
              </a:lnSpc>
              <a:spcBef>
                <a:spcPts val="900"/>
              </a:spcBef>
              <a:spcAft>
                <a:spcPts val="300"/>
              </a:spcAft>
              <a:tabLst>
                <a:tab pos="338138" algn="l"/>
              </a:tabLst>
            </a:pPr>
            <a:r>
              <a:rPr lang="en-US" sz="1000" b="1" dirty="0">
                <a:solidFill>
                  <a:prstClr val="black"/>
                </a:solidFill>
                <a:latin typeface="Arial" panose="020B0604020202020204" pitchFamily="34" charset="0"/>
                <a:ea typeface="Times New Roman" panose="02020603050405020304" pitchFamily="18" charset="0"/>
                <a:cs typeface="Segoe UI" panose="020B0502040204020203" pitchFamily="34" charset="0"/>
              </a:rPr>
              <a:t>List the tools available in Server Manager</a:t>
            </a:r>
            <a:endParaRPr lang="en-CA" sz="1000" b="1" dirty="0">
              <a:solidFill>
                <a:prstClr val="black"/>
              </a:solidFill>
              <a:latin typeface="Arial" panose="020B0604020202020204" pitchFamily="34" charset="0"/>
              <a:ea typeface="Times New Roman" panose="02020603050405020304" pitchFamily="18" charset="0"/>
              <a:cs typeface="Segoe UI" panose="020B0502040204020203" pitchFamily="34" charset="0"/>
            </a:endParaRPr>
          </a:p>
          <a:p>
            <a:pPr marL="338138" lvl="0" indent="-338138">
              <a:lnSpc>
                <a:spcPct val="115000"/>
              </a:lnSpc>
              <a:spcAft>
                <a:spcPts val="300"/>
              </a:spcAft>
              <a:buFont typeface="+mj-lt"/>
              <a:buAutoNum type="arabicPeriod"/>
              <a:tabLst>
                <a:tab pos="338138" algn="l"/>
              </a:tabLst>
            </a:pPr>
            <a:r>
              <a:rPr lang="en-US" sz="1000" dirty="0">
                <a:solidFill>
                  <a:prstClr val="black"/>
                </a:solidFill>
                <a:latin typeface="Arial" panose="020B0604020202020204" pitchFamily="34" charset="0"/>
                <a:ea typeface="Times New Roman" panose="02020603050405020304" pitchFamily="18" charset="0"/>
                <a:cs typeface="Segoe UI" panose="020B0502040204020203" pitchFamily="34" charset="0"/>
              </a:rPr>
              <a:t>In the </a:t>
            </a:r>
            <a:r>
              <a:rPr lang="en-US" sz="1000" dirty="0">
                <a:solidFill>
                  <a:prstClr val="black"/>
                </a:solidFill>
                <a:latin typeface="Arial" panose="020B0604020202020204" pitchFamily="34" charset="0"/>
                <a:ea typeface="Times New Roman" panose="02020603050405020304" pitchFamily="18" charset="0"/>
                <a:cs typeface="Times New Roman" panose="02020603050405020304" pitchFamily="18" charset="0"/>
              </a:rPr>
              <a:t>Server Manager</a:t>
            </a:r>
            <a:r>
              <a:rPr lang="en-US" sz="1000" dirty="0">
                <a:solidFill>
                  <a:prstClr val="black"/>
                </a:solidFill>
                <a:latin typeface="Arial" panose="020B0604020202020204" pitchFamily="34" charset="0"/>
                <a:ea typeface="Times New Roman" panose="02020603050405020304" pitchFamily="18" charset="0"/>
                <a:cs typeface="Segoe UI" panose="020B0502040204020203" pitchFamily="34" charset="0"/>
              </a:rPr>
              <a:t> console, click the </a:t>
            </a:r>
            <a:r>
              <a:rPr lang="en-US" sz="1000" b="1" dirty="0">
                <a:solidFill>
                  <a:prstClr val="black"/>
                </a:solidFill>
                <a:latin typeface="Arial" panose="020B0604020202020204" pitchFamily="34" charset="0"/>
                <a:ea typeface="Times New Roman" panose="02020603050405020304" pitchFamily="18" charset="0"/>
                <a:cs typeface="Times New Roman" panose="02020603050405020304" pitchFamily="18" charset="0"/>
              </a:rPr>
              <a:t>Tools</a:t>
            </a:r>
            <a:r>
              <a:rPr lang="en-US" sz="1000" dirty="0">
                <a:solidFill>
                  <a:prstClr val="black"/>
                </a:solidFill>
                <a:latin typeface="Arial" panose="020B0604020202020204" pitchFamily="34" charset="0"/>
                <a:ea typeface="Times New Roman" panose="02020603050405020304" pitchFamily="18" charset="0"/>
                <a:cs typeface="Segoe UI" panose="020B0502040204020203" pitchFamily="34" charset="0"/>
              </a:rPr>
              <a:t> menu, and review the tools that are installed on </a:t>
            </a:r>
            <a:r>
              <a:rPr lang="en-US" sz="1000" b="1" dirty="0">
                <a:solidFill>
                  <a:prstClr val="black"/>
                </a:solidFill>
                <a:latin typeface="Arial" panose="020B0604020202020204" pitchFamily="34" charset="0"/>
                <a:ea typeface="Times New Roman" panose="02020603050405020304" pitchFamily="18" charset="0"/>
                <a:cs typeface="Times New Roman" panose="02020603050405020304" pitchFamily="18" charset="0"/>
              </a:rPr>
              <a:t>LON‑DC1</a:t>
            </a:r>
            <a:r>
              <a:rPr lang="en-US" sz="1000" dirty="0">
                <a:solidFill>
                  <a:prstClr val="black"/>
                </a:solidFill>
                <a:latin typeface="Arial" panose="020B0604020202020204" pitchFamily="34" charset="0"/>
                <a:ea typeface="Times New Roman" panose="02020603050405020304" pitchFamily="18" charset="0"/>
                <a:cs typeface="Segoe UI" panose="020B0502040204020203" pitchFamily="34" charset="0"/>
              </a:rPr>
              <a:t>.</a:t>
            </a:r>
            <a:endParaRPr lang="en-CA" sz="1000" dirty="0">
              <a:solidFill>
                <a:prstClr val="black"/>
              </a:solidFill>
              <a:latin typeface="Arial" panose="020B0604020202020204" pitchFamily="34" charset="0"/>
              <a:ea typeface="Times New Roman" panose="02020603050405020304" pitchFamily="18" charset="0"/>
              <a:cs typeface="Times New Roman" panose="02020603050405020304" pitchFamily="18" charset="0"/>
            </a:endParaRPr>
          </a:p>
          <a:p>
            <a:pPr marL="338138" lvl="0" indent="-338138">
              <a:lnSpc>
                <a:spcPct val="115000"/>
              </a:lnSpc>
              <a:spcAft>
                <a:spcPts val="300"/>
              </a:spcAft>
              <a:buFont typeface="+mj-lt"/>
              <a:buAutoNum type="arabicPeriod"/>
              <a:tabLst>
                <a:tab pos="338138" algn="l"/>
              </a:tabLst>
            </a:pPr>
            <a:r>
              <a:rPr lang="en-US" sz="1000" dirty="0">
                <a:solidFill>
                  <a:prstClr val="black"/>
                </a:solidFill>
                <a:latin typeface="Arial" panose="020B0604020202020204" pitchFamily="34" charset="0"/>
                <a:ea typeface="Times New Roman" panose="02020603050405020304" pitchFamily="18" charset="0"/>
                <a:cs typeface="Segoe UI" panose="020B0502040204020203" pitchFamily="34" charset="0"/>
              </a:rPr>
              <a:t>Press the </a:t>
            </a:r>
            <a:r>
              <a:rPr lang="en-US" sz="1000" b="1" dirty="0">
                <a:solidFill>
                  <a:prstClr val="black"/>
                </a:solidFill>
                <a:latin typeface="Arial" panose="020B0604020202020204" pitchFamily="34" charset="0"/>
                <a:ea typeface="Times New Roman" panose="02020603050405020304" pitchFamily="18" charset="0"/>
                <a:cs typeface="Times New Roman" panose="02020603050405020304" pitchFamily="18" charset="0"/>
              </a:rPr>
              <a:t>Windows logo key</a:t>
            </a:r>
            <a:r>
              <a:rPr lang="en-US" sz="1000" dirty="0">
                <a:solidFill>
                  <a:prstClr val="black"/>
                </a:solidFill>
                <a:latin typeface="Arial" panose="020B0604020202020204" pitchFamily="34" charset="0"/>
                <a:ea typeface="Times New Roman" panose="02020603050405020304" pitchFamily="18" charset="0"/>
                <a:cs typeface="Segoe UI" panose="020B0502040204020203" pitchFamily="34" charset="0"/>
              </a:rPr>
              <a:t> to open the Start menu.</a:t>
            </a:r>
          </a:p>
          <a:p>
            <a:pPr marL="338138" lvl="0" indent="-338138">
              <a:lnSpc>
                <a:spcPts val="1300"/>
              </a:lnSpc>
              <a:spcBef>
                <a:spcPts val="900"/>
              </a:spcBef>
              <a:spcAft>
                <a:spcPts val="300"/>
              </a:spcAft>
              <a:tabLst>
                <a:tab pos="338138" algn="l"/>
              </a:tabLst>
            </a:pPr>
            <a:r>
              <a:rPr lang="en-US" sz="1000" b="1" dirty="0">
                <a:solidFill>
                  <a:prstClr val="black"/>
                </a:solidFill>
                <a:latin typeface="Arial" panose="020B0604020202020204" pitchFamily="34" charset="0"/>
                <a:ea typeface="Times New Roman" panose="02020603050405020304" pitchFamily="18" charset="0"/>
                <a:cs typeface="Segoe UI" panose="020B0502040204020203" pitchFamily="34" charset="0"/>
              </a:rPr>
              <a:t>Sign out the currently signed‑in user</a:t>
            </a:r>
            <a:endParaRPr lang="en-CA" sz="1000" b="1" dirty="0">
              <a:solidFill>
                <a:prstClr val="black"/>
              </a:solidFill>
              <a:latin typeface="Arial" panose="020B0604020202020204" pitchFamily="34" charset="0"/>
              <a:ea typeface="Times New Roman" panose="02020603050405020304" pitchFamily="18" charset="0"/>
              <a:cs typeface="Segoe UI" panose="020B0502040204020203" pitchFamily="34" charset="0"/>
            </a:endParaRPr>
          </a:p>
          <a:p>
            <a:pPr marL="338138" lvl="0" indent="-338138">
              <a:lnSpc>
                <a:spcPct val="115000"/>
              </a:lnSpc>
              <a:spcAft>
                <a:spcPts val="300"/>
              </a:spcAft>
              <a:buFont typeface="+mj-lt"/>
              <a:buAutoNum type="arabicPeriod"/>
              <a:tabLst>
                <a:tab pos="338138" algn="l"/>
              </a:tabLst>
            </a:pPr>
            <a:r>
              <a:rPr lang="en-US" sz="1000" dirty="0">
                <a:solidFill>
                  <a:prstClr val="black"/>
                </a:solidFill>
                <a:latin typeface="Arial" panose="020B0604020202020204" pitchFamily="34" charset="0"/>
                <a:ea typeface="Times New Roman" panose="02020603050405020304" pitchFamily="18" charset="0"/>
                <a:cs typeface="Segoe UI" panose="020B0502040204020203" pitchFamily="34" charset="0"/>
              </a:rPr>
              <a:t>In the Start screen, click </a:t>
            </a:r>
            <a:r>
              <a:rPr lang="en-US" sz="1000" b="1" dirty="0">
                <a:solidFill>
                  <a:prstClr val="black"/>
                </a:solidFill>
                <a:latin typeface="Arial" panose="020B0604020202020204" pitchFamily="34" charset="0"/>
                <a:ea typeface="Times New Roman" panose="02020603050405020304" pitchFamily="18" charset="0"/>
                <a:cs typeface="Times New Roman" panose="02020603050405020304" pitchFamily="18" charset="0"/>
              </a:rPr>
              <a:t>Administrator</a:t>
            </a:r>
            <a:r>
              <a:rPr lang="en-US" sz="1000" dirty="0">
                <a:solidFill>
                  <a:prstClr val="black"/>
                </a:solidFill>
                <a:latin typeface="Arial" panose="020B0604020202020204" pitchFamily="34" charset="0"/>
                <a:ea typeface="Times New Roman" panose="02020603050405020304" pitchFamily="18" charset="0"/>
                <a:cs typeface="Segoe UI" panose="020B0502040204020203" pitchFamily="34" charset="0"/>
              </a:rPr>
              <a:t>, and then click </a:t>
            </a:r>
            <a:r>
              <a:rPr lang="en-US" sz="1000" b="1" dirty="0">
                <a:solidFill>
                  <a:prstClr val="black"/>
                </a:solidFill>
                <a:latin typeface="Arial" panose="020B0604020202020204" pitchFamily="34" charset="0"/>
                <a:ea typeface="Times New Roman" panose="02020603050405020304" pitchFamily="18" charset="0"/>
                <a:cs typeface="Times New Roman" panose="02020603050405020304" pitchFamily="18" charset="0"/>
              </a:rPr>
              <a:t>Sign Out</a:t>
            </a:r>
            <a:r>
              <a:rPr lang="en-US" sz="1000" dirty="0">
                <a:solidFill>
                  <a:prstClr val="black"/>
                </a:solidFill>
                <a:latin typeface="Arial" panose="020B0604020202020204" pitchFamily="34" charset="0"/>
                <a:ea typeface="Times New Roman" panose="02020603050405020304" pitchFamily="18" charset="0"/>
                <a:cs typeface="Segoe UI" panose="020B0502040204020203" pitchFamily="34" charset="0"/>
              </a:rPr>
              <a:t>.</a:t>
            </a:r>
            <a:endParaRPr lang="en-CA" sz="1000" dirty="0">
              <a:solidFill>
                <a:prstClr val="black"/>
              </a:solidFill>
              <a:latin typeface="Arial" panose="020B0604020202020204" pitchFamily="34" charset="0"/>
              <a:ea typeface="Times New Roman" panose="02020603050405020304" pitchFamily="18" charset="0"/>
              <a:cs typeface="Times New Roman" panose="02020603050405020304" pitchFamily="18" charset="0"/>
            </a:endParaRPr>
          </a:p>
          <a:p>
            <a:pPr marL="338138" lvl="0" indent="-338138">
              <a:lnSpc>
                <a:spcPct val="115000"/>
              </a:lnSpc>
              <a:spcAft>
                <a:spcPts val="300"/>
              </a:spcAft>
              <a:buFont typeface="+mj-lt"/>
              <a:buAutoNum type="arabicPeriod"/>
              <a:tabLst>
                <a:tab pos="338138" algn="l"/>
              </a:tabLst>
            </a:pPr>
            <a:r>
              <a:rPr lang="en-US" sz="1000" dirty="0">
                <a:solidFill>
                  <a:prstClr val="black"/>
                </a:solidFill>
                <a:latin typeface="Arial" panose="020B0604020202020204" pitchFamily="34" charset="0"/>
                <a:ea typeface="Times New Roman" panose="02020603050405020304" pitchFamily="18" charset="0"/>
                <a:cs typeface="Segoe UI" panose="020B0502040204020203" pitchFamily="34" charset="0"/>
              </a:rPr>
              <a:t>Sign back in to </a:t>
            </a:r>
            <a:r>
              <a:rPr lang="en-US" sz="1000" b="1" dirty="0">
                <a:solidFill>
                  <a:prstClr val="black"/>
                </a:solidFill>
                <a:latin typeface="Arial" panose="020B0604020202020204" pitchFamily="34" charset="0"/>
                <a:ea typeface="Times New Roman" panose="02020603050405020304" pitchFamily="18" charset="0"/>
                <a:cs typeface="Times New Roman" panose="02020603050405020304" pitchFamily="18" charset="0"/>
              </a:rPr>
              <a:t>LON‑DC1</a:t>
            </a:r>
            <a:r>
              <a:rPr lang="en-US" sz="1000" dirty="0">
                <a:solidFill>
                  <a:prstClr val="black"/>
                </a:solidFill>
                <a:latin typeface="Arial" panose="020B0604020202020204" pitchFamily="34" charset="0"/>
                <a:ea typeface="Times New Roman" panose="02020603050405020304" pitchFamily="18" charset="0"/>
                <a:cs typeface="Segoe UI" panose="020B0502040204020203" pitchFamily="34" charset="0"/>
              </a:rPr>
              <a:t> using the </a:t>
            </a:r>
            <a:r>
              <a:rPr lang="en-US" sz="1000" b="1" dirty="0" err="1">
                <a:solidFill>
                  <a:prstClr val="black"/>
                </a:solidFill>
                <a:latin typeface="Arial" panose="020B0604020202020204" pitchFamily="34" charset="0"/>
                <a:ea typeface="Times New Roman" panose="02020603050405020304" pitchFamily="18" charset="0"/>
                <a:cs typeface="Times New Roman" panose="02020603050405020304" pitchFamily="18" charset="0"/>
              </a:rPr>
              <a:t>Adatum</a:t>
            </a:r>
            <a:r>
              <a:rPr lang="en-US" sz="1000" b="1" dirty="0">
                <a:solidFill>
                  <a:prstClr val="black"/>
                </a:solidFill>
                <a:latin typeface="Arial" panose="020B0604020202020204" pitchFamily="34" charset="0"/>
                <a:ea typeface="Times New Roman" panose="02020603050405020304" pitchFamily="18" charset="0"/>
                <a:cs typeface="Times New Roman" panose="02020603050405020304" pitchFamily="18" charset="0"/>
              </a:rPr>
              <a:t>\Administrator</a:t>
            </a:r>
            <a:r>
              <a:rPr lang="en-US" sz="1000" dirty="0">
                <a:solidFill>
                  <a:prstClr val="black"/>
                </a:solidFill>
                <a:latin typeface="Arial" panose="020B0604020202020204" pitchFamily="34" charset="0"/>
                <a:ea typeface="Times New Roman" panose="02020603050405020304" pitchFamily="18" charset="0"/>
                <a:cs typeface="Segoe UI" panose="020B0502040204020203" pitchFamily="34" charset="0"/>
              </a:rPr>
              <a:t> account and the password </a:t>
            </a:r>
            <a:r>
              <a:rPr lang="en-US" sz="1000" b="1" dirty="0">
                <a:solidFill>
                  <a:prstClr val="black"/>
                </a:solidFill>
                <a:latin typeface="Arial" panose="020B0604020202020204" pitchFamily="34" charset="0"/>
                <a:ea typeface="Times New Roman" panose="02020603050405020304" pitchFamily="18" charset="0"/>
                <a:cs typeface="Times New Roman" panose="02020603050405020304" pitchFamily="18" charset="0"/>
              </a:rPr>
              <a:t>Pa$$w0rd</a:t>
            </a:r>
            <a:r>
              <a:rPr lang="en-US" sz="1000" dirty="0">
                <a:solidFill>
                  <a:prstClr val="black"/>
                </a:solidFill>
                <a:latin typeface="Arial" panose="020B0604020202020204" pitchFamily="34" charset="0"/>
                <a:ea typeface="Times New Roman" panose="02020603050405020304" pitchFamily="18" charset="0"/>
                <a:cs typeface="Segoe UI" panose="020B0502040204020203" pitchFamily="34" charset="0"/>
              </a:rPr>
              <a:t>.</a:t>
            </a:r>
            <a:endParaRPr lang="en-CA" sz="1000" dirty="0">
              <a:solidFill>
                <a:prstClr val="black"/>
              </a:solidFill>
              <a:latin typeface="Arial" panose="020B0604020202020204" pitchFamily="34" charset="0"/>
              <a:ea typeface="Times New Roman" panose="02020603050405020304" pitchFamily="18" charset="0"/>
              <a:cs typeface="Times New Roman" panose="02020603050405020304" pitchFamily="18" charset="0"/>
            </a:endParaRPr>
          </a:p>
          <a:p>
            <a:pPr marL="338138" lvl="0" indent="-338138">
              <a:lnSpc>
                <a:spcPts val="1300"/>
              </a:lnSpc>
              <a:spcBef>
                <a:spcPts val="900"/>
              </a:spcBef>
              <a:spcAft>
                <a:spcPts val="300"/>
              </a:spcAft>
              <a:tabLst>
                <a:tab pos="338138" algn="l"/>
              </a:tabLst>
            </a:pPr>
            <a:r>
              <a:rPr lang="en-US" sz="1000" b="1" dirty="0">
                <a:solidFill>
                  <a:prstClr val="black"/>
                </a:solidFill>
                <a:latin typeface="Arial" panose="020B0604020202020204" pitchFamily="34" charset="0"/>
                <a:ea typeface="Times New Roman" panose="02020603050405020304" pitchFamily="18" charset="0"/>
                <a:cs typeface="Segoe UI" panose="020B0502040204020203" pitchFamily="34" charset="0"/>
              </a:rPr>
              <a:t>Restart Windows Server 2012</a:t>
            </a:r>
            <a:endParaRPr lang="en-CA" sz="1000" b="1" dirty="0">
              <a:solidFill>
                <a:prstClr val="black"/>
              </a:solidFill>
              <a:latin typeface="Arial" panose="020B0604020202020204" pitchFamily="34" charset="0"/>
              <a:ea typeface="Times New Roman" panose="02020603050405020304" pitchFamily="18" charset="0"/>
              <a:cs typeface="Segoe UI" panose="020B0502040204020203" pitchFamily="34" charset="0"/>
            </a:endParaRPr>
          </a:p>
          <a:p>
            <a:pPr marL="338138" lvl="0" indent="-338138">
              <a:lnSpc>
                <a:spcPct val="115000"/>
              </a:lnSpc>
              <a:spcAft>
                <a:spcPts val="300"/>
              </a:spcAft>
              <a:tabLst>
                <a:tab pos="338138" algn="l"/>
              </a:tabLst>
            </a:pPr>
            <a:r>
              <a:rPr lang="en-US" sz="1000" dirty="0">
                <a:solidFill>
                  <a:prstClr val="black"/>
                </a:solidFill>
                <a:latin typeface="Arial" panose="020B0604020202020204" pitchFamily="34" charset="0"/>
                <a:ea typeface="Times New Roman" panose="02020603050405020304" pitchFamily="18" charset="0"/>
                <a:cs typeface="Segoe UI" panose="020B0502040204020203" pitchFamily="34" charset="0"/>
              </a:rPr>
              <a:t>1.	On the taskbar, click the </a:t>
            </a:r>
            <a:r>
              <a:rPr lang="en-US" sz="1000" b="1" dirty="0">
                <a:solidFill>
                  <a:prstClr val="black"/>
                </a:solidFill>
                <a:latin typeface="Arial" panose="020B0604020202020204" pitchFamily="34" charset="0"/>
                <a:ea typeface="Times New Roman" panose="02020603050405020304" pitchFamily="18" charset="0"/>
                <a:cs typeface="Times New Roman" panose="02020603050405020304" pitchFamily="18" charset="0"/>
              </a:rPr>
              <a:t>Windows PowerShell</a:t>
            </a:r>
            <a:r>
              <a:rPr lang="en-US" sz="1000" dirty="0">
                <a:solidFill>
                  <a:prstClr val="black"/>
                </a:solidFill>
                <a:latin typeface="Arial" panose="020B0604020202020204" pitchFamily="34" charset="0"/>
                <a:ea typeface="Times New Roman" panose="02020603050405020304" pitchFamily="18" charset="0"/>
                <a:cs typeface="Segoe UI" panose="020B0502040204020203" pitchFamily="34" charset="0"/>
              </a:rPr>
              <a:t> icon.</a:t>
            </a:r>
            <a:endParaRPr lang="en-CA" sz="1000" dirty="0">
              <a:solidFill>
                <a:prstClr val="black"/>
              </a:solidFill>
              <a:latin typeface="Arial" panose="020B0604020202020204" pitchFamily="34" charset="0"/>
              <a:ea typeface="Times New Roman" panose="02020603050405020304" pitchFamily="18" charset="0"/>
              <a:cs typeface="Times New Roman" panose="02020603050405020304" pitchFamily="18" charset="0"/>
            </a:endParaRPr>
          </a:p>
          <a:p>
            <a:pPr marL="338138" lvl="0" indent="-338138">
              <a:lnSpc>
                <a:spcPct val="115000"/>
              </a:lnSpc>
              <a:spcAft>
                <a:spcPts val="300"/>
              </a:spcAft>
              <a:tabLst>
                <a:tab pos="338138" algn="l"/>
              </a:tabLst>
            </a:pPr>
            <a:r>
              <a:rPr lang="en-US" sz="1000" dirty="0">
                <a:solidFill>
                  <a:prstClr val="black"/>
                </a:solidFill>
                <a:latin typeface="Arial" panose="020B0604020202020204" pitchFamily="34" charset="0"/>
                <a:ea typeface="Times New Roman" panose="02020603050405020304" pitchFamily="18" charset="0"/>
                <a:cs typeface="Segoe UI" panose="020B0502040204020203" pitchFamily="34" charset="0"/>
              </a:rPr>
              <a:t>2.	In the Windows PowerShell window, type the following command, and then press Enter:</a:t>
            </a:r>
            <a:endParaRPr lang="en-CA" sz="1000" dirty="0">
              <a:solidFill>
                <a:prstClr val="black"/>
              </a:solidFill>
              <a:latin typeface="Arial" panose="020B0604020202020204" pitchFamily="34" charset="0"/>
              <a:ea typeface="Times New Roman" panose="02020603050405020304" pitchFamily="18" charset="0"/>
              <a:cs typeface="Times New Roman" panose="02020603050405020304" pitchFamily="18" charset="0"/>
            </a:endParaRPr>
          </a:p>
          <a:p>
            <a:pPr marL="338138" lvl="0" indent="-338138">
              <a:lnSpc>
                <a:spcPts val="1000"/>
              </a:lnSpc>
              <a:spcBef>
                <a:spcPts val="600"/>
              </a:spcBef>
              <a:spcAft>
                <a:spcPts val="300"/>
              </a:spcAft>
              <a:tabLst>
                <a:tab pos="338138" algn="l"/>
              </a:tabLst>
            </a:pPr>
            <a:r>
              <a:rPr lang="en-US" sz="1000" b="1" dirty="0">
                <a:solidFill>
                  <a:prstClr val="black"/>
                </a:solidFill>
                <a:latin typeface="Lucida Sans Typewriter" panose="020B0509030504030204" pitchFamily="49" charset="0"/>
                <a:ea typeface="Times New Roman" panose="02020603050405020304" pitchFamily="18" charset="0"/>
                <a:cs typeface="Times New Roman" panose="02020603050405020304" pitchFamily="18" charset="0"/>
              </a:rPr>
              <a:t>	Shutdown /r /t 5</a:t>
            </a:r>
            <a:endParaRPr lang="en-CA" sz="1000" b="1" dirty="0">
              <a:latin typeface="Lucida Sans Typewriter" panose="020B0509030504030204" pitchFamily="49" charset="0"/>
            </a:endParaRPr>
          </a:p>
        </p:txBody>
      </p:sp>
      <p:sp>
        <p:nvSpPr>
          <p:cNvPr id="4" name="Slide Number Placeholder 3"/>
          <p:cNvSpPr>
            <a:spLocks noGrp="1"/>
          </p:cNvSpPr>
          <p:nvPr>
            <p:ph type="sldNum" sz="quarter" idx="10"/>
          </p:nvPr>
        </p:nvSpPr>
        <p:spPr/>
        <p:txBody>
          <a:bodyPr/>
          <a:lstStyle/>
          <a:p>
            <a:fld id="{B6A1F45A-45A6-418F-ABA5-EC8D7307846F}" type="slidenum">
              <a:rPr lang="en-CA" smtClean="0"/>
              <a:t>39</a:t>
            </a:fld>
            <a:endParaRPr lang="en-CA"/>
          </a:p>
        </p:txBody>
      </p:sp>
      <p:sp>
        <p:nvSpPr>
          <p:cNvPr id="6" name="Rectangle 5"/>
          <p:cNvSpPr/>
          <p:nvPr/>
        </p:nvSpPr>
        <p:spPr>
          <a:xfrm>
            <a:off x="0" y="0"/>
            <a:ext cx="3038475" cy="222250"/>
          </a:xfrm>
          <a:prstGeom prst="rect">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a:solidFill>
                  <a:srgbClr val="000000"/>
                </a:solidFill>
                <a:latin typeface="Arial" panose="020B0604020202020204" pitchFamily="34" charset="0"/>
              </a:rPr>
              <a:t>20410D</a:t>
            </a:r>
          </a:p>
        </p:txBody>
      </p:sp>
      <p:sp>
        <p:nvSpPr>
          <p:cNvPr id="7" name="Rectangle 6"/>
          <p:cNvSpPr/>
          <p:nvPr/>
        </p:nvSpPr>
        <p:spPr>
          <a:xfrm>
            <a:off x="0" y="238125"/>
            <a:ext cx="3038475" cy="347663"/>
          </a:xfrm>
          <a:prstGeom prst="rect">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a:solidFill>
                  <a:srgbClr val="336699"/>
                </a:solidFill>
                <a:latin typeface="Arial" panose="020B0604020202020204" pitchFamily="34" charset="0"/>
              </a:rPr>
              <a:t>1: Deploying and Managing Windows Server 2012</a:t>
            </a:r>
          </a:p>
        </p:txBody>
      </p:sp>
    </p:spTree>
    <p:extLst>
      <p:ext uri="{BB962C8B-B14F-4D97-AF65-F5344CB8AC3E}">
        <p14:creationId xmlns:p14="http://schemas.microsoft.com/office/powerpoint/2010/main" val="2457702979"/>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112" y="73152"/>
            <a:ext cx="2468880" cy="1851660"/>
          </a:xfrm>
        </p:spPr>
      </p:sp>
      <p:sp>
        <p:nvSpPr>
          <p:cNvPr id="3" name="Notes Placeholder 2"/>
          <p:cNvSpPr>
            <a:spLocks noGrp="1"/>
          </p:cNvSpPr>
          <p:nvPr>
            <p:ph type="body" idx="1"/>
          </p:nvPr>
        </p:nvSpPr>
        <p:spPr>
          <a:xfrm>
            <a:off x="310896" y="2093975"/>
            <a:ext cx="6153912" cy="6604000"/>
          </a:xfrm>
        </p:spPr>
        <p:txBody>
          <a:bodyPr>
            <a:noAutofit/>
          </a:bodyPr>
          <a:lstStyle/>
          <a:p>
            <a:pPr>
              <a:lnSpc>
                <a:spcPct val="107000"/>
              </a:lnSpc>
              <a:spcAft>
                <a:spcPts val="800"/>
              </a:spcAft>
            </a:pPr>
            <a:r>
              <a:rPr lang="en-CA" sz="1000">
                <a:effectLst/>
                <a:latin typeface="Arial" panose="020B0604020202020204" pitchFamily="34" charset="0"/>
                <a:ea typeface="Calibri" panose="020F0502020204030204" pitchFamily="34" charset="0"/>
                <a:cs typeface="Segoe UI" panose="020B0502040204020203" pitchFamily="34" charset="0"/>
              </a:rPr>
              <a:t>Discuss configuring service recovery, and why you should avoid having the service keep restarting. </a:t>
            </a:r>
            <a:endParaRPr lang="en-CA" sz="1000">
              <a:effectLst/>
              <a:latin typeface="Arial" panose="020B060402020202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CA" sz="1000">
                <a:effectLst/>
                <a:latin typeface="Arial" panose="020B0604020202020204" pitchFamily="34" charset="0"/>
                <a:ea typeface="Calibri" panose="020F0502020204030204" pitchFamily="34" charset="0"/>
                <a:cs typeface="Segoe UI" panose="020B0502040204020203" pitchFamily="34" charset="0"/>
              </a:rPr>
              <a:t>Remind students to be careful with the option to restart the computer, because a service that keeps failing might trigger a cycle of restarting. </a:t>
            </a:r>
            <a:endParaRPr lang="en-CA" sz="1000">
              <a:effectLst/>
              <a:latin typeface="Arial" panose="020B060402020202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CA" sz="1000">
                <a:effectLst/>
                <a:latin typeface="Arial" panose="020B0604020202020204" pitchFamily="34" charset="0"/>
                <a:ea typeface="Calibri" panose="020F0502020204030204" pitchFamily="34" charset="0"/>
                <a:cs typeface="Segoe UI" panose="020B0502040204020203" pitchFamily="34" charset="0"/>
              </a:rPr>
              <a:t>Discuss the benefits of managed service accounts over traditional service accounts. Ask students which method they currently use to manage service accounts. </a:t>
            </a:r>
            <a:endParaRPr lang="en-CA" sz="1000">
              <a:effectLst/>
              <a:latin typeface="Arial" panose="020B060402020202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CA" sz="1000">
                <a:effectLst/>
                <a:latin typeface="Arial" panose="020B0604020202020204" pitchFamily="34" charset="0"/>
                <a:ea typeface="Calibri" panose="020F0502020204030204" pitchFamily="34" charset="0"/>
                <a:cs typeface="Segoe UI" panose="020B0502040204020203" pitchFamily="34" charset="0"/>
              </a:rPr>
              <a:t>The slide shows the properties of the DNS Server service, which is accessible from the Services console.</a:t>
            </a:r>
            <a:endParaRPr lang="en-CA" sz="1000">
              <a:effectLst/>
              <a:latin typeface="Arial" panose="020B060402020202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CA" sz="1000" b="1">
                <a:effectLst/>
                <a:latin typeface="Arial" panose="020B0604020202020204" pitchFamily="34" charset="0"/>
                <a:ea typeface="Calibri" panose="020F0502020204030204" pitchFamily="34" charset="0"/>
                <a:cs typeface="Times New Roman" panose="02020603050405020304" pitchFamily="18" charset="0"/>
              </a:rPr>
              <a:t>Question</a:t>
            </a:r>
            <a:endParaRPr lang="en-CA" sz="1000">
              <a:effectLst/>
              <a:latin typeface="Arial" panose="020B060402020202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CA" sz="1000">
                <a:effectLst/>
                <a:latin typeface="Arial" panose="020B0604020202020204" pitchFamily="34" charset="0"/>
                <a:ea typeface="Calibri" panose="020F0502020204030204" pitchFamily="34" charset="0"/>
                <a:cs typeface="Segoe UI" panose="020B0502040204020203" pitchFamily="34" charset="0"/>
              </a:rPr>
              <a:t>What is the advantage of a managed service account compared to a traditional domain‑based service account?</a:t>
            </a:r>
            <a:endParaRPr lang="en-CA" sz="1000">
              <a:effectLst/>
              <a:latin typeface="Arial" panose="020B060402020202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CA" sz="1000" b="1">
                <a:effectLst/>
                <a:latin typeface="Arial" panose="020B0604020202020204" pitchFamily="34" charset="0"/>
                <a:ea typeface="Calibri" panose="020F0502020204030204" pitchFamily="34" charset="0"/>
                <a:cs typeface="Times New Roman" panose="02020603050405020304" pitchFamily="18" charset="0"/>
              </a:rPr>
              <a:t>Answer</a:t>
            </a:r>
            <a:endParaRPr lang="en-CA" sz="1000">
              <a:effectLst/>
              <a:latin typeface="Arial" panose="020B060402020202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CA" sz="1000">
                <a:effectLst/>
                <a:latin typeface="Arial" panose="020B0604020202020204" pitchFamily="34" charset="0"/>
                <a:ea typeface="Calibri" panose="020F0502020204030204" pitchFamily="34" charset="0"/>
                <a:cs typeface="Segoe UI" panose="020B0502040204020203" pitchFamily="34" charset="0"/>
              </a:rPr>
              <a:t>The advantage of a managed service account is that you do not have to manage passwords for it.</a:t>
            </a:r>
            <a:endParaRPr lang="en-CA" sz="1000">
              <a:effectLst/>
              <a:latin typeface="Arial" panose="020B0604020202020204" pitchFamily="34" charset="0"/>
              <a:ea typeface="Calibri" panose="020F0502020204030204" pitchFamily="34" charset="0"/>
              <a:cs typeface="Times New Roman" panose="02020603050405020304" pitchFamily="18" charset="0"/>
            </a:endParaRPr>
          </a:p>
        </p:txBody>
      </p:sp>
      <p:sp>
        <p:nvSpPr>
          <p:cNvPr id="4" name="Slide Number Placeholder 3"/>
          <p:cNvSpPr>
            <a:spLocks noGrp="1"/>
          </p:cNvSpPr>
          <p:nvPr>
            <p:ph type="sldNum" sz="quarter" idx="10"/>
          </p:nvPr>
        </p:nvSpPr>
        <p:spPr/>
        <p:txBody>
          <a:bodyPr/>
          <a:lstStyle/>
          <a:p>
            <a:fld id="{B6A1F45A-45A6-418F-ABA5-EC8D7307846F}" type="slidenum">
              <a:rPr lang="en-CA" smtClean="0"/>
              <a:t>40</a:t>
            </a:fld>
            <a:endParaRPr lang="en-CA"/>
          </a:p>
        </p:txBody>
      </p:sp>
      <p:sp>
        <p:nvSpPr>
          <p:cNvPr id="5" name="Rectangle 4"/>
          <p:cNvSpPr/>
          <p:nvPr/>
        </p:nvSpPr>
        <p:spPr>
          <a:xfrm>
            <a:off x="0" y="0"/>
            <a:ext cx="3038475" cy="222250"/>
          </a:xfrm>
          <a:prstGeom prst="rect">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a:solidFill>
                  <a:srgbClr val="000000"/>
                </a:solidFill>
                <a:latin typeface="Arial" panose="020B0604020202020204" pitchFamily="34" charset="0"/>
              </a:rPr>
              <a:t>20410D</a:t>
            </a:r>
          </a:p>
        </p:txBody>
      </p:sp>
      <p:sp>
        <p:nvSpPr>
          <p:cNvPr id="6" name="Rectangle 5"/>
          <p:cNvSpPr/>
          <p:nvPr/>
        </p:nvSpPr>
        <p:spPr>
          <a:xfrm>
            <a:off x="0" y="238125"/>
            <a:ext cx="3038475" cy="347663"/>
          </a:xfrm>
          <a:prstGeom prst="rect">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a:solidFill>
                  <a:srgbClr val="336699"/>
                </a:solidFill>
                <a:latin typeface="Arial" panose="020B0604020202020204" pitchFamily="34" charset="0"/>
              </a:rPr>
              <a:t>1: Deploying and Managing Windows Server 2012</a:t>
            </a:r>
          </a:p>
        </p:txBody>
      </p:sp>
    </p:spTree>
    <p:extLst>
      <p:ext uri="{BB962C8B-B14F-4D97-AF65-F5344CB8AC3E}">
        <p14:creationId xmlns:p14="http://schemas.microsoft.com/office/powerpoint/2010/main" val="1194227994"/>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112" y="73152"/>
            <a:ext cx="2468880" cy="1851660"/>
          </a:xfrm>
        </p:spPr>
      </p:sp>
      <p:sp>
        <p:nvSpPr>
          <p:cNvPr id="3" name="Notes Placeholder 2"/>
          <p:cNvSpPr>
            <a:spLocks noGrp="1"/>
          </p:cNvSpPr>
          <p:nvPr>
            <p:ph type="body" idx="1"/>
          </p:nvPr>
        </p:nvSpPr>
        <p:spPr>
          <a:xfrm>
            <a:off x="310896" y="2093975"/>
            <a:ext cx="6153912" cy="6604000"/>
          </a:xfrm>
        </p:spPr>
        <p:txBody>
          <a:bodyPr>
            <a:noAutofit/>
          </a:bodyPr>
          <a:lstStyle/>
          <a:p>
            <a:pPr>
              <a:lnSpc>
                <a:spcPct val="107000"/>
              </a:lnSpc>
              <a:spcAft>
                <a:spcPts val="800"/>
              </a:spcAft>
            </a:pPr>
            <a:r>
              <a:rPr lang="en-CA" sz="1000">
                <a:effectLst/>
                <a:latin typeface="Arial" panose="020B0604020202020204" pitchFamily="34" charset="0"/>
                <a:ea typeface="Calibri" panose="020F0502020204030204" pitchFamily="34" charset="0"/>
                <a:cs typeface="Segoe UI" panose="020B0502040204020203" pitchFamily="34" charset="0"/>
              </a:rPr>
              <a:t>Ask students how often they perform server management when they are signed in locally using a keyboard and mouse, compared to how often they perform remote server management.</a:t>
            </a:r>
            <a:endParaRPr lang="en-CA" sz="1000">
              <a:effectLst/>
              <a:latin typeface="Arial" panose="020B060402020202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CA" sz="1000">
                <a:effectLst/>
                <a:latin typeface="Arial" panose="020B0604020202020204" pitchFamily="34" charset="0"/>
                <a:ea typeface="Calibri" panose="020F0502020204030204" pitchFamily="34" charset="0"/>
                <a:cs typeface="Segoe UI" panose="020B0502040204020203" pitchFamily="34" charset="0"/>
              </a:rPr>
              <a:t>Ask them which management technologies they use most frequently, and what the benefits and drawbacks are of these technologies.</a:t>
            </a:r>
            <a:endParaRPr lang="en-CA" sz="1000">
              <a:effectLst/>
              <a:latin typeface="Arial" panose="020B0604020202020204" pitchFamily="34" charset="0"/>
              <a:ea typeface="Calibri" panose="020F0502020204030204" pitchFamily="34" charset="0"/>
              <a:cs typeface="Times New Roman" panose="02020603050405020304" pitchFamily="18" charset="0"/>
            </a:endParaRPr>
          </a:p>
        </p:txBody>
      </p:sp>
      <p:sp>
        <p:nvSpPr>
          <p:cNvPr id="4" name="Slide Number Placeholder 3"/>
          <p:cNvSpPr>
            <a:spLocks noGrp="1"/>
          </p:cNvSpPr>
          <p:nvPr>
            <p:ph type="sldNum" sz="quarter" idx="10"/>
          </p:nvPr>
        </p:nvSpPr>
        <p:spPr/>
        <p:txBody>
          <a:bodyPr/>
          <a:lstStyle/>
          <a:p>
            <a:fld id="{B6A1F45A-45A6-418F-ABA5-EC8D7307846F}" type="slidenum">
              <a:rPr lang="en-CA" smtClean="0"/>
              <a:t>41</a:t>
            </a:fld>
            <a:endParaRPr lang="en-CA"/>
          </a:p>
        </p:txBody>
      </p:sp>
      <p:sp>
        <p:nvSpPr>
          <p:cNvPr id="5" name="Rectangle 4"/>
          <p:cNvSpPr/>
          <p:nvPr/>
        </p:nvSpPr>
        <p:spPr>
          <a:xfrm>
            <a:off x="0" y="0"/>
            <a:ext cx="3038475" cy="222250"/>
          </a:xfrm>
          <a:prstGeom prst="rect">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a:solidFill>
                  <a:srgbClr val="000000"/>
                </a:solidFill>
                <a:latin typeface="Arial" panose="020B0604020202020204" pitchFamily="34" charset="0"/>
              </a:rPr>
              <a:t>20410D</a:t>
            </a:r>
          </a:p>
        </p:txBody>
      </p:sp>
      <p:sp>
        <p:nvSpPr>
          <p:cNvPr id="6" name="Rectangle 5"/>
          <p:cNvSpPr/>
          <p:nvPr/>
        </p:nvSpPr>
        <p:spPr>
          <a:xfrm>
            <a:off x="0" y="238125"/>
            <a:ext cx="3038475" cy="347663"/>
          </a:xfrm>
          <a:prstGeom prst="rect">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a:solidFill>
                  <a:srgbClr val="336699"/>
                </a:solidFill>
                <a:latin typeface="Arial" panose="020B0604020202020204" pitchFamily="34" charset="0"/>
              </a:rPr>
              <a:t>1: Deploying and Managing Windows Server 2012</a:t>
            </a:r>
          </a:p>
        </p:txBody>
      </p:sp>
    </p:spTree>
    <p:extLst>
      <p:ext uri="{BB962C8B-B14F-4D97-AF65-F5344CB8AC3E}">
        <p14:creationId xmlns:p14="http://schemas.microsoft.com/office/powerpoint/2010/main" val="274754098"/>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938" y="73025"/>
            <a:ext cx="2466975" cy="1851025"/>
          </a:xfrm>
        </p:spPr>
      </p:sp>
      <p:sp>
        <p:nvSpPr>
          <p:cNvPr id="3" name="Notes Placeholder 2"/>
          <p:cNvSpPr>
            <a:spLocks noGrp="1"/>
          </p:cNvSpPr>
          <p:nvPr>
            <p:ph type="body" idx="1"/>
          </p:nvPr>
        </p:nvSpPr>
        <p:spPr>
          <a:xfrm>
            <a:off x="310896" y="2093976"/>
            <a:ext cx="6153912" cy="6604000"/>
          </a:xfrm>
        </p:spPr>
        <p:txBody>
          <a:bodyPr>
            <a:noAutofit/>
          </a:bodyPr>
          <a:lstStyle/>
          <a:p>
            <a:pPr>
              <a:lnSpc>
                <a:spcPct val="107000"/>
              </a:lnSpc>
              <a:spcAft>
                <a:spcPts val="800"/>
              </a:spcAft>
            </a:pPr>
            <a:r>
              <a:rPr lang="en-CA" sz="1000" dirty="0">
                <a:effectLst/>
                <a:latin typeface="Arial" panose="020B0604020202020204" pitchFamily="34" charset="0"/>
                <a:ea typeface="Calibri" panose="020F0502020204030204" pitchFamily="34" charset="0"/>
                <a:cs typeface="Times New Roman" panose="02020603050405020304" pitchFamily="18" charset="0"/>
              </a:rPr>
              <a:t>Point out how to search for an app from the Start screen by starting to type the name of the app.</a:t>
            </a:r>
          </a:p>
          <a:p>
            <a:pPr>
              <a:lnSpc>
                <a:spcPct val="107000"/>
              </a:lnSpc>
              <a:spcAft>
                <a:spcPts val="800"/>
              </a:spcAft>
            </a:pPr>
            <a:r>
              <a:rPr lang="en-CA" sz="1000" b="1" dirty="0">
                <a:effectLst/>
                <a:latin typeface="Arial" panose="020B0604020202020204" pitchFamily="34" charset="0"/>
                <a:ea typeface="Calibri" panose="020F0502020204030204" pitchFamily="34" charset="0"/>
                <a:cs typeface="Times New Roman" panose="02020603050405020304" pitchFamily="18" charset="0"/>
              </a:rPr>
              <a:t>Preparation Steps</a:t>
            </a:r>
            <a:endParaRPr lang="en-CA" sz="1000" dirty="0">
              <a:effectLst/>
              <a:latin typeface="Arial" panose="020B0604020202020204" pitchFamily="34" charset="0"/>
              <a:ea typeface="Calibri" panose="020F0502020204030204" pitchFamily="34" charset="0"/>
              <a:cs typeface="Times New Roman" panose="02020603050405020304" pitchFamily="18" charset="0"/>
            </a:endParaRPr>
          </a:p>
          <a:p>
            <a:pPr marL="342900" marR="0" lvl="0" indent="-342900">
              <a:lnSpc>
                <a:spcPct val="115000"/>
              </a:lnSpc>
              <a:spcBef>
                <a:spcPts val="0"/>
              </a:spcBef>
              <a:spcAft>
                <a:spcPts val="995"/>
              </a:spcAft>
              <a:buFont typeface="+mj-lt"/>
              <a:buAutoNum type="arabicPeriod"/>
            </a:pPr>
            <a:r>
              <a:rPr lang="en-US" sz="1000" dirty="0">
                <a:effectLst/>
                <a:latin typeface="Arial" panose="020B0604020202020204" pitchFamily="34" charset="0"/>
                <a:ea typeface="Times New Roman" panose="02020603050405020304" pitchFamily="18" charset="0"/>
                <a:cs typeface="Times New Roman" panose="02020603050405020304" pitchFamily="18" charset="0"/>
              </a:rPr>
              <a:t>Ensure that 20410D-LON-DC1 is running. </a:t>
            </a:r>
            <a:endParaRPr lang="en-CA" sz="1000" dirty="0">
              <a:effectLst/>
              <a:latin typeface="Arial" panose="020B0604020202020204" pitchFamily="34" charset="0"/>
              <a:ea typeface="Times New Roman" panose="02020603050405020304" pitchFamily="18" charset="0"/>
              <a:cs typeface="Times New Roman" panose="02020603050405020304" pitchFamily="18" charset="0"/>
            </a:endParaRPr>
          </a:p>
          <a:p>
            <a:pPr marL="342900" marR="0" lvl="0" indent="-342900">
              <a:lnSpc>
                <a:spcPct val="115000"/>
              </a:lnSpc>
              <a:spcBef>
                <a:spcPts val="0"/>
              </a:spcBef>
              <a:spcAft>
                <a:spcPts val="995"/>
              </a:spcAft>
              <a:buFont typeface="+mj-lt"/>
              <a:buAutoNum type="arabicPeriod"/>
            </a:pPr>
            <a:r>
              <a:rPr lang="en-US" sz="1000" dirty="0">
                <a:effectLst/>
                <a:latin typeface="Arial" panose="020B0604020202020204" pitchFamily="34" charset="0"/>
                <a:ea typeface="Times New Roman" panose="02020603050405020304" pitchFamily="18" charset="0"/>
                <a:cs typeface="Times New Roman" panose="02020603050405020304" pitchFamily="18" charset="0"/>
              </a:rPr>
              <a:t>Start 20410D-LON-SVR1. </a:t>
            </a:r>
            <a:endParaRPr lang="en-CA" sz="1000" dirty="0">
              <a:effectLst/>
              <a:latin typeface="Arial" panose="020B0604020202020204" pitchFamily="34" charset="0"/>
              <a:ea typeface="Times New Roman" panose="02020603050405020304" pitchFamily="18" charset="0"/>
              <a:cs typeface="Times New Roman" panose="02020603050405020304" pitchFamily="18" charset="0"/>
            </a:endParaRPr>
          </a:p>
          <a:p>
            <a:pPr marL="342900" marR="0" lvl="0" indent="-342900">
              <a:lnSpc>
                <a:spcPct val="115000"/>
              </a:lnSpc>
              <a:spcBef>
                <a:spcPts val="0"/>
              </a:spcBef>
              <a:spcAft>
                <a:spcPts val="995"/>
              </a:spcAft>
              <a:buFont typeface="+mj-lt"/>
              <a:buAutoNum type="arabicPeriod"/>
            </a:pPr>
            <a:r>
              <a:rPr lang="en-US" sz="1000" dirty="0">
                <a:effectLst/>
                <a:latin typeface="Arial" panose="020B0604020202020204" pitchFamily="34" charset="0"/>
                <a:ea typeface="Times New Roman" panose="02020603050405020304" pitchFamily="18" charset="0"/>
                <a:cs typeface="Times New Roman" panose="02020603050405020304" pitchFamily="18" charset="0"/>
              </a:rPr>
              <a:t>Start 20410D-LON-CL1.</a:t>
            </a:r>
            <a:endParaRPr lang="en-CA" sz="1000" dirty="0">
              <a:effectLst/>
              <a:latin typeface="Arial" panose="020B0604020202020204" pitchFamily="34" charset="0"/>
              <a:ea typeface="Times New Roman" panose="02020603050405020304" pitchFamily="18" charset="0"/>
              <a:cs typeface="Times New Roman" panose="02020603050405020304" pitchFamily="18" charset="0"/>
            </a:endParaRPr>
          </a:p>
          <a:p>
            <a:pPr>
              <a:lnSpc>
                <a:spcPct val="107000"/>
              </a:lnSpc>
              <a:spcAft>
                <a:spcPts val="800"/>
              </a:spcAft>
            </a:pPr>
            <a:r>
              <a:rPr lang="en-CA" sz="1000" b="1" dirty="0">
                <a:effectLst/>
                <a:latin typeface="Arial" panose="020B0604020202020204" pitchFamily="34" charset="0"/>
                <a:ea typeface="Calibri" panose="020F0502020204030204" pitchFamily="34" charset="0"/>
                <a:cs typeface="Times New Roman" panose="02020603050405020304" pitchFamily="18" charset="0"/>
              </a:rPr>
              <a:t>Demonstration Steps</a:t>
            </a:r>
            <a:endParaRPr lang="en-CA" sz="1000" dirty="0">
              <a:effectLst/>
              <a:latin typeface="Arial" panose="020B0604020202020204" pitchFamily="34" charset="0"/>
              <a:ea typeface="Calibri" panose="020F0502020204030204" pitchFamily="34" charset="0"/>
              <a:cs typeface="Times New Roman" panose="02020603050405020304" pitchFamily="18" charset="0"/>
            </a:endParaRPr>
          </a:p>
          <a:p>
            <a:pPr>
              <a:lnSpc>
                <a:spcPts val="1300"/>
              </a:lnSpc>
              <a:spcBef>
                <a:spcPts val="900"/>
              </a:spcBef>
              <a:spcAft>
                <a:spcPts val="300"/>
              </a:spcAft>
            </a:pPr>
            <a:r>
              <a:rPr lang="en-US" sz="1000" b="1" dirty="0">
                <a:effectLst/>
                <a:latin typeface="Arial" panose="020B0604020202020204" pitchFamily="34" charset="0"/>
                <a:ea typeface="Times New Roman" panose="02020603050405020304" pitchFamily="18" charset="0"/>
                <a:cs typeface="Segoe UI" panose="020B0502040204020203" pitchFamily="34" charset="0"/>
              </a:rPr>
              <a:t>Use Server Manager to manage a remote server </a:t>
            </a:r>
            <a:endParaRPr lang="en-CA" sz="1000" b="1" dirty="0">
              <a:effectLst/>
              <a:latin typeface="Arial" panose="020B0604020202020204" pitchFamily="34" charset="0"/>
              <a:ea typeface="Times New Roman" panose="02020603050405020304" pitchFamily="18" charset="0"/>
              <a:cs typeface="Segoe UI" panose="020B0502040204020203" pitchFamily="34" charset="0"/>
            </a:endParaRPr>
          </a:p>
          <a:p>
            <a:pPr marL="342900" marR="0" lvl="0" indent="-342900">
              <a:lnSpc>
                <a:spcPct val="115000"/>
              </a:lnSpc>
              <a:spcBef>
                <a:spcPts val="0"/>
              </a:spcBef>
              <a:spcAft>
                <a:spcPts val="995"/>
              </a:spcAft>
              <a:buFont typeface="+mj-lt"/>
              <a:buAutoNum type="arabicPeriod"/>
            </a:pPr>
            <a:r>
              <a:rPr lang="en-US" sz="1000" dirty="0">
                <a:effectLst/>
                <a:latin typeface="Arial" panose="020B0604020202020204" pitchFamily="34" charset="0"/>
                <a:ea typeface="Times New Roman" panose="02020603050405020304" pitchFamily="18" charset="0"/>
                <a:cs typeface="Times New Roman" panose="02020603050405020304" pitchFamily="18" charset="0"/>
              </a:rPr>
              <a:t>Sign in to LON-DC1 as </a:t>
            </a:r>
            <a:r>
              <a:rPr lang="en-US" sz="1000" b="1" dirty="0" err="1">
                <a:effectLst/>
                <a:latin typeface="Arial" panose="020B0604020202020204" pitchFamily="34" charset="0"/>
                <a:ea typeface="Times New Roman" panose="02020603050405020304" pitchFamily="18" charset="0"/>
                <a:cs typeface="Times New Roman" panose="02020603050405020304" pitchFamily="18" charset="0"/>
              </a:rPr>
              <a:t>Adatum</a:t>
            </a:r>
            <a:r>
              <a:rPr lang="en-US" sz="1000" b="1" dirty="0">
                <a:effectLst/>
                <a:latin typeface="Arial" panose="020B0604020202020204" pitchFamily="34" charset="0"/>
                <a:ea typeface="Times New Roman" panose="02020603050405020304" pitchFamily="18" charset="0"/>
                <a:cs typeface="Times New Roman" panose="02020603050405020304" pitchFamily="18" charset="0"/>
              </a:rPr>
              <a:t>\Administrator</a:t>
            </a:r>
            <a:r>
              <a:rPr lang="en-US" sz="1000" dirty="0">
                <a:effectLst/>
                <a:latin typeface="Arial" panose="020B0604020202020204" pitchFamily="34" charset="0"/>
                <a:ea typeface="Times New Roman" panose="02020603050405020304" pitchFamily="18" charset="0"/>
                <a:cs typeface="Times New Roman" panose="02020603050405020304" pitchFamily="18" charset="0"/>
              </a:rPr>
              <a:t> with the password </a:t>
            </a:r>
            <a:r>
              <a:rPr lang="en-US" sz="1000" b="1" dirty="0">
                <a:effectLst/>
                <a:latin typeface="Arial" panose="020B0604020202020204" pitchFamily="34" charset="0"/>
                <a:ea typeface="Times New Roman" panose="02020603050405020304" pitchFamily="18" charset="0"/>
                <a:cs typeface="Times New Roman" panose="02020603050405020304" pitchFamily="18" charset="0"/>
              </a:rPr>
              <a:t>Pa$$w0rd</a:t>
            </a:r>
            <a:r>
              <a:rPr lang="en-US" sz="1000" dirty="0">
                <a:effectLst/>
                <a:latin typeface="Arial" panose="020B0604020202020204" pitchFamily="34" charset="0"/>
                <a:ea typeface="Times New Roman" panose="02020603050405020304" pitchFamily="18" charset="0"/>
                <a:cs typeface="Times New Roman" panose="02020603050405020304" pitchFamily="18" charset="0"/>
              </a:rPr>
              <a:t>.</a:t>
            </a:r>
            <a:endParaRPr lang="en-CA" sz="1000" dirty="0">
              <a:effectLst/>
              <a:latin typeface="Arial" panose="020B0604020202020204" pitchFamily="34" charset="0"/>
              <a:ea typeface="Times New Roman" panose="02020603050405020304" pitchFamily="18" charset="0"/>
              <a:cs typeface="Times New Roman" panose="02020603050405020304" pitchFamily="18" charset="0"/>
            </a:endParaRPr>
          </a:p>
          <a:p>
            <a:pPr marL="342900" marR="0" lvl="0" indent="-342900">
              <a:lnSpc>
                <a:spcPct val="115000"/>
              </a:lnSpc>
              <a:spcBef>
                <a:spcPts val="0"/>
              </a:spcBef>
              <a:spcAft>
                <a:spcPts val="995"/>
              </a:spcAft>
              <a:buFont typeface="+mj-lt"/>
              <a:buAutoNum type="arabicPeriod"/>
            </a:pPr>
            <a:r>
              <a:rPr lang="en-US" sz="1000" dirty="0">
                <a:effectLst/>
                <a:latin typeface="Arial" panose="020B0604020202020204" pitchFamily="34" charset="0"/>
                <a:ea typeface="Times New Roman" panose="02020603050405020304" pitchFamily="18" charset="0"/>
                <a:cs typeface="Times New Roman" panose="02020603050405020304" pitchFamily="18" charset="0"/>
              </a:rPr>
              <a:t>In the Server Manager Dashboard detail pane, click </a:t>
            </a:r>
            <a:r>
              <a:rPr lang="en-US" sz="1000" b="1" dirty="0">
                <a:effectLst/>
                <a:latin typeface="Arial" panose="020B0604020202020204" pitchFamily="34" charset="0"/>
                <a:ea typeface="Times New Roman" panose="02020603050405020304" pitchFamily="18" charset="0"/>
                <a:cs typeface="Times New Roman" panose="02020603050405020304" pitchFamily="18" charset="0"/>
              </a:rPr>
              <a:t>Add other servers to manage</a:t>
            </a:r>
            <a:r>
              <a:rPr lang="en-US" sz="1000" dirty="0">
                <a:effectLst/>
                <a:latin typeface="Arial" panose="020B0604020202020204" pitchFamily="34" charset="0"/>
                <a:ea typeface="Times New Roman" panose="02020603050405020304" pitchFamily="18" charset="0"/>
                <a:cs typeface="Times New Roman" panose="02020603050405020304" pitchFamily="18" charset="0"/>
              </a:rPr>
              <a:t>.</a:t>
            </a:r>
            <a:endParaRPr lang="en-CA" sz="1000" dirty="0">
              <a:effectLst/>
              <a:latin typeface="Arial" panose="020B0604020202020204" pitchFamily="34" charset="0"/>
              <a:ea typeface="Times New Roman" panose="02020603050405020304" pitchFamily="18" charset="0"/>
              <a:cs typeface="Times New Roman" panose="02020603050405020304" pitchFamily="18" charset="0"/>
            </a:endParaRPr>
          </a:p>
          <a:p>
            <a:pPr marL="342900" marR="0" lvl="0" indent="-342900">
              <a:lnSpc>
                <a:spcPct val="115000"/>
              </a:lnSpc>
              <a:spcBef>
                <a:spcPts val="0"/>
              </a:spcBef>
              <a:spcAft>
                <a:spcPts val="995"/>
              </a:spcAft>
              <a:buFont typeface="+mj-lt"/>
              <a:buAutoNum type="arabicPeriod"/>
            </a:pPr>
            <a:r>
              <a:rPr lang="en-US" sz="1000" dirty="0">
                <a:effectLst/>
                <a:latin typeface="Arial" panose="020B0604020202020204" pitchFamily="34" charset="0"/>
                <a:ea typeface="Times New Roman" panose="02020603050405020304" pitchFamily="18" charset="0"/>
                <a:cs typeface="Times New Roman" panose="02020603050405020304" pitchFamily="18" charset="0"/>
              </a:rPr>
              <a:t>In the Add Servers dialog box, in the Name box, type </a:t>
            </a:r>
            <a:r>
              <a:rPr lang="en-US" sz="1000" b="1" dirty="0">
                <a:effectLst/>
                <a:latin typeface="Arial" panose="020B0604020202020204" pitchFamily="34" charset="0"/>
                <a:ea typeface="Times New Roman" panose="02020603050405020304" pitchFamily="18" charset="0"/>
                <a:cs typeface="Times New Roman" panose="02020603050405020304" pitchFamily="18" charset="0"/>
              </a:rPr>
              <a:t>LON-SVR1</a:t>
            </a:r>
            <a:r>
              <a:rPr lang="en-US" sz="1000" dirty="0">
                <a:effectLst/>
                <a:latin typeface="Arial" panose="020B0604020202020204" pitchFamily="34" charset="0"/>
                <a:ea typeface="Times New Roman" panose="02020603050405020304" pitchFamily="18" charset="0"/>
                <a:cs typeface="Times New Roman" panose="02020603050405020304" pitchFamily="18" charset="0"/>
              </a:rPr>
              <a:t>, and then click </a:t>
            </a:r>
            <a:r>
              <a:rPr lang="en-US" sz="1000" b="1" dirty="0">
                <a:effectLst/>
                <a:latin typeface="Arial" panose="020B0604020202020204" pitchFamily="34" charset="0"/>
                <a:ea typeface="Times New Roman" panose="02020603050405020304" pitchFamily="18" charset="0"/>
                <a:cs typeface="Times New Roman" panose="02020603050405020304" pitchFamily="18" charset="0"/>
              </a:rPr>
              <a:t>Find Now</a:t>
            </a:r>
            <a:r>
              <a:rPr lang="en-US" sz="1000" dirty="0">
                <a:effectLst/>
                <a:latin typeface="Arial" panose="020B0604020202020204" pitchFamily="34" charset="0"/>
                <a:ea typeface="Times New Roman" panose="02020603050405020304" pitchFamily="18" charset="0"/>
                <a:cs typeface="Times New Roman" panose="02020603050405020304" pitchFamily="18" charset="0"/>
              </a:rPr>
              <a:t>.</a:t>
            </a:r>
            <a:endParaRPr lang="en-CA" sz="1000" dirty="0">
              <a:effectLst/>
              <a:latin typeface="Arial" panose="020B0604020202020204" pitchFamily="34" charset="0"/>
              <a:ea typeface="Times New Roman" panose="02020603050405020304" pitchFamily="18" charset="0"/>
              <a:cs typeface="Times New Roman" panose="02020603050405020304" pitchFamily="18" charset="0"/>
            </a:endParaRPr>
          </a:p>
          <a:p>
            <a:pPr marL="342900" marR="0" lvl="0" indent="-342900">
              <a:lnSpc>
                <a:spcPct val="115000"/>
              </a:lnSpc>
              <a:spcBef>
                <a:spcPts val="0"/>
              </a:spcBef>
              <a:spcAft>
                <a:spcPts val="995"/>
              </a:spcAft>
              <a:buFont typeface="+mj-lt"/>
              <a:buAutoNum type="arabicPeriod"/>
            </a:pPr>
            <a:r>
              <a:rPr lang="en-US" sz="1000" dirty="0">
                <a:effectLst/>
                <a:latin typeface="Arial" panose="020B0604020202020204" pitchFamily="34" charset="0"/>
                <a:ea typeface="Times New Roman" panose="02020603050405020304" pitchFamily="18" charset="0"/>
                <a:cs typeface="Times New Roman" panose="02020603050405020304" pitchFamily="18" charset="0"/>
              </a:rPr>
              <a:t>Select </a:t>
            </a:r>
            <a:r>
              <a:rPr lang="en-US" sz="1000" b="1" dirty="0">
                <a:effectLst/>
                <a:latin typeface="Arial" panose="020B0604020202020204" pitchFamily="34" charset="0"/>
                <a:ea typeface="Times New Roman" panose="02020603050405020304" pitchFamily="18" charset="0"/>
                <a:cs typeface="Times New Roman" panose="02020603050405020304" pitchFamily="18" charset="0"/>
              </a:rPr>
              <a:t>LON-SVR1</a:t>
            </a:r>
            <a:r>
              <a:rPr lang="en-US" sz="1000" dirty="0">
                <a:effectLst/>
                <a:latin typeface="Arial" panose="020B0604020202020204" pitchFamily="34" charset="0"/>
                <a:ea typeface="Times New Roman" panose="02020603050405020304" pitchFamily="18" charset="0"/>
                <a:cs typeface="Times New Roman" panose="02020603050405020304" pitchFamily="18" charset="0"/>
              </a:rPr>
              <a:t>, click the arrow to move it into the </a:t>
            </a:r>
            <a:r>
              <a:rPr lang="en-US" sz="1000" b="1" dirty="0">
                <a:effectLst/>
                <a:latin typeface="Arial" panose="020B0604020202020204" pitchFamily="34" charset="0"/>
                <a:ea typeface="Times New Roman" panose="02020603050405020304" pitchFamily="18" charset="0"/>
                <a:cs typeface="Times New Roman" panose="02020603050405020304" pitchFamily="18" charset="0"/>
              </a:rPr>
              <a:t>Selected</a:t>
            </a:r>
            <a:r>
              <a:rPr lang="en-US" sz="1000" dirty="0">
                <a:effectLst/>
                <a:latin typeface="Arial" panose="020B0604020202020204" pitchFamily="34" charset="0"/>
                <a:ea typeface="Times New Roman" panose="02020603050405020304" pitchFamily="18" charset="0"/>
                <a:cs typeface="Times New Roman" panose="02020603050405020304" pitchFamily="18" charset="0"/>
              </a:rPr>
              <a:t> pane, and then click </a:t>
            </a:r>
            <a:r>
              <a:rPr lang="en-US" sz="1000" b="1" dirty="0">
                <a:effectLst/>
                <a:latin typeface="Arial" panose="020B0604020202020204" pitchFamily="34" charset="0"/>
                <a:ea typeface="Times New Roman" panose="02020603050405020304" pitchFamily="18" charset="0"/>
                <a:cs typeface="Times New Roman" panose="02020603050405020304" pitchFamily="18" charset="0"/>
              </a:rPr>
              <a:t>OK</a:t>
            </a:r>
            <a:r>
              <a:rPr lang="en-US" sz="1000" dirty="0">
                <a:effectLst/>
                <a:latin typeface="Arial" panose="020B0604020202020204" pitchFamily="34" charset="0"/>
                <a:ea typeface="Times New Roman" panose="02020603050405020304" pitchFamily="18" charset="0"/>
                <a:cs typeface="Times New Roman" panose="02020603050405020304" pitchFamily="18" charset="0"/>
              </a:rPr>
              <a:t>.</a:t>
            </a:r>
            <a:endParaRPr lang="en-CA" sz="1000" dirty="0">
              <a:effectLst/>
              <a:latin typeface="Arial" panose="020B0604020202020204" pitchFamily="34" charset="0"/>
              <a:ea typeface="Times New Roman" panose="02020603050405020304" pitchFamily="18" charset="0"/>
              <a:cs typeface="Times New Roman" panose="02020603050405020304" pitchFamily="18" charset="0"/>
            </a:endParaRPr>
          </a:p>
          <a:p>
            <a:pPr>
              <a:lnSpc>
                <a:spcPct val="107000"/>
              </a:lnSpc>
              <a:spcAft>
                <a:spcPts val="800"/>
              </a:spcAft>
            </a:pPr>
            <a:r>
              <a:rPr lang="en-CA" sz="1000" b="1" dirty="0">
                <a:effectLst/>
                <a:latin typeface="Arial" panose="020B0604020202020204" pitchFamily="34" charset="0"/>
                <a:ea typeface="Calibri" panose="020F0502020204030204" pitchFamily="34" charset="0"/>
                <a:cs typeface="Times New Roman" panose="02020603050405020304" pitchFamily="18" charset="0"/>
              </a:rPr>
              <a:t>Add the DNS Server role on a remote server</a:t>
            </a:r>
            <a:endParaRPr lang="en-CA" sz="1000" dirty="0">
              <a:effectLst/>
              <a:latin typeface="Arial" panose="020B0604020202020204" pitchFamily="34" charset="0"/>
              <a:ea typeface="Calibri" panose="020F0502020204030204" pitchFamily="34" charset="0"/>
              <a:cs typeface="Times New Roman" panose="02020603050405020304" pitchFamily="18" charset="0"/>
            </a:endParaRPr>
          </a:p>
          <a:p>
            <a:pPr marL="342900" marR="0" lvl="0" indent="-342900">
              <a:lnSpc>
                <a:spcPct val="115000"/>
              </a:lnSpc>
              <a:spcBef>
                <a:spcPts val="0"/>
              </a:spcBef>
              <a:spcAft>
                <a:spcPts val="995"/>
              </a:spcAft>
              <a:buFont typeface="+mj-lt"/>
              <a:buAutoNum type="arabicPeriod"/>
            </a:pPr>
            <a:r>
              <a:rPr lang="en-US" sz="1000" dirty="0">
                <a:effectLst/>
                <a:latin typeface="Arial" panose="020B0604020202020204" pitchFamily="34" charset="0"/>
                <a:ea typeface="Times New Roman" panose="02020603050405020304" pitchFamily="18" charset="0"/>
                <a:cs typeface="Times New Roman" panose="02020603050405020304" pitchFamily="18" charset="0"/>
              </a:rPr>
              <a:t>In the Server Manager Dashboard</a:t>
            </a:r>
            <a:r>
              <a:rPr lang="en-US" sz="1000" b="1" dirty="0">
                <a:effectLst/>
                <a:latin typeface="Arial" panose="020B0604020202020204" pitchFamily="34" charset="0"/>
                <a:ea typeface="Times New Roman" panose="02020603050405020304" pitchFamily="18" charset="0"/>
                <a:cs typeface="Times New Roman" panose="02020603050405020304" pitchFamily="18" charset="0"/>
              </a:rPr>
              <a:t> </a:t>
            </a:r>
            <a:r>
              <a:rPr lang="en-US" sz="1000" dirty="0">
                <a:effectLst/>
                <a:latin typeface="Arial" panose="020B0604020202020204" pitchFamily="34" charset="0"/>
                <a:ea typeface="Times New Roman" panose="02020603050405020304" pitchFamily="18" charset="0"/>
                <a:cs typeface="Times New Roman" panose="02020603050405020304" pitchFamily="18" charset="0"/>
              </a:rPr>
              <a:t>detail pane, click </a:t>
            </a:r>
            <a:r>
              <a:rPr lang="en-US" sz="1000" b="1" dirty="0">
                <a:effectLst/>
                <a:latin typeface="Arial" panose="020B0604020202020204" pitchFamily="34" charset="0"/>
                <a:ea typeface="Times New Roman" panose="02020603050405020304" pitchFamily="18" charset="0"/>
                <a:cs typeface="Times New Roman" panose="02020603050405020304" pitchFamily="18" charset="0"/>
              </a:rPr>
              <a:t>Add roles and features</a:t>
            </a:r>
            <a:r>
              <a:rPr lang="en-US" sz="1000" dirty="0">
                <a:effectLst/>
                <a:latin typeface="Arial" panose="020B0604020202020204" pitchFamily="34" charset="0"/>
                <a:ea typeface="Times New Roman" panose="02020603050405020304" pitchFamily="18" charset="0"/>
                <a:cs typeface="Times New Roman" panose="02020603050405020304" pitchFamily="18" charset="0"/>
              </a:rPr>
              <a:t>.</a:t>
            </a:r>
            <a:endParaRPr lang="en-CA" sz="1000" dirty="0">
              <a:effectLst/>
              <a:latin typeface="Arial" panose="020B0604020202020204" pitchFamily="34" charset="0"/>
              <a:ea typeface="Times New Roman" panose="02020603050405020304" pitchFamily="18" charset="0"/>
              <a:cs typeface="Times New Roman" panose="02020603050405020304" pitchFamily="18" charset="0"/>
            </a:endParaRPr>
          </a:p>
          <a:p>
            <a:pPr marL="342900" marR="0" lvl="0" indent="-342900">
              <a:lnSpc>
                <a:spcPct val="115000"/>
              </a:lnSpc>
              <a:spcBef>
                <a:spcPts val="0"/>
              </a:spcBef>
              <a:spcAft>
                <a:spcPts val="995"/>
              </a:spcAft>
              <a:buFont typeface="+mj-lt"/>
              <a:buAutoNum type="arabicPeriod"/>
            </a:pPr>
            <a:r>
              <a:rPr lang="en-US" sz="1000" dirty="0">
                <a:effectLst/>
                <a:latin typeface="Arial" panose="020B0604020202020204" pitchFamily="34" charset="0"/>
                <a:ea typeface="Times New Roman" panose="02020603050405020304" pitchFamily="18" charset="0"/>
                <a:cs typeface="Times New Roman" panose="02020603050405020304" pitchFamily="18" charset="0"/>
              </a:rPr>
              <a:t>On the </a:t>
            </a:r>
            <a:r>
              <a:rPr lang="en-US" sz="1000" b="1" dirty="0">
                <a:effectLst/>
                <a:latin typeface="Arial" panose="020B0604020202020204" pitchFamily="34" charset="0"/>
                <a:ea typeface="Times New Roman" panose="02020603050405020304" pitchFamily="18" charset="0"/>
                <a:cs typeface="Times New Roman" panose="02020603050405020304" pitchFamily="18" charset="0"/>
              </a:rPr>
              <a:t>Before you begin</a:t>
            </a:r>
            <a:r>
              <a:rPr lang="en-US" sz="1000" dirty="0">
                <a:effectLst/>
                <a:latin typeface="Arial" panose="020B0604020202020204" pitchFamily="34" charset="0"/>
                <a:ea typeface="Times New Roman" panose="02020603050405020304" pitchFamily="18" charset="0"/>
                <a:cs typeface="Times New Roman" panose="02020603050405020304" pitchFamily="18" charset="0"/>
              </a:rPr>
              <a:t> page, click </a:t>
            </a:r>
            <a:r>
              <a:rPr lang="en-US" sz="1000" b="1" dirty="0">
                <a:effectLst/>
                <a:latin typeface="Arial" panose="020B0604020202020204" pitchFamily="34" charset="0"/>
                <a:ea typeface="Times New Roman" panose="02020603050405020304" pitchFamily="18" charset="0"/>
                <a:cs typeface="Times New Roman" panose="02020603050405020304" pitchFamily="18" charset="0"/>
              </a:rPr>
              <a:t>Next</a:t>
            </a:r>
            <a:r>
              <a:rPr lang="en-US" sz="1000" dirty="0">
                <a:effectLst/>
                <a:latin typeface="Arial" panose="020B0604020202020204" pitchFamily="34" charset="0"/>
                <a:ea typeface="Times New Roman" panose="02020603050405020304" pitchFamily="18" charset="0"/>
                <a:cs typeface="Times New Roman" panose="02020603050405020304" pitchFamily="18" charset="0"/>
              </a:rPr>
              <a:t>.</a:t>
            </a:r>
            <a:endParaRPr lang="en-CA" sz="1000" dirty="0">
              <a:effectLst/>
              <a:latin typeface="Arial" panose="020B0604020202020204" pitchFamily="34" charset="0"/>
              <a:ea typeface="Times New Roman" panose="02020603050405020304" pitchFamily="18" charset="0"/>
              <a:cs typeface="Times New Roman" panose="02020603050405020304" pitchFamily="18" charset="0"/>
            </a:endParaRPr>
          </a:p>
          <a:p>
            <a:pPr marL="342900" marR="0" lvl="0" indent="-342900">
              <a:lnSpc>
                <a:spcPct val="115000"/>
              </a:lnSpc>
              <a:spcBef>
                <a:spcPts val="0"/>
              </a:spcBef>
              <a:spcAft>
                <a:spcPts val="995"/>
              </a:spcAft>
              <a:buFont typeface="+mj-lt"/>
              <a:buAutoNum type="arabicPeriod"/>
            </a:pPr>
            <a:r>
              <a:rPr lang="en-US" sz="1000" dirty="0">
                <a:effectLst/>
                <a:latin typeface="Arial" panose="020B0604020202020204" pitchFamily="34" charset="0"/>
                <a:ea typeface="Times New Roman" panose="02020603050405020304" pitchFamily="18" charset="0"/>
                <a:cs typeface="Times New Roman" panose="02020603050405020304" pitchFamily="18" charset="0"/>
              </a:rPr>
              <a:t>On the </a:t>
            </a:r>
            <a:r>
              <a:rPr lang="en-US" sz="1000" b="1" dirty="0">
                <a:effectLst/>
                <a:latin typeface="Arial" panose="020B0604020202020204" pitchFamily="34" charset="0"/>
                <a:ea typeface="Times New Roman" panose="02020603050405020304" pitchFamily="18" charset="0"/>
                <a:cs typeface="Times New Roman" panose="02020603050405020304" pitchFamily="18" charset="0"/>
              </a:rPr>
              <a:t>Select installation type</a:t>
            </a:r>
            <a:r>
              <a:rPr lang="en-US" sz="1000" dirty="0">
                <a:effectLst/>
                <a:latin typeface="Arial" panose="020B0604020202020204" pitchFamily="34" charset="0"/>
                <a:ea typeface="Times New Roman" panose="02020603050405020304" pitchFamily="18" charset="0"/>
                <a:cs typeface="Times New Roman" panose="02020603050405020304" pitchFamily="18" charset="0"/>
              </a:rPr>
              <a:t> page, click </a:t>
            </a:r>
            <a:r>
              <a:rPr lang="en-US" sz="1000" b="1" dirty="0">
                <a:effectLst/>
                <a:latin typeface="Arial" panose="020B0604020202020204" pitchFamily="34" charset="0"/>
                <a:ea typeface="Times New Roman" panose="02020603050405020304" pitchFamily="18" charset="0"/>
                <a:cs typeface="Times New Roman" panose="02020603050405020304" pitchFamily="18" charset="0"/>
              </a:rPr>
              <a:t>Next</a:t>
            </a:r>
            <a:r>
              <a:rPr lang="en-US" sz="1000" dirty="0">
                <a:effectLst/>
                <a:latin typeface="Arial" panose="020B0604020202020204" pitchFamily="34" charset="0"/>
                <a:ea typeface="Times New Roman" panose="02020603050405020304" pitchFamily="18" charset="0"/>
                <a:cs typeface="Times New Roman" panose="02020603050405020304" pitchFamily="18" charset="0"/>
              </a:rPr>
              <a:t>.</a:t>
            </a:r>
            <a:endParaRPr lang="en-CA" sz="1000" dirty="0">
              <a:effectLst/>
              <a:latin typeface="Arial" panose="020B0604020202020204" pitchFamily="34" charset="0"/>
              <a:ea typeface="Times New Roman" panose="02020603050405020304" pitchFamily="18" charset="0"/>
              <a:cs typeface="Times New Roman" panose="02020603050405020304" pitchFamily="18" charset="0"/>
            </a:endParaRPr>
          </a:p>
          <a:p>
            <a:pPr marL="342900" marR="0" lvl="0" indent="-342900">
              <a:lnSpc>
                <a:spcPct val="115000"/>
              </a:lnSpc>
              <a:spcBef>
                <a:spcPts val="0"/>
              </a:spcBef>
              <a:spcAft>
                <a:spcPts val="995"/>
              </a:spcAft>
              <a:buFont typeface="+mj-lt"/>
              <a:buAutoNum type="arabicPeriod"/>
            </a:pPr>
            <a:r>
              <a:rPr lang="en-US" sz="1000" dirty="0">
                <a:effectLst/>
                <a:latin typeface="Arial" panose="020B0604020202020204" pitchFamily="34" charset="0"/>
                <a:ea typeface="Times New Roman" panose="02020603050405020304" pitchFamily="18" charset="0"/>
                <a:cs typeface="Times New Roman" panose="02020603050405020304" pitchFamily="18" charset="0"/>
              </a:rPr>
              <a:t>On the </a:t>
            </a:r>
            <a:r>
              <a:rPr lang="en-US" sz="1000" b="1" dirty="0">
                <a:effectLst/>
                <a:latin typeface="Arial" panose="020B0604020202020204" pitchFamily="34" charset="0"/>
                <a:ea typeface="Times New Roman" panose="02020603050405020304" pitchFamily="18" charset="0"/>
                <a:cs typeface="Times New Roman" panose="02020603050405020304" pitchFamily="18" charset="0"/>
              </a:rPr>
              <a:t>Select destination server</a:t>
            </a:r>
            <a:r>
              <a:rPr lang="en-US" sz="1000" dirty="0">
                <a:effectLst/>
                <a:latin typeface="Arial" panose="020B0604020202020204" pitchFamily="34" charset="0"/>
                <a:ea typeface="Times New Roman" panose="02020603050405020304" pitchFamily="18" charset="0"/>
                <a:cs typeface="Times New Roman" panose="02020603050405020304" pitchFamily="18" charset="0"/>
              </a:rPr>
              <a:t> page, click </a:t>
            </a:r>
            <a:r>
              <a:rPr lang="en-US" sz="1000" b="1" dirty="0">
                <a:effectLst/>
                <a:latin typeface="Arial" panose="020B0604020202020204" pitchFamily="34" charset="0"/>
                <a:ea typeface="Times New Roman" panose="02020603050405020304" pitchFamily="18" charset="0"/>
                <a:cs typeface="Times New Roman" panose="02020603050405020304" pitchFamily="18" charset="0"/>
              </a:rPr>
              <a:t>LON-SVR1.Adatum.com</a:t>
            </a:r>
            <a:r>
              <a:rPr lang="en-US" sz="1000" dirty="0">
                <a:effectLst/>
                <a:latin typeface="Arial" panose="020B0604020202020204" pitchFamily="34" charset="0"/>
                <a:ea typeface="Times New Roman" panose="02020603050405020304" pitchFamily="18" charset="0"/>
                <a:cs typeface="Times New Roman" panose="02020603050405020304" pitchFamily="18" charset="0"/>
              </a:rPr>
              <a:t> and click </a:t>
            </a:r>
            <a:r>
              <a:rPr lang="en-US" sz="1000" b="1" dirty="0">
                <a:effectLst/>
                <a:latin typeface="Arial" panose="020B0604020202020204" pitchFamily="34" charset="0"/>
                <a:ea typeface="Times New Roman" panose="02020603050405020304" pitchFamily="18" charset="0"/>
                <a:cs typeface="Times New Roman" panose="02020603050405020304" pitchFamily="18" charset="0"/>
              </a:rPr>
              <a:t>Next</a:t>
            </a:r>
            <a:r>
              <a:rPr lang="en-US" sz="1000" dirty="0">
                <a:effectLst/>
                <a:latin typeface="Arial" panose="020B0604020202020204" pitchFamily="34" charset="0"/>
                <a:ea typeface="Times New Roman" panose="02020603050405020304" pitchFamily="18" charset="0"/>
                <a:cs typeface="Times New Roman" panose="02020603050405020304" pitchFamily="18" charset="0"/>
              </a:rPr>
              <a:t>.</a:t>
            </a:r>
            <a:endParaRPr lang="en-CA" sz="1000" dirty="0">
              <a:effectLst/>
              <a:latin typeface="Arial" panose="020B0604020202020204" pitchFamily="34" charset="0"/>
              <a:ea typeface="Times New Roman" panose="02020603050405020304" pitchFamily="18" charset="0"/>
              <a:cs typeface="Times New Roman" panose="02020603050405020304" pitchFamily="18" charset="0"/>
            </a:endParaRPr>
          </a:p>
          <a:p>
            <a:pPr marL="342900" marR="0" lvl="0" indent="-342900">
              <a:lnSpc>
                <a:spcPct val="115000"/>
              </a:lnSpc>
              <a:spcBef>
                <a:spcPts val="0"/>
              </a:spcBef>
              <a:spcAft>
                <a:spcPts val="995"/>
              </a:spcAft>
              <a:buFont typeface="+mj-lt"/>
              <a:buAutoNum type="arabicPeriod"/>
            </a:pPr>
            <a:r>
              <a:rPr lang="en-US" sz="1000" dirty="0">
                <a:effectLst/>
                <a:latin typeface="Arial" panose="020B0604020202020204" pitchFamily="34" charset="0"/>
                <a:ea typeface="Times New Roman" panose="02020603050405020304" pitchFamily="18" charset="0"/>
                <a:cs typeface="Times New Roman" panose="02020603050405020304" pitchFamily="18" charset="0"/>
              </a:rPr>
              <a:t>On the </a:t>
            </a:r>
            <a:r>
              <a:rPr lang="en-US" sz="1000" b="1" dirty="0">
                <a:effectLst/>
                <a:latin typeface="Arial" panose="020B0604020202020204" pitchFamily="34" charset="0"/>
                <a:ea typeface="Times New Roman" panose="02020603050405020304" pitchFamily="18" charset="0"/>
                <a:cs typeface="Times New Roman" panose="02020603050405020304" pitchFamily="18" charset="0"/>
              </a:rPr>
              <a:t>Select server roles</a:t>
            </a:r>
            <a:r>
              <a:rPr lang="en-US" sz="1000" dirty="0">
                <a:effectLst/>
                <a:latin typeface="Arial" panose="020B0604020202020204" pitchFamily="34" charset="0"/>
                <a:ea typeface="Times New Roman" panose="02020603050405020304" pitchFamily="18" charset="0"/>
                <a:cs typeface="Times New Roman" panose="02020603050405020304" pitchFamily="18" charset="0"/>
              </a:rPr>
              <a:t> page, select the </a:t>
            </a:r>
            <a:r>
              <a:rPr lang="en-US" sz="1000" b="1" dirty="0">
                <a:effectLst/>
                <a:latin typeface="Arial" panose="020B0604020202020204" pitchFamily="34" charset="0"/>
                <a:ea typeface="Times New Roman" panose="02020603050405020304" pitchFamily="18" charset="0"/>
                <a:cs typeface="Times New Roman" panose="02020603050405020304" pitchFamily="18" charset="0"/>
              </a:rPr>
              <a:t>DNS Server</a:t>
            </a:r>
            <a:r>
              <a:rPr lang="en-US" sz="1000" dirty="0">
                <a:effectLst/>
                <a:latin typeface="Arial" panose="020B0604020202020204" pitchFamily="34" charset="0"/>
                <a:ea typeface="Times New Roman" panose="02020603050405020304" pitchFamily="18" charset="0"/>
                <a:cs typeface="Times New Roman" panose="02020603050405020304" pitchFamily="18" charset="0"/>
              </a:rPr>
              <a:t> check box.</a:t>
            </a:r>
            <a:endParaRPr lang="en-CA" sz="1000" dirty="0">
              <a:effectLst/>
              <a:latin typeface="Arial" panose="020B0604020202020204" pitchFamily="34" charset="0"/>
              <a:ea typeface="Times New Roman" panose="02020603050405020304" pitchFamily="18" charset="0"/>
              <a:cs typeface="Times New Roman" panose="02020603050405020304" pitchFamily="18" charset="0"/>
            </a:endParaRPr>
          </a:p>
          <a:p>
            <a:pPr marL="342900" marR="0" lvl="0" indent="-342900">
              <a:lnSpc>
                <a:spcPct val="115000"/>
              </a:lnSpc>
              <a:spcBef>
                <a:spcPts val="0"/>
              </a:spcBef>
              <a:spcAft>
                <a:spcPts val="995"/>
              </a:spcAft>
              <a:buFont typeface="+mj-lt"/>
              <a:buAutoNum type="arabicPeriod"/>
            </a:pPr>
            <a:r>
              <a:rPr lang="en-US" sz="1000" dirty="0">
                <a:effectLst/>
                <a:latin typeface="Arial" panose="020B0604020202020204" pitchFamily="34" charset="0"/>
                <a:ea typeface="Times New Roman" panose="02020603050405020304" pitchFamily="18" charset="0"/>
                <a:cs typeface="Times New Roman" panose="02020603050405020304" pitchFamily="18" charset="0"/>
              </a:rPr>
              <a:t>In the </a:t>
            </a:r>
            <a:r>
              <a:rPr lang="en-US" sz="1000" b="1" dirty="0">
                <a:effectLst/>
                <a:latin typeface="Arial" panose="020B0604020202020204" pitchFamily="34" charset="0"/>
                <a:ea typeface="Times New Roman" panose="02020603050405020304" pitchFamily="18" charset="0"/>
                <a:cs typeface="Times New Roman" panose="02020603050405020304" pitchFamily="18" charset="0"/>
              </a:rPr>
              <a:t>Add Roles and Features Wizard</a:t>
            </a:r>
            <a:r>
              <a:rPr lang="en-US" sz="1000" dirty="0">
                <a:effectLst/>
                <a:latin typeface="Arial" panose="020B0604020202020204" pitchFamily="34" charset="0"/>
                <a:ea typeface="Times New Roman" panose="02020603050405020304" pitchFamily="18" charset="0"/>
                <a:cs typeface="Times New Roman" panose="02020603050405020304" pitchFamily="18" charset="0"/>
              </a:rPr>
              <a:t> dialog box, click </a:t>
            </a:r>
            <a:r>
              <a:rPr lang="en-US" sz="1000" b="1" dirty="0">
                <a:effectLst/>
                <a:latin typeface="Arial" panose="020B0604020202020204" pitchFamily="34" charset="0"/>
                <a:ea typeface="Times New Roman" panose="02020603050405020304" pitchFamily="18" charset="0"/>
                <a:cs typeface="Times New Roman" panose="02020603050405020304" pitchFamily="18" charset="0"/>
              </a:rPr>
              <a:t>Add Features</a:t>
            </a:r>
            <a:r>
              <a:rPr lang="en-US" sz="1000" dirty="0">
                <a:effectLst/>
                <a:latin typeface="Arial" panose="020B0604020202020204" pitchFamily="34" charset="0"/>
                <a:ea typeface="Times New Roman" panose="02020603050405020304" pitchFamily="18" charset="0"/>
                <a:cs typeface="Times New Roman" panose="02020603050405020304" pitchFamily="18" charset="0"/>
              </a:rPr>
              <a:t>, and then click </a:t>
            </a:r>
            <a:r>
              <a:rPr lang="en-US" sz="1000" b="1" dirty="0">
                <a:effectLst/>
                <a:latin typeface="Arial" panose="020B0604020202020204" pitchFamily="34" charset="0"/>
                <a:ea typeface="Times New Roman" panose="02020603050405020304" pitchFamily="18" charset="0"/>
                <a:cs typeface="Times New Roman" panose="02020603050405020304" pitchFamily="18" charset="0"/>
              </a:rPr>
              <a:t>Next</a:t>
            </a:r>
            <a:r>
              <a:rPr lang="en-US" sz="1000" dirty="0">
                <a:effectLst/>
                <a:latin typeface="Arial" panose="020B0604020202020204" pitchFamily="34" charset="0"/>
                <a:ea typeface="Times New Roman" panose="02020603050405020304" pitchFamily="18" charset="0"/>
                <a:cs typeface="Times New Roman" panose="02020603050405020304" pitchFamily="18" charset="0"/>
              </a:rPr>
              <a:t>.</a:t>
            </a:r>
            <a:endParaRPr lang="en-CA" sz="1000" dirty="0">
              <a:effectLst/>
              <a:latin typeface="Arial" panose="020B0604020202020204" pitchFamily="34" charset="0"/>
              <a:ea typeface="Times New Roman" panose="02020603050405020304" pitchFamily="18" charset="0"/>
              <a:cs typeface="Times New Roman" panose="02020603050405020304" pitchFamily="18" charset="0"/>
            </a:endParaRPr>
          </a:p>
          <a:p>
            <a:pPr marL="342900" marR="0" lvl="0" indent="-342900">
              <a:lnSpc>
                <a:spcPct val="115000"/>
              </a:lnSpc>
              <a:spcBef>
                <a:spcPts val="0"/>
              </a:spcBef>
              <a:spcAft>
                <a:spcPts val="995"/>
              </a:spcAft>
              <a:buFont typeface="+mj-lt"/>
              <a:buAutoNum type="arabicPeriod"/>
            </a:pPr>
            <a:r>
              <a:rPr lang="en-US" sz="1000" dirty="0">
                <a:effectLst/>
                <a:latin typeface="Arial" panose="020B0604020202020204" pitchFamily="34" charset="0"/>
                <a:ea typeface="Times New Roman" panose="02020603050405020304" pitchFamily="18" charset="0"/>
                <a:cs typeface="Times New Roman" panose="02020603050405020304" pitchFamily="18" charset="0"/>
              </a:rPr>
              <a:t>On the </a:t>
            </a:r>
            <a:r>
              <a:rPr lang="en-US" sz="1000" b="1" dirty="0">
                <a:effectLst/>
                <a:latin typeface="Arial" panose="020B0604020202020204" pitchFamily="34" charset="0"/>
                <a:ea typeface="Times New Roman" panose="02020603050405020304" pitchFamily="18" charset="0"/>
                <a:cs typeface="Times New Roman" panose="02020603050405020304" pitchFamily="18" charset="0"/>
              </a:rPr>
              <a:t>Select features</a:t>
            </a:r>
            <a:r>
              <a:rPr lang="en-US" sz="1000" dirty="0">
                <a:effectLst/>
                <a:latin typeface="Arial" panose="020B0604020202020204" pitchFamily="34" charset="0"/>
                <a:ea typeface="Times New Roman" panose="02020603050405020304" pitchFamily="18" charset="0"/>
                <a:cs typeface="Times New Roman" panose="02020603050405020304" pitchFamily="18" charset="0"/>
              </a:rPr>
              <a:t> page, click </a:t>
            </a:r>
            <a:r>
              <a:rPr lang="en-US" sz="1000" b="1" dirty="0">
                <a:effectLst/>
                <a:latin typeface="Arial" panose="020B0604020202020204" pitchFamily="34" charset="0"/>
                <a:ea typeface="Times New Roman" panose="02020603050405020304" pitchFamily="18" charset="0"/>
                <a:cs typeface="Times New Roman" panose="02020603050405020304" pitchFamily="18" charset="0"/>
              </a:rPr>
              <a:t>Next</a:t>
            </a:r>
            <a:r>
              <a:rPr lang="en-US" sz="1000" dirty="0">
                <a:effectLst/>
                <a:latin typeface="Arial" panose="020B0604020202020204" pitchFamily="34" charset="0"/>
                <a:ea typeface="Times New Roman" panose="02020603050405020304" pitchFamily="18" charset="0"/>
                <a:cs typeface="Times New Roman" panose="02020603050405020304" pitchFamily="18" charset="0"/>
              </a:rPr>
              <a:t>.</a:t>
            </a:r>
            <a:endParaRPr lang="en-CA" sz="1000" dirty="0">
              <a:effectLst/>
              <a:latin typeface="Arial" panose="020B0604020202020204" pitchFamily="34" charset="0"/>
              <a:ea typeface="Times New Roman" panose="02020603050405020304" pitchFamily="18" charset="0"/>
              <a:cs typeface="Times New Roman" panose="02020603050405020304" pitchFamily="18" charset="0"/>
            </a:endParaRPr>
          </a:p>
          <a:p>
            <a:pPr marL="342900" marR="0" lvl="0" indent="-342900">
              <a:lnSpc>
                <a:spcPct val="115000"/>
              </a:lnSpc>
              <a:spcBef>
                <a:spcPts val="0"/>
              </a:spcBef>
              <a:spcAft>
                <a:spcPts val="995"/>
              </a:spcAft>
              <a:buFont typeface="+mj-lt"/>
              <a:buAutoNum type="arabicPeriod"/>
            </a:pPr>
            <a:r>
              <a:rPr lang="en-US" sz="1000" dirty="0">
                <a:effectLst/>
                <a:latin typeface="Arial" panose="020B0604020202020204" pitchFamily="34" charset="0"/>
                <a:ea typeface="Times New Roman" panose="02020603050405020304" pitchFamily="18" charset="0"/>
                <a:cs typeface="Times New Roman" panose="02020603050405020304" pitchFamily="18" charset="0"/>
              </a:rPr>
              <a:t>On the </a:t>
            </a:r>
            <a:r>
              <a:rPr lang="en-US" sz="1000" b="1" dirty="0">
                <a:effectLst/>
                <a:latin typeface="Arial" panose="020B0604020202020204" pitchFamily="34" charset="0"/>
                <a:ea typeface="Times New Roman" panose="02020603050405020304" pitchFamily="18" charset="0"/>
                <a:cs typeface="Times New Roman" panose="02020603050405020304" pitchFamily="18" charset="0"/>
              </a:rPr>
              <a:t>DNS Server</a:t>
            </a:r>
            <a:r>
              <a:rPr lang="en-US" sz="1000" dirty="0">
                <a:effectLst/>
                <a:latin typeface="Arial" panose="020B0604020202020204" pitchFamily="34" charset="0"/>
                <a:ea typeface="Times New Roman" panose="02020603050405020304" pitchFamily="18" charset="0"/>
                <a:cs typeface="Times New Roman" panose="02020603050405020304" pitchFamily="18" charset="0"/>
              </a:rPr>
              <a:t> page, click </a:t>
            </a:r>
            <a:r>
              <a:rPr lang="en-US" sz="1000" b="1" dirty="0">
                <a:effectLst/>
                <a:latin typeface="Arial" panose="020B0604020202020204" pitchFamily="34" charset="0"/>
                <a:ea typeface="Times New Roman" panose="02020603050405020304" pitchFamily="18" charset="0"/>
                <a:cs typeface="Times New Roman" panose="02020603050405020304" pitchFamily="18" charset="0"/>
              </a:rPr>
              <a:t>Next</a:t>
            </a:r>
            <a:r>
              <a:rPr lang="en-US" sz="1000" dirty="0">
                <a:effectLst/>
                <a:latin typeface="Arial" panose="020B0604020202020204" pitchFamily="34" charset="0"/>
                <a:ea typeface="Times New Roman" panose="02020603050405020304" pitchFamily="18" charset="0"/>
                <a:cs typeface="Times New Roman" panose="02020603050405020304" pitchFamily="18" charset="0"/>
              </a:rPr>
              <a:t>.</a:t>
            </a:r>
            <a:endParaRPr lang="en-CA" sz="1000" dirty="0">
              <a:effectLst/>
              <a:latin typeface="Arial" panose="020B0604020202020204" pitchFamily="34" charset="0"/>
              <a:ea typeface="Times New Roman" panose="02020603050405020304" pitchFamily="18" charset="0"/>
              <a:cs typeface="Times New Roman" panose="02020603050405020304" pitchFamily="18" charset="0"/>
            </a:endParaRPr>
          </a:p>
          <a:p>
            <a:pPr marL="342900" indent="-342900">
              <a:lnSpc>
                <a:spcPct val="115000"/>
              </a:lnSpc>
              <a:spcAft>
                <a:spcPts val="995"/>
              </a:spcAft>
              <a:buFont typeface="+mj-lt"/>
              <a:buAutoNum type="arabicPeriod"/>
            </a:pPr>
            <a:r>
              <a:rPr lang="en-US" sz="1000" dirty="0">
                <a:solidFill>
                  <a:prstClr val="black"/>
                </a:solidFill>
                <a:latin typeface="Arial" panose="020B0604020202020204" pitchFamily="34" charset="0"/>
                <a:ea typeface="Times New Roman" panose="02020603050405020304" pitchFamily="18" charset="0"/>
                <a:cs typeface="Times New Roman" panose="02020603050405020304" pitchFamily="18" charset="0"/>
              </a:rPr>
              <a:t>On the </a:t>
            </a:r>
            <a:r>
              <a:rPr lang="en-US" sz="1000" b="1" dirty="0">
                <a:solidFill>
                  <a:prstClr val="black"/>
                </a:solidFill>
                <a:latin typeface="Arial" panose="020B0604020202020204" pitchFamily="34" charset="0"/>
                <a:ea typeface="Times New Roman" panose="02020603050405020304" pitchFamily="18" charset="0"/>
                <a:cs typeface="Times New Roman" panose="02020603050405020304" pitchFamily="18" charset="0"/>
              </a:rPr>
              <a:t>Confirm installation selections</a:t>
            </a:r>
            <a:r>
              <a:rPr lang="en-US" sz="1000" dirty="0">
                <a:solidFill>
                  <a:prstClr val="black"/>
                </a:solidFill>
                <a:latin typeface="Arial" panose="020B0604020202020204" pitchFamily="34" charset="0"/>
                <a:ea typeface="Times New Roman" panose="02020603050405020304" pitchFamily="18" charset="0"/>
                <a:cs typeface="Times New Roman" panose="02020603050405020304" pitchFamily="18" charset="0"/>
              </a:rPr>
              <a:t> page, click </a:t>
            </a:r>
            <a:r>
              <a:rPr lang="en-US" sz="1000" b="1" dirty="0">
                <a:solidFill>
                  <a:prstClr val="black"/>
                </a:solidFill>
                <a:latin typeface="Arial" panose="020B0604020202020204" pitchFamily="34" charset="0"/>
                <a:ea typeface="Times New Roman" panose="02020603050405020304" pitchFamily="18" charset="0"/>
                <a:cs typeface="Times New Roman" panose="02020603050405020304" pitchFamily="18" charset="0"/>
              </a:rPr>
              <a:t>Install</a:t>
            </a:r>
            <a:r>
              <a:rPr lang="en-US" sz="1000" dirty="0">
                <a:solidFill>
                  <a:prstClr val="black"/>
                </a:solidFill>
                <a:latin typeface="Arial" panose="020B0604020202020204" pitchFamily="34" charset="0"/>
                <a:ea typeface="Times New Roman" panose="02020603050405020304" pitchFamily="18" charset="0"/>
                <a:cs typeface="Times New Roman" panose="02020603050405020304" pitchFamily="18" charset="0"/>
              </a:rPr>
              <a:t>, and then click </a:t>
            </a:r>
            <a:r>
              <a:rPr lang="en-US" sz="1000" b="1" dirty="0">
                <a:solidFill>
                  <a:prstClr val="black"/>
                </a:solidFill>
                <a:latin typeface="Arial" panose="020B0604020202020204" pitchFamily="34" charset="0"/>
                <a:ea typeface="Times New Roman" panose="02020603050405020304" pitchFamily="18" charset="0"/>
                <a:cs typeface="Times New Roman" panose="02020603050405020304" pitchFamily="18" charset="0"/>
              </a:rPr>
              <a:t>Close</a:t>
            </a:r>
            <a:r>
              <a:rPr lang="en-US" sz="1000" dirty="0">
                <a:solidFill>
                  <a:prstClr val="black"/>
                </a:solidFill>
                <a:latin typeface="Arial" panose="020B0604020202020204" pitchFamily="34" charset="0"/>
                <a:ea typeface="Times New Roman" panose="02020603050405020304" pitchFamily="18" charset="0"/>
                <a:cs typeface="Times New Roman" panose="02020603050405020304" pitchFamily="18" charset="0"/>
              </a:rPr>
              <a:t>.</a:t>
            </a:r>
            <a:endParaRPr lang="en-CA" sz="1000" dirty="0">
              <a:solidFill>
                <a:prstClr val="black"/>
              </a:solidFill>
              <a:latin typeface="Arial" panose="020B0604020202020204" pitchFamily="34" charset="0"/>
              <a:ea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0"/>
          </p:nvPr>
        </p:nvSpPr>
        <p:spPr/>
        <p:txBody>
          <a:bodyPr/>
          <a:lstStyle/>
          <a:p>
            <a:fld id="{B6A1F45A-45A6-418F-ABA5-EC8D7307846F}" type="slidenum">
              <a:rPr lang="en-CA" smtClean="0"/>
              <a:t>42</a:t>
            </a:fld>
            <a:endParaRPr lang="en-CA"/>
          </a:p>
        </p:txBody>
      </p:sp>
      <p:sp>
        <p:nvSpPr>
          <p:cNvPr id="5" name="Rectangle 4"/>
          <p:cNvSpPr/>
          <p:nvPr/>
        </p:nvSpPr>
        <p:spPr>
          <a:xfrm>
            <a:off x="0" y="0"/>
            <a:ext cx="3038475" cy="222250"/>
          </a:xfrm>
          <a:prstGeom prst="rect">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a:solidFill>
                  <a:srgbClr val="000000"/>
                </a:solidFill>
                <a:latin typeface="Arial" panose="020B0604020202020204" pitchFamily="34" charset="0"/>
              </a:rPr>
              <a:t>20410D</a:t>
            </a:r>
          </a:p>
        </p:txBody>
      </p:sp>
      <p:sp>
        <p:nvSpPr>
          <p:cNvPr id="6" name="Rectangle 5"/>
          <p:cNvSpPr/>
          <p:nvPr/>
        </p:nvSpPr>
        <p:spPr>
          <a:xfrm>
            <a:off x="0" y="238125"/>
            <a:ext cx="3038475" cy="347663"/>
          </a:xfrm>
          <a:prstGeom prst="rect">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a:solidFill>
                  <a:srgbClr val="336699"/>
                </a:solidFill>
                <a:latin typeface="Arial" panose="020B0604020202020204" pitchFamily="34" charset="0"/>
              </a:rPr>
              <a:t>1: Deploying and Managing Windows Server 2012</a:t>
            </a:r>
          </a:p>
        </p:txBody>
      </p:sp>
      <p:sp>
        <p:nvSpPr>
          <p:cNvPr id="7" name="TextBox 6"/>
          <p:cNvSpPr txBox="1"/>
          <p:nvPr/>
        </p:nvSpPr>
        <p:spPr>
          <a:xfrm>
            <a:off x="0" y="8890000"/>
            <a:ext cx="1871025" cy="246221"/>
          </a:xfrm>
          <a:prstGeom prst="rect">
            <a:avLst/>
          </a:prstGeom>
          <a:noFill/>
        </p:spPr>
        <p:txBody>
          <a:bodyPr vert="horz" wrap="none" rtlCol="0">
            <a:spAutoFit/>
          </a:bodyPr>
          <a:lstStyle/>
          <a:p>
            <a:r>
              <a:rPr lang="en-CA" sz="1000">
                <a:latin typeface="Arial" panose="020B0604020202020204" pitchFamily="34" charset="0"/>
              </a:rPr>
              <a:t>(More notes on the next slide)</a:t>
            </a:r>
          </a:p>
        </p:txBody>
      </p:sp>
    </p:spTree>
    <p:extLst>
      <p:ext uri="{BB962C8B-B14F-4D97-AF65-F5344CB8AC3E}">
        <p14:creationId xmlns:p14="http://schemas.microsoft.com/office/powerpoint/2010/main" val="2207188777"/>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112" y="73152"/>
            <a:ext cx="2468880" cy="1851660"/>
          </a:xfrm>
        </p:spPr>
      </p:sp>
      <p:sp>
        <p:nvSpPr>
          <p:cNvPr id="3" name="Notes Placeholder 2"/>
          <p:cNvSpPr>
            <a:spLocks noGrp="1"/>
          </p:cNvSpPr>
          <p:nvPr>
            <p:ph type="body" idx="1"/>
          </p:nvPr>
        </p:nvSpPr>
        <p:spPr>
          <a:xfrm>
            <a:off x="310896" y="2093976"/>
            <a:ext cx="6153912" cy="6604000"/>
          </a:xfrm>
        </p:spPr>
        <p:txBody>
          <a:bodyPr>
            <a:noAutofit/>
          </a:bodyPr>
          <a:lstStyle/>
          <a:p>
            <a:pPr lvl="0">
              <a:lnSpc>
                <a:spcPts val="1300"/>
              </a:lnSpc>
              <a:spcBef>
                <a:spcPts val="900"/>
              </a:spcBef>
              <a:spcAft>
                <a:spcPts val="300"/>
              </a:spcAft>
            </a:pPr>
            <a:r>
              <a:rPr lang="en-US" sz="1000" b="1" dirty="0">
                <a:solidFill>
                  <a:prstClr val="black"/>
                </a:solidFill>
                <a:latin typeface="Arial" panose="020B0604020202020204" pitchFamily="34" charset="0"/>
                <a:ea typeface="Times New Roman" panose="02020603050405020304" pitchFamily="18" charset="0"/>
                <a:cs typeface="Segoe UI" panose="020B0502040204020203" pitchFamily="34" charset="0"/>
              </a:rPr>
              <a:t>Connect to and configure a remote server by using RDP</a:t>
            </a:r>
            <a:endParaRPr lang="en-CA" sz="1000" b="1" dirty="0">
              <a:solidFill>
                <a:prstClr val="black"/>
              </a:solidFill>
              <a:latin typeface="Arial" panose="020B0604020202020204" pitchFamily="34" charset="0"/>
              <a:ea typeface="Times New Roman" panose="02020603050405020304" pitchFamily="18" charset="0"/>
              <a:cs typeface="Segoe UI" panose="020B0502040204020203" pitchFamily="34" charset="0"/>
            </a:endParaRPr>
          </a:p>
          <a:p>
            <a:pPr marL="342900" lvl="0" indent="-342900">
              <a:lnSpc>
                <a:spcPct val="115000"/>
              </a:lnSpc>
              <a:spcAft>
                <a:spcPts val="995"/>
              </a:spcAft>
              <a:buFont typeface="+mj-lt"/>
              <a:buAutoNum type="arabicPeriod"/>
            </a:pPr>
            <a:r>
              <a:rPr lang="en-US" sz="1000" dirty="0">
                <a:solidFill>
                  <a:prstClr val="black"/>
                </a:solidFill>
                <a:latin typeface="Arial" panose="020B0604020202020204" pitchFamily="34" charset="0"/>
                <a:ea typeface="Times New Roman" panose="02020603050405020304" pitchFamily="18" charset="0"/>
                <a:cs typeface="Times New Roman" panose="02020603050405020304" pitchFamily="18" charset="0"/>
              </a:rPr>
              <a:t>Sign in to LON-SVR1 as </a:t>
            </a:r>
            <a:r>
              <a:rPr lang="en-US" sz="1000" b="1" dirty="0" err="1">
                <a:solidFill>
                  <a:prstClr val="black"/>
                </a:solidFill>
                <a:latin typeface="Arial" panose="020B0604020202020204" pitchFamily="34" charset="0"/>
                <a:ea typeface="Times New Roman" panose="02020603050405020304" pitchFamily="18" charset="0"/>
                <a:cs typeface="Times New Roman" panose="02020603050405020304" pitchFamily="18" charset="0"/>
              </a:rPr>
              <a:t>Adatum</a:t>
            </a:r>
            <a:r>
              <a:rPr lang="en-US" sz="1000" b="1" dirty="0">
                <a:solidFill>
                  <a:prstClr val="black"/>
                </a:solidFill>
                <a:latin typeface="Arial" panose="020B0604020202020204" pitchFamily="34" charset="0"/>
                <a:ea typeface="Times New Roman" panose="02020603050405020304" pitchFamily="18" charset="0"/>
                <a:cs typeface="Times New Roman" panose="02020603050405020304" pitchFamily="18" charset="0"/>
              </a:rPr>
              <a:t>\Administrator</a:t>
            </a:r>
            <a:r>
              <a:rPr lang="en-US" sz="1000" dirty="0">
                <a:solidFill>
                  <a:prstClr val="black"/>
                </a:solidFill>
                <a:latin typeface="Arial" panose="020B0604020202020204" pitchFamily="34" charset="0"/>
                <a:ea typeface="Times New Roman" panose="02020603050405020304" pitchFamily="18" charset="0"/>
                <a:cs typeface="Times New Roman" panose="02020603050405020304" pitchFamily="18" charset="0"/>
              </a:rPr>
              <a:t> with the password </a:t>
            </a:r>
            <a:r>
              <a:rPr lang="en-US" sz="1000" b="1" dirty="0">
                <a:solidFill>
                  <a:prstClr val="black"/>
                </a:solidFill>
                <a:latin typeface="Arial" panose="020B0604020202020204" pitchFamily="34" charset="0"/>
                <a:ea typeface="Times New Roman" panose="02020603050405020304" pitchFamily="18" charset="0"/>
                <a:cs typeface="Times New Roman" panose="02020603050405020304" pitchFamily="18" charset="0"/>
              </a:rPr>
              <a:t>Pa$$w0rd</a:t>
            </a:r>
            <a:r>
              <a:rPr lang="en-US" sz="1000" dirty="0">
                <a:solidFill>
                  <a:prstClr val="black"/>
                </a:solidFill>
                <a:latin typeface="Arial" panose="020B0604020202020204" pitchFamily="34" charset="0"/>
                <a:ea typeface="Times New Roman" panose="02020603050405020304" pitchFamily="18" charset="0"/>
                <a:cs typeface="Times New Roman" panose="02020603050405020304" pitchFamily="18" charset="0"/>
              </a:rPr>
              <a:t>.</a:t>
            </a:r>
            <a:endParaRPr lang="en-CA" sz="1000" dirty="0">
              <a:solidFill>
                <a:prstClr val="black"/>
              </a:solidFill>
              <a:latin typeface="Arial" panose="020B0604020202020204" pitchFamily="34" charset="0"/>
              <a:ea typeface="Times New Roman" panose="02020603050405020304" pitchFamily="18" charset="0"/>
              <a:cs typeface="Times New Roman" panose="02020603050405020304" pitchFamily="18" charset="0"/>
            </a:endParaRPr>
          </a:p>
          <a:p>
            <a:pPr marL="342900" lvl="0" indent="-342900">
              <a:lnSpc>
                <a:spcPct val="115000"/>
              </a:lnSpc>
              <a:spcAft>
                <a:spcPts val="995"/>
              </a:spcAft>
              <a:buFont typeface="+mj-lt"/>
              <a:buAutoNum type="arabicPeriod"/>
            </a:pPr>
            <a:r>
              <a:rPr lang="en-US" sz="1000" dirty="0">
                <a:solidFill>
                  <a:prstClr val="black"/>
                </a:solidFill>
                <a:latin typeface="Arial" panose="020B0604020202020204" pitchFamily="34" charset="0"/>
                <a:ea typeface="Times New Roman" panose="02020603050405020304" pitchFamily="18" charset="0"/>
                <a:cs typeface="Times New Roman" panose="02020603050405020304" pitchFamily="18" charset="0"/>
              </a:rPr>
              <a:t>In Server Manager, click </a:t>
            </a:r>
            <a:r>
              <a:rPr lang="en-US" sz="1000" b="1" dirty="0">
                <a:solidFill>
                  <a:prstClr val="black"/>
                </a:solidFill>
                <a:latin typeface="Arial" panose="020B0604020202020204" pitchFamily="34" charset="0"/>
                <a:ea typeface="Times New Roman" panose="02020603050405020304" pitchFamily="18" charset="0"/>
                <a:cs typeface="Times New Roman" panose="02020603050405020304" pitchFamily="18" charset="0"/>
              </a:rPr>
              <a:t>Local Server</a:t>
            </a:r>
            <a:r>
              <a:rPr lang="en-US" sz="1000" dirty="0">
                <a:solidFill>
                  <a:prstClr val="black"/>
                </a:solidFill>
                <a:latin typeface="Arial" panose="020B0604020202020204" pitchFamily="34" charset="0"/>
                <a:ea typeface="Times New Roman" panose="02020603050405020304" pitchFamily="18" charset="0"/>
                <a:cs typeface="Times New Roman" panose="02020603050405020304" pitchFamily="18" charset="0"/>
              </a:rPr>
              <a:t>.</a:t>
            </a:r>
            <a:endParaRPr lang="en-CA" sz="1000" dirty="0">
              <a:solidFill>
                <a:prstClr val="black"/>
              </a:solidFill>
              <a:latin typeface="Arial" panose="020B0604020202020204" pitchFamily="34" charset="0"/>
              <a:ea typeface="Times New Roman" panose="02020603050405020304" pitchFamily="18" charset="0"/>
              <a:cs typeface="Times New Roman" panose="02020603050405020304" pitchFamily="18" charset="0"/>
            </a:endParaRPr>
          </a:p>
          <a:p>
            <a:pPr marL="342900" lvl="0" indent="-342900">
              <a:lnSpc>
                <a:spcPct val="115000"/>
              </a:lnSpc>
              <a:spcAft>
                <a:spcPts val="995"/>
              </a:spcAft>
              <a:buFont typeface="+mj-lt"/>
              <a:buAutoNum type="arabicPeriod"/>
            </a:pPr>
            <a:r>
              <a:rPr lang="en-US" sz="1000" dirty="0">
                <a:solidFill>
                  <a:prstClr val="black"/>
                </a:solidFill>
                <a:latin typeface="Arial" panose="020B0604020202020204" pitchFamily="34" charset="0"/>
                <a:ea typeface="Times New Roman" panose="02020603050405020304" pitchFamily="18" charset="0"/>
                <a:cs typeface="Times New Roman" panose="02020603050405020304" pitchFamily="18" charset="0"/>
              </a:rPr>
              <a:t>In the details pane, next to </a:t>
            </a:r>
            <a:r>
              <a:rPr lang="en-US" sz="1000" b="1" dirty="0">
                <a:solidFill>
                  <a:prstClr val="black"/>
                </a:solidFill>
                <a:latin typeface="Arial" panose="020B0604020202020204" pitchFamily="34" charset="0"/>
                <a:ea typeface="Times New Roman" panose="02020603050405020304" pitchFamily="18" charset="0"/>
                <a:cs typeface="Times New Roman" panose="02020603050405020304" pitchFamily="18" charset="0"/>
              </a:rPr>
              <a:t>Remote Desktop</a:t>
            </a:r>
            <a:r>
              <a:rPr lang="en-US" sz="1000" dirty="0">
                <a:solidFill>
                  <a:prstClr val="black"/>
                </a:solidFill>
                <a:latin typeface="Arial" panose="020B0604020202020204" pitchFamily="34" charset="0"/>
                <a:ea typeface="Times New Roman" panose="02020603050405020304" pitchFamily="18" charset="0"/>
                <a:cs typeface="Times New Roman" panose="02020603050405020304" pitchFamily="18" charset="0"/>
              </a:rPr>
              <a:t>, click </a:t>
            </a:r>
            <a:r>
              <a:rPr lang="en-US" sz="1000" b="1" dirty="0">
                <a:solidFill>
                  <a:prstClr val="black"/>
                </a:solidFill>
                <a:latin typeface="Arial" panose="020B0604020202020204" pitchFamily="34" charset="0"/>
                <a:ea typeface="Times New Roman" panose="02020603050405020304" pitchFamily="18" charset="0"/>
                <a:cs typeface="Times New Roman" panose="02020603050405020304" pitchFamily="18" charset="0"/>
              </a:rPr>
              <a:t>Disabled</a:t>
            </a:r>
            <a:r>
              <a:rPr lang="en-US" sz="1000" dirty="0">
                <a:solidFill>
                  <a:prstClr val="black"/>
                </a:solidFill>
                <a:latin typeface="Arial" panose="020B0604020202020204" pitchFamily="34" charset="0"/>
                <a:ea typeface="Times New Roman" panose="02020603050405020304" pitchFamily="18" charset="0"/>
                <a:cs typeface="Times New Roman" panose="02020603050405020304" pitchFamily="18" charset="0"/>
              </a:rPr>
              <a:t>.</a:t>
            </a:r>
            <a:endParaRPr lang="en-CA" sz="1000" dirty="0">
              <a:solidFill>
                <a:prstClr val="black"/>
              </a:solidFill>
              <a:latin typeface="Arial" panose="020B0604020202020204" pitchFamily="34" charset="0"/>
              <a:ea typeface="Times New Roman" panose="02020603050405020304" pitchFamily="18" charset="0"/>
              <a:cs typeface="Times New Roman" panose="02020603050405020304" pitchFamily="18" charset="0"/>
            </a:endParaRPr>
          </a:p>
          <a:p>
            <a:pPr marL="342900" lvl="0" indent="-342900">
              <a:lnSpc>
                <a:spcPct val="115000"/>
              </a:lnSpc>
              <a:spcAft>
                <a:spcPts val="995"/>
              </a:spcAft>
              <a:buFont typeface="+mj-lt"/>
              <a:buAutoNum type="arabicPeriod"/>
            </a:pPr>
            <a:r>
              <a:rPr lang="en-US" sz="1000" dirty="0">
                <a:solidFill>
                  <a:prstClr val="black"/>
                </a:solidFill>
                <a:latin typeface="Arial" panose="020B0604020202020204" pitchFamily="34" charset="0"/>
                <a:ea typeface="Times New Roman" panose="02020603050405020304" pitchFamily="18" charset="0"/>
                <a:cs typeface="Times New Roman" panose="02020603050405020304" pitchFamily="18" charset="0"/>
              </a:rPr>
              <a:t>In the </a:t>
            </a:r>
            <a:r>
              <a:rPr lang="en-US" sz="1000" b="1" dirty="0">
                <a:solidFill>
                  <a:prstClr val="black"/>
                </a:solidFill>
                <a:latin typeface="Arial" panose="020B0604020202020204" pitchFamily="34" charset="0"/>
                <a:ea typeface="Times New Roman" panose="02020603050405020304" pitchFamily="18" charset="0"/>
                <a:cs typeface="Times New Roman" panose="02020603050405020304" pitchFamily="18" charset="0"/>
              </a:rPr>
              <a:t>System Properties</a:t>
            </a:r>
            <a:r>
              <a:rPr lang="en-US" sz="1000" dirty="0">
                <a:solidFill>
                  <a:prstClr val="black"/>
                </a:solidFill>
                <a:latin typeface="Arial" panose="020B0604020202020204" pitchFamily="34" charset="0"/>
                <a:ea typeface="Times New Roman" panose="02020603050405020304" pitchFamily="18" charset="0"/>
                <a:cs typeface="Times New Roman" panose="02020603050405020304" pitchFamily="18" charset="0"/>
              </a:rPr>
              <a:t> dialog box, click </a:t>
            </a:r>
            <a:r>
              <a:rPr lang="en-US" sz="1000" b="1" dirty="0">
                <a:solidFill>
                  <a:prstClr val="black"/>
                </a:solidFill>
                <a:latin typeface="Arial" panose="020B0604020202020204" pitchFamily="34" charset="0"/>
                <a:ea typeface="Times New Roman" panose="02020603050405020304" pitchFamily="18" charset="0"/>
                <a:cs typeface="Times New Roman" panose="02020603050405020304" pitchFamily="18" charset="0"/>
              </a:rPr>
              <a:t>Allow remote connections to this computer</a:t>
            </a:r>
            <a:r>
              <a:rPr lang="en-US" sz="1000" dirty="0">
                <a:solidFill>
                  <a:prstClr val="black"/>
                </a:solidFill>
                <a:latin typeface="Arial" panose="020B0604020202020204" pitchFamily="34" charset="0"/>
                <a:ea typeface="Times New Roman" panose="02020603050405020304" pitchFamily="18" charset="0"/>
                <a:cs typeface="Times New Roman" panose="02020603050405020304" pitchFamily="18" charset="0"/>
              </a:rPr>
              <a:t>.</a:t>
            </a:r>
            <a:endParaRPr lang="en-CA" sz="1000" dirty="0">
              <a:solidFill>
                <a:prstClr val="black"/>
              </a:solidFill>
              <a:latin typeface="Arial" panose="020B0604020202020204" pitchFamily="34" charset="0"/>
              <a:ea typeface="Times New Roman" panose="02020603050405020304" pitchFamily="18" charset="0"/>
              <a:cs typeface="Times New Roman" panose="02020603050405020304" pitchFamily="18" charset="0"/>
            </a:endParaRPr>
          </a:p>
          <a:p>
            <a:pPr marL="342900" lvl="0" indent="-342900">
              <a:lnSpc>
                <a:spcPct val="115000"/>
              </a:lnSpc>
              <a:spcAft>
                <a:spcPts val="995"/>
              </a:spcAft>
              <a:buFont typeface="+mj-lt"/>
              <a:buAutoNum type="arabicPeriod"/>
            </a:pPr>
            <a:r>
              <a:rPr lang="en-US" sz="1000" dirty="0">
                <a:solidFill>
                  <a:prstClr val="black"/>
                </a:solidFill>
                <a:latin typeface="Arial" panose="020B0604020202020204" pitchFamily="34" charset="0"/>
                <a:ea typeface="Times New Roman" panose="02020603050405020304" pitchFamily="18" charset="0"/>
                <a:cs typeface="Times New Roman" panose="02020603050405020304" pitchFamily="18" charset="0"/>
              </a:rPr>
              <a:t>In the </a:t>
            </a:r>
            <a:r>
              <a:rPr lang="en-US" sz="1000" b="1" dirty="0">
                <a:solidFill>
                  <a:prstClr val="black"/>
                </a:solidFill>
                <a:latin typeface="Arial" panose="020B0604020202020204" pitchFamily="34" charset="0"/>
                <a:ea typeface="Times New Roman" panose="02020603050405020304" pitchFamily="18" charset="0"/>
                <a:cs typeface="Times New Roman" panose="02020603050405020304" pitchFamily="18" charset="0"/>
              </a:rPr>
              <a:t>Remote Desktop Connection</a:t>
            </a:r>
            <a:r>
              <a:rPr lang="en-US" sz="1000" dirty="0">
                <a:solidFill>
                  <a:prstClr val="black"/>
                </a:solidFill>
                <a:latin typeface="Arial" panose="020B0604020202020204" pitchFamily="34" charset="0"/>
                <a:ea typeface="Times New Roman" panose="02020603050405020304" pitchFamily="18" charset="0"/>
                <a:cs typeface="Times New Roman" panose="02020603050405020304" pitchFamily="18" charset="0"/>
              </a:rPr>
              <a:t> dialog box, click </a:t>
            </a:r>
            <a:r>
              <a:rPr lang="en-US" sz="1000" b="1" dirty="0">
                <a:solidFill>
                  <a:prstClr val="black"/>
                </a:solidFill>
                <a:latin typeface="Arial" panose="020B0604020202020204" pitchFamily="34" charset="0"/>
                <a:ea typeface="Times New Roman" panose="02020603050405020304" pitchFamily="18" charset="0"/>
                <a:cs typeface="Times New Roman" panose="02020603050405020304" pitchFamily="18" charset="0"/>
              </a:rPr>
              <a:t>OK</a:t>
            </a:r>
            <a:r>
              <a:rPr lang="en-US" sz="1000" dirty="0">
                <a:solidFill>
                  <a:prstClr val="black"/>
                </a:solidFill>
                <a:latin typeface="Arial" panose="020B0604020202020204" pitchFamily="34" charset="0"/>
                <a:ea typeface="Times New Roman" panose="02020603050405020304" pitchFamily="18" charset="0"/>
                <a:cs typeface="Times New Roman" panose="02020603050405020304" pitchFamily="18" charset="0"/>
              </a:rPr>
              <a:t>, and then click </a:t>
            </a:r>
            <a:r>
              <a:rPr lang="en-US" sz="1000" b="1" dirty="0">
                <a:solidFill>
                  <a:prstClr val="black"/>
                </a:solidFill>
                <a:latin typeface="Arial" panose="020B0604020202020204" pitchFamily="34" charset="0"/>
                <a:ea typeface="Times New Roman" panose="02020603050405020304" pitchFamily="18" charset="0"/>
                <a:cs typeface="Times New Roman" panose="02020603050405020304" pitchFamily="18" charset="0"/>
              </a:rPr>
              <a:t>OK</a:t>
            </a:r>
            <a:r>
              <a:rPr lang="en-US" sz="1000" dirty="0">
                <a:solidFill>
                  <a:prstClr val="black"/>
                </a:solidFill>
                <a:latin typeface="Arial" panose="020B0604020202020204" pitchFamily="34" charset="0"/>
                <a:ea typeface="Times New Roman" panose="02020603050405020304" pitchFamily="18" charset="0"/>
                <a:cs typeface="Times New Roman" panose="02020603050405020304" pitchFamily="18" charset="0"/>
              </a:rPr>
              <a:t>.</a:t>
            </a:r>
            <a:endParaRPr lang="en-CA" sz="1000" dirty="0">
              <a:solidFill>
                <a:prstClr val="black"/>
              </a:solidFill>
              <a:latin typeface="Arial" panose="020B0604020202020204" pitchFamily="34" charset="0"/>
              <a:ea typeface="Times New Roman" panose="02020603050405020304" pitchFamily="18" charset="0"/>
              <a:cs typeface="Times New Roman" panose="02020603050405020304" pitchFamily="18" charset="0"/>
            </a:endParaRPr>
          </a:p>
          <a:p>
            <a:pPr marL="342900" lvl="0" indent="-342900">
              <a:lnSpc>
                <a:spcPct val="115000"/>
              </a:lnSpc>
              <a:spcAft>
                <a:spcPts val="995"/>
              </a:spcAft>
              <a:buFont typeface="+mj-lt"/>
              <a:buAutoNum type="arabicPeriod"/>
            </a:pPr>
            <a:r>
              <a:rPr lang="en-US" sz="1000" dirty="0">
                <a:solidFill>
                  <a:prstClr val="black"/>
                </a:solidFill>
                <a:latin typeface="Arial" panose="020B0604020202020204" pitchFamily="34" charset="0"/>
                <a:ea typeface="Times New Roman" panose="02020603050405020304" pitchFamily="18" charset="0"/>
                <a:cs typeface="Times New Roman" panose="02020603050405020304" pitchFamily="18" charset="0"/>
              </a:rPr>
              <a:t>On LON-DC1, click the </a:t>
            </a:r>
            <a:r>
              <a:rPr lang="en-US" sz="1000" b="1" dirty="0">
                <a:solidFill>
                  <a:prstClr val="black"/>
                </a:solidFill>
                <a:latin typeface="Arial" panose="020B0604020202020204" pitchFamily="34" charset="0"/>
                <a:ea typeface="Times New Roman" panose="02020603050405020304" pitchFamily="18" charset="0"/>
                <a:cs typeface="Times New Roman" panose="02020603050405020304" pitchFamily="18" charset="0"/>
              </a:rPr>
              <a:t>Start</a:t>
            </a:r>
            <a:r>
              <a:rPr lang="en-US" sz="1000" dirty="0">
                <a:solidFill>
                  <a:prstClr val="black"/>
                </a:solidFill>
                <a:latin typeface="Arial" panose="020B0604020202020204" pitchFamily="34" charset="0"/>
                <a:ea typeface="Times New Roman" panose="02020603050405020304" pitchFamily="18" charset="0"/>
                <a:cs typeface="Times New Roman" panose="02020603050405020304" pitchFamily="18" charset="0"/>
              </a:rPr>
              <a:t> screen button in the lower-left corner.</a:t>
            </a:r>
            <a:endParaRPr lang="en-CA" sz="1000" dirty="0">
              <a:solidFill>
                <a:prstClr val="black"/>
              </a:solidFill>
              <a:latin typeface="Arial" panose="020B0604020202020204" pitchFamily="34" charset="0"/>
              <a:ea typeface="Times New Roman" panose="02020603050405020304" pitchFamily="18" charset="0"/>
              <a:cs typeface="Times New Roman" panose="02020603050405020304" pitchFamily="18" charset="0"/>
            </a:endParaRPr>
          </a:p>
          <a:p>
            <a:pPr marL="342900" lvl="0" indent="-342900">
              <a:lnSpc>
                <a:spcPct val="115000"/>
              </a:lnSpc>
              <a:spcAft>
                <a:spcPts val="995"/>
              </a:spcAft>
              <a:buFont typeface="+mj-lt"/>
              <a:buAutoNum type="arabicPeriod"/>
            </a:pPr>
            <a:r>
              <a:rPr lang="en-US" sz="1000" dirty="0">
                <a:solidFill>
                  <a:prstClr val="black"/>
                </a:solidFill>
                <a:latin typeface="Arial" panose="020B0604020202020204" pitchFamily="34" charset="0"/>
                <a:ea typeface="Times New Roman" panose="02020603050405020304" pitchFamily="18" charset="0"/>
                <a:cs typeface="Times New Roman" panose="02020603050405020304" pitchFamily="18" charset="0"/>
              </a:rPr>
              <a:t>Type </a:t>
            </a:r>
            <a:r>
              <a:rPr lang="en-US" sz="1000" b="1" dirty="0">
                <a:solidFill>
                  <a:prstClr val="black"/>
                </a:solidFill>
                <a:latin typeface="Arial" panose="020B0604020202020204" pitchFamily="34" charset="0"/>
                <a:ea typeface="Times New Roman" panose="02020603050405020304" pitchFamily="18" charset="0"/>
                <a:cs typeface="Times New Roman" panose="02020603050405020304" pitchFamily="18" charset="0"/>
              </a:rPr>
              <a:t>Remote</a:t>
            </a:r>
            <a:r>
              <a:rPr lang="en-US" sz="1000" dirty="0">
                <a:solidFill>
                  <a:prstClr val="black"/>
                </a:solidFill>
                <a:latin typeface="Arial" panose="020B0604020202020204" pitchFamily="34" charset="0"/>
                <a:ea typeface="Times New Roman" panose="02020603050405020304" pitchFamily="18" charset="0"/>
                <a:cs typeface="Times New Roman" panose="02020603050405020304" pitchFamily="18" charset="0"/>
              </a:rPr>
              <a:t>, and then click the </a:t>
            </a:r>
            <a:r>
              <a:rPr lang="en-US" sz="1000" b="1" dirty="0">
                <a:solidFill>
                  <a:prstClr val="black"/>
                </a:solidFill>
                <a:latin typeface="Arial" panose="020B0604020202020204" pitchFamily="34" charset="0"/>
                <a:ea typeface="Times New Roman" panose="02020603050405020304" pitchFamily="18" charset="0"/>
                <a:cs typeface="Times New Roman" panose="02020603050405020304" pitchFamily="18" charset="0"/>
              </a:rPr>
              <a:t>Remote Desktop Connection</a:t>
            </a:r>
            <a:r>
              <a:rPr lang="en-US" sz="1000" dirty="0">
                <a:solidFill>
                  <a:prstClr val="black"/>
                </a:solidFill>
                <a:latin typeface="Arial" panose="020B0604020202020204" pitchFamily="34" charset="0"/>
                <a:ea typeface="Times New Roman" panose="02020603050405020304" pitchFamily="18" charset="0"/>
                <a:cs typeface="Times New Roman" panose="02020603050405020304" pitchFamily="18" charset="0"/>
              </a:rPr>
              <a:t> icon.</a:t>
            </a:r>
            <a:endParaRPr lang="en-CA" sz="1000" dirty="0">
              <a:solidFill>
                <a:prstClr val="black"/>
              </a:solidFill>
              <a:latin typeface="Arial" panose="020B0604020202020204" pitchFamily="34" charset="0"/>
              <a:ea typeface="Times New Roman" panose="02020603050405020304" pitchFamily="18" charset="0"/>
              <a:cs typeface="Times New Roman" panose="02020603050405020304" pitchFamily="18" charset="0"/>
            </a:endParaRPr>
          </a:p>
          <a:p>
            <a:pPr marL="342900" lvl="0" indent="-342900">
              <a:lnSpc>
                <a:spcPct val="115000"/>
              </a:lnSpc>
              <a:spcAft>
                <a:spcPts val="995"/>
              </a:spcAft>
              <a:buFont typeface="+mj-lt"/>
              <a:buAutoNum type="arabicPeriod"/>
            </a:pPr>
            <a:r>
              <a:rPr lang="en-US" sz="1000" dirty="0">
                <a:solidFill>
                  <a:prstClr val="black"/>
                </a:solidFill>
                <a:latin typeface="Arial" panose="020B0604020202020204" pitchFamily="34" charset="0"/>
                <a:ea typeface="Times New Roman" panose="02020603050405020304" pitchFamily="18" charset="0"/>
                <a:cs typeface="Times New Roman" panose="02020603050405020304" pitchFamily="18" charset="0"/>
              </a:rPr>
              <a:t>In the </a:t>
            </a:r>
            <a:r>
              <a:rPr lang="en-US" sz="1000" b="1" dirty="0">
                <a:solidFill>
                  <a:prstClr val="black"/>
                </a:solidFill>
                <a:latin typeface="Arial" panose="020B0604020202020204" pitchFamily="34" charset="0"/>
                <a:ea typeface="Times New Roman" panose="02020603050405020304" pitchFamily="18" charset="0"/>
                <a:cs typeface="Times New Roman" panose="02020603050405020304" pitchFamily="18" charset="0"/>
              </a:rPr>
              <a:t>Remote Desktop Connection</a:t>
            </a:r>
            <a:r>
              <a:rPr lang="en-US" sz="1000" dirty="0">
                <a:solidFill>
                  <a:prstClr val="black"/>
                </a:solidFill>
                <a:latin typeface="Arial" panose="020B0604020202020204" pitchFamily="34" charset="0"/>
                <a:ea typeface="Times New Roman" panose="02020603050405020304" pitchFamily="18" charset="0"/>
                <a:cs typeface="Times New Roman" panose="02020603050405020304" pitchFamily="18" charset="0"/>
              </a:rPr>
              <a:t> dialog box, type </a:t>
            </a:r>
            <a:r>
              <a:rPr lang="en-US" sz="1000" b="1" dirty="0">
                <a:solidFill>
                  <a:prstClr val="black"/>
                </a:solidFill>
                <a:latin typeface="Arial" panose="020B0604020202020204" pitchFamily="34" charset="0"/>
                <a:ea typeface="Times New Roman" panose="02020603050405020304" pitchFamily="18" charset="0"/>
                <a:cs typeface="Times New Roman" panose="02020603050405020304" pitchFamily="18" charset="0"/>
              </a:rPr>
              <a:t>LON-SVR1</a:t>
            </a:r>
            <a:r>
              <a:rPr lang="en-US" sz="1000" dirty="0">
                <a:solidFill>
                  <a:prstClr val="black"/>
                </a:solidFill>
                <a:latin typeface="Arial" panose="020B0604020202020204" pitchFamily="34" charset="0"/>
                <a:ea typeface="Times New Roman" panose="02020603050405020304" pitchFamily="18" charset="0"/>
                <a:cs typeface="Times New Roman" panose="02020603050405020304" pitchFamily="18" charset="0"/>
              </a:rPr>
              <a:t>, and then click </a:t>
            </a:r>
            <a:r>
              <a:rPr lang="en-US" sz="1000" b="1" dirty="0">
                <a:solidFill>
                  <a:prstClr val="black"/>
                </a:solidFill>
                <a:latin typeface="Arial" panose="020B0604020202020204" pitchFamily="34" charset="0"/>
                <a:ea typeface="Times New Roman" panose="02020603050405020304" pitchFamily="18" charset="0"/>
                <a:cs typeface="Times New Roman" panose="02020603050405020304" pitchFamily="18" charset="0"/>
              </a:rPr>
              <a:t>Connect</a:t>
            </a:r>
            <a:r>
              <a:rPr lang="en-US" sz="1000" dirty="0">
                <a:solidFill>
                  <a:prstClr val="black"/>
                </a:solidFill>
                <a:latin typeface="Arial" panose="020B0604020202020204" pitchFamily="34" charset="0"/>
                <a:ea typeface="Times New Roman" panose="02020603050405020304" pitchFamily="18" charset="0"/>
                <a:cs typeface="Times New Roman" panose="02020603050405020304" pitchFamily="18" charset="0"/>
              </a:rPr>
              <a:t>.</a:t>
            </a:r>
            <a:endParaRPr lang="en-CA" sz="1000" dirty="0">
              <a:solidFill>
                <a:prstClr val="black"/>
              </a:solidFill>
              <a:latin typeface="Arial" panose="020B0604020202020204" pitchFamily="34" charset="0"/>
              <a:ea typeface="Times New Roman" panose="02020603050405020304" pitchFamily="18" charset="0"/>
              <a:cs typeface="Times New Roman" panose="02020603050405020304" pitchFamily="18" charset="0"/>
            </a:endParaRPr>
          </a:p>
          <a:p>
            <a:pPr marL="342900" lvl="0" indent="-342900">
              <a:lnSpc>
                <a:spcPct val="115000"/>
              </a:lnSpc>
              <a:spcAft>
                <a:spcPts val="995"/>
              </a:spcAft>
              <a:buFont typeface="+mj-lt"/>
              <a:buAutoNum type="arabicPeriod"/>
            </a:pPr>
            <a:r>
              <a:rPr lang="en-US" sz="1000" dirty="0">
                <a:solidFill>
                  <a:prstClr val="black"/>
                </a:solidFill>
                <a:latin typeface="Arial" panose="020B0604020202020204" pitchFamily="34" charset="0"/>
                <a:ea typeface="Times New Roman" panose="02020603050405020304" pitchFamily="18" charset="0"/>
                <a:cs typeface="Times New Roman" panose="02020603050405020304" pitchFamily="18" charset="0"/>
              </a:rPr>
              <a:t>Connect as </a:t>
            </a:r>
            <a:r>
              <a:rPr lang="en-US" sz="1000" b="1" dirty="0" err="1">
                <a:solidFill>
                  <a:prstClr val="black"/>
                </a:solidFill>
                <a:latin typeface="Arial" panose="020B0604020202020204" pitchFamily="34" charset="0"/>
                <a:ea typeface="Times New Roman" panose="02020603050405020304" pitchFamily="18" charset="0"/>
                <a:cs typeface="Times New Roman" panose="02020603050405020304" pitchFamily="18" charset="0"/>
              </a:rPr>
              <a:t>Adatum</a:t>
            </a:r>
            <a:r>
              <a:rPr lang="en-US" sz="1000" b="1" dirty="0">
                <a:solidFill>
                  <a:prstClr val="black"/>
                </a:solidFill>
                <a:latin typeface="Arial" panose="020B0604020202020204" pitchFamily="34" charset="0"/>
                <a:ea typeface="Times New Roman" panose="02020603050405020304" pitchFamily="18" charset="0"/>
                <a:cs typeface="Times New Roman" panose="02020603050405020304" pitchFamily="18" charset="0"/>
              </a:rPr>
              <a:t>\Administrator</a:t>
            </a:r>
            <a:r>
              <a:rPr lang="en-US" sz="1000" dirty="0">
                <a:solidFill>
                  <a:prstClr val="black"/>
                </a:solidFill>
                <a:latin typeface="Arial" panose="020B0604020202020204" pitchFamily="34" charset="0"/>
                <a:ea typeface="Times New Roman" panose="02020603050405020304" pitchFamily="18" charset="0"/>
                <a:cs typeface="Times New Roman" panose="02020603050405020304" pitchFamily="18" charset="0"/>
              </a:rPr>
              <a:t> with the password </a:t>
            </a:r>
            <a:r>
              <a:rPr lang="en-US" sz="1000" b="1" dirty="0">
                <a:solidFill>
                  <a:prstClr val="black"/>
                </a:solidFill>
                <a:latin typeface="Arial" panose="020B0604020202020204" pitchFamily="34" charset="0"/>
                <a:ea typeface="Times New Roman" panose="02020603050405020304" pitchFamily="18" charset="0"/>
                <a:cs typeface="Times New Roman" panose="02020603050405020304" pitchFamily="18" charset="0"/>
              </a:rPr>
              <a:t>Pa$$w0rd</a:t>
            </a:r>
            <a:r>
              <a:rPr lang="en-US" sz="1000" dirty="0">
                <a:solidFill>
                  <a:prstClr val="black"/>
                </a:solidFill>
                <a:latin typeface="Arial" panose="020B0604020202020204" pitchFamily="34" charset="0"/>
                <a:ea typeface="Times New Roman" panose="02020603050405020304" pitchFamily="18" charset="0"/>
                <a:cs typeface="Times New Roman" panose="02020603050405020304" pitchFamily="18" charset="0"/>
              </a:rPr>
              <a:t>.</a:t>
            </a:r>
            <a:endParaRPr lang="en-CA" sz="1000" dirty="0">
              <a:solidFill>
                <a:prstClr val="black"/>
              </a:solidFill>
              <a:latin typeface="Arial" panose="020B0604020202020204" pitchFamily="34" charset="0"/>
              <a:ea typeface="Times New Roman" panose="02020603050405020304" pitchFamily="18" charset="0"/>
              <a:cs typeface="Times New Roman" panose="02020603050405020304" pitchFamily="18" charset="0"/>
            </a:endParaRPr>
          </a:p>
          <a:p>
            <a:pPr marL="342900" lvl="0" indent="-342900">
              <a:lnSpc>
                <a:spcPct val="115000"/>
              </a:lnSpc>
              <a:spcAft>
                <a:spcPts val="995"/>
              </a:spcAft>
              <a:buFont typeface="+mj-lt"/>
              <a:buAutoNum type="arabicPeriod"/>
            </a:pPr>
            <a:r>
              <a:rPr lang="en-US" sz="1000" dirty="0">
                <a:solidFill>
                  <a:prstClr val="black"/>
                </a:solidFill>
                <a:latin typeface="Arial" panose="020B0604020202020204" pitchFamily="34" charset="0"/>
                <a:ea typeface="Times New Roman" panose="02020603050405020304" pitchFamily="18" charset="0"/>
                <a:cs typeface="Times New Roman" panose="02020603050405020304" pitchFamily="18" charset="0"/>
              </a:rPr>
              <a:t>Sign out from LON-SVR1.</a:t>
            </a:r>
            <a:endParaRPr lang="en-CA" dirty="0"/>
          </a:p>
        </p:txBody>
      </p:sp>
      <p:sp>
        <p:nvSpPr>
          <p:cNvPr id="4" name="Slide Number Placeholder 3"/>
          <p:cNvSpPr>
            <a:spLocks noGrp="1"/>
          </p:cNvSpPr>
          <p:nvPr>
            <p:ph type="sldNum" sz="quarter" idx="10"/>
          </p:nvPr>
        </p:nvSpPr>
        <p:spPr/>
        <p:txBody>
          <a:bodyPr/>
          <a:lstStyle/>
          <a:p>
            <a:fld id="{B6A1F45A-45A6-418F-ABA5-EC8D7307846F}" type="slidenum">
              <a:rPr lang="en-CA" smtClean="0"/>
              <a:t>43</a:t>
            </a:fld>
            <a:endParaRPr lang="en-CA"/>
          </a:p>
        </p:txBody>
      </p:sp>
      <p:sp>
        <p:nvSpPr>
          <p:cNvPr id="6" name="Rectangle 5"/>
          <p:cNvSpPr/>
          <p:nvPr/>
        </p:nvSpPr>
        <p:spPr>
          <a:xfrm>
            <a:off x="0" y="0"/>
            <a:ext cx="3038475" cy="222250"/>
          </a:xfrm>
          <a:prstGeom prst="rect">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a:solidFill>
                  <a:srgbClr val="000000"/>
                </a:solidFill>
                <a:latin typeface="Arial" panose="020B0604020202020204" pitchFamily="34" charset="0"/>
              </a:rPr>
              <a:t>20410D</a:t>
            </a:r>
          </a:p>
        </p:txBody>
      </p:sp>
      <p:sp>
        <p:nvSpPr>
          <p:cNvPr id="7" name="Rectangle 6"/>
          <p:cNvSpPr/>
          <p:nvPr/>
        </p:nvSpPr>
        <p:spPr>
          <a:xfrm>
            <a:off x="0" y="238125"/>
            <a:ext cx="3038475" cy="347663"/>
          </a:xfrm>
          <a:prstGeom prst="rect">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a:solidFill>
                  <a:srgbClr val="336699"/>
                </a:solidFill>
                <a:latin typeface="Arial" panose="020B0604020202020204" pitchFamily="34" charset="0"/>
              </a:rPr>
              <a:t>1: Deploying and Managing Windows Server 2012</a:t>
            </a:r>
          </a:p>
        </p:txBody>
      </p:sp>
    </p:spTree>
    <p:extLst>
      <p:ext uri="{BB962C8B-B14F-4D97-AF65-F5344CB8AC3E}">
        <p14:creationId xmlns:p14="http://schemas.microsoft.com/office/powerpoint/2010/main" val="4063574968"/>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112" y="73152"/>
            <a:ext cx="2468880" cy="1851660"/>
          </a:xfrm>
        </p:spPr>
      </p:sp>
      <p:sp>
        <p:nvSpPr>
          <p:cNvPr id="3" name="Notes Placeholder 2"/>
          <p:cNvSpPr>
            <a:spLocks noGrp="1"/>
          </p:cNvSpPr>
          <p:nvPr>
            <p:ph type="body" idx="1"/>
          </p:nvPr>
        </p:nvSpPr>
        <p:spPr>
          <a:xfrm>
            <a:off x="310896" y="2093975"/>
            <a:ext cx="6153912" cy="6604000"/>
          </a:xfrm>
        </p:spPr>
        <p:txBody>
          <a:bodyPr>
            <a:noAutofit/>
          </a:bodyPr>
          <a:lstStyle/>
          <a:p>
            <a:pPr>
              <a:lnSpc>
                <a:spcPct val="107000"/>
              </a:lnSpc>
              <a:spcAft>
                <a:spcPts val="800"/>
              </a:spcAft>
            </a:pPr>
            <a:r>
              <a:rPr lang="en-CA" sz="1000">
                <a:effectLst/>
                <a:latin typeface="Arial" panose="020B0604020202020204" pitchFamily="34" charset="0"/>
                <a:ea typeface="Calibri" panose="020F0502020204030204" pitchFamily="34" charset="0"/>
                <a:cs typeface="Segoe UI" panose="020B0502040204020203" pitchFamily="34" charset="0"/>
              </a:rPr>
              <a:t>Briefly present the lesson content.</a:t>
            </a:r>
            <a:endParaRPr lang="en-CA" sz="1000">
              <a:effectLst/>
              <a:latin typeface="Arial" panose="020B0604020202020204" pitchFamily="34" charset="0"/>
              <a:ea typeface="Calibri" panose="020F0502020204030204" pitchFamily="34" charset="0"/>
              <a:cs typeface="Times New Roman" panose="02020603050405020304" pitchFamily="18" charset="0"/>
            </a:endParaRPr>
          </a:p>
        </p:txBody>
      </p:sp>
      <p:sp>
        <p:nvSpPr>
          <p:cNvPr id="4" name="Slide Number Placeholder 3"/>
          <p:cNvSpPr>
            <a:spLocks noGrp="1"/>
          </p:cNvSpPr>
          <p:nvPr>
            <p:ph type="sldNum" sz="quarter" idx="10"/>
          </p:nvPr>
        </p:nvSpPr>
        <p:spPr/>
        <p:txBody>
          <a:bodyPr/>
          <a:lstStyle/>
          <a:p>
            <a:fld id="{B6A1F45A-45A6-418F-ABA5-EC8D7307846F}" type="slidenum">
              <a:rPr lang="en-CA" smtClean="0"/>
              <a:t>44</a:t>
            </a:fld>
            <a:endParaRPr lang="en-CA"/>
          </a:p>
        </p:txBody>
      </p:sp>
      <p:sp>
        <p:nvSpPr>
          <p:cNvPr id="5" name="Rectangle 4"/>
          <p:cNvSpPr/>
          <p:nvPr/>
        </p:nvSpPr>
        <p:spPr>
          <a:xfrm>
            <a:off x="0" y="0"/>
            <a:ext cx="3038475" cy="222250"/>
          </a:xfrm>
          <a:prstGeom prst="rect">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a:solidFill>
                  <a:srgbClr val="000000"/>
                </a:solidFill>
                <a:latin typeface="Arial" panose="020B0604020202020204" pitchFamily="34" charset="0"/>
              </a:rPr>
              <a:t>20410D</a:t>
            </a:r>
          </a:p>
        </p:txBody>
      </p:sp>
      <p:sp>
        <p:nvSpPr>
          <p:cNvPr id="6" name="Rectangle 5"/>
          <p:cNvSpPr/>
          <p:nvPr/>
        </p:nvSpPr>
        <p:spPr>
          <a:xfrm>
            <a:off x="0" y="238125"/>
            <a:ext cx="3038475" cy="347663"/>
          </a:xfrm>
          <a:prstGeom prst="rect">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a:solidFill>
                  <a:srgbClr val="336699"/>
                </a:solidFill>
                <a:latin typeface="Arial" panose="020B0604020202020204" pitchFamily="34" charset="0"/>
              </a:rPr>
              <a:t>1: Deploying and Managing Windows Server 2012</a:t>
            </a:r>
          </a:p>
        </p:txBody>
      </p:sp>
    </p:spTree>
    <p:extLst>
      <p:ext uri="{BB962C8B-B14F-4D97-AF65-F5344CB8AC3E}">
        <p14:creationId xmlns:p14="http://schemas.microsoft.com/office/powerpoint/2010/main" val="376978367"/>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112" y="73152"/>
            <a:ext cx="2468880" cy="1851660"/>
          </a:xfrm>
        </p:spPr>
      </p:sp>
      <p:sp>
        <p:nvSpPr>
          <p:cNvPr id="3" name="Notes Placeholder 2"/>
          <p:cNvSpPr>
            <a:spLocks noGrp="1"/>
          </p:cNvSpPr>
          <p:nvPr>
            <p:ph type="body" idx="1"/>
          </p:nvPr>
        </p:nvSpPr>
        <p:spPr>
          <a:xfrm>
            <a:off x="310896" y="2093975"/>
            <a:ext cx="6153912" cy="6604000"/>
          </a:xfrm>
        </p:spPr>
        <p:txBody>
          <a:bodyPr>
            <a:noAutofit/>
          </a:bodyPr>
          <a:lstStyle/>
          <a:p>
            <a:pPr>
              <a:lnSpc>
                <a:spcPct val="107000"/>
              </a:lnSpc>
              <a:spcAft>
                <a:spcPts val="800"/>
              </a:spcAft>
            </a:pPr>
            <a:r>
              <a:rPr lang="en-CA" sz="1000">
                <a:effectLst/>
                <a:latin typeface="Arial" panose="020B0604020202020204" pitchFamily="34" charset="0"/>
                <a:ea typeface="Calibri" panose="020F0502020204030204" pitchFamily="34" charset="0"/>
                <a:cs typeface="Times New Roman" panose="02020603050405020304" pitchFamily="18" charset="0"/>
              </a:rPr>
              <a:t> </a:t>
            </a:r>
          </a:p>
        </p:txBody>
      </p:sp>
      <p:sp>
        <p:nvSpPr>
          <p:cNvPr id="4" name="Slide Number Placeholder 3"/>
          <p:cNvSpPr>
            <a:spLocks noGrp="1"/>
          </p:cNvSpPr>
          <p:nvPr>
            <p:ph type="sldNum" sz="quarter" idx="10"/>
          </p:nvPr>
        </p:nvSpPr>
        <p:spPr/>
        <p:txBody>
          <a:bodyPr/>
          <a:lstStyle/>
          <a:p>
            <a:fld id="{B6A1F45A-45A6-418F-ABA5-EC8D7307846F}" type="slidenum">
              <a:rPr lang="en-CA" smtClean="0"/>
              <a:t>45</a:t>
            </a:fld>
            <a:endParaRPr lang="en-CA"/>
          </a:p>
        </p:txBody>
      </p:sp>
      <p:sp>
        <p:nvSpPr>
          <p:cNvPr id="5" name="Rectangle 4"/>
          <p:cNvSpPr/>
          <p:nvPr/>
        </p:nvSpPr>
        <p:spPr>
          <a:xfrm>
            <a:off x="0" y="0"/>
            <a:ext cx="3038475" cy="222250"/>
          </a:xfrm>
          <a:prstGeom prst="rect">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a:solidFill>
                  <a:srgbClr val="000000"/>
                </a:solidFill>
                <a:latin typeface="Arial" panose="020B0604020202020204" pitchFamily="34" charset="0"/>
              </a:rPr>
              <a:t>20410D</a:t>
            </a:r>
          </a:p>
        </p:txBody>
      </p:sp>
      <p:sp>
        <p:nvSpPr>
          <p:cNvPr id="6" name="Rectangle 5"/>
          <p:cNvSpPr/>
          <p:nvPr/>
        </p:nvSpPr>
        <p:spPr>
          <a:xfrm>
            <a:off x="0" y="238125"/>
            <a:ext cx="3038475" cy="347663"/>
          </a:xfrm>
          <a:prstGeom prst="rect">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a:solidFill>
                  <a:srgbClr val="336699"/>
                </a:solidFill>
                <a:latin typeface="Arial" panose="020B0604020202020204" pitchFamily="34" charset="0"/>
              </a:rPr>
              <a:t>1: Deploying and Managing Windows Server 2012</a:t>
            </a:r>
          </a:p>
        </p:txBody>
      </p:sp>
    </p:spTree>
    <p:extLst>
      <p:ext uri="{BB962C8B-B14F-4D97-AF65-F5344CB8AC3E}">
        <p14:creationId xmlns:p14="http://schemas.microsoft.com/office/powerpoint/2010/main" val="2606518747"/>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112" y="73152"/>
            <a:ext cx="2468880" cy="1851660"/>
          </a:xfrm>
        </p:spPr>
      </p:sp>
      <p:sp>
        <p:nvSpPr>
          <p:cNvPr id="3" name="Notes Placeholder 2"/>
          <p:cNvSpPr>
            <a:spLocks noGrp="1"/>
          </p:cNvSpPr>
          <p:nvPr>
            <p:ph type="body" idx="1"/>
          </p:nvPr>
        </p:nvSpPr>
        <p:spPr>
          <a:xfrm>
            <a:off x="310896" y="2093976"/>
            <a:ext cx="6153912" cy="6604000"/>
          </a:xfrm>
        </p:spPr>
        <p:txBody>
          <a:bodyPr>
            <a:noAutofit/>
          </a:bodyPr>
          <a:lstStyle/>
          <a:p>
            <a:pPr>
              <a:lnSpc>
                <a:spcPct val="107000"/>
              </a:lnSpc>
              <a:spcAft>
                <a:spcPts val="800"/>
              </a:spcAft>
            </a:pPr>
            <a:r>
              <a:rPr lang="en-CA" sz="1000" dirty="0">
                <a:effectLst/>
                <a:latin typeface="Arial" panose="020B0604020202020204" pitchFamily="34" charset="0"/>
                <a:ea typeface="Calibri" panose="020F0502020204030204" pitchFamily="34" charset="0"/>
                <a:cs typeface="Segoe UI" panose="020B0502040204020203" pitchFamily="34" charset="0"/>
              </a:rPr>
              <a:t>When you discuss Windows PowerShell, remind students that they should consider automating repetitive tasks because that will give them more time to perform non‑repetitive tasks. Students should try to automate any task that they need to perform more than a few times.</a:t>
            </a:r>
            <a:endParaRPr lang="en-CA" sz="1000" dirty="0">
              <a:effectLst/>
              <a:latin typeface="Arial" panose="020B0604020202020204" pitchFamily="34" charset="0"/>
              <a:ea typeface="Calibri" panose="020F0502020204030204" pitchFamily="34" charset="0"/>
              <a:cs typeface="Times New Roman" panose="02020603050405020304" pitchFamily="18" charset="0"/>
            </a:endParaRPr>
          </a:p>
        </p:txBody>
      </p:sp>
      <p:sp>
        <p:nvSpPr>
          <p:cNvPr id="4" name="Slide Number Placeholder 3"/>
          <p:cNvSpPr>
            <a:spLocks noGrp="1"/>
          </p:cNvSpPr>
          <p:nvPr>
            <p:ph type="sldNum" sz="quarter" idx="10"/>
          </p:nvPr>
        </p:nvSpPr>
        <p:spPr/>
        <p:txBody>
          <a:bodyPr/>
          <a:lstStyle/>
          <a:p>
            <a:fld id="{B6A1F45A-45A6-418F-ABA5-EC8D7307846F}" type="slidenum">
              <a:rPr lang="en-CA" smtClean="0"/>
              <a:t>46</a:t>
            </a:fld>
            <a:endParaRPr lang="en-CA"/>
          </a:p>
        </p:txBody>
      </p:sp>
      <p:sp>
        <p:nvSpPr>
          <p:cNvPr id="5" name="Rectangle 4"/>
          <p:cNvSpPr/>
          <p:nvPr/>
        </p:nvSpPr>
        <p:spPr>
          <a:xfrm>
            <a:off x="0" y="0"/>
            <a:ext cx="3038475" cy="222250"/>
          </a:xfrm>
          <a:prstGeom prst="rect">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a:solidFill>
                  <a:srgbClr val="000000"/>
                </a:solidFill>
                <a:latin typeface="Arial" panose="020B0604020202020204" pitchFamily="34" charset="0"/>
              </a:rPr>
              <a:t>20410D</a:t>
            </a:r>
          </a:p>
        </p:txBody>
      </p:sp>
      <p:sp>
        <p:nvSpPr>
          <p:cNvPr id="6" name="Rectangle 5"/>
          <p:cNvSpPr/>
          <p:nvPr/>
        </p:nvSpPr>
        <p:spPr>
          <a:xfrm>
            <a:off x="0" y="238125"/>
            <a:ext cx="3038475" cy="347663"/>
          </a:xfrm>
          <a:prstGeom prst="rect">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a:solidFill>
                  <a:srgbClr val="336699"/>
                </a:solidFill>
                <a:latin typeface="Arial" panose="020B0604020202020204" pitchFamily="34" charset="0"/>
              </a:rPr>
              <a:t>1: Deploying and Managing Windows Server 2012</a:t>
            </a:r>
          </a:p>
        </p:txBody>
      </p:sp>
    </p:spTree>
    <p:extLst>
      <p:ext uri="{BB962C8B-B14F-4D97-AF65-F5344CB8AC3E}">
        <p14:creationId xmlns:p14="http://schemas.microsoft.com/office/powerpoint/2010/main" val="4049579817"/>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112" y="73152"/>
            <a:ext cx="2468880" cy="1851660"/>
          </a:xfrm>
        </p:spPr>
      </p:sp>
      <p:sp>
        <p:nvSpPr>
          <p:cNvPr id="3" name="Notes Placeholder 2"/>
          <p:cNvSpPr>
            <a:spLocks noGrp="1"/>
          </p:cNvSpPr>
          <p:nvPr>
            <p:ph type="body" idx="1"/>
          </p:nvPr>
        </p:nvSpPr>
        <p:spPr>
          <a:xfrm>
            <a:off x="310896" y="2093976"/>
            <a:ext cx="6153912" cy="6604000"/>
          </a:xfrm>
        </p:spPr>
        <p:txBody>
          <a:bodyPr>
            <a:noAutofit/>
          </a:bodyPr>
          <a:lstStyle/>
          <a:p>
            <a:pPr>
              <a:lnSpc>
                <a:spcPct val="107000"/>
              </a:lnSpc>
              <a:spcAft>
                <a:spcPts val="800"/>
              </a:spcAft>
            </a:pPr>
            <a:r>
              <a:rPr lang="en-CA" sz="1000">
                <a:effectLst/>
                <a:latin typeface="Arial" panose="020B0604020202020204" pitchFamily="34" charset="0"/>
                <a:ea typeface="Calibri" panose="020F0502020204030204" pitchFamily="34" charset="0"/>
                <a:cs typeface="Segoe UI" panose="020B0502040204020203" pitchFamily="34" charset="0"/>
              </a:rPr>
              <a:t>Discuss these common systems administration cmdlets. Discuss how these cmdlets can be used on both Server Core and full GUI servers, and explain that they are often quicker to use than opening the Services console, Task Manager, or the Add Roles and Features Wizard. </a:t>
            </a:r>
            <a:endParaRPr lang="en-CA" sz="1000">
              <a:effectLst/>
              <a:latin typeface="Arial" panose="020B0604020202020204" pitchFamily="34" charset="0"/>
              <a:ea typeface="Calibri" panose="020F0502020204030204" pitchFamily="34" charset="0"/>
              <a:cs typeface="Times New Roman" panose="02020603050405020304" pitchFamily="18" charset="0"/>
            </a:endParaRPr>
          </a:p>
        </p:txBody>
      </p:sp>
      <p:sp>
        <p:nvSpPr>
          <p:cNvPr id="4" name="Slide Number Placeholder 3"/>
          <p:cNvSpPr>
            <a:spLocks noGrp="1"/>
          </p:cNvSpPr>
          <p:nvPr>
            <p:ph type="sldNum" sz="quarter" idx="10"/>
          </p:nvPr>
        </p:nvSpPr>
        <p:spPr/>
        <p:txBody>
          <a:bodyPr/>
          <a:lstStyle/>
          <a:p>
            <a:fld id="{B6A1F45A-45A6-418F-ABA5-EC8D7307846F}" type="slidenum">
              <a:rPr lang="en-CA" smtClean="0"/>
              <a:t>47</a:t>
            </a:fld>
            <a:endParaRPr lang="en-CA"/>
          </a:p>
        </p:txBody>
      </p:sp>
      <p:sp>
        <p:nvSpPr>
          <p:cNvPr id="5" name="Rectangle 4"/>
          <p:cNvSpPr/>
          <p:nvPr/>
        </p:nvSpPr>
        <p:spPr>
          <a:xfrm>
            <a:off x="0" y="0"/>
            <a:ext cx="3038475" cy="222250"/>
          </a:xfrm>
          <a:prstGeom prst="rect">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a:solidFill>
                  <a:srgbClr val="000000"/>
                </a:solidFill>
                <a:latin typeface="Arial" panose="020B0604020202020204" pitchFamily="34" charset="0"/>
              </a:rPr>
              <a:t>20410D</a:t>
            </a:r>
          </a:p>
        </p:txBody>
      </p:sp>
      <p:sp>
        <p:nvSpPr>
          <p:cNvPr id="6" name="Rectangle 5"/>
          <p:cNvSpPr/>
          <p:nvPr/>
        </p:nvSpPr>
        <p:spPr>
          <a:xfrm>
            <a:off x="0" y="238125"/>
            <a:ext cx="3038475" cy="347663"/>
          </a:xfrm>
          <a:prstGeom prst="rect">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a:solidFill>
                  <a:srgbClr val="336699"/>
                </a:solidFill>
                <a:latin typeface="Arial" panose="020B0604020202020204" pitchFamily="34" charset="0"/>
              </a:rPr>
              <a:t>1: Deploying and Managing Windows Server 2012</a:t>
            </a:r>
          </a:p>
        </p:txBody>
      </p:sp>
    </p:spTree>
    <p:extLst>
      <p:ext uri="{BB962C8B-B14F-4D97-AF65-F5344CB8AC3E}">
        <p14:creationId xmlns:p14="http://schemas.microsoft.com/office/powerpoint/2010/main" val="4056436075"/>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112" y="73152"/>
            <a:ext cx="2468880" cy="1851660"/>
          </a:xfrm>
        </p:spPr>
      </p:sp>
      <p:sp>
        <p:nvSpPr>
          <p:cNvPr id="3" name="Notes Placeholder 2"/>
          <p:cNvSpPr>
            <a:spLocks noGrp="1"/>
          </p:cNvSpPr>
          <p:nvPr>
            <p:ph type="body" idx="1"/>
          </p:nvPr>
        </p:nvSpPr>
        <p:spPr>
          <a:xfrm>
            <a:off x="310896" y="2093976"/>
            <a:ext cx="6153912" cy="6604000"/>
          </a:xfrm>
        </p:spPr>
        <p:txBody>
          <a:bodyPr>
            <a:noAutofit/>
          </a:bodyPr>
          <a:lstStyle/>
          <a:p>
            <a:pPr>
              <a:lnSpc>
                <a:spcPct val="107000"/>
              </a:lnSpc>
              <a:spcAft>
                <a:spcPts val="600"/>
              </a:spcAft>
            </a:pPr>
            <a:r>
              <a:rPr lang="en-CA" sz="1000" dirty="0">
                <a:effectLst/>
                <a:latin typeface="Arial" panose="020B0604020202020204" pitchFamily="34" charset="0"/>
                <a:ea typeface="Calibri" panose="020F0502020204030204" pitchFamily="34" charset="0"/>
                <a:cs typeface="Segoe UI" panose="020B0502040204020203" pitchFamily="34" charset="0"/>
              </a:rPr>
              <a:t>When you perform this demonstration, explain the information that is displayed after executing each command. Explain how you could modify the commands to display different information.</a:t>
            </a:r>
            <a:endParaRPr lang="en-CA" sz="1000" dirty="0">
              <a:effectLst/>
              <a:latin typeface="Arial" panose="020B0604020202020204" pitchFamily="34" charset="0"/>
              <a:ea typeface="Calibri" panose="020F0502020204030204" pitchFamily="34" charset="0"/>
              <a:cs typeface="Times New Roman" panose="02020603050405020304" pitchFamily="18" charset="0"/>
            </a:endParaRPr>
          </a:p>
          <a:p>
            <a:pPr>
              <a:lnSpc>
                <a:spcPct val="107000"/>
              </a:lnSpc>
              <a:spcAft>
                <a:spcPts val="600"/>
              </a:spcAft>
            </a:pPr>
            <a:r>
              <a:rPr lang="en-CA" sz="1000" dirty="0">
                <a:effectLst/>
                <a:latin typeface="Arial" panose="020B0604020202020204" pitchFamily="34" charset="0"/>
                <a:ea typeface="Calibri" panose="020F0502020204030204" pitchFamily="34" charset="0"/>
                <a:cs typeface="Segoe UI" panose="020B0502040204020203" pitchFamily="34" charset="0"/>
              </a:rPr>
              <a:t>Mention that Windows PowerShell cmdlets are not case-sensitive.</a:t>
            </a:r>
            <a:endParaRPr lang="en-CA" sz="1000" dirty="0">
              <a:effectLst/>
              <a:latin typeface="Arial" panose="020B0604020202020204" pitchFamily="34" charset="0"/>
              <a:ea typeface="Calibri" panose="020F0502020204030204" pitchFamily="34" charset="0"/>
              <a:cs typeface="Times New Roman" panose="02020603050405020304" pitchFamily="18" charset="0"/>
            </a:endParaRPr>
          </a:p>
          <a:p>
            <a:pPr>
              <a:lnSpc>
                <a:spcPct val="107000"/>
              </a:lnSpc>
              <a:spcAft>
                <a:spcPts val="600"/>
              </a:spcAft>
            </a:pPr>
            <a:r>
              <a:rPr lang="en-CA" sz="1000" dirty="0">
                <a:effectLst/>
                <a:latin typeface="Arial" panose="020B0604020202020204" pitchFamily="34" charset="0"/>
                <a:ea typeface="Calibri" panose="020F0502020204030204" pitchFamily="34" charset="0"/>
                <a:cs typeface="Segoe UI" panose="020B0502040204020203" pitchFamily="34" charset="0"/>
              </a:rPr>
              <a:t>Point out that you must exit the remote Windows PowerShell session or the invoke-command cmdlets will fail.</a:t>
            </a:r>
            <a:endParaRPr lang="en-CA" sz="1000" dirty="0">
              <a:effectLst/>
              <a:latin typeface="Arial" panose="020B0604020202020204" pitchFamily="34" charset="0"/>
              <a:ea typeface="Calibri" panose="020F0502020204030204" pitchFamily="34" charset="0"/>
              <a:cs typeface="Times New Roman" panose="02020603050405020304" pitchFamily="18" charset="0"/>
            </a:endParaRPr>
          </a:p>
          <a:p>
            <a:pPr>
              <a:lnSpc>
                <a:spcPct val="107000"/>
              </a:lnSpc>
              <a:spcAft>
                <a:spcPts val="600"/>
              </a:spcAft>
            </a:pPr>
            <a:r>
              <a:rPr lang="en-CA" sz="1000" b="1" dirty="0">
                <a:effectLst/>
                <a:latin typeface="Arial" panose="020B0604020202020204" pitchFamily="34" charset="0"/>
                <a:ea typeface="Calibri" panose="020F0502020204030204" pitchFamily="34" charset="0"/>
                <a:cs typeface="Times New Roman" panose="02020603050405020304" pitchFamily="18" charset="0"/>
              </a:rPr>
              <a:t>Preparation Steps</a:t>
            </a:r>
            <a:endParaRPr lang="en-CA" sz="1000" dirty="0">
              <a:effectLst/>
              <a:latin typeface="Arial" panose="020B0604020202020204" pitchFamily="34" charset="0"/>
              <a:ea typeface="Calibri" panose="020F0502020204030204" pitchFamily="34" charset="0"/>
              <a:cs typeface="Times New Roman" panose="02020603050405020304" pitchFamily="18" charset="0"/>
            </a:endParaRPr>
          </a:p>
          <a:p>
            <a:pPr marL="342900" marR="0" lvl="0" indent="-342900">
              <a:lnSpc>
                <a:spcPct val="115000"/>
              </a:lnSpc>
              <a:spcBef>
                <a:spcPts val="0"/>
              </a:spcBef>
              <a:spcAft>
                <a:spcPts val="600"/>
              </a:spcAft>
              <a:buFont typeface="+mj-lt"/>
              <a:buAutoNum type="arabicPeriod"/>
            </a:pPr>
            <a:r>
              <a:rPr lang="en-US" sz="1000" dirty="0">
                <a:effectLst/>
                <a:latin typeface="Arial" panose="020B0604020202020204" pitchFamily="34" charset="0"/>
                <a:ea typeface="Times New Roman" panose="02020603050405020304" pitchFamily="18" charset="0"/>
                <a:cs typeface="Times New Roman" panose="02020603050405020304" pitchFamily="18" charset="0"/>
              </a:rPr>
              <a:t>If necessary, start 20410D‑LON‑DC1. </a:t>
            </a:r>
            <a:endParaRPr lang="en-CA" sz="1000" dirty="0">
              <a:effectLst/>
              <a:latin typeface="Arial" panose="020B0604020202020204" pitchFamily="34" charset="0"/>
              <a:ea typeface="Times New Roman" panose="02020603050405020304" pitchFamily="18" charset="0"/>
              <a:cs typeface="Times New Roman" panose="02020603050405020304" pitchFamily="18" charset="0"/>
            </a:endParaRPr>
          </a:p>
          <a:p>
            <a:pPr marL="342900" marR="0" lvl="0" indent="-342900">
              <a:lnSpc>
                <a:spcPct val="115000"/>
              </a:lnSpc>
              <a:spcBef>
                <a:spcPts val="0"/>
              </a:spcBef>
              <a:spcAft>
                <a:spcPts val="600"/>
              </a:spcAft>
              <a:buFont typeface="+mj-lt"/>
              <a:buAutoNum type="arabicPeriod"/>
            </a:pPr>
            <a:r>
              <a:rPr lang="en-US" sz="1000" dirty="0">
                <a:effectLst/>
                <a:latin typeface="Arial" panose="020B0604020202020204" pitchFamily="34" charset="0"/>
                <a:ea typeface="Times New Roman" panose="02020603050405020304" pitchFamily="18" charset="0"/>
                <a:cs typeface="Times New Roman" panose="02020603050405020304" pitchFamily="18" charset="0"/>
              </a:rPr>
              <a:t>Sign in as </a:t>
            </a:r>
            <a:r>
              <a:rPr lang="en-US" sz="1000" b="1" dirty="0" err="1">
                <a:effectLst/>
                <a:latin typeface="Arial" panose="020B0604020202020204" pitchFamily="34" charset="0"/>
                <a:ea typeface="Times New Roman" panose="02020603050405020304" pitchFamily="18" charset="0"/>
                <a:cs typeface="Times New Roman" panose="02020603050405020304" pitchFamily="18" charset="0"/>
              </a:rPr>
              <a:t>Adatum</a:t>
            </a:r>
            <a:r>
              <a:rPr lang="en-US" sz="1000" b="1" dirty="0">
                <a:effectLst/>
                <a:latin typeface="Arial" panose="020B0604020202020204" pitchFamily="34" charset="0"/>
                <a:ea typeface="Times New Roman" panose="02020603050405020304" pitchFamily="18" charset="0"/>
                <a:cs typeface="Times New Roman" panose="02020603050405020304" pitchFamily="18" charset="0"/>
              </a:rPr>
              <a:t>\Administrator</a:t>
            </a:r>
            <a:r>
              <a:rPr lang="en-US" sz="1000" dirty="0">
                <a:effectLst/>
                <a:latin typeface="Arial" panose="020B0604020202020204" pitchFamily="34" charset="0"/>
                <a:ea typeface="Times New Roman" panose="02020603050405020304" pitchFamily="18" charset="0"/>
                <a:cs typeface="Times New Roman" panose="02020603050405020304" pitchFamily="18" charset="0"/>
              </a:rPr>
              <a:t> with the password </a:t>
            </a:r>
            <a:r>
              <a:rPr lang="en-US" sz="1000" b="1" dirty="0">
                <a:effectLst/>
                <a:latin typeface="Arial" panose="020B0604020202020204" pitchFamily="34" charset="0"/>
                <a:ea typeface="Times New Roman" panose="02020603050405020304" pitchFamily="18" charset="0"/>
                <a:cs typeface="Times New Roman" panose="02020603050405020304" pitchFamily="18" charset="0"/>
              </a:rPr>
              <a:t>Pa$$w0rd</a:t>
            </a:r>
            <a:r>
              <a:rPr lang="en-US" sz="1000" dirty="0">
                <a:effectLst/>
                <a:latin typeface="Arial" panose="020B0604020202020204" pitchFamily="34" charset="0"/>
                <a:ea typeface="Times New Roman" panose="02020603050405020304" pitchFamily="18" charset="0"/>
                <a:cs typeface="Times New Roman" panose="02020603050405020304" pitchFamily="18" charset="0"/>
              </a:rPr>
              <a:t>.</a:t>
            </a:r>
            <a:endParaRPr lang="en-CA" sz="1000" dirty="0">
              <a:effectLst/>
              <a:latin typeface="Arial" panose="020B0604020202020204" pitchFamily="34" charset="0"/>
              <a:ea typeface="Times New Roman" panose="02020603050405020304" pitchFamily="18" charset="0"/>
              <a:cs typeface="Times New Roman" panose="02020603050405020304" pitchFamily="18" charset="0"/>
            </a:endParaRPr>
          </a:p>
          <a:p>
            <a:pPr marL="342900" marR="0" lvl="0" indent="-342900">
              <a:lnSpc>
                <a:spcPct val="115000"/>
              </a:lnSpc>
              <a:spcBef>
                <a:spcPts val="0"/>
              </a:spcBef>
              <a:spcAft>
                <a:spcPts val="600"/>
              </a:spcAft>
              <a:buFont typeface="+mj-lt"/>
              <a:buAutoNum type="arabicPeriod"/>
            </a:pPr>
            <a:r>
              <a:rPr lang="en-US" sz="1000" dirty="0">
                <a:solidFill>
                  <a:srgbClr val="000000"/>
                </a:solidFill>
                <a:effectLst/>
                <a:latin typeface="Arial" panose="020B0604020202020204" pitchFamily="34" charset="0"/>
                <a:ea typeface="Times New Roman" panose="02020603050405020304" pitchFamily="18" charset="0"/>
                <a:cs typeface="Segoe UI" panose="020B0502040204020203" pitchFamily="34" charset="0"/>
              </a:rPr>
              <a:t>Start 20410D-LON-SVR1. </a:t>
            </a:r>
            <a:endParaRPr lang="en-CA" sz="1000" dirty="0">
              <a:effectLst/>
              <a:latin typeface="Arial" panose="020B0604020202020204" pitchFamily="34" charset="0"/>
              <a:ea typeface="Times New Roman" panose="02020603050405020304" pitchFamily="18" charset="0"/>
              <a:cs typeface="Times New Roman" panose="02020603050405020304" pitchFamily="18" charset="0"/>
            </a:endParaRPr>
          </a:p>
          <a:p>
            <a:pPr marL="342900" marR="0" lvl="0" indent="-342900">
              <a:lnSpc>
                <a:spcPct val="115000"/>
              </a:lnSpc>
              <a:spcBef>
                <a:spcPts val="0"/>
              </a:spcBef>
              <a:spcAft>
                <a:spcPts val="600"/>
              </a:spcAft>
              <a:buFont typeface="+mj-lt"/>
              <a:buAutoNum type="arabicPeriod"/>
            </a:pPr>
            <a:r>
              <a:rPr lang="en-US" sz="1000" dirty="0">
                <a:effectLst/>
                <a:latin typeface="Arial" panose="020B0604020202020204" pitchFamily="34" charset="0"/>
                <a:ea typeface="Times New Roman" panose="02020603050405020304" pitchFamily="18" charset="0"/>
                <a:cs typeface="Times New Roman" panose="02020603050405020304" pitchFamily="18" charset="0"/>
              </a:rPr>
              <a:t>Sign in as </a:t>
            </a:r>
            <a:r>
              <a:rPr lang="en-US" sz="1000" b="1" dirty="0" err="1">
                <a:effectLst/>
                <a:latin typeface="Arial" panose="020B0604020202020204" pitchFamily="34" charset="0"/>
                <a:ea typeface="Times New Roman" panose="02020603050405020304" pitchFamily="18" charset="0"/>
                <a:cs typeface="Times New Roman" panose="02020603050405020304" pitchFamily="18" charset="0"/>
              </a:rPr>
              <a:t>Adatum</a:t>
            </a:r>
            <a:r>
              <a:rPr lang="en-US" sz="1000" b="1" dirty="0">
                <a:effectLst/>
                <a:latin typeface="Arial" panose="020B0604020202020204" pitchFamily="34" charset="0"/>
                <a:ea typeface="Times New Roman" panose="02020603050405020304" pitchFamily="18" charset="0"/>
                <a:cs typeface="Times New Roman" panose="02020603050405020304" pitchFamily="18" charset="0"/>
              </a:rPr>
              <a:t>\Administrator</a:t>
            </a:r>
            <a:r>
              <a:rPr lang="en-US" sz="1000" dirty="0">
                <a:effectLst/>
                <a:latin typeface="Arial" panose="020B0604020202020204" pitchFamily="34" charset="0"/>
                <a:ea typeface="Times New Roman" panose="02020603050405020304" pitchFamily="18" charset="0"/>
                <a:cs typeface="Times New Roman" panose="02020603050405020304" pitchFamily="18" charset="0"/>
              </a:rPr>
              <a:t> with the password </a:t>
            </a:r>
            <a:r>
              <a:rPr lang="en-US" sz="1000" b="1" dirty="0">
                <a:effectLst/>
                <a:latin typeface="Arial" panose="020B0604020202020204" pitchFamily="34" charset="0"/>
                <a:ea typeface="Times New Roman" panose="02020603050405020304" pitchFamily="18" charset="0"/>
                <a:cs typeface="Times New Roman" panose="02020603050405020304" pitchFamily="18" charset="0"/>
              </a:rPr>
              <a:t>Pa$$w0rd</a:t>
            </a:r>
            <a:r>
              <a:rPr lang="en-US" sz="1000" dirty="0">
                <a:effectLst/>
                <a:latin typeface="Arial" panose="020B0604020202020204" pitchFamily="34" charset="0"/>
                <a:ea typeface="Times New Roman" panose="02020603050405020304" pitchFamily="18" charset="0"/>
                <a:cs typeface="Times New Roman" panose="02020603050405020304" pitchFamily="18" charset="0"/>
              </a:rPr>
              <a:t>. </a:t>
            </a:r>
            <a:endParaRPr lang="en-CA" sz="1000" dirty="0">
              <a:effectLst/>
              <a:latin typeface="Arial" panose="020B0604020202020204" pitchFamily="34" charset="0"/>
              <a:ea typeface="Times New Roman" panose="02020603050405020304" pitchFamily="18" charset="0"/>
              <a:cs typeface="Times New Roman" panose="02020603050405020304" pitchFamily="18" charset="0"/>
            </a:endParaRPr>
          </a:p>
          <a:p>
            <a:pPr>
              <a:lnSpc>
                <a:spcPct val="107000"/>
              </a:lnSpc>
              <a:spcAft>
                <a:spcPts val="600"/>
              </a:spcAft>
            </a:pPr>
            <a:r>
              <a:rPr lang="en-CA" sz="1000" b="1" dirty="0">
                <a:effectLst/>
                <a:latin typeface="Arial" panose="020B0604020202020204" pitchFamily="34" charset="0"/>
                <a:ea typeface="Calibri" panose="020F0502020204030204" pitchFamily="34" charset="0"/>
                <a:cs typeface="Times New Roman" panose="02020603050405020304" pitchFamily="18" charset="0"/>
              </a:rPr>
              <a:t>Demonstration Steps</a:t>
            </a:r>
            <a:endParaRPr lang="en-CA" sz="1000" dirty="0">
              <a:effectLst/>
              <a:latin typeface="Arial" panose="020B0604020202020204" pitchFamily="34" charset="0"/>
              <a:ea typeface="Calibri" panose="020F0502020204030204" pitchFamily="34" charset="0"/>
              <a:cs typeface="Times New Roman" panose="02020603050405020304" pitchFamily="18" charset="0"/>
            </a:endParaRPr>
          </a:p>
          <a:p>
            <a:pPr marL="338138" indent="-338138">
              <a:lnSpc>
                <a:spcPts val="1300"/>
              </a:lnSpc>
              <a:spcBef>
                <a:spcPts val="900"/>
              </a:spcBef>
              <a:spcAft>
                <a:spcPts val="600"/>
              </a:spcAft>
            </a:pPr>
            <a:r>
              <a:rPr lang="en-US" sz="1000" b="1" dirty="0">
                <a:effectLst/>
                <a:latin typeface="Arial" panose="020B0604020202020204" pitchFamily="34" charset="0"/>
                <a:ea typeface="Times New Roman" panose="02020603050405020304" pitchFamily="18" charset="0"/>
                <a:cs typeface="Segoe UI" panose="020B0502040204020203" pitchFamily="34" charset="0"/>
              </a:rPr>
              <a:t>Use Windows PowerShell to display the running services and processes on a server</a:t>
            </a:r>
            <a:endParaRPr lang="en-CA" sz="1000" b="1" dirty="0">
              <a:effectLst/>
              <a:latin typeface="Arial" panose="020B0604020202020204" pitchFamily="34" charset="0"/>
              <a:ea typeface="Times New Roman" panose="02020603050405020304" pitchFamily="18" charset="0"/>
              <a:cs typeface="Segoe UI" panose="020B0502040204020203" pitchFamily="34" charset="0"/>
            </a:endParaRPr>
          </a:p>
          <a:p>
            <a:pPr marL="338138" marR="0" lvl="0" indent="-338138">
              <a:lnSpc>
                <a:spcPct val="115000"/>
              </a:lnSpc>
              <a:spcBef>
                <a:spcPts val="0"/>
              </a:spcBef>
              <a:spcAft>
                <a:spcPts val="600"/>
              </a:spcAft>
            </a:pPr>
            <a:r>
              <a:rPr lang="en-US" sz="1000" dirty="0">
                <a:effectLst/>
                <a:latin typeface="Arial" panose="020B0604020202020204" pitchFamily="34" charset="0"/>
                <a:ea typeface="Times New Roman" panose="02020603050405020304" pitchFamily="18" charset="0"/>
                <a:cs typeface="Segoe UI" panose="020B0502040204020203" pitchFamily="34" charset="0"/>
              </a:rPr>
              <a:t>1.	On LON‑DC1, on the taskbar, click the </a:t>
            </a:r>
            <a:r>
              <a:rPr lang="en-US" sz="1000" b="1" dirty="0">
                <a:effectLst/>
                <a:latin typeface="Arial" panose="020B0604020202020204" pitchFamily="34" charset="0"/>
                <a:ea typeface="Times New Roman" panose="02020603050405020304" pitchFamily="18" charset="0"/>
                <a:cs typeface="Times New Roman" panose="02020603050405020304" pitchFamily="18" charset="0"/>
              </a:rPr>
              <a:t>Windows PowerShell</a:t>
            </a:r>
            <a:r>
              <a:rPr lang="en-US" sz="1000" dirty="0">
                <a:effectLst/>
                <a:latin typeface="Arial" panose="020B0604020202020204" pitchFamily="34" charset="0"/>
                <a:ea typeface="Times New Roman" panose="02020603050405020304" pitchFamily="18" charset="0"/>
                <a:cs typeface="Segoe UI" panose="020B0502040204020203" pitchFamily="34" charset="0"/>
              </a:rPr>
              <a:t> icon.</a:t>
            </a:r>
            <a:endParaRPr lang="en-CA" sz="1000" dirty="0">
              <a:effectLst/>
              <a:latin typeface="Arial" panose="020B0604020202020204" pitchFamily="34" charset="0"/>
              <a:ea typeface="Times New Roman" panose="02020603050405020304" pitchFamily="18" charset="0"/>
              <a:cs typeface="Times New Roman" panose="02020603050405020304" pitchFamily="18" charset="0"/>
            </a:endParaRPr>
          </a:p>
          <a:p>
            <a:pPr marL="338138" marR="0" lvl="0" indent="-338138">
              <a:lnSpc>
                <a:spcPct val="115000"/>
              </a:lnSpc>
              <a:spcBef>
                <a:spcPts val="0"/>
              </a:spcBef>
              <a:spcAft>
                <a:spcPts val="600"/>
              </a:spcAft>
            </a:pPr>
            <a:r>
              <a:rPr lang="en-US" sz="1000" dirty="0">
                <a:effectLst/>
                <a:latin typeface="Arial" panose="020B0604020202020204" pitchFamily="34" charset="0"/>
                <a:ea typeface="Times New Roman" panose="02020603050405020304" pitchFamily="18" charset="0"/>
                <a:cs typeface="Segoe UI" panose="020B0502040204020203" pitchFamily="34" charset="0"/>
              </a:rPr>
              <a:t>2.	At the Windows PowerShell prompt, type the following command, and then press Enter:</a:t>
            </a:r>
            <a:endParaRPr lang="en-CA" sz="1000" dirty="0">
              <a:effectLst/>
              <a:latin typeface="Arial" panose="020B0604020202020204" pitchFamily="34" charset="0"/>
              <a:ea typeface="Times New Roman" panose="02020603050405020304" pitchFamily="18" charset="0"/>
              <a:cs typeface="Times New Roman" panose="02020603050405020304" pitchFamily="18" charset="0"/>
            </a:endParaRPr>
          </a:p>
          <a:p>
            <a:pPr marL="338138">
              <a:lnSpc>
                <a:spcPct val="115000"/>
              </a:lnSpc>
              <a:spcBef>
                <a:spcPts val="600"/>
              </a:spcBef>
              <a:spcAft>
                <a:spcPts val="600"/>
              </a:spcAft>
            </a:pPr>
            <a:r>
              <a:rPr lang="en-US" sz="1000" b="1" dirty="0">
                <a:effectLst/>
                <a:latin typeface="Lucida Sans Typewriter" panose="020B0509030504030204" pitchFamily="49" charset="0"/>
                <a:ea typeface="Times New Roman" panose="02020603050405020304" pitchFamily="18" charset="0"/>
                <a:cs typeface="Times New Roman" panose="02020603050405020304" pitchFamily="18" charset="0"/>
              </a:rPr>
              <a:t>Get‑Service | where‑object {$_.status ‑</a:t>
            </a:r>
            <a:r>
              <a:rPr lang="en-US" sz="1000" b="1" dirty="0" err="1">
                <a:effectLst/>
                <a:latin typeface="Lucida Sans Typewriter" panose="020B0509030504030204" pitchFamily="49" charset="0"/>
                <a:ea typeface="Times New Roman" panose="02020603050405020304" pitchFamily="18" charset="0"/>
                <a:cs typeface="Times New Roman" panose="02020603050405020304" pitchFamily="18" charset="0"/>
              </a:rPr>
              <a:t>eq</a:t>
            </a:r>
            <a:r>
              <a:rPr lang="en-US" sz="1000" b="1" dirty="0">
                <a:effectLst/>
                <a:latin typeface="Lucida Sans Typewriter" panose="020B0509030504030204" pitchFamily="49" charset="0"/>
                <a:ea typeface="Times New Roman" panose="02020603050405020304" pitchFamily="18" charset="0"/>
                <a:cs typeface="Times New Roman" panose="02020603050405020304" pitchFamily="18" charset="0"/>
              </a:rPr>
              <a:t> "Running"}</a:t>
            </a:r>
            <a:endParaRPr lang="en-CA" sz="1000" b="1" dirty="0">
              <a:effectLst/>
              <a:latin typeface="Lucida Sans Typewriter" panose="020B0509030504030204" pitchFamily="49" charset="0"/>
              <a:ea typeface="Times New Roman" panose="02020603050405020304" pitchFamily="18" charset="0"/>
              <a:cs typeface="Times New Roman" panose="02020603050405020304" pitchFamily="18" charset="0"/>
            </a:endParaRPr>
          </a:p>
          <a:p>
            <a:pPr marL="338138" marR="0" lvl="0" indent="-338138">
              <a:lnSpc>
                <a:spcPct val="115000"/>
              </a:lnSpc>
              <a:spcBef>
                <a:spcPts val="0"/>
              </a:spcBef>
              <a:spcAft>
                <a:spcPts val="600"/>
              </a:spcAft>
            </a:pPr>
            <a:r>
              <a:rPr lang="en-US" sz="1000" dirty="0">
                <a:effectLst/>
                <a:latin typeface="Arial" panose="020B0604020202020204" pitchFamily="34" charset="0"/>
                <a:ea typeface="Times New Roman" panose="02020603050405020304" pitchFamily="18" charset="0"/>
                <a:cs typeface="Segoe UI" panose="020B0502040204020203" pitchFamily="34" charset="0"/>
              </a:rPr>
              <a:t>3.	To view all the commands that are related to managing services, at the Windows PowerShell prompt, type the following command, and then press Enter:</a:t>
            </a:r>
            <a:endParaRPr lang="en-CA" sz="1000" dirty="0">
              <a:effectLst/>
              <a:latin typeface="Arial" panose="020B0604020202020204" pitchFamily="34" charset="0"/>
              <a:ea typeface="Times New Roman" panose="02020603050405020304" pitchFamily="18" charset="0"/>
              <a:cs typeface="Times New Roman" panose="02020603050405020304" pitchFamily="18" charset="0"/>
            </a:endParaRPr>
          </a:p>
          <a:p>
            <a:pPr marL="338138" indent="-338138">
              <a:lnSpc>
                <a:spcPct val="115000"/>
              </a:lnSpc>
              <a:spcBef>
                <a:spcPts val="600"/>
              </a:spcBef>
              <a:spcAft>
                <a:spcPts val="600"/>
              </a:spcAft>
            </a:pPr>
            <a:r>
              <a:rPr lang="en-US" sz="1000" b="1" dirty="0">
                <a:latin typeface="Lucida Sans Typewriter" panose="020B0509030504030204" pitchFamily="49" charset="0"/>
                <a:ea typeface="Times New Roman" panose="02020603050405020304" pitchFamily="18" charset="0"/>
                <a:cs typeface="Times New Roman" panose="02020603050405020304" pitchFamily="18" charset="0"/>
              </a:rPr>
              <a:t>	Get‑Command ‑Noun Service</a:t>
            </a:r>
            <a:endParaRPr lang="en-CA" sz="1000" b="1" dirty="0">
              <a:latin typeface="Lucida Sans Typewriter" panose="020B0509030504030204" pitchFamily="49" charset="0"/>
              <a:ea typeface="Times New Roman" panose="02020603050405020304" pitchFamily="18" charset="0"/>
              <a:cs typeface="Times New Roman" panose="02020603050405020304" pitchFamily="18" charset="0"/>
            </a:endParaRPr>
          </a:p>
          <a:p>
            <a:pPr marL="338138" marR="0" lvl="0" indent="-338138">
              <a:lnSpc>
                <a:spcPct val="115000"/>
              </a:lnSpc>
              <a:spcBef>
                <a:spcPts val="0"/>
              </a:spcBef>
              <a:spcAft>
                <a:spcPts val="600"/>
              </a:spcAft>
            </a:pPr>
            <a:r>
              <a:rPr lang="en-US" sz="1000" dirty="0">
                <a:effectLst/>
                <a:latin typeface="Arial" panose="020B0604020202020204" pitchFamily="34" charset="0"/>
                <a:ea typeface="Times New Roman" panose="02020603050405020304" pitchFamily="18" charset="0"/>
                <a:cs typeface="Segoe UI" panose="020B0502040204020203" pitchFamily="34" charset="0"/>
              </a:rPr>
              <a:t>4.	To view a list of running possesses on the server, at the Windows PowerShell prompt, type the following command, and then press Enter:</a:t>
            </a:r>
            <a:endParaRPr lang="en-CA" sz="1000" dirty="0">
              <a:effectLst/>
              <a:latin typeface="Arial" panose="020B0604020202020204" pitchFamily="34" charset="0"/>
              <a:ea typeface="Times New Roman" panose="02020603050405020304" pitchFamily="18" charset="0"/>
              <a:cs typeface="Times New Roman" panose="02020603050405020304" pitchFamily="18" charset="0"/>
            </a:endParaRPr>
          </a:p>
          <a:p>
            <a:pPr marL="338138" indent="-338138">
              <a:lnSpc>
                <a:spcPct val="115000"/>
              </a:lnSpc>
              <a:spcBef>
                <a:spcPts val="600"/>
              </a:spcBef>
              <a:spcAft>
                <a:spcPts val="600"/>
              </a:spcAft>
            </a:pPr>
            <a:r>
              <a:rPr lang="en-US" sz="1000" b="1" dirty="0">
                <a:latin typeface="Lucida Sans Typewriter" panose="020B0509030504030204" pitchFamily="49" charset="0"/>
                <a:ea typeface="Times New Roman" panose="02020603050405020304" pitchFamily="18" charset="0"/>
                <a:cs typeface="Times New Roman" panose="02020603050405020304" pitchFamily="18" charset="0"/>
              </a:rPr>
              <a:t>	Get‑Process</a:t>
            </a:r>
            <a:endParaRPr lang="en-CA" sz="1000" b="1" dirty="0">
              <a:latin typeface="Lucida Sans Typewriter" panose="020B0509030504030204" pitchFamily="49" charset="0"/>
              <a:ea typeface="Times New Roman" panose="02020603050405020304" pitchFamily="18" charset="0"/>
              <a:cs typeface="Times New Roman" panose="02020603050405020304" pitchFamily="18" charset="0"/>
            </a:endParaRPr>
          </a:p>
          <a:p>
            <a:pPr marL="338138" lvl="0" indent="-338138">
              <a:lnSpc>
                <a:spcPct val="115000"/>
              </a:lnSpc>
              <a:spcAft>
                <a:spcPts val="600"/>
              </a:spcAft>
            </a:pPr>
            <a:r>
              <a:rPr lang="en-US" sz="1000" dirty="0">
                <a:solidFill>
                  <a:prstClr val="black"/>
                </a:solidFill>
                <a:latin typeface="Arial" panose="020B0604020202020204" pitchFamily="34" charset="0"/>
                <a:ea typeface="Times New Roman" panose="02020603050405020304" pitchFamily="18" charset="0"/>
                <a:cs typeface="Segoe UI" panose="020B0502040204020203" pitchFamily="34" charset="0"/>
              </a:rPr>
              <a:t>5.	To view all the commands that are related to managing processes, at the Windows PowerShell prompt, type the following command, and then press Enter: </a:t>
            </a:r>
            <a:endParaRPr lang="en-CA" sz="1000" dirty="0">
              <a:solidFill>
                <a:prstClr val="black"/>
              </a:solidFill>
              <a:latin typeface="Arial" panose="020B0604020202020204" pitchFamily="34" charset="0"/>
              <a:ea typeface="Times New Roman" panose="02020603050405020304" pitchFamily="18" charset="0"/>
              <a:cs typeface="Times New Roman" panose="02020603050405020304" pitchFamily="18" charset="0"/>
            </a:endParaRPr>
          </a:p>
          <a:p>
            <a:pPr marL="338138" lvl="0" indent="-338138">
              <a:lnSpc>
                <a:spcPct val="115000"/>
              </a:lnSpc>
              <a:spcBef>
                <a:spcPts val="600"/>
              </a:spcBef>
              <a:spcAft>
                <a:spcPts val="600"/>
              </a:spcAft>
            </a:pPr>
            <a:r>
              <a:rPr lang="en-US" sz="1000" b="1" dirty="0">
                <a:latin typeface="Lucida Sans Typewriter" panose="020B0509030504030204" pitchFamily="49" charset="0"/>
                <a:ea typeface="Times New Roman" panose="02020603050405020304" pitchFamily="18" charset="0"/>
                <a:cs typeface="Times New Roman" panose="02020603050405020304" pitchFamily="18" charset="0"/>
              </a:rPr>
              <a:t>	Get‑Help Process</a:t>
            </a:r>
            <a:endParaRPr lang="en-CA" sz="1000" b="1" dirty="0">
              <a:latin typeface="Lucida Sans Typewriter" panose="020B0509030504030204" pitchFamily="49" charset="0"/>
              <a:ea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0"/>
          </p:nvPr>
        </p:nvSpPr>
        <p:spPr/>
        <p:txBody>
          <a:bodyPr/>
          <a:lstStyle/>
          <a:p>
            <a:fld id="{B6A1F45A-45A6-418F-ABA5-EC8D7307846F}" type="slidenum">
              <a:rPr lang="en-CA" smtClean="0"/>
              <a:t>48</a:t>
            </a:fld>
            <a:endParaRPr lang="en-CA"/>
          </a:p>
        </p:txBody>
      </p:sp>
      <p:sp>
        <p:nvSpPr>
          <p:cNvPr id="5" name="Rectangle 4"/>
          <p:cNvSpPr/>
          <p:nvPr/>
        </p:nvSpPr>
        <p:spPr>
          <a:xfrm>
            <a:off x="0" y="0"/>
            <a:ext cx="3038475" cy="222250"/>
          </a:xfrm>
          <a:prstGeom prst="rect">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a:solidFill>
                  <a:srgbClr val="000000"/>
                </a:solidFill>
                <a:latin typeface="Arial" panose="020B0604020202020204" pitchFamily="34" charset="0"/>
              </a:rPr>
              <a:t>20410D</a:t>
            </a:r>
          </a:p>
        </p:txBody>
      </p:sp>
      <p:sp>
        <p:nvSpPr>
          <p:cNvPr id="6" name="Rectangle 5"/>
          <p:cNvSpPr/>
          <p:nvPr/>
        </p:nvSpPr>
        <p:spPr>
          <a:xfrm>
            <a:off x="0" y="238125"/>
            <a:ext cx="3038475" cy="347663"/>
          </a:xfrm>
          <a:prstGeom prst="rect">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a:solidFill>
                  <a:srgbClr val="336699"/>
                </a:solidFill>
                <a:latin typeface="Arial" panose="020B0604020202020204" pitchFamily="34" charset="0"/>
              </a:rPr>
              <a:t>1: Deploying and Managing Windows Server 2012</a:t>
            </a:r>
          </a:p>
        </p:txBody>
      </p:sp>
      <p:sp>
        <p:nvSpPr>
          <p:cNvPr id="7" name="TextBox 6"/>
          <p:cNvSpPr txBox="1"/>
          <p:nvPr/>
        </p:nvSpPr>
        <p:spPr>
          <a:xfrm>
            <a:off x="0" y="8890000"/>
            <a:ext cx="1871025" cy="246221"/>
          </a:xfrm>
          <a:prstGeom prst="rect">
            <a:avLst/>
          </a:prstGeom>
          <a:noFill/>
        </p:spPr>
        <p:txBody>
          <a:bodyPr vert="horz" wrap="none" rtlCol="0">
            <a:spAutoFit/>
          </a:bodyPr>
          <a:lstStyle/>
          <a:p>
            <a:r>
              <a:rPr lang="en-CA" sz="1000">
                <a:latin typeface="Arial" panose="020B0604020202020204" pitchFamily="34" charset="0"/>
              </a:rPr>
              <a:t>(More notes on the next slide)</a:t>
            </a:r>
          </a:p>
        </p:txBody>
      </p:sp>
    </p:spTree>
    <p:extLst>
      <p:ext uri="{BB962C8B-B14F-4D97-AF65-F5344CB8AC3E}">
        <p14:creationId xmlns:p14="http://schemas.microsoft.com/office/powerpoint/2010/main" val="1529082723"/>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112" y="73152"/>
            <a:ext cx="2468880" cy="1851660"/>
          </a:xfrm>
        </p:spPr>
      </p:sp>
      <p:sp>
        <p:nvSpPr>
          <p:cNvPr id="3" name="Notes Placeholder 2"/>
          <p:cNvSpPr>
            <a:spLocks noGrp="1"/>
          </p:cNvSpPr>
          <p:nvPr>
            <p:ph type="body" idx="1"/>
          </p:nvPr>
        </p:nvSpPr>
        <p:spPr>
          <a:xfrm>
            <a:off x="310896" y="2093976"/>
            <a:ext cx="6153912" cy="6604000"/>
          </a:xfrm>
        </p:spPr>
        <p:txBody>
          <a:bodyPr>
            <a:noAutofit/>
          </a:bodyPr>
          <a:lstStyle/>
          <a:p>
            <a:pPr marL="338138" lvl="0" indent="-338138">
              <a:lnSpc>
                <a:spcPct val="115000"/>
              </a:lnSpc>
              <a:spcAft>
                <a:spcPts val="600"/>
              </a:spcAft>
            </a:pPr>
            <a:r>
              <a:rPr lang="en-US" sz="1000" dirty="0">
                <a:solidFill>
                  <a:prstClr val="black"/>
                </a:solidFill>
                <a:latin typeface="Arial" panose="020B0604020202020204" pitchFamily="34" charset="0"/>
                <a:ea typeface="Times New Roman" panose="02020603050405020304" pitchFamily="18" charset="0"/>
                <a:cs typeface="Segoe UI" panose="020B0502040204020203" pitchFamily="34" charset="0"/>
              </a:rPr>
              <a:t>6.	To view detailed information about the </a:t>
            </a:r>
            <a:r>
              <a:rPr lang="en-US" sz="1000" b="1" dirty="0">
                <a:solidFill>
                  <a:prstClr val="black"/>
                </a:solidFill>
                <a:latin typeface="Arial" panose="020B0604020202020204" pitchFamily="34" charset="0"/>
                <a:ea typeface="Times New Roman" panose="02020603050405020304" pitchFamily="18" charset="0"/>
                <a:cs typeface="Times New Roman" panose="02020603050405020304" pitchFamily="18" charset="0"/>
              </a:rPr>
              <a:t>Start‑Process</a:t>
            </a:r>
            <a:r>
              <a:rPr lang="en-US" sz="1000" dirty="0">
                <a:solidFill>
                  <a:prstClr val="black"/>
                </a:solidFill>
                <a:latin typeface="Arial" panose="020B0604020202020204" pitchFamily="34" charset="0"/>
                <a:ea typeface="Times New Roman" panose="02020603050405020304" pitchFamily="18" charset="0"/>
                <a:cs typeface="Segoe UI" panose="020B0502040204020203" pitchFamily="34" charset="0"/>
              </a:rPr>
              <a:t> </a:t>
            </a:r>
            <a:r>
              <a:rPr lang="en-US" sz="1000" dirty="0" err="1">
                <a:solidFill>
                  <a:prstClr val="black"/>
                </a:solidFill>
                <a:latin typeface="Arial" panose="020B0604020202020204" pitchFamily="34" charset="0"/>
                <a:ea typeface="Times New Roman" panose="02020603050405020304" pitchFamily="18" charset="0"/>
                <a:cs typeface="Segoe UI" panose="020B0502040204020203" pitchFamily="34" charset="0"/>
              </a:rPr>
              <a:t>cmdlet</a:t>
            </a:r>
            <a:r>
              <a:rPr lang="en-US" sz="1000" dirty="0">
                <a:solidFill>
                  <a:prstClr val="black"/>
                </a:solidFill>
                <a:latin typeface="Arial" panose="020B0604020202020204" pitchFamily="34" charset="0"/>
                <a:ea typeface="Times New Roman" panose="02020603050405020304" pitchFamily="18" charset="0"/>
                <a:cs typeface="Segoe UI" panose="020B0502040204020203" pitchFamily="34" charset="0"/>
              </a:rPr>
              <a:t>, at the Windows PowerShell prompt, type the following command, and then press Enter: </a:t>
            </a:r>
            <a:endParaRPr lang="en-CA" sz="1000" dirty="0">
              <a:solidFill>
                <a:prstClr val="black"/>
              </a:solidFill>
              <a:latin typeface="Arial" panose="020B0604020202020204" pitchFamily="34" charset="0"/>
              <a:ea typeface="Times New Roman" panose="02020603050405020304" pitchFamily="18" charset="0"/>
              <a:cs typeface="Times New Roman" panose="02020603050405020304" pitchFamily="18" charset="0"/>
            </a:endParaRPr>
          </a:p>
          <a:p>
            <a:pPr marL="338138" lvl="0" indent="-338138">
              <a:lnSpc>
                <a:spcPct val="115000"/>
              </a:lnSpc>
              <a:spcBef>
                <a:spcPts val="600"/>
              </a:spcBef>
              <a:spcAft>
                <a:spcPts val="600"/>
              </a:spcAft>
            </a:pPr>
            <a:r>
              <a:rPr lang="en-US" sz="1000" b="1" dirty="0">
                <a:latin typeface="Lucida Sans Typewriter" panose="020B0509030504030204" pitchFamily="49" charset="0"/>
                <a:ea typeface="Times New Roman" panose="02020603050405020304" pitchFamily="18" charset="0"/>
                <a:cs typeface="Times New Roman" panose="02020603050405020304" pitchFamily="18" charset="0"/>
              </a:rPr>
              <a:t>	Get‑Help ‑Full Start‑Process</a:t>
            </a:r>
            <a:endParaRPr lang="en-CA" sz="1000" b="1" dirty="0">
              <a:latin typeface="Lucida Sans Typewriter" panose="020B0509030504030204" pitchFamily="49" charset="0"/>
              <a:ea typeface="Times New Roman" panose="02020603050405020304" pitchFamily="18" charset="0"/>
              <a:cs typeface="Times New Roman" panose="02020603050405020304" pitchFamily="18" charset="0"/>
            </a:endParaRPr>
          </a:p>
          <a:p>
            <a:pPr marL="338138" lvl="0" indent="-338138">
              <a:lnSpc>
                <a:spcPct val="115000"/>
              </a:lnSpc>
              <a:spcAft>
                <a:spcPts val="600"/>
              </a:spcAft>
            </a:pPr>
            <a:r>
              <a:rPr lang="en-US" sz="1000" dirty="0">
                <a:solidFill>
                  <a:srgbClr val="000000"/>
                </a:solidFill>
                <a:latin typeface="Arial" panose="020B0604020202020204" pitchFamily="34" charset="0"/>
                <a:ea typeface="Times New Roman" panose="02020603050405020304" pitchFamily="18" charset="0"/>
                <a:cs typeface="Segoe UI" panose="020B0502040204020203" pitchFamily="34" charset="0"/>
              </a:rPr>
              <a:t>7.	Close the Windows PowerShell window.</a:t>
            </a:r>
            <a:endParaRPr lang="en-CA" sz="1000" dirty="0">
              <a:solidFill>
                <a:prstClr val="black"/>
              </a:solidFill>
              <a:latin typeface="Arial" panose="020B0604020202020204" pitchFamily="34" charset="0"/>
              <a:ea typeface="Times New Roman" panose="02020603050405020304" pitchFamily="18" charset="0"/>
              <a:cs typeface="Times New Roman" panose="02020603050405020304" pitchFamily="18" charset="0"/>
            </a:endParaRPr>
          </a:p>
          <a:p>
            <a:pPr marL="338138" lvl="0" indent="-338138">
              <a:lnSpc>
                <a:spcPct val="115000"/>
              </a:lnSpc>
              <a:spcAft>
                <a:spcPts val="600"/>
              </a:spcAft>
            </a:pPr>
            <a:r>
              <a:rPr lang="en-US" sz="1000" dirty="0">
                <a:solidFill>
                  <a:srgbClr val="000000"/>
                </a:solidFill>
                <a:latin typeface="Arial" panose="020B0604020202020204" pitchFamily="34" charset="0"/>
                <a:ea typeface="Times New Roman" panose="02020603050405020304" pitchFamily="18" charset="0"/>
                <a:cs typeface="Segoe UI" panose="020B0502040204020203" pitchFamily="34" charset="0"/>
              </a:rPr>
              <a:t>8.	On the taskbar, right‑click the </a:t>
            </a:r>
            <a:r>
              <a:rPr lang="en-US" sz="1000" b="1" dirty="0">
                <a:solidFill>
                  <a:prstClr val="black"/>
                </a:solidFill>
                <a:latin typeface="Arial" panose="020B0604020202020204" pitchFamily="34" charset="0"/>
                <a:ea typeface="Times New Roman" panose="02020603050405020304" pitchFamily="18" charset="0"/>
                <a:cs typeface="Times New Roman" panose="02020603050405020304" pitchFamily="18" charset="0"/>
              </a:rPr>
              <a:t>Windows PowerShell </a:t>
            </a:r>
            <a:r>
              <a:rPr lang="en-US" sz="1000" dirty="0">
                <a:solidFill>
                  <a:srgbClr val="000000"/>
                </a:solidFill>
                <a:latin typeface="Arial" panose="020B0604020202020204" pitchFamily="34" charset="0"/>
                <a:ea typeface="Times New Roman" panose="02020603050405020304" pitchFamily="18" charset="0"/>
                <a:cs typeface="Segoe UI" panose="020B0502040204020203" pitchFamily="34" charset="0"/>
              </a:rPr>
              <a:t>icon, and then click </a:t>
            </a:r>
            <a:r>
              <a:rPr lang="en-US" sz="1000" b="1" dirty="0">
                <a:solidFill>
                  <a:prstClr val="black"/>
                </a:solidFill>
                <a:latin typeface="Arial" panose="020B0604020202020204" pitchFamily="34" charset="0"/>
                <a:ea typeface="Times New Roman" panose="02020603050405020304" pitchFamily="18" charset="0"/>
                <a:cs typeface="Times New Roman" panose="02020603050405020304" pitchFamily="18" charset="0"/>
              </a:rPr>
              <a:t>Run as Administrator</a:t>
            </a:r>
            <a:r>
              <a:rPr lang="en-US" sz="1000" dirty="0">
                <a:solidFill>
                  <a:srgbClr val="000000"/>
                </a:solidFill>
                <a:latin typeface="Arial" panose="020B0604020202020204" pitchFamily="34" charset="0"/>
                <a:ea typeface="Times New Roman" panose="02020603050405020304" pitchFamily="18" charset="0"/>
                <a:cs typeface="Segoe UI" panose="020B0502040204020203" pitchFamily="34" charset="0"/>
              </a:rPr>
              <a:t>. Discuss with students why you might need to run a </a:t>
            </a:r>
            <a:r>
              <a:rPr lang="en-US" sz="1000" dirty="0">
                <a:solidFill>
                  <a:prstClr val="black"/>
                </a:solidFill>
                <a:latin typeface="Arial" panose="020B0604020202020204" pitchFamily="34" charset="0"/>
                <a:ea typeface="Times New Roman" panose="02020603050405020304" pitchFamily="18" charset="0"/>
                <a:cs typeface="Segoe UI" panose="020B0502040204020203" pitchFamily="34" charset="0"/>
              </a:rPr>
              <a:t>Windows </a:t>
            </a:r>
            <a:r>
              <a:rPr lang="en-US" sz="1000" dirty="0">
                <a:solidFill>
                  <a:srgbClr val="000000"/>
                </a:solidFill>
                <a:latin typeface="Arial" panose="020B0604020202020204" pitchFamily="34" charset="0"/>
                <a:ea typeface="Times New Roman" panose="02020603050405020304" pitchFamily="18" charset="0"/>
                <a:cs typeface="Segoe UI" panose="020B0502040204020203" pitchFamily="34" charset="0"/>
              </a:rPr>
              <a:t>PowerShell session using this option.</a:t>
            </a:r>
            <a:endParaRPr lang="en-CA" sz="1000" dirty="0">
              <a:solidFill>
                <a:prstClr val="black"/>
              </a:solidFill>
              <a:latin typeface="Arial" panose="020B0604020202020204" pitchFamily="34" charset="0"/>
              <a:ea typeface="Times New Roman" panose="02020603050405020304" pitchFamily="18" charset="0"/>
              <a:cs typeface="Times New Roman" panose="02020603050405020304" pitchFamily="18" charset="0"/>
            </a:endParaRPr>
          </a:p>
          <a:p>
            <a:pPr lvl="0">
              <a:lnSpc>
                <a:spcPts val="1300"/>
              </a:lnSpc>
              <a:spcBef>
                <a:spcPts val="900"/>
              </a:spcBef>
              <a:spcAft>
                <a:spcPts val="600"/>
              </a:spcAft>
            </a:pPr>
            <a:r>
              <a:rPr lang="en-US" sz="1000" b="1" dirty="0">
                <a:solidFill>
                  <a:prstClr val="black"/>
                </a:solidFill>
                <a:latin typeface="Arial" panose="020B0604020202020204" pitchFamily="34" charset="0"/>
                <a:ea typeface="Times New Roman" panose="02020603050405020304" pitchFamily="18" charset="0"/>
                <a:cs typeface="Segoe UI" panose="020B0502040204020203" pitchFamily="34" charset="0"/>
              </a:rPr>
              <a:t>Use Windows PowerShell to connect to a remote computer and display all services and their current status</a:t>
            </a:r>
            <a:endParaRPr lang="en-CA" sz="1000" b="1" dirty="0">
              <a:solidFill>
                <a:prstClr val="black"/>
              </a:solidFill>
              <a:latin typeface="Arial" panose="020B0604020202020204" pitchFamily="34" charset="0"/>
              <a:ea typeface="Times New Roman" panose="02020603050405020304" pitchFamily="18" charset="0"/>
              <a:cs typeface="Segoe UI" panose="020B0502040204020203" pitchFamily="34" charset="0"/>
            </a:endParaRPr>
          </a:p>
          <a:p>
            <a:pPr marL="338138" lvl="0" indent="-338138">
              <a:lnSpc>
                <a:spcPct val="115000"/>
              </a:lnSpc>
              <a:spcAft>
                <a:spcPts val="600"/>
              </a:spcAft>
            </a:pPr>
            <a:r>
              <a:rPr lang="en-US" sz="1000" dirty="0">
                <a:solidFill>
                  <a:prstClr val="black"/>
                </a:solidFill>
                <a:latin typeface="Arial" panose="020B0604020202020204" pitchFamily="34" charset="0"/>
                <a:ea typeface="Times New Roman" panose="02020603050405020304" pitchFamily="18" charset="0"/>
                <a:cs typeface="Times New Roman" panose="02020603050405020304" pitchFamily="18" charset="0"/>
              </a:rPr>
              <a:t>1.	On LON-SVR1, click the </a:t>
            </a:r>
            <a:r>
              <a:rPr lang="en-US" sz="1000" b="1" dirty="0">
                <a:solidFill>
                  <a:prstClr val="black"/>
                </a:solidFill>
                <a:latin typeface="Arial" panose="020B0604020202020204" pitchFamily="34" charset="0"/>
                <a:ea typeface="Times New Roman" panose="02020603050405020304" pitchFamily="18" charset="0"/>
                <a:cs typeface="Times New Roman" panose="02020603050405020304" pitchFamily="18" charset="0"/>
              </a:rPr>
              <a:t>Windows</a:t>
            </a:r>
            <a:r>
              <a:rPr lang="en-US" sz="1000" dirty="0">
                <a:solidFill>
                  <a:prstClr val="black"/>
                </a:solidFill>
                <a:latin typeface="Arial" panose="020B0604020202020204" pitchFamily="34" charset="0"/>
                <a:ea typeface="Times New Roman" panose="02020603050405020304" pitchFamily="18" charset="0"/>
                <a:cs typeface="Times New Roman" panose="02020603050405020304" pitchFamily="18" charset="0"/>
              </a:rPr>
              <a:t> </a:t>
            </a:r>
            <a:r>
              <a:rPr lang="en-US" sz="1000" b="1" dirty="0">
                <a:solidFill>
                  <a:prstClr val="black"/>
                </a:solidFill>
                <a:latin typeface="Arial" panose="020B0604020202020204" pitchFamily="34" charset="0"/>
                <a:ea typeface="Times New Roman" panose="02020603050405020304" pitchFamily="18" charset="0"/>
                <a:cs typeface="Times New Roman" panose="02020603050405020304" pitchFamily="18" charset="0"/>
              </a:rPr>
              <a:t>PowerShell</a:t>
            </a:r>
            <a:r>
              <a:rPr lang="en-US" sz="1000" dirty="0">
                <a:solidFill>
                  <a:prstClr val="black"/>
                </a:solidFill>
                <a:latin typeface="Arial" panose="020B0604020202020204" pitchFamily="34" charset="0"/>
                <a:ea typeface="Times New Roman" panose="02020603050405020304" pitchFamily="18" charset="0"/>
                <a:cs typeface="Times New Roman" panose="02020603050405020304" pitchFamily="18" charset="0"/>
              </a:rPr>
              <a:t> icon on the taskbar to start Windows PowerShell.</a:t>
            </a:r>
            <a:endParaRPr lang="en-CA" sz="1000" dirty="0">
              <a:solidFill>
                <a:prstClr val="black"/>
              </a:solidFill>
              <a:latin typeface="Arial" panose="020B0604020202020204" pitchFamily="34" charset="0"/>
              <a:ea typeface="Times New Roman" panose="02020603050405020304" pitchFamily="18" charset="0"/>
              <a:cs typeface="Times New Roman" panose="02020603050405020304" pitchFamily="18" charset="0"/>
            </a:endParaRPr>
          </a:p>
          <a:p>
            <a:pPr marL="338138" lvl="0" indent="-338138">
              <a:lnSpc>
                <a:spcPct val="115000"/>
              </a:lnSpc>
              <a:spcAft>
                <a:spcPts val="600"/>
              </a:spcAft>
            </a:pPr>
            <a:r>
              <a:rPr lang="en-US" sz="1000" dirty="0">
                <a:solidFill>
                  <a:prstClr val="black"/>
                </a:solidFill>
                <a:latin typeface="Arial" panose="020B0604020202020204" pitchFamily="34" charset="0"/>
                <a:ea typeface="Times New Roman" panose="02020603050405020304" pitchFamily="18" charset="0"/>
                <a:cs typeface="Times New Roman" panose="02020603050405020304" pitchFamily="18" charset="0"/>
              </a:rPr>
              <a:t>2.	At the Windows PowerShell prompt, type the following command, and then press Enter:</a:t>
            </a:r>
            <a:endParaRPr lang="en-CA" sz="1000" dirty="0">
              <a:solidFill>
                <a:prstClr val="black"/>
              </a:solidFill>
              <a:latin typeface="Arial" panose="020B0604020202020204" pitchFamily="34" charset="0"/>
              <a:ea typeface="Times New Roman" panose="02020603050405020304" pitchFamily="18" charset="0"/>
              <a:cs typeface="Times New Roman" panose="02020603050405020304" pitchFamily="18" charset="0"/>
            </a:endParaRPr>
          </a:p>
          <a:p>
            <a:pPr marL="338138" lvl="0" indent="-338138">
              <a:lnSpc>
                <a:spcPct val="115000"/>
              </a:lnSpc>
              <a:spcBef>
                <a:spcPts val="600"/>
              </a:spcBef>
              <a:spcAft>
                <a:spcPts val="600"/>
              </a:spcAft>
            </a:pPr>
            <a:r>
              <a:rPr lang="en-US" sz="1000" b="1" dirty="0">
                <a:latin typeface="Lucida Sans Typewriter" panose="020B0509030504030204" pitchFamily="49" charset="0"/>
                <a:ea typeface="Times New Roman" panose="02020603050405020304" pitchFamily="18" charset="0"/>
                <a:cs typeface="Times New Roman" panose="02020603050405020304" pitchFamily="18" charset="0"/>
              </a:rPr>
              <a:t>	Enable-</a:t>
            </a:r>
            <a:r>
              <a:rPr lang="en-US" sz="1000" b="1" dirty="0" err="1">
                <a:latin typeface="Lucida Sans Typewriter" panose="020B0509030504030204" pitchFamily="49" charset="0"/>
                <a:ea typeface="Times New Roman" panose="02020603050405020304" pitchFamily="18" charset="0"/>
                <a:cs typeface="Times New Roman" panose="02020603050405020304" pitchFamily="18" charset="0"/>
              </a:rPr>
              <a:t>PSRemoting</a:t>
            </a:r>
            <a:endParaRPr lang="en-CA" sz="1000" b="1" dirty="0">
              <a:latin typeface="Lucida Sans Typewriter" panose="020B0509030504030204" pitchFamily="49" charset="0"/>
              <a:ea typeface="Times New Roman" panose="02020603050405020304" pitchFamily="18" charset="0"/>
              <a:cs typeface="Times New Roman" panose="02020603050405020304" pitchFamily="18" charset="0"/>
            </a:endParaRPr>
          </a:p>
          <a:p>
            <a:pPr marL="338138" lvl="0" indent="-338138">
              <a:lnSpc>
                <a:spcPct val="115000"/>
              </a:lnSpc>
              <a:spcAft>
                <a:spcPts val="600"/>
              </a:spcAft>
            </a:pPr>
            <a:r>
              <a:rPr lang="en-US" sz="1000" dirty="0">
                <a:solidFill>
                  <a:prstClr val="black"/>
                </a:solidFill>
                <a:latin typeface="Arial" panose="020B0604020202020204" pitchFamily="34" charset="0"/>
                <a:ea typeface="Times New Roman" panose="02020603050405020304" pitchFamily="18" charset="0"/>
                <a:cs typeface="Segoe UI" panose="020B0502040204020203" pitchFamily="34" charset="0"/>
              </a:rPr>
              <a:t>3.	Read the output, and respond to each of the ensuing prompts by pressing Enter (five times) to accept the default response of </a:t>
            </a:r>
            <a:r>
              <a:rPr lang="en-US" sz="1000" b="1" dirty="0">
                <a:solidFill>
                  <a:prstClr val="black"/>
                </a:solidFill>
                <a:latin typeface="Arial" panose="020B0604020202020204" pitchFamily="34" charset="0"/>
                <a:ea typeface="Times New Roman" panose="02020603050405020304" pitchFamily="18" charset="0"/>
                <a:cs typeface="Times New Roman" panose="02020603050405020304" pitchFamily="18" charset="0"/>
              </a:rPr>
              <a:t>Yes</a:t>
            </a:r>
            <a:r>
              <a:rPr lang="en-US" sz="1000" dirty="0">
                <a:solidFill>
                  <a:prstClr val="black"/>
                </a:solidFill>
                <a:latin typeface="Arial" panose="020B0604020202020204" pitchFamily="34" charset="0"/>
                <a:ea typeface="Times New Roman" panose="02020603050405020304" pitchFamily="18" charset="0"/>
                <a:cs typeface="Segoe UI" panose="020B0502040204020203" pitchFamily="34" charset="0"/>
              </a:rPr>
              <a:t>.</a:t>
            </a:r>
            <a:endParaRPr lang="en-CA" sz="1000" dirty="0">
              <a:solidFill>
                <a:prstClr val="black"/>
              </a:solidFill>
              <a:latin typeface="Arial" panose="020B0604020202020204" pitchFamily="34" charset="0"/>
              <a:ea typeface="Times New Roman" panose="02020603050405020304" pitchFamily="18" charset="0"/>
              <a:cs typeface="Times New Roman" panose="02020603050405020304" pitchFamily="18" charset="0"/>
            </a:endParaRPr>
          </a:p>
          <a:p>
            <a:pPr marL="338138" lvl="0" indent="-338138">
              <a:lnSpc>
                <a:spcPct val="115000"/>
              </a:lnSpc>
              <a:spcAft>
                <a:spcPts val="600"/>
              </a:spcAft>
            </a:pPr>
            <a:r>
              <a:rPr lang="en-US" sz="1000" dirty="0">
                <a:solidFill>
                  <a:srgbClr val="000000"/>
                </a:solidFill>
                <a:latin typeface="Arial" panose="020B0604020202020204" pitchFamily="34" charset="0"/>
                <a:ea typeface="Times New Roman" panose="02020603050405020304" pitchFamily="18" charset="0"/>
                <a:cs typeface="Times New Roman" panose="02020603050405020304" pitchFamily="18" charset="0"/>
              </a:rPr>
              <a:t>4.	Switch to </a:t>
            </a:r>
            <a:r>
              <a:rPr lang="en-US" sz="1000" b="1" dirty="0">
                <a:solidFill>
                  <a:prstClr val="black"/>
                </a:solidFill>
                <a:latin typeface="Arial" panose="020B0604020202020204" pitchFamily="34" charset="0"/>
                <a:ea typeface="Times New Roman" panose="02020603050405020304" pitchFamily="18" charset="0"/>
                <a:cs typeface="Times New Roman" panose="02020603050405020304" pitchFamily="18" charset="0"/>
              </a:rPr>
              <a:t>LON-DC1</a:t>
            </a:r>
            <a:r>
              <a:rPr lang="en-US" sz="1000" dirty="0">
                <a:solidFill>
                  <a:srgbClr val="000000"/>
                </a:solidFill>
                <a:latin typeface="Arial" panose="020B0604020202020204" pitchFamily="34" charset="0"/>
                <a:ea typeface="Times New Roman" panose="02020603050405020304" pitchFamily="18" charset="0"/>
                <a:cs typeface="Times New Roman" panose="02020603050405020304" pitchFamily="18" charset="0"/>
              </a:rPr>
              <a:t>, and</a:t>
            </a:r>
            <a:r>
              <a:rPr lang="en-US" sz="1000" dirty="0">
                <a:solidFill>
                  <a:prstClr val="black"/>
                </a:solidFill>
                <a:latin typeface="Arial" panose="020B0604020202020204" pitchFamily="34" charset="0"/>
                <a:ea typeface="Times New Roman" panose="02020603050405020304" pitchFamily="18" charset="0"/>
                <a:cs typeface="Times New Roman" panose="02020603050405020304" pitchFamily="18" charset="0"/>
              </a:rPr>
              <a:t> then click the </a:t>
            </a:r>
            <a:r>
              <a:rPr lang="en-US" sz="1000" b="1" dirty="0">
                <a:solidFill>
                  <a:prstClr val="black"/>
                </a:solidFill>
                <a:latin typeface="Arial" panose="020B0604020202020204" pitchFamily="34" charset="0"/>
                <a:ea typeface="Times New Roman" panose="02020603050405020304" pitchFamily="18" charset="0"/>
                <a:cs typeface="Times New Roman" panose="02020603050405020304" pitchFamily="18" charset="0"/>
              </a:rPr>
              <a:t>Windows</a:t>
            </a:r>
            <a:r>
              <a:rPr lang="en-US" sz="1000" dirty="0">
                <a:solidFill>
                  <a:prstClr val="black"/>
                </a:solidFill>
                <a:latin typeface="Arial" panose="020B0604020202020204" pitchFamily="34" charset="0"/>
                <a:ea typeface="Times New Roman" panose="02020603050405020304" pitchFamily="18" charset="0"/>
                <a:cs typeface="Times New Roman" panose="02020603050405020304" pitchFamily="18" charset="0"/>
              </a:rPr>
              <a:t> </a:t>
            </a:r>
            <a:r>
              <a:rPr lang="en-US" sz="1000" b="1" dirty="0">
                <a:solidFill>
                  <a:prstClr val="black"/>
                </a:solidFill>
                <a:latin typeface="Arial" panose="020B0604020202020204" pitchFamily="34" charset="0"/>
                <a:ea typeface="Times New Roman" panose="02020603050405020304" pitchFamily="18" charset="0"/>
                <a:cs typeface="Times New Roman" panose="02020603050405020304" pitchFamily="18" charset="0"/>
              </a:rPr>
              <a:t>PowerShell</a:t>
            </a:r>
            <a:r>
              <a:rPr lang="en-US" sz="1000" dirty="0">
                <a:solidFill>
                  <a:prstClr val="black"/>
                </a:solidFill>
                <a:latin typeface="Arial" panose="020B0604020202020204" pitchFamily="34" charset="0"/>
                <a:ea typeface="Times New Roman" panose="02020603050405020304" pitchFamily="18" charset="0"/>
                <a:cs typeface="Times New Roman" panose="02020603050405020304" pitchFamily="18" charset="0"/>
              </a:rPr>
              <a:t> icon on the taskbar to start Windows PowerShell.</a:t>
            </a:r>
            <a:endParaRPr lang="en-CA" sz="1000" dirty="0">
              <a:solidFill>
                <a:prstClr val="black"/>
              </a:solidFill>
              <a:latin typeface="Arial" panose="020B0604020202020204" pitchFamily="34" charset="0"/>
              <a:ea typeface="Times New Roman" panose="02020603050405020304" pitchFamily="18" charset="0"/>
              <a:cs typeface="Times New Roman" panose="02020603050405020304" pitchFamily="18" charset="0"/>
            </a:endParaRPr>
          </a:p>
          <a:p>
            <a:pPr marL="338138" lvl="0" indent="-338138">
              <a:lnSpc>
                <a:spcPct val="115000"/>
              </a:lnSpc>
              <a:spcAft>
                <a:spcPts val="600"/>
              </a:spcAft>
            </a:pPr>
            <a:r>
              <a:rPr lang="en-US" sz="1000" dirty="0">
                <a:solidFill>
                  <a:prstClr val="black"/>
                </a:solidFill>
                <a:latin typeface="Arial" panose="020B0604020202020204" pitchFamily="34" charset="0"/>
                <a:ea typeface="Times New Roman" panose="02020603050405020304" pitchFamily="18" charset="0"/>
                <a:cs typeface="Segoe UI" panose="020B0502040204020203" pitchFamily="34" charset="0"/>
              </a:rPr>
              <a:t>5.	At a Windows PowerShell prompt, type the following commands, and press Enter after each one:</a:t>
            </a:r>
            <a:endParaRPr lang="en-CA" sz="1000" dirty="0">
              <a:solidFill>
                <a:prstClr val="black"/>
              </a:solidFill>
              <a:latin typeface="Arial" panose="020B0604020202020204" pitchFamily="34" charset="0"/>
              <a:ea typeface="Times New Roman" panose="02020603050405020304" pitchFamily="18" charset="0"/>
              <a:cs typeface="Times New Roman" panose="02020603050405020304" pitchFamily="18" charset="0"/>
            </a:endParaRPr>
          </a:p>
          <a:p>
            <a:pPr marL="338138" lvl="0" indent="-338138">
              <a:lnSpc>
                <a:spcPct val="115000"/>
              </a:lnSpc>
              <a:spcBef>
                <a:spcPts val="600"/>
              </a:spcBef>
            </a:pPr>
            <a:r>
              <a:rPr lang="en-US" sz="1000" b="1" dirty="0">
                <a:latin typeface="Lucida Sans Typewriter" panose="020B0509030504030204" pitchFamily="49" charset="0"/>
                <a:ea typeface="Times New Roman" panose="02020603050405020304" pitchFamily="18" charset="0"/>
                <a:cs typeface="Times New Roman" panose="02020603050405020304" pitchFamily="18" charset="0"/>
              </a:rPr>
              <a:t>	Enter-</a:t>
            </a:r>
            <a:r>
              <a:rPr lang="en-US" sz="1000" b="1" dirty="0" err="1">
                <a:latin typeface="Lucida Sans Typewriter" panose="020B0509030504030204" pitchFamily="49" charset="0"/>
                <a:ea typeface="Times New Roman" panose="02020603050405020304" pitchFamily="18" charset="0"/>
                <a:cs typeface="Times New Roman" panose="02020603050405020304" pitchFamily="18" charset="0"/>
              </a:rPr>
              <a:t>PSSession</a:t>
            </a:r>
            <a:r>
              <a:rPr lang="en-US" sz="1000" b="1" dirty="0">
                <a:latin typeface="Lucida Sans Typewriter" panose="020B0509030504030204" pitchFamily="49" charset="0"/>
                <a:ea typeface="Times New Roman" panose="02020603050405020304" pitchFamily="18" charset="0"/>
                <a:cs typeface="Times New Roman" panose="02020603050405020304" pitchFamily="18" charset="0"/>
              </a:rPr>
              <a:t> –</a:t>
            </a:r>
            <a:r>
              <a:rPr lang="en-US" sz="1000" b="1" dirty="0" err="1">
                <a:latin typeface="Lucida Sans Typewriter" panose="020B0509030504030204" pitchFamily="49" charset="0"/>
                <a:ea typeface="Times New Roman" panose="02020603050405020304" pitchFamily="18" charset="0"/>
                <a:cs typeface="Times New Roman" panose="02020603050405020304" pitchFamily="18" charset="0"/>
              </a:rPr>
              <a:t>Computername</a:t>
            </a:r>
            <a:r>
              <a:rPr lang="en-US" sz="1000" b="1" dirty="0">
                <a:latin typeface="Lucida Sans Typewriter" panose="020B0509030504030204" pitchFamily="49" charset="0"/>
                <a:ea typeface="Times New Roman" panose="02020603050405020304" pitchFamily="18" charset="0"/>
                <a:cs typeface="Times New Roman" panose="02020603050405020304" pitchFamily="18" charset="0"/>
              </a:rPr>
              <a:t> LON-SVR1</a:t>
            </a:r>
            <a:endParaRPr lang="en-CA" sz="1000" b="1" dirty="0">
              <a:latin typeface="Lucida Sans Typewriter" panose="020B0509030504030204" pitchFamily="49" charset="0"/>
              <a:ea typeface="Times New Roman" panose="02020603050405020304" pitchFamily="18" charset="0"/>
              <a:cs typeface="Times New Roman" panose="02020603050405020304" pitchFamily="18" charset="0"/>
            </a:endParaRPr>
          </a:p>
          <a:p>
            <a:pPr marL="338138" lvl="0" indent="-338138">
              <a:lnSpc>
                <a:spcPct val="115000"/>
              </a:lnSpc>
            </a:pPr>
            <a:r>
              <a:rPr lang="en-US" sz="1000" b="1" dirty="0">
                <a:latin typeface="Lucida Sans Typewriter" panose="020B0509030504030204" pitchFamily="49" charset="0"/>
                <a:ea typeface="Times New Roman" panose="02020603050405020304" pitchFamily="18" charset="0"/>
                <a:cs typeface="Times New Roman" panose="02020603050405020304" pitchFamily="18" charset="0"/>
              </a:rPr>
              <a:t>	Get-Service</a:t>
            </a:r>
          </a:p>
          <a:p>
            <a:pPr marL="338138" lvl="0" indent="-338138">
              <a:lnSpc>
                <a:spcPct val="115000"/>
              </a:lnSpc>
            </a:pPr>
            <a:r>
              <a:rPr lang="en-US" sz="1000" b="1" dirty="0">
                <a:latin typeface="Lucida Sans Typewriter" panose="020B0509030504030204" pitchFamily="49" charset="0"/>
                <a:ea typeface="Times New Roman" panose="02020603050405020304" pitchFamily="18" charset="0"/>
                <a:cs typeface="Times New Roman" panose="02020603050405020304" pitchFamily="18" charset="0"/>
              </a:rPr>
              <a:t>	Exit-</a:t>
            </a:r>
            <a:r>
              <a:rPr lang="en-US" sz="1000" b="1" dirty="0" err="1">
                <a:latin typeface="Lucida Sans Typewriter" panose="020B0509030504030204" pitchFamily="49" charset="0"/>
                <a:ea typeface="Times New Roman" panose="02020603050405020304" pitchFamily="18" charset="0"/>
                <a:cs typeface="Times New Roman" panose="02020603050405020304" pitchFamily="18" charset="0"/>
              </a:rPr>
              <a:t>PSSession</a:t>
            </a:r>
            <a:endParaRPr lang="en-CA" sz="1000" b="1" dirty="0">
              <a:latin typeface="Lucida Sans Typewriter" panose="020B0509030504030204" pitchFamily="49" charset="0"/>
              <a:ea typeface="Times New Roman" panose="02020603050405020304" pitchFamily="18" charset="0"/>
              <a:cs typeface="Times New Roman" panose="02020603050405020304" pitchFamily="18" charset="0"/>
            </a:endParaRPr>
          </a:p>
          <a:p>
            <a:pPr marL="338138" lvl="0" indent="-338138">
              <a:lnSpc>
                <a:spcPct val="115000"/>
              </a:lnSpc>
              <a:spcBef>
                <a:spcPts val="600"/>
              </a:spcBef>
              <a:spcAft>
                <a:spcPts val="600"/>
              </a:spcAft>
            </a:pPr>
            <a:r>
              <a:rPr lang="en-US" sz="1000" dirty="0">
                <a:solidFill>
                  <a:srgbClr val="000000"/>
                </a:solidFill>
                <a:latin typeface="Arial" panose="020B0604020202020204" pitchFamily="34" charset="0"/>
                <a:ea typeface="Times New Roman" panose="02020603050405020304" pitchFamily="18" charset="0"/>
                <a:cs typeface="Times New Roman" panose="02020603050405020304" pitchFamily="18" charset="0"/>
              </a:rPr>
              <a:t>6.	View the resulting output.</a:t>
            </a:r>
            <a:endParaRPr lang="en-CA" sz="1000" dirty="0">
              <a:solidFill>
                <a:prstClr val="black"/>
              </a:solidFill>
              <a:latin typeface="Arial" panose="020B0604020202020204" pitchFamily="34" charset="0"/>
              <a:ea typeface="Times New Roman" panose="02020603050405020304" pitchFamily="18" charset="0"/>
              <a:cs typeface="Times New Roman" panose="02020603050405020304" pitchFamily="18" charset="0"/>
            </a:endParaRPr>
          </a:p>
          <a:p>
            <a:pPr lvl="0">
              <a:lnSpc>
                <a:spcPts val="1300"/>
              </a:lnSpc>
              <a:spcBef>
                <a:spcPts val="900"/>
              </a:spcBef>
              <a:spcAft>
                <a:spcPts val="600"/>
              </a:spcAft>
            </a:pPr>
            <a:r>
              <a:rPr lang="en-US" sz="1000" b="1" dirty="0">
                <a:solidFill>
                  <a:prstClr val="black"/>
                </a:solidFill>
                <a:latin typeface="Arial" panose="020B0604020202020204" pitchFamily="34" charset="0"/>
                <a:ea typeface="Times New Roman" panose="02020603050405020304" pitchFamily="18" charset="0"/>
                <a:cs typeface="Segoe UI" panose="020B0502040204020203" pitchFamily="34" charset="0"/>
              </a:rPr>
              <a:t>Use Windows PowerShell to invoke commands to multiple computers and display running services</a:t>
            </a:r>
            <a:endParaRPr lang="en-CA" sz="1000" b="1" dirty="0">
              <a:solidFill>
                <a:prstClr val="black"/>
              </a:solidFill>
              <a:latin typeface="Arial" panose="020B0604020202020204" pitchFamily="34" charset="0"/>
              <a:ea typeface="Times New Roman" panose="02020603050405020304" pitchFamily="18" charset="0"/>
              <a:cs typeface="Segoe UI" panose="020B0502040204020203" pitchFamily="34" charset="0"/>
            </a:endParaRPr>
          </a:p>
          <a:p>
            <a:pPr marL="338138" lvl="0" indent="-338138">
              <a:lnSpc>
                <a:spcPct val="115000"/>
              </a:lnSpc>
              <a:spcAft>
                <a:spcPts val="600"/>
              </a:spcAft>
            </a:pPr>
            <a:r>
              <a:rPr lang="en-CA" sz="1000" dirty="0">
                <a:solidFill>
                  <a:prstClr val="black"/>
                </a:solidFill>
                <a:latin typeface="Arial" panose="020B0604020202020204" pitchFamily="34" charset="0"/>
                <a:ea typeface="Calibri" panose="020F0502020204030204" pitchFamily="34" charset="0"/>
                <a:cs typeface="Times New Roman" panose="02020603050405020304" pitchFamily="18" charset="0"/>
              </a:rPr>
              <a:t>1.	On LON-DC1, type the following command, and then press Enter:</a:t>
            </a:r>
          </a:p>
          <a:p>
            <a:pPr marL="338138" lvl="0" indent="-338138">
              <a:lnSpc>
                <a:spcPct val="115000"/>
              </a:lnSpc>
              <a:spcBef>
                <a:spcPts val="600"/>
              </a:spcBef>
              <a:spcAft>
                <a:spcPts val="600"/>
              </a:spcAft>
            </a:pPr>
            <a:r>
              <a:rPr lang="en-US" sz="1000" b="1" dirty="0">
                <a:latin typeface="Lucida Sans Typewriter" panose="020B0509030504030204" pitchFamily="49" charset="0"/>
                <a:ea typeface="Times New Roman" panose="02020603050405020304" pitchFamily="18" charset="0"/>
                <a:cs typeface="Times New Roman" panose="02020603050405020304" pitchFamily="18" charset="0"/>
              </a:rPr>
              <a:t>	Invoke-Command –</a:t>
            </a:r>
            <a:r>
              <a:rPr lang="en-US" sz="1000" b="1" dirty="0" err="1">
                <a:latin typeface="Lucida Sans Typewriter" panose="020B0509030504030204" pitchFamily="49" charset="0"/>
                <a:ea typeface="Times New Roman" panose="02020603050405020304" pitchFamily="18" charset="0"/>
                <a:cs typeface="Times New Roman" panose="02020603050405020304" pitchFamily="18" charset="0"/>
              </a:rPr>
              <a:t>computername</a:t>
            </a:r>
            <a:r>
              <a:rPr lang="en-US" sz="1000" b="1" dirty="0">
                <a:latin typeface="Lucida Sans Typewriter" panose="020B0509030504030204" pitchFamily="49" charset="0"/>
                <a:ea typeface="Times New Roman" panose="02020603050405020304" pitchFamily="18" charset="0"/>
                <a:cs typeface="Times New Roman" panose="02020603050405020304" pitchFamily="18" charset="0"/>
              </a:rPr>
              <a:t> LON-DC1, LON-SVR1 –</a:t>
            </a:r>
            <a:r>
              <a:rPr lang="en-US" sz="1000" b="1" dirty="0" err="1">
                <a:latin typeface="Lucida Sans Typewriter" panose="020B0509030504030204" pitchFamily="49" charset="0"/>
                <a:ea typeface="Times New Roman" panose="02020603050405020304" pitchFamily="18" charset="0"/>
                <a:cs typeface="Times New Roman" panose="02020603050405020304" pitchFamily="18" charset="0"/>
              </a:rPr>
              <a:t>Scriptblock</a:t>
            </a:r>
            <a:r>
              <a:rPr lang="en-US" sz="1000" b="1" dirty="0">
                <a:latin typeface="Lucida Sans Typewriter" panose="020B0509030504030204" pitchFamily="49" charset="0"/>
                <a:ea typeface="Times New Roman" panose="02020603050405020304" pitchFamily="18" charset="0"/>
                <a:cs typeface="Times New Roman" panose="02020603050405020304" pitchFamily="18" charset="0"/>
              </a:rPr>
              <a:t> {Get-Process}</a:t>
            </a:r>
            <a:endParaRPr lang="en-CA" sz="1000" b="1" dirty="0">
              <a:latin typeface="Lucida Sans Typewriter" panose="020B0509030504030204" pitchFamily="49" charset="0"/>
              <a:ea typeface="Times New Roman" panose="02020603050405020304" pitchFamily="18" charset="0"/>
              <a:cs typeface="Times New Roman" panose="02020603050405020304" pitchFamily="18" charset="0"/>
            </a:endParaRPr>
          </a:p>
          <a:p>
            <a:pPr marL="338138" lvl="0" indent="-338138">
              <a:lnSpc>
                <a:spcPct val="115000"/>
              </a:lnSpc>
              <a:spcAft>
                <a:spcPts val="600"/>
              </a:spcAft>
            </a:pPr>
            <a:r>
              <a:rPr lang="en-CA" sz="1000" dirty="0">
                <a:solidFill>
                  <a:prstClr val="black"/>
                </a:solidFill>
                <a:latin typeface="Arial" panose="020B0604020202020204" pitchFamily="34" charset="0"/>
                <a:ea typeface="Calibri" panose="020F0502020204030204" pitchFamily="34" charset="0"/>
                <a:cs typeface="Times New Roman" panose="02020603050405020304" pitchFamily="18" charset="0"/>
              </a:rPr>
              <a:t>2.	Examine the output, and then close the Windows PowerShell window.</a:t>
            </a:r>
            <a:endParaRPr lang="en-CA" sz="1000" dirty="0"/>
          </a:p>
          <a:p>
            <a:pPr marL="338138" lvl="0" indent="-338138">
              <a:lnSpc>
                <a:spcPct val="115000"/>
              </a:lnSpc>
              <a:spcBef>
                <a:spcPts val="600"/>
              </a:spcBef>
              <a:spcAft>
                <a:spcPts val="600"/>
              </a:spcAft>
            </a:pPr>
            <a:endParaRPr lang="en-CA" sz="1000" dirty="0">
              <a:solidFill>
                <a:prstClr val="black"/>
              </a:solidFill>
              <a:latin typeface="Arial" panose="020B0604020202020204" pitchFamily="34" charset="0"/>
              <a:ea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0"/>
          </p:nvPr>
        </p:nvSpPr>
        <p:spPr/>
        <p:txBody>
          <a:bodyPr/>
          <a:lstStyle/>
          <a:p>
            <a:fld id="{B6A1F45A-45A6-418F-ABA5-EC8D7307846F}" type="slidenum">
              <a:rPr lang="en-CA" smtClean="0"/>
              <a:t>49</a:t>
            </a:fld>
            <a:endParaRPr lang="en-CA"/>
          </a:p>
        </p:txBody>
      </p:sp>
      <p:sp>
        <p:nvSpPr>
          <p:cNvPr id="6" name="Rectangle 5"/>
          <p:cNvSpPr/>
          <p:nvPr/>
        </p:nvSpPr>
        <p:spPr>
          <a:xfrm>
            <a:off x="0" y="0"/>
            <a:ext cx="3038475" cy="222250"/>
          </a:xfrm>
          <a:prstGeom prst="rect">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a:solidFill>
                  <a:srgbClr val="000000"/>
                </a:solidFill>
                <a:latin typeface="Arial" panose="020B0604020202020204" pitchFamily="34" charset="0"/>
              </a:rPr>
              <a:t>20410D</a:t>
            </a:r>
          </a:p>
        </p:txBody>
      </p:sp>
      <p:sp>
        <p:nvSpPr>
          <p:cNvPr id="7" name="Rectangle 6"/>
          <p:cNvSpPr/>
          <p:nvPr/>
        </p:nvSpPr>
        <p:spPr>
          <a:xfrm>
            <a:off x="0" y="238125"/>
            <a:ext cx="3038475" cy="347663"/>
          </a:xfrm>
          <a:prstGeom prst="rect">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a:solidFill>
                  <a:srgbClr val="336699"/>
                </a:solidFill>
                <a:latin typeface="Arial" panose="020B0604020202020204" pitchFamily="34" charset="0"/>
              </a:rPr>
              <a:t>1: Deploying and Managing Windows Server 2012</a:t>
            </a:r>
          </a:p>
        </p:txBody>
      </p:sp>
    </p:spTree>
    <p:extLst>
      <p:ext uri="{BB962C8B-B14F-4D97-AF65-F5344CB8AC3E}">
        <p14:creationId xmlns:p14="http://schemas.microsoft.com/office/powerpoint/2010/main" val="377242204"/>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112" y="73152"/>
            <a:ext cx="2468880" cy="1851660"/>
          </a:xfrm>
        </p:spPr>
      </p:sp>
      <p:sp>
        <p:nvSpPr>
          <p:cNvPr id="3" name="Notes Placeholder 2"/>
          <p:cNvSpPr>
            <a:spLocks noGrp="1"/>
          </p:cNvSpPr>
          <p:nvPr>
            <p:ph type="body" idx="1"/>
          </p:nvPr>
        </p:nvSpPr>
        <p:spPr>
          <a:xfrm>
            <a:off x="310896" y="2093976"/>
            <a:ext cx="6153912" cy="6604000"/>
          </a:xfrm>
        </p:spPr>
        <p:txBody>
          <a:bodyPr>
            <a:noAutofit/>
          </a:bodyPr>
          <a:lstStyle/>
          <a:p>
            <a:pPr>
              <a:lnSpc>
                <a:spcPct val="107000"/>
              </a:lnSpc>
              <a:spcAft>
                <a:spcPts val="800"/>
              </a:spcAft>
            </a:pPr>
            <a:r>
              <a:rPr lang="en-CA" sz="1000" dirty="0">
                <a:effectLst/>
                <a:latin typeface="Arial" panose="020B0604020202020204" pitchFamily="34" charset="0"/>
                <a:ea typeface="Calibri" panose="020F0502020204030204" pitchFamily="34" charset="0"/>
                <a:cs typeface="Segoe UI" panose="020B0502040204020203" pitchFamily="34" charset="0"/>
              </a:rPr>
              <a:t>Discuss the benefits of using the Windows PowerShell Integrated Scripting Environment (ISE) over using the normal Windows PowerShell window.</a:t>
            </a:r>
            <a:endParaRPr lang="en-CA" sz="1000" dirty="0">
              <a:effectLst/>
              <a:latin typeface="Arial" panose="020B0604020202020204" pitchFamily="34" charset="0"/>
              <a:ea typeface="Calibri" panose="020F0502020204030204" pitchFamily="34" charset="0"/>
              <a:cs typeface="Times New Roman" panose="02020603050405020304" pitchFamily="18" charset="0"/>
            </a:endParaRPr>
          </a:p>
        </p:txBody>
      </p:sp>
      <p:sp>
        <p:nvSpPr>
          <p:cNvPr id="4" name="Slide Number Placeholder 3"/>
          <p:cNvSpPr>
            <a:spLocks noGrp="1"/>
          </p:cNvSpPr>
          <p:nvPr>
            <p:ph type="sldNum" sz="quarter" idx="10"/>
          </p:nvPr>
        </p:nvSpPr>
        <p:spPr/>
        <p:txBody>
          <a:bodyPr/>
          <a:lstStyle/>
          <a:p>
            <a:fld id="{B6A1F45A-45A6-418F-ABA5-EC8D7307846F}" type="slidenum">
              <a:rPr lang="en-CA" smtClean="0"/>
              <a:t>50</a:t>
            </a:fld>
            <a:endParaRPr lang="en-CA"/>
          </a:p>
        </p:txBody>
      </p:sp>
      <p:sp>
        <p:nvSpPr>
          <p:cNvPr id="5" name="Rectangle 4"/>
          <p:cNvSpPr/>
          <p:nvPr/>
        </p:nvSpPr>
        <p:spPr>
          <a:xfrm>
            <a:off x="0" y="0"/>
            <a:ext cx="3038475" cy="222250"/>
          </a:xfrm>
          <a:prstGeom prst="rect">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a:solidFill>
                  <a:srgbClr val="000000"/>
                </a:solidFill>
                <a:latin typeface="Arial" panose="020B0604020202020204" pitchFamily="34" charset="0"/>
              </a:rPr>
              <a:t>20410D</a:t>
            </a:r>
          </a:p>
        </p:txBody>
      </p:sp>
      <p:sp>
        <p:nvSpPr>
          <p:cNvPr id="6" name="Rectangle 5"/>
          <p:cNvSpPr/>
          <p:nvPr/>
        </p:nvSpPr>
        <p:spPr>
          <a:xfrm>
            <a:off x="0" y="238125"/>
            <a:ext cx="3038475" cy="347663"/>
          </a:xfrm>
          <a:prstGeom prst="rect">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a:solidFill>
                  <a:srgbClr val="336699"/>
                </a:solidFill>
                <a:latin typeface="Arial" panose="020B0604020202020204" pitchFamily="34" charset="0"/>
              </a:rPr>
              <a:t>1: Deploying and Managing Windows Server 2012</a:t>
            </a:r>
          </a:p>
        </p:txBody>
      </p:sp>
    </p:spTree>
    <p:extLst>
      <p:ext uri="{BB962C8B-B14F-4D97-AF65-F5344CB8AC3E}">
        <p14:creationId xmlns:p14="http://schemas.microsoft.com/office/powerpoint/2010/main" val="808943883"/>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112" y="73152"/>
            <a:ext cx="2468880" cy="1851660"/>
          </a:xfrm>
        </p:spPr>
      </p:sp>
      <p:sp>
        <p:nvSpPr>
          <p:cNvPr id="3" name="Notes Placeholder 2"/>
          <p:cNvSpPr>
            <a:spLocks noGrp="1"/>
          </p:cNvSpPr>
          <p:nvPr>
            <p:ph type="body" idx="1"/>
          </p:nvPr>
        </p:nvSpPr>
        <p:spPr>
          <a:xfrm>
            <a:off x="310896" y="2093976"/>
            <a:ext cx="6153912" cy="6801668"/>
          </a:xfrm>
        </p:spPr>
        <p:txBody>
          <a:bodyPr>
            <a:noAutofit/>
          </a:bodyPr>
          <a:lstStyle/>
          <a:p>
            <a:pPr marL="338138" indent="-338138">
              <a:spcAft>
                <a:spcPts val="300"/>
              </a:spcAft>
              <a:tabLst>
                <a:tab pos="338138" algn="l"/>
              </a:tabLst>
            </a:pPr>
            <a:r>
              <a:rPr lang="en-CA" sz="1000" dirty="0">
                <a:effectLst/>
                <a:latin typeface="Arial" panose="020B0604020202020204" pitchFamily="34" charset="0"/>
                <a:ea typeface="Calibri" panose="020F0502020204030204" pitchFamily="34" charset="0"/>
                <a:cs typeface="Times New Roman" panose="02020603050405020304" pitchFamily="18" charset="0"/>
              </a:rPr>
              <a:t>Point out the autocomplete capability that occurs as you type cmdlets.</a:t>
            </a:r>
          </a:p>
          <a:p>
            <a:pPr marL="338138" indent="-338138">
              <a:tabLst>
                <a:tab pos="338138" algn="l"/>
              </a:tabLst>
            </a:pPr>
            <a:r>
              <a:rPr lang="en-CA" sz="1000" dirty="0">
                <a:effectLst/>
                <a:latin typeface="Arial" panose="020B0604020202020204" pitchFamily="34" charset="0"/>
                <a:ea typeface="Calibri" panose="020F0502020204030204" pitchFamily="34" charset="0"/>
                <a:cs typeface="Times New Roman" panose="02020603050405020304" pitchFamily="18" charset="0"/>
              </a:rPr>
              <a:t>Point out that the script runs the following three commands:</a:t>
            </a:r>
          </a:p>
          <a:p>
            <a:pPr marL="338138" marR="0" lvl="0" indent="-338138">
              <a:spcBef>
                <a:spcPts val="0"/>
              </a:spcBef>
              <a:buFont typeface="Symbol" panose="05050102010706020507" pitchFamily="18" charset="2"/>
              <a:buChar char=""/>
              <a:tabLst>
                <a:tab pos="338138" algn="l"/>
              </a:tabLst>
            </a:pPr>
            <a:r>
              <a:rPr lang="en-US" sz="1000" dirty="0">
                <a:effectLst/>
                <a:latin typeface="Arial" panose="020B0604020202020204" pitchFamily="34" charset="0"/>
                <a:ea typeface="Times New Roman" panose="02020603050405020304" pitchFamily="18" charset="0"/>
                <a:cs typeface="Times New Roman" panose="02020603050405020304" pitchFamily="18" charset="0"/>
              </a:rPr>
              <a:t>Imports the Active Directory module.</a:t>
            </a:r>
            <a:endParaRPr lang="en-CA" sz="1000" dirty="0">
              <a:effectLst/>
              <a:latin typeface="Arial" panose="020B0604020202020204" pitchFamily="34" charset="0"/>
              <a:ea typeface="Times New Roman" panose="02020603050405020304" pitchFamily="18" charset="0"/>
              <a:cs typeface="Times New Roman" panose="02020603050405020304" pitchFamily="18" charset="0"/>
            </a:endParaRPr>
          </a:p>
          <a:p>
            <a:pPr marL="338138" marR="0" lvl="0" indent="-338138">
              <a:spcBef>
                <a:spcPts val="0"/>
              </a:spcBef>
              <a:buFont typeface="Symbol" panose="05050102010706020507" pitchFamily="18" charset="2"/>
              <a:buChar char=""/>
              <a:tabLst>
                <a:tab pos="338138" algn="l"/>
              </a:tabLst>
            </a:pPr>
            <a:r>
              <a:rPr lang="en-US" sz="1000" dirty="0">
                <a:effectLst/>
                <a:latin typeface="Arial" panose="020B0604020202020204" pitchFamily="34" charset="0"/>
                <a:ea typeface="Times New Roman" panose="02020603050405020304" pitchFamily="18" charset="0"/>
                <a:cs typeface="Times New Roman" panose="02020603050405020304" pitchFamily="18" charset="0"/>
              </a:rPr>
              <a:t>Creates a universal group named Helpdesk.</a:t>
            </a:r>
            <a:endParaRPr lang="en-CA" sz="1000" dirty="0">
              <a:effectLst/>
              <a:latin typeface="Arial" panose="020B0604020202020204" pitchFamily="34" charset="0"/>
              <a:ea typeface="Times New Roman" panose="02020603050405020304" pitchFamily="18" charset="0"/>
              <a:cs typeface="Times New Roman" panose="02020603050405020304" pitchFamily="18" charset="0"/>
            </a:endParaRPr>
          </a:p>
          <a:p>
            <a:pPr marL="338138" marR="0" lvl="0" indent="-338138">
              <a:spcBef>
                <a:spcPts val="0"/>
              </a:spcBef>
              <a:spcAft>
                <a:spcPts val="300"/>
              </a:spcAft>
              <a:buFont typeface="Symbol" panose="05050102010706020507" pitchFamily="18" charset="2"/>
              <a:buChar char=""/>
              <a:tabLst>
                <a:tab pos="338138" algn="l"/>
              </a:tabLst>
            </a:pPr>
            <a:r>
              <a:rPr lang="en-US" sz="1000" dirty="0">
                <a:effectLst/>
                <a:latin typeface="Arial" panose="020B0604020202020204" pitchFamily="34" charset="0"/>
                <a:ea typeface="Times New Roman" panose="02020603050405020304" pitchFamily="18" charset="0"/>
                <a:cs typeface="Times New Roman" panose="02020603050405020304" pitchFamily="18" charset="0"/>
              </a:rPr>
              <a:t>Populates the group based on the value of the Department field in the user properties.</a:t>
            </a:r>
            <a:endParaRPr lang="en-CA" sz="1000" dirty="0">
              <a:effectLst/>
              <a:latin typeface="Arial" panose="020B0604020202020204" pitchFamily="34" charset="0"/>
              <a:ea typeface="Times New Roman" panose="02020603050405020304" pitchFamily="18" charset="0"/>
              <a:cs typeface="Times New Roman" panose="02020603050405020304" pitchFamily="18" charset="0"/>
            </a:endParaRPr>
          </a:p>
          <a:p>
            <a:pPr marL="338138" indent="-338138">
              <a:spcBef>
                <a:spcPts val="400"/>
              </a:spcBef>
              <a:spcAft>
                <a:spcPts val="300"/>
              </a:spcAft>
              <a:tabLst>
                <a:tab pos="338138" algn="l"/>
              </a:tabLst>
            </a:pPr>
            <a:r>
              <a:rPr lang="en-CA" sz="1000" b="1" dirty="0">
                <a:latin typeface="Arial" panose="020B0604020202020204" pitchFamily="34" charset="0"/>
                <a:ea typeface="Times New Roman" panose="02020603050405020304" pitchFamily="18" charset="0"/>
                <a:cs typeface="Segoe UI" panose="020B0502040204020203" pitchFamily="34" charset="0"/>
              </a:rPr>
              <a:t>Preparation Steps</a:t>
            </a:r>
          </a:p>
          <a:p>
            <a:pPr marL="338138" indent="-338138">
              <a:tabLst>
                <a:tab pos="338138" algn="l"/>
              </a:tabLst>
            </a:pPr>
            <a:r>
              <a:rPr lang="en-CA" sz="1000" dirty="0">
                <a:effectLst/>
                <a:latin typeface="Arial" panose="020B0604020202020204" pitchFamily="34" charset="0"/>
                <a:ea typeface="Calibri" panose="020F0502020204030204" pitchFamily="34" charset="0"/>
                <a:cs typeface="Times New Roman" panose="02020603050405020304" pitchFamily="18" charset="0"/>
              </a:rPr>
              <a:t>1.	If necessary, start 20410D‑LON‑DC1. </a:t>
            </a:r>
          </a:p>
          <a:p>
            <a:pPr marL="338138" indent="-338138">
              <a:spcAft>
                <a:spcPts val="300"/>
              </a:spcAft>
              <a:tabLst>
                <a:tab pos="338138" algn="l"/>
              </a:tabLst>
            </a:pPr>
            <a:r>
              <a:rPr lang="en-CA" sz="1000" dirty="0">
                <a:effectLst/>
                <a:latin typeface="Arial" panose="020B0604020202020204" pitchFamily="34" charset="0"/>
                <a:ea typeface="Calibri" panose="020F0502020204030204" pitchFamily="34" charset="0"/>
                <a:cs typeface="Times New Roman" panose="02020603050405020304" pitchFamily="18" charset="0"/>
              </a:rPr>
              <a:t>2.	Sign in as </a:t>
            </a:r>
            <a:r>
              <a:rPr lang="en-CA" sz="1000" b="1" dirty="0" err="1">
                <a:effectLst/>
                <a:latin typeface="Arial" panose="020B0604020202020204" pitchFamily="34" charset="0"/>
                <a:ea typeface="Calibri" panose="020F0502020204030204" pitchFamily="34" charset="0"/>
                <a:cs typeface="Times New Roman" panose="02020603050405020304" pitchFamily="18" charset="0"/>
              </a:rPr>
              <a:t>Adatum</a:t>
            </a:r>
            <a:r>
              <a:rPr lang="en-CA" sz="1000" b="1" dirty="0">
                <a:effectLst/>
                <a:latin typeface="Arial" panose="020B0604020202020204" pitchFamily="34" charset="0"/>
                <a:ea typeface="Calibri" panose="020F0502020204030204" pitchFamily="34" charset="0"/>
                <a:cs typeface="Times New Roman" panose="02020603050405020304" pitchFamily="18" charset="0"/>
              </a:rPr>
              <a:t>\Administrator</a:t>
            </a:r>
            <a:r>
              <a:rPr lang="en-CA" sz="1000" dirty="0">
                <a:effectLst/>
                <a:latin typeface="Arial" panose="020B0604020202020204" pitchFamily="34" charset="0"/>
                <a:ea typeface="Calibri" panose="020F0502020204030204" pitchFamily="34" charset="0"/>
                <a:cs typeface="Times New Roman" panose="02020603050405020304" pitchFamily="18" charset="0"/>
              </a:rPr>
              <a:t> with the password </a:t>
            </a:r>
            <a:r>
              <a:rPr lang="en-CA" sz="1000" b="1" dirty="0">
                <a:effectLst/>
                <a:latin typeface="Arial" panose="020B0604020202020204" pitchFamily="34" charset="0"/>
                <a:ea typeface="Calibri" panose="020F0502020204030204" pitchFamily="34" charset="0"/>
                <a:cs typeface="Times New Roman" panose="02020603050405020304" pitchFamily="18" charset="0"/>
              </a:rPr>
              <a:t>Pa$$w0rd</a:t>
            </a:r>
            <a:r>
              <a:rPr lang="en-CA" sz="1000" dirty="0">
                <a:effectLst/>
                <a:latin typeface="Arial" panose="020B0604020202020204" pitchFamily="34" charset="0"/>
                <a:ea typeface="Calibri" panose="020F0502020204030204" pitchFamily="34" charset="0"/>
                <a:cs typeface="Times New Roman" panose="02020603050405020304" pitchFamily="18" charset="0"/>
              </a:rPr>
              <a:t>.</a:t>
            </a:r>
          </a:p>
          <a:p>
            <a:pPr marL="338138" indent="-338138">
              <a:spcBef>
                <a:spcPts val="400"/>
              </a:spcBef>
              <a:spcAft>
                <a:spcPts val="300"/>
              </a:spcAft>
              <a:tabLst>
                <a:tab pos="338138" algn="l"/>
              </a:tabLst>
            </a:pPr>
            <a:r>
              <a:rPr lang="en-CA" sz="1000" b="1" dirty="0">
                <a:latin typeface="Arial" panose="020B0604020202020204" pitchFamily="34" charset="0"/>
                <a:ea typeface="Times New Roman" panose="02020603050405020304" pitchFamily="18" charset="0"/>
                <a:cs typeface="Segoe UI" panose="020B0502040204020203" pitchFamily="34" charset="0"/>
              </a:rPr>
              <a:t>Demonstration Steps</a:t>
            </a:r>
          </a:p>
          <a:p>
            <a:pPr marL="338138" indent="-338138">
              <a:spcBef>
                <a:spcPts val="400"/>
              </a:spcBef>
              <a:spcAft>
                <a:spcPts val="300"/>
              </a:spcAft>
              <a:tabLst>
                <a:tab pos="338138" algn="l"/>
              </a:tabLst>
            </a:pPr>
            <a:r>
              <a:rPr lang="en-US" sz="1000" b="1" dirty="0">
                <a:latin typeface="Arial" panose="020B0604020202020204" pitchFamily="34" charset="0"/>
                <a:ea typeface="Times New Roman" panose="02020603050405020304" pitchFamily="18" charset="0"/>
                <a:cs typeface="Segoe UI" panose="020B0502040204020203" pitchFamily="34" charset="0"/>
              </a:rPr>
              <a:t>Use Windows PowerShell ISE to import the </a:t>
            </a:r>
            <a:r>
              <a:rPr lang="en-US" sz="1000" b="1" dirty="0" err="1">
                <a:latin typeface="Arial" panose="020B0604020202020204" pitchFamily="34" charset="0"/>
                <a:ea typeface="Times New Roman" panose="02020603050405020304" pitchFamily="18" charset="0"/>
                <a:cs typeface="Segoe UI" panose="020B0502040204020203" pitchFamily="34" charset="0"/>
              </a:rPr>
              <a:t>ServerManager</a:t>
            </a:r>
            <a:r>
              <a:rPr lang="en-US" sz="1000" b="1" dirty="0">
                <a:latin typeface="Arial" panose="020B0604020202020204" pitchFamily="34" charset="0"/>
                <a:ea typeface="Times New Roman" panose="02020603050405020304" pitchFamily="18" charset="0"/>
                <a:cs typeface="Segoe UI" panose="020B0502040204020203" pitchFamily="34" charset="0"/>
              </a:rPr>
              <a:t> module</a:t>
            </a:r>
            <a:endParaRPr lang="en-CA" sz="1000" b="1" dirty="0">
              <a:latin typeface="Arial" panose="020B0604020202020204" pitchFamily="34" charset="0"/>
              <a:ea typeface="Times New Roman" panose="02020603050405020304" pitchFamily="18" charset="0"/>
              <a:cs typeface="Segoe UI" panose="020B0502040204020203" pitchFamily="34" charset="0"/>
            </a:endParaRPr>
          </a:p>
          <a:p>
            <a:pPr marL="338138" marR="0" lvl="0" indent="-338138">
              <a:spcBef>
                <a:spcPts val="0"/>
              </a:spcBef>
              <a:spcAft>
                <a:spcPts val="300"/>
              </a:spcAft>
              <a:buFont typeface="+mj-lt"/>
              <a:buAutoNum type="arabicPeriod"/>
              <a:tabLst>
                <a:tab pos="338138" algn="l"/>
              </a:tabLst>
            </a:pPr>
            <a:r>
              <a:rPr lang="en-US" sz="1000" dirty="0">
                <a:effectLst/>
                <a:latin typeface="Arial" panose="020B0604020202020204" pitchFamily="34" charset="0"/>
                <a:ea typeface="Times New Roman" panose="02020603050405020304" pitchFamily="18" charset="0"/>
                <a:cs typeface="Times New Roman" panose="02020603050405020304" pitchFamily="18" charset="0"/>
              </a:rPr>
              <a:t>Ensure that you are signed in to LON‑DC1 as Administrator.</a:t>
            </a:r>
            <a:endParaRPr lang="en-CA" sz="1000" dirty="0">
              <a:effectLst/>
              <a:latin typeface="Arial" panose="020B0604020202020204" pitchFamily="34" charset="0"/>
              <a:ea typeface="Times New Roman" panose="02020603050405020304" pitchFamily="18" charset="0"/>
              <a:cs typeface="Times New Roman" panose="02020603050405020304" pitchFamily="18" charset="0"/>
            </a:endParaRPr>
          </a:p>
          <a:p>
            <a:pPr marL="338138" marR="0" lvl="0" indent="-338138">
              <a:spcBef>
                <a:spcPts val="0"/>
              </a:spcBef>
              <a:spcAft>
                <a:spcPts val="300"/>
              </a:spcAft>
              <a:buFont typeface="+mj-lt"/>
              <a:buAutoNum type="arabicPeriod"/>
              <a:tabLst>
                <a:tab pos="338138" algn="l"/>
              </a:tabLst>
            </a:pPr>
            <a:r>
              <a:rPr lang="en-US" sz="1000" dirty="0">
                <a:effectLst/>
                <a:latin typeface="Arial" panose="020B0604020202020204" pitchFamily="34" charset="0"/>
                <a:ea typeface="Times New Roman" panose="02020603050405020304" pitchFamily="18" charset="0"/>
                <a:cs typeface="Times New Roman" panose="02020603050405020304" pitchFamily="18" charset="0"/>
              </a:rPr>
              <a:t>In Server Manager, click </a:t>
            </a:r>
            <a:r>
              <a:rPr lang="en-US" sz="1000" b="1" dirty="0">
                <a:effectLst/>
                <a:latin typeface="Arial" panose="020B0604020202020204" pitchFamily="34" charset="0"/>
                <a:ea typeface="Times New Roman" panose="02020603050405020304" pitchFamily="18" charset="0"/>
                <a:cs typeface="Times New Roman" panose="02020603050405020304" pitchFamily="18" charset="0"/>
              </a:rPr>
              <a:t>Tools</a:t>
            </a:r>
            <a:r>
              <a:rPr lang="en-US" sz="1000" dirty="0">
                <a:effectLst/>
                <a:latin typeface="Arial" panose="020B0604020202020204" pitchFamily="34" charset="0"/>
                <a:ea typeface="Times New Roman" panose="02020603050405020304" pitchFamily="18" charset="0"/>
                <a:cs typeface="Times New Roman" panose="02020603050405020304" pitchFamily="18" charset="0"/>
              </a:rPr>
              <a:t>, and then click </a:t>
            </a:r>
            <a:r>
              <a:rPr lang="en-US" sz="1000" b="1" dirty="0">
                <a:effectLst/>
                <a:latin typeface="Arial" panose="020B0604020202020204" pitchFamily="34" charset="0"/>
                <a:ea typeface="Times New Roman" panose="02020603050405020304" pitchFamily="18" charset="0"/>
                <a:cs typeface="Times New Roman" panose="02020603050405020304" pitchFamily="18" charset="0"/>
              </a:rPr>
              <a:t>Windows PowerShell ISE</a:t>
            </a:r>
            <a:r>
              <a:rPr lang="en-US" sz="1000" dirty="0">
                <a:effectLst/>
                <a:latin typeface="Arial" panose="020B0604020202020204" pitchFamily="34" charset="0"/>
                <a:ea typeface="Times New Roman" panose="02020603050405020304" pitchFamily="18" charset="0"/>
                <a:cs typeface="Times New Roman" panose="02020603050405020304" pitchFamily="18" charset="0"/>
              </a:rPr>
              <a:t>.</a:t>
            </a:r>
            <a:endParaRPr lang="en-CA" sz="1000" dirty="0">
              <a:effectLst/>
              <a:latin typeface="Arial" panose="020B0604020202020204" pitchFamily="34" charset="0"/>
              <a:ea typeface="Times New Roman" panose="02020603050405020304" pitchFamily="18" charset="0"/>
              <a:cs typeface="Times New Roman" panose="02020603050405020304" pitchFamily="18" charset="0"/>
            </a:endParaRPr>
          </a:p>
          <a:p>
            <a:pPr marL="338138" marR="0" lvl="0" indent="-338138">
              <a:spcBef>
                <a:spcPts val="0"/>
              </a:spcBef>
              <a:spcAft>
                <a:spcPts val="300"/>
              </a:spcAft>
              <a:buFont typeface="+mj-lt"/>
              <a:buAutoNum type="arabicPeriod"/>
              <a:tabLst>
                <a:tab pos="338138" algn="l"/>
              </a:tabLst>
            </a:pPr>
            <a:r>
              <a:rPr lang="en-US" sz="1000" dirty="0">
                <a:effectLst/>
                <a:latin typeface="Arial" panose="020B0604020202020204" pitchFamily="34" charset="0"/>
                <a:ea typeface="Times New Roman" panose="02020603050405020304" pitchFamily="18" charset="0"/>
                <a:cs typeface="Times New Roman" panose="02020603050405020304" pitchFamily="18" charset="0"/>
              </a:rPr>
              <a:t>At the prompt, type </a:t>
            </a:r>
            <a:r>
              <a:rPr lang="en-US" sz="1000" b="1" dirty="0">
                <a:effectLst/>
                <a:latin typeface="Arial" panose="020B0604020202020204" pitchFamily="34" charset="0"/>
                <a:ea typeface="Times New Roman" panose="02020603050405020304" pitchFamily="18" charset="0"/>
                <a:cs typeface="Times New Roman" panose="02020603050405020304" pitchFamily="18" charset="0"/>
              </a:rPr>
              <a:t>Import‑Module </a:t>
            </a:r>
            <a:r>
              <a:rPr lang="en-US" sz="1000" b="1" dirty="0" err="1">
                <a:effectLst/>
                <a:latin typeface="Arial" panose="020B0604020202020204" pitchFamily="34" charset="0"/>
                <a:ea typeface="Times New Roman" panose="02020603050405020304" pitchFamily="18" charset="0"/>
                <a:cs typeface="Times New Roman" panose="02020603050405020304" pitchFamily="18" charset="0"/>
              </a:rPr>
              <a:t>ServerManager</a:t>
            </a:r>
            <a:r>
              <a:rPr lang="en-US" sz="1000" dirty="0">
                <a:effectLst/>
                <a:latin typeface="Arial" panose="020B0604020202020204" pitchFamily="34" charset="0"/>
                <a:ea typeface="Times New Roman" panose="02020603050405020304" pitchFamily="18" charset="0"/>
                <a:cs typeface="Times New Roman" panose="02020603050405020304" pitchFamily="18" charset="0"/>
              </a:rPr>
              <a:t>,</a:t>
            </a:r>
            <a:r>
              <a:rPr lang="en-US" sz="1000" b="1" dirty="0">
                <a:effectLst/>
                <a:latin typeface="Arial" panose="020B0604020202020204" pitchFamily="34" charset="0"/>
                <a:ea typeface="Times New Roman" panose="02020603050405020304" pitchFamily="18" charset="0"/>
                <a:cs typeface="Times New Roman" panose="02020603050405020304" pitchFamily="18" charset="0"/>
              </a:rPr>
              <a:t> </a:t>
            </a:r>
            <a:r>
              <a:rPr lang="en-US" sz="1000" dirty="0">
                <a:effectLst/>
                <a:latin typeface="Arial" panose="020B0604020202020204" pitchFamily="34" charset="0"/>
                <a:ea typeface="Times New Roman" panose="02020603050405020304" pitchFamily="18" charset="0"/>
                <a:cs typeface="Times New Roman" panose="02020603050405020304" pitchFamily="18" charset="0"/>
              </a:rPr>
              <a:t>and then press Enter. </a:t>
            </a:r>
            <a:endParaRPr lang="en-CA" sz="1000" dirty="0">
              <a:effectLst/>
              <a:latin typeface="Arial" panose="020B0604020202020204" pitchFamily="34" charset="0"/>
              <a:ea typeface="Times New Roman" panose="02020603050405020304" pitchFamily="18" charset="0"/>
              <a:cs typeface="Times New Roman" panose="02020603050405020304" pitchFamily="18" charset="0"/>
            </a:endParaRPr>
          </a:p>
          <a:p>
            <a:pPr marL="338138" marR="0" indent="-338138">
              <a:spcBef>
                <a:spcPts val="0"/>
              </a:spcBef>
              <a:spcAft>
                <a:spcPts val="300"/>
              </a:spcAft>
              <a:tabLst>
                <a:tab pos="338138" algn="l"/>
              </a:tabLst>
            </a:pPr>
            <a:r>
              <a:rPr lang="en-US" sz="1000" dirty="0">
                <a:effectLst/>
                <a:latin typeface="Arial" panose="020B0604020202020204" pitchFamily="34" charset="0"/>
                <a:ea typeface="Times New Roman" panose="02020603050405020304" pitchFamily="18" charset="0"/>
                <a:cs typeface="Times New Roman" panose="02020603050405020304" pitchFamily="18" charset="0"/>
              </a:rPr>
              <a:t>	This demonstrates the command-completion feature of the Windows PowerShell ISE.</a:t>
            </a:r>
            <a:endParaRPr lang="en-CA" sz="1000" dirty="0">
              <a:effectLst/>
              <a:latin typeface="Arial" panose="020B0604020202020204" pitchFamily="34" charset="0"/>
              <a:ea typeface="Times New Roman" panose="02020603050405020304" pitchFamily="18" charset="0"/>
              <a:cs typeface="Times New Roman" panose="02020603050405020304" pitchFamily="18" charset="0"/>
            </a:endParaRPr>
          </a:p>
          <a:p>
            <a:pPr marL="338138" indent="-338138">
              <a:spcBef>
                <a:spcPts val="400"/>
              </a:spcBef>
              <a:spcAft>
                <a:spcPts val="300"/>
              </a:spcAft>
              <a:tabLst>
                <a:tab pos="338138" algn="l"/>
              </a:tabLst>
            </a:pPr>
            <a:r>
              <a:rPr lang="en-US" sz="1000" b="1" dirty="0">
                <a:latin typeface="Arial" panose="020B0604020202020204" pitchFamily="34" charset="0"/>
                <a:ea typeface="Times New Roman" panose="02020603050405020304" pitchFamily="18" charset="0"/>
                <a:cs typeface="Segoe UI" panose="020B0502040204020203" pitchFamily="34" charset="0"/>
              </a:rPr>
              <a:t>View the cmdlets made available in the </a:t>
            </a:r>
            <a:r>
              <a:rPr lang="en-US" sz="1000" b="1" dirty="0" err="1">
                <a:latin typeface="Arial" panose="020B0604020202020204" pitchFamily="34" charset="0"/>
                <a:ea typeface="Times New Roman" panose="02020603050405020304" pitchFamily="18" charset="0"/>
                <a:cs typeface="Segoe UI" panose="020B0502040204020203" pitchFamily="34" charset="0"/>
              </a:rPr>
              <a:t>ServerManager</a:t>
            </a:r>
            <a:r>
              <a:rPr lang="en-US" sz="1000" b="1" dirty="0">
                <a:latin typeface="Arial" panose="020B0604020202020204" pitchFamily="34" charset="0"/>
                <a:ea typeface="Times New Roman" panose="02020603050405020304" pitchFamily="18" charset="0"/>
                <a:cs typeface="Segoe UI" panose="020B0502040204020203" pitchFamily="34" charset="0"/>
              </a:rPr>
              <a:t> module</a:t>
            </a:r>
            <a:endParaRPr lang="en-CA" sz="1000" b="1" dirty="0">
              <a:latin typeface="Arial" panose="020B0604020202020204" pitchFamily="34" charset="0"/>
              <a:ea typeface="Times New Roman" panose="02020603050405020304" pitchFamily="18" charset="0"/>
              <a:cs typeface="Segoe UI" panose="020B0502040204020203" pitchFamily="34" charset="0"/>
            </a:endParaRPr>
          </a:p>
          <a:p>
            <a:pPr marL="338138" marR="0" lvl="0" indent="-338138">
              <a:spcBef>
                <a:spcPts val="0"/>
              </a:spcBef>
              <a:spcAft>
                <a:spcPts val="300"/>
              </a:spcAft>
              <a:buFont typeface="Symbol" panose="05050102010706020507" pitchFamily="18" charset="2"/>
              <a:buChar char=""/>
              <a:tabLst>
                <a:tab pos="338138" algn="l"/>
              </a:tabLst>
            </a:pPr>
            <a:r>
              <a:rPr lang="en-US" sz="1000" dirty="0">
                <a:effectLst/>
                <a:latin typeface="Arial" panose="020B0604020202020204" pitchFamily="34" charset="0"/>
                <a:ea typeface="Times New Roman" panose="02020603050405020304" pitchFamily="18" charset="0"/>
                <a:cs typeface="Times New Roman" panose="02020603050405020304" pitchFamily="18" charset="0"/>
              </a:rPr>
              <a:t>In the Commands pane, use the </a:t>
            </a:r>
            <a:r>
              <a:rPr lang="en-US" sz="1000" b="1" dirty="0">
                <a:effectLst/>
                <a:latin typeface="Arial" panose="020B0604020202020204" pitchFamily="34" charset="0"/>
                <a:ea typeface="Times New Roman" panose="02020603050405020304" pitchFamily="18" charset="0"/>
                <a:cs typeface="Times New Roman" panose="02020603050405020304" pitchFamily="18" charset="0"/>
              </a:rPr>
              <a:t>Modules</a:t>
            </a:r>
            <a:r>
              <a:rPr lang="en-US" sz="1000" dirty="0">
                <a:effectLst/>
                <a:latin typeface="Arial" panose="020B0604020202020204" pitchFamily="34" charset="0"/>
                <a:ea typeface="Times New Roman" panose="02020603050405020304" pitchFamily="18" charset="0"/>
                <a:cs typeface="Times New Roman" panose="02020603050405020304" pitchFamily="18" charset="0"/>
              </a:rPr>
              <a:t> drop‑down menu to select the </a:t>
            </a:r>
            <a:r>
              <a:rPr lang="en-US" sz="1000" b="1" dirty="0" err="1">
                <a:effectLst/>
                <a:latin typeface="Arial" panose="020B0604020202020204" pitchFamily="34" charset="0"/>
                <a:ea typeface="Times New Roman" panose="02020603050405020304" pitchFamily="18" charset="0"/>
                <a:cs typeface="Times New Roman" panose="02020603050405020304" pitchFamily="18" charset="0"/>
              </a:rPr>
              <a:t>ServerManager</a:t>
            </a:r>
            <a:r>
              <a:rPr lang="en-US" sz="1000" dirty="0">
                <a:effectLst/>
                <a:latin typeface="Arial" panose="020B0604020202020204" pitchFamily="34" charset="0"/>
                <a:ea typeface="Times New Roman" panose="02020603050405020304" pitchFamily="18" charset="0"/>
                <a:cs typeface="Times New Roman" panose="02020603050405020304" pitchFamily="18" charset="0"/>
              </a:rPr>
              <a:t> module. Describe the function of the listed Windows PowerShell cmdlets.</a:t>
            </a:r>
            <a:endParaRPr lang="en-CA" sz="1000" dirty="0">
              <a:effectLst/>
              <a:latin typeface="Arial" panose="020B0604020202020204" pitchFamily="34" charset="0"/>
              <a:ea typeface="Times New Roman" panose="02020603050405020304" pitchFamily="18" charset="0"/>
              <a:cs typeface="Times New Roman" panose="02020603050405020304" pitchFamily="18" charset="0"/>
            </a:endParaRPr>
          </a:p>
          <a:p>
            <a:pPr marL="338138" indent="-338138">
              <a:spcBef>
                <a:spcPts val="400"/>
              </a:spcBef>
              <a:spcAft>
                <a:spcPts val="300"/>
              </a:spcAft>
              <a:tabLst>
                <a:tab pos="338138" algn="l"/>
              </a:tabLst>
            </a:pPr>
            <a:r>
              <a:rPr lang="en-US" sz="1000" b="1" dirty="0">
                <a:latin typeface="Arial" panose="020B0604020202020204" pitchFamily="34" charset="0"/>
                <a:ea typeface="Times New Roman" panose="02020603050405020304" pitchFamily="18" charset="0"/>
                <a:cs typeface="Segoe UI" panose="020B0502040204020203" pitchFamily="34" charset="0"/>
              </a:rPr>
              <a:t>Use the Get‑</a:t>
            </a:r>
            <a:r>
              <a:rPr lang="en-US" sz="1000" b="1" dirty="0" err="1">
                <a:latin typeface="Arial" panose="020B0604020202020204" pitchFamily="34" charset="0"/>
                <a:ea typeface="Times New Roman" panose="02020603050405020304" pitchFamily="18" charset="0"/>
                <a:cs typeface="Segoe UI" panose="020B0502040204020203" pitchFamily="34" charset="0"/>
              </a:rPr>
              <a:t>WindowsFeature</a:t>
            </a:r>
            <a:r>
              <a:rPr lang="en-US" sz="1000" b="1" dirty="0">
                <a:latin typeface="Arial" panose="020B0604020202020204" pitchFamily="34" charset="0"/>
                <a:ea typeface="Times New Roman" panose="02020603050405020304" pitchFamily="18" charset="0"/>
                <a:cs typeface="Segoe UI" panose="020B0502040204020203" pitchFamily="34" charset="0"/>
              </a:rPr>
              <a:t> </a:t>
            </a:r>
            <a:r>
              <a:rPr lang="en-US" sz="1000" b="1" dirty="0" err="1">
                <a:latin typeface="Arial" panose="020B0604020202020204" pitchFamily="34" charset="0"/>
                <a:ea typeface="Times New Roman" panose="02020603050405020304" pitchFamily="18" charset="0"/>
                <a:cs typeface="Segoe UI" panose="020B0502040204020203" pitchFamily="34" charset="0"/>
              </a:rPr>
              <a:t>cmdlet</a:t>
            </a:r>
            <a:r>
              <a:rPr lang="en-US" sz="1000" b="1" dirty="0">
                <a:latin typeface="Arial" panose="020B0604020202020204" pitchFamily="34" charset="0"/>
                <a:ea typeface="Times New Roman" panose="02020603050405020304" pitchFamily="18" charset="0"/>
                <a:cs typeface="Segoe UI" panose="020B0502040204020203" pitchFamily="34" charset="0"/>
              </a:rPr>
              <a:t> from Windows PowerShell ISE</a:t>
            </a:r>
            <a:endParaRPr lang="en-CA" sz="1000" b="1" dirty="0">
              <a:latin typeface="Arial" panose="020B0604020202020204" pitchFamily="34" charset="0"/>
              <a:ea typeface="Times New Roman" panose="02020603050405020304" pitchFamily="18" charset="0"/>
              <a:cs typeface="Segoe UI" panose="020B0502040204020203" pitchFamily="34" charset="0"/>
            </a:endParaRPr>
          </a:p>
          <a:p>
            <a:pPr marL="338138" marR="0" lvl="0" indent="-338138">
              <a:spcBef>
                <a:spcPts val="0"/>
              </a:spcBef>
              <a:spcAft>
                <a:spcPts val="300"/>
              </a:spcAft>
              <a:buFont typeface="+mj-lt"/>
              <a:buAutoNum type="arabicPeriod"/>
              <a:tabLst>
                <a:tab pos="338138" algn="l"/>
              </a:tabLst>
            </a:pPr>
            <a:r>
              <a:rPr lang="en-US" sz="1000" dirty="0">
                <a:effectLst/>
                <a:latin typeface="Arial" panose="020B0604020202020204" pitchFamily="34" charset="0"/>
                <a:ea typeface="Times New Roman" panose="02020603050405020304" pitchFamily="18" charset="0"/>
                <a:cs typeface="Times New Roman" panose="02020603050405020304" pitchFamily="18" charset="0"/>
              </a:rPr>
              <a:t>Click </a:t>
            </a:r>
            <a:r>
              <a:rPr lang="en-US" sz="1000" b="1" dirty="0">
                <a:effectLst/>
                <a:latin typeface="Arial" panose="020B0604020202020204" pitchFamily="34" charset="0"/>
                <a:ea typeface="Times New Roman" panose="02020603050405020304" pitchFamily="18" charset="0"/>
                <a:cs typeface="Times New Roman" panose="02020603050405020304" pitchFamily="18" charset="0"/>
              </a:rPr>
              <a:t>Get‑</a:t>
            </a:r>
            <a:r>
              <a:rPr lang="en-US" sz="1000" b="1" dirty="0" err="1">
                <a:effectLst/>
                <a:latin typeface="Arial" panose="020B0604020202020204" pitchFamily="34" charset="0"/>
                <a:ea typeface="Times New Roman" panose="02020603050405020304" pitchFamily="18" charset="0"/>
                <a:cs typeface="Times New Roman" panose="02020603050405020304" pitchFamily="18" charset="0"/>
              </a:rPr>
              <a:t>WindowsFeature</a:t>
            </a:r>
            <a:r>
              <a:rPr lang="en-US" sz="1000" dirty="0">
                <a:effectLst/>
                <a:latin typeface="Arial" panose="020B0604020202020204" pitchFamily="34" charset="0"/>
                <a:ea typeface="Times New Roman" panose="02020603050405020304" pitchFamily="18" charset="0"/>
                <a:cs typeface="Times New Roman" panose="02020603050405020304" pitchFamily="18" charset="0"/>
              </a:rPr>
              <a:t>,</a:t>
            </a:r>
            <a:r>
              <a:rPr lang="en-US" sz="1000" b="1" dirty="0">
                <a:effectLst/>
                <a:latin typeface="Arial" panose="020B0604020202020204" pitchFamily="34" charset="0"/>
                <a:ea typeface="Times New Roman" panose="02020603050405020304" pitchFamily="18" charset="0"/>
                <a:cs typeface="Times New Roman" panose="02020603050405020304" pitchFamily="18" charset="0"/>
              </a:rPr>
              <a:t> </a:t>
            </a:r>
            <a:r>
              <a:rPr lang="en-US" sz="1000" dirty="0">
                <a:effectLst/>
                <a:latin typeface="Arial" panose="020B0604020202020204" pitchFamily="34" charset="0"/>
                <a:ea typeface="Times New Roman" panose="02020603050405020304" pitchFamily="18" charset="0"/>
                <a:cs typeface="Times New Roman" panose="02020603050405020304" pitchFamily="18" charset="0"/>
              </a:rPr>
              <a:t>and then click </a:t>
            </a:r>
            <a:r>
              <a:rPr lang="en-US" sz="1000" b="1" dirty="0">
                <a:effectLst/>
                <a:latin typeface="Arial" panose="020B0604020202020204" pitchFamily="34" charset="0"/>
                <a:ea typeface="Times New Roman" panose="02020603050405020304" pitchFamily="18" charset="0"/>
                <a:cs typeface="Times New Roman" panose="02020603050405020304" pitchFamily="18" charset="0"/>
              </a:rPr>
              <a:t>Show Details</a:t>
            </a:r>
            <a:r>
              <a:rPr lang="en-US" sz="1000" dirty="0">
                <a:effectLst/>
                <a:latin typeface="Arial" panose="020B0604020202020204" pitchFamily="34" charset="0"/>
                <a:ea typeface="Times New Roman" panose="02020603050405020304" pitchFamily="18" charset="0"/>
                <a:cs typeface="Times New Roman" panose="02020603050405020304" pitchFamily="18" charset="0"/>
              </a:rPr>
              <a:t>.</a:t>
            </a:r>
            <a:endParaRPr lang="en-CA" sz="1000" dirty="0">
              <a:effectLst/>
              <a:latin typeface="Arial" panose="020B0604020202020204" pitchFamily="34" charset="0"/>
              <a:ea typeface="Times New Roman" panose="02020603050405020304" pitchFamily="18" charset="0"/>
              <a:cs typeface="Times New Roman" panose="02020603050405020304" pitchFamily="18" charset="0"/>
            </a:endParaRPr>
          </a:p>
          <a:p>
            <a:pPr marL="338138" marR="0" lvl="0" indent="-338138">
              <a:spcBef>
                <a:spcPts val="0"/>
              </a:spcBef>
              <a:spcAft>
                <a:spcPts val="300"/>
              </a:spcAft>
              <a:buFont typeface="+mj-lt"/>
              <a:buAutoNum type="arabicPeriod"/>
              <a:tabLst>
                <a:tab pos="338138" algn="l"/>
              </a:tabLst>
            </a:pPr>
            <a:r>
              <a:rPr lang="en-US" sz="1000" dirty="0">
                <a:effectLst/>
                <a:latin typeface="Arial" panose="020B0604020202020204" pitchFamily="34" charset="0"/>
                <a:ea typeface="Times New Roman" panose="02020603050405020304" pitchFamily="18" charset="0"/>
                <a:cs typeface="Times New Roman" panose="02020603050405020304" pitchFamily="18" charset="0"/>
              </a:rPr>
              <a:t>In the </a:t>
            </a:r>
            <a:r>
              <a:rPr lang="en-US" sz="1000" b="1" dirty="0" err="1">
                <a:effectLst/>
                <a:latin typeface="Arial" panose="020B0604020202020204" pitchFamily="34" charset="0"/>
                <a:ea typeface="Times New Roman" panose="02020603050405020304" pitchFamily="18" charset="0"/>
                <a:cs typeface="Times New Roman" panose="02020603050405020304" pitchFamily="18" charset="0"/>
              </a:rPr>
              <a:t>ComputerName</a:t>
            </a:r>
            <a:r>
              <a:rPr lang="en-US" sz="1000" dirty="0">
                <a:effectLst/>
                <a:latin typeface="Arial" panose="020B0604020202020204" pitchFamily="34" charset="0"/>
                <a:ea typeface="Times New Roman" panose="02020603050405020304" pitchFamily="18" charset="0"/>
                <a:cs typeface="Times New Roman" panose="02020603050405020304" pitchFamily="18" charset="0"/>
              </a:rPr>
              <a:t> field, type </a:t>
            </a:r>
            <a:r>
              <a:rPr lang="en-US" sz="1000" b="1" dirty="0">
                <a:effectLst/>
                <a:latin typeface="Arial" panose="020B0604020202020204" pitchFamily="34" charset="0"/>
                <a:ea typeface="Times New Roman" panose="02020603050405020304" pitchFamily="18" charset="0"/>
                <a:cs typeface="Times New Roman" panose="02020603050405020304" pitchFamily="18" charset="0"/>
              </a:rPr>
              <a:t>LON‑DC1</a:t>
            </a:r>
            <a:r>
              <a:rPr lang="en-US" sz="1000" dirty="0">
                <a:effectLst/>
                <a:latin typeface="Arial" panose="020B0604020202020204" pitchFamily="34" charset="0"/>
                <a:ea typeface="Times New Roman" panose="02020603050405020304" pitchFamily="18" charset="0"/>
                <a:cs typeface="Times New Roman" panose="02020603050405020304" pitchFamily="18" charset="0"/>
              </a:rPr>
              <a:t>, and then click </a:t>
            </a:r>
            <a:r>
              <a:rPr lang="en-US" sz="1000" b="1" dirty="0">
                <a:effectLst/>
                <a:latin typeface="Arial" panose="020B0604020202020204" pitchFamily="34" charset="0"/>
                <a:ea typeface="Times New Roman" panose="02020603050405020304" pitchFamily="18" charset="0"/>
                <a:cs typeface="Times New Roman" panose="02020603050405020304" pitchFamily="18" charset="0"/>
              </a:rPr>
              <a:t>Run</a:t>
            </a:r>
            <a:r>
              <a:rPr lang="en-US" sz="1000" dirty="0">
                <a:effectLst/>
                <a:latin typeface="Arial" panose="020B0604020202020204" pitchFamily="34" charset="0"/>
                <a:ea typeface="Times New Roman" panose="02020603050405020304" pitchFamily="18" charset="0"/>
                <a:cs typeface="Times New Roman" panose="02020603050405020304" pitchFamily="18" charset="0"/>
              </a:rPr>
              <a:t>. </a:t>
            </a:r>
            <a:endParaRPr lang="en-CA" sz="1000" dirty="0">
              <a:effectLst/>
              <a:latin typeface="Arial" panose="020B0604020202020204" pitchFamily="34" charset="0"/>
              <a:ea typeface="Times New Roman" panose="02020603050405020304" pitchFamily="18" charset="0"/>
              <a:cs typeface="Times New Roman" panose="02020603050405020304" pitchFamily="18" charset="0"/>
            </a:endParaRPr>
          </a:p>
          <a:p>
            <a:pPr>
              <a:spcBef>
                <a:spcPts val="400"/>
              </a:spcBef>
              <a:spcAft>
                <a:spcPts val="300"/>
              </a:spcAft>
            </a:pPr>
            <a:r>
              <a:rPr lang="en-US" sz="1000" b="1" dirty="0">
                <a:latin typeface="Arial" panose="020B0604020202020204" pitchFamily="34" charset="0"/>
                <a:ea typeface="Times New Roman" panose="02020603050405020304" pitchFamily="18" charset="0"/>
                <a:cs typeface="Segoe UI" panose="020B0502040204020203" pitchFamily="34" charset="0"/>
              </a:rPr>
              <a:t>Run a Windows PowerShell script from the scripting pane to create a universal group named Helpdesk and add members</a:t>
            </a:r>
          </a:p>
          <a:p>
            <a:pPr marL="338138" lvl="0" indent="-338138">
              <a:lnSpc>
                <a:spcPct val="115000"/>
              </a:lnSpc>
              <a:tabLst>
                <a:tab pos="338138" algn="l"/>
              </a:tabLst>
            </a:pPr>
            <a:r>
              <a:rPr lang="en-US" sz="1000" dirty="0">
                <a:solidFill>
                  <a:prstClr val="black"/>
                </a:solidFill>
                <a:latin typeface="Arial" panose="020B0604020202020204" pitchFamily="34" charset="0"/>
                <a:ea typeface="Times New Roman" panose="02020603050405020304" pitchFamily="18" charset="0"/>
                <a:cs typeface="Times New Roman" panose="02020603050405020304" pitchFamily="18" charset="0"/>
              </a:rPr>
              <a:t>1.	In Server Manager, click </a:t>
            </a:r>
            <a:r>
              <a:rPr lang="en-US" sz="1000" b="1" dirty="0">
                <a:solidFill>
                  <a:prstClr val="black"/>
                </a:solidFill>
                <a:latin typeface="Arial" panose="020B0604020202020204" pitchFamily="34" charset="0"/>
                <a:ea typeface="Times New Roman" panose="02020603050405020304" pitchFamily="18" charset="0"/>
                <a:cs typeface="Times New Roman" panose="02020603050405020304" pitchFamily="18" charset="0"/>
              </a:rPr>
              <a:t>Tools</a:t>
            </a:r>
            <a:r>
              <a:rPr lang="en-US" sz="1000" dirty="0">
                <a:solidFill>
                  <a:prstClr val="black"/>
                </a:solidFill>
                <a:latin typeface="Arial" panose="020B0604020202020204" pitchFamily="34" charset="0"/>
                <a:ea typeface="Times New Roman" panose="02020603050405020304" pitchFamily="18" charset="0"/>
                <a:cs typeface="Times New Roman" panose="02020603050405020304" pitchFamily="18" charset="0"/>
              </a:rPr>
              <a:t>, and then click </a:t>
            </a:r>
            <a:r>
              <a:rPr lang="en-US" sz="1000" b="1" dirty="0">
                <a:solidFill>
                  <a:prstClr val="black"/>
                </a:solidFill>
                <a:latin typeface="Arial" panose="020B0604020202020204" pitchFamily="34" charset="0"/>
                <a:ea typeface="Times New Roman" panose="02020603050405020304" pitchFamily="18" charset="0"/>
                <a:cs typeface="Times New Roman" panose="02020603050405020304" pitchFamily="18" charset="0"/>
              </a:rPr>
              <a:t>Active Directory Users and Computers.</a:t>
            </a:r>
            <a:endParaRPr lang="en-CA" sz="1000" dirty="0">
              <a:solidFill>
                <a:prstClr val="black"/>
              </a:solidFill>
              <a:latin typeface="Arial" panose="020B0604020202020204" pitchFamily="34" charset="0"/>
              <a:ea typeface="Times New Roman" panose="02020603050405020304" pitchFamily="18" charset="0"/>
              <a:cs typeface="Times New Roman" panose="02020603050405020304" pitchFamily="18" charset="0"/>
            </a:endParaRPr>
          </a:p>
          <a:p>
            <a:pPr marL="338138" lvl="0" indent="-338138">
              <a:lnSpc>
                <a:spcPct val="115000"/>
              </a:lnSpc>
              <a:tabLst>
                <a:tab pos="338138" algn="l"/>
              </a:tabLst>
            </a:pPr>
            <a:r>
              <a:rPr lang="en-US" sz="1000" dirty="0">
                <a:solidFill>
                  <a:prstClr val="black"/>
                </a:solidFill>
                <a:latin typeface="Arial" panose="020B0604020202020204" pitchFamily="34" charset="0"/>
                <a:ea typeface="Times New Roman" panose="02020603050405020304" pitchFamily="18" charset="0"/>
                <a:cs typeface="Times New Roman" panose="02020603050405020304" pitchFamily="18" charset="0"/>
              </a:rPr>
              <a:t>2.	Expand </a:t>
            </a:r>
            <a:r>
              <a:rPr lang="en-US" sz="1000" b="1" dirty="0">
                <a:solidFill>
                  <a:prstClr val="black"/>
                </a:solidFill>
                <a:latin typeface="Arial" panose="020B0604020202020204" pitchFamily="34" charset="0"/>
                <a:ea typeface="Times New Roman" panose="02020603050405020304" pitchFamily="18" charset="0"/>
                <a:cs typeface="Times New Roman" panose="02020603050405020304" pitchFamily="18" charset="0"/>
              </a:rPr>
              <a:t>Adatum.com</a:t>
            </a:r>
            <a:r>
              <a:rPr lang="en-US" sz="1000" dirty="0">
                <a:solidFill>
                  <a:prstClr val="black"/>
                </a:solidFill>
                <a:latin typeface="Arial" panose="020B0604020202020204" pitchFamily="34" charset="0"/>
                <a:ea typeface="Times New Roman" panose="02020603050405020304" pitchFamily="18" charset="0"/>
                <a:cs typeface="Times New Roman" panose="02020603050405020304" pitchFamily="18" charset="0"/>
              </a:rPr>
              <a:t>, and then click the </a:t>
            </a:r>
            <a:r>
              <a:rPr lang="en-US" sz="1000" b="1" dirty="0">
                <a:solidFill>
                  <a:prstClr val="black"/>
                </a:solidFill>
                <a:latin typeface="Arial" panose="020B0604020202020204" pitchFamily="34" charset="0"/>
                <a:ea typeface="Times New Roman" panose="02020603050405020304" pitchFamily="18" charset="0"/>
                <a:cs typeface="Times New Roman" panose="02020603050405020304" pitchFamily="18" charset="0"/>
              </a:rPr>
              <a:t>IT</a:t>
            </a:r>
            <a:r>
              <a:rPr lang="en-US" sz="1000" dirty="0">
                <a:solidFill>
                  <a:prstClr val="black"/>
                </a:solidFill>
                <a:latin typeface="Arial" panose="020B0604020202020204" pitchFamily="34" charset="0"/>
                <a:ea typeface="Times New Roman" panose="02020603050405020304" pitchFamily="18" charset="0"/>
                <a:cs typeface="Times New Roman" panose="02020603050405020304" pitchFamily="18" charset="0"/>
              </a:rPr>
              <a:t> organizational unit (OU). Note that there is no group named Helpdesk.</a:t>
            </a:r>
            <a:endParaRPr lang="en-CA" sz="1000" dirty="0">
              <a:solidFill>
                <a:prstClr val="black"/>
              </a:solidFill>
              <a:latin typeface="Arial" panose="020B0604020202020204" pitchFamily="34" charset="0"/>
              <a:ea typeface="Times New Roman" panose="02020603050405020304" pitchFamily="18" charset="0"/>
              <a:cs typeface="Times New Roman" panose="02020603050405020304" pitchFamily="18" charset="0"/>
            </a:endParaRPr>
          </a:p>
          <a:p>
            <a:pPr marL="338138" lvl="0" indent="-338138">
              <a:lnSpc>
                <a:spcPct val="115000"/>
              </a:lnSpc>
              <a:tabLst>
                <a:tab pos="338138" algn="l"/>
              </a:tabLst>
            </a:pPr>
            <a:r>
              <a:rPr lang="en-US" sz="1000" dirty="0">
                <a:solidFill>
                  <a:srgbClr val="000000"/>
                </a:solidFill>
                <a:latin typeface="Arial" panose="020B0604020202020204" pitchFamily="34" charset="0"/>
                <a:ea typeface="Times New Roman" panose="02020603050405020304" pitchFamily="18" charset="0"/>
                <a:cs typeface="Times New Roman" panose="02020603050405020304" pitchFamily="18" charset="0"/>
              </a:rPr>
              <a:t>3.	Use File Explorer to go to </a:t>
            </a:r>
            <a:r>
              <a:rPr lang="en-US" sz="1000" b="1" dirty="0">
                <a:solidFill>
                  <a:prstClr val="black"/>
                </a:solidFill>
                <a:latin typeface="Arial" panose="020B0604020202020204" pitchFamily="34" charset="0"/>
                <a:ea typeface="Times New Roman" panose="02020603050405020304" pitchFamily="18" charset="0"/>
                <a:cs typeface="Times New Roman" panose="02020603050405020304" pitchFamily="18" charset="0"/>
              </a:rPr>
              <a:t>E:\Labfiles\Mod01</a:t>
            </a:r>
            <a:r>
              <a:rPr lang="en-US" sz="1000" dirty="0">
                <a:solidFill>
                  <a:srgbClr val="000000"/>
                </a:solidFill>
                <a:latin typeface="Arial" panose="020B0604020202020204" pitchFamily="34" charset="0"/>
                <a:ea typeface="Times New Roman" panose="02020603050405020304" pitchFamily="18" charset="0"/>
                <a:cs typeface="Times New Roman" panose="02020603050405020304" pitchFamily="18" charset="0"/>
              </a:rPr>
              <a:t>, right-click </a:t>
            </a:r>
            <a:r>
              <a:rPr lang="en-US" sz="1000" b="1" dirty="0">
                <a:solidFill>
                  <a:prstClr val="black"/>
                </a:solidFill>
                <a:latin typeface="Arial" panose="020B0604020202020204" pitchFamily="34" charset="0"/>
                <a:ea typeface="Times New Roman" panose="02020603050405020304" pitchFamily="18" charset="0"/>
                <a:cs typeface="Times New Roman" panose="02020603050405020304" pitchFamily="18" charset="0"/>
              </a:rPr>
              <a:t>CreateAndPopulateHelpdesk.ps1</a:t>
            </a:r>
            <a:r>
              <a:rPr lang="en-US" sz="1000" dirty="0">
                <a:solidFill>
                  <a:prstClr val="black"/>
                </a:solidFill>
                <a:latin typeface="Arial" panose="020B0604020202020204" pitchFamily="34" charset="0"/>
                <a:ea typeface="Times New Roman" panose="02020603050405020304" pitchFamily="18" charset="0"/>
                <a:cs typeface="Times New Roman" panose="02020603050405020304" pitchFamily="18" charset="0"/>
              </a:rPr>
              <a:t>,</a:t>
            </a:r>
            <a:r>
              <a:rPr lang="en-US" sz="1000" dirty="0">
                <a:solidFill>
                  <a:srgbClr val="000000"/>
                </a:solidFill>
                <a:latin typeface="Arial" panose="020B0604020202020204" pitchFamily="34" charset="0"/>
                <a:ea typeface="Times New Roman" panose="02020603050405020304" pitchFamily="18" charset="0"/>
                <a:cs typeface="Times New Roman" panose="02020603050405020304" pitchFamily="18" charset="0"/>
              </a:rPr>
              <a:t> and then click </a:t>
            </a:r>
            <a:r>
              <a:rPr lang="en-US" sz="1000" b="1" dirty="0">
                <a:solidFill>
                  <a:prstClr val="black"/>
                </a:solidFill>
                <a:latin typeface="Arial" panose="020B0604020202020204" pitchFamily="34" charset="0"/>
                <a:ea typeface="Times New Roman" panose="02020603050405020304" pitchFamily="18" charset="0"/>
                <a:cs typeface="Times New Roman" panose="02020603050405020304" pitchFamily="18" charset="0"/>
              </a:rPr>
              <a:t>Edit.</a:t>
            </a:r>
            <a:r>
              <a:rPr lang="en-US" sz="1000" dirty="0">
                <a:solidFill>
                  <a:srgbClr val="000000"/>
                </a:solidFill>
                <a:latin typeface="Arial" panose="020B0604020202020204" pitchFamily="34" charset="0"/>
                <a:ea typeface="Times New Roman" panose="02020603050405020304" pitchFamily="18" charset="0"/>
                <a:cs typeface="Times New Roman" panose="02020603050405020304" pitchFamily="18" charset="0"/>
              </a:rPr>
              <a:t> </a:t>
            </a:r>
            <a:endParaRPr lang="en-CA" sz="1000" dirty="0">
              <a:solidFill>
                <a:prstClr val="black"/>
              </a:solidFill>
              <a:latin typeface="Arial" panose="020B0604020202020204" pitchFamily="34" charset="0"/>
              <a:ea typeface="Times New Roman" panose="02020603050405020304" pitchFamily="18" charset="0"/>
              <a:cs typeface="Times New Roman" panose="02020603050405020304" pitchFamily="18" charset="0"/>
            </a:endParaRPr>
          </a:p>
          <a:p>
            <a:pPr marL="338138" lvl="0" indent="-338138">
              <a:lnSpc>
                <a:spcPct val="115000"/>
              </a:lnSpc>
              <a:tabLst>
                <a:tab pos="338138" algn="l"/>
              </a:tabLst>
            </a:pPr>
            <a:r>
              <a:rPr lang="en-US" sz="1000" dirty="0">
                <a:solidFill>
                  <a:prstClr val="black"/>
                </a:solidFill>
                <a:latin typeface="Arial" panose="020B0604020202020204" pitchFamily="34" charset="0"/>
                <a:ea typeface="Times New Roman" panose="02020603050405020304" pitchFamily="18" charset="0"/>
                <a:cs typeface="Times New Roman" panose="02020603050405020304" pitchFamily="18" charset="0"/>
              </a:rPr>
              <a:t>	This opens a new instance of Windows PowerShell ISE and exposes the scripting pane.</a:t>
            </a:r>
            <a:endParaRPr lang="en-CA" sz="1000" dirty="0">
              <a:solidFill>
                <a:prstClr val="black"/>
              </a:solidFill>
              <a:latin typeface="Arial" panose="020B0604020202020204" pitchFamily="34" charset="0"/>
              <a:ea typeface="Times New Roman" panose="02020603050405020304" pitchFamily="18" charset="0"/>
              <a:cs typeface="Times New Roman" panose="02020603050405020304" pitchFamily="18" charset="0"/>
            </a:endParaRPr>
          </a:p>
          <a:p>
            <a:pPr marL="338138" lvl="0" indent="-338138">
              <a:lnSpc>
                <a:spcPct val="115000"/>
              </a:lnSpc>
              <a:tabLst>
                <a:tab pos="338138" algn="l"/>
              </a:tabLst>
            </a:pPr>
            <a:r>
              <a:rPr lang="en-US" sz="1000" dirty="0">
                <a:solidFill>
                  <a:srgbClr val="000000"/>
                </a:solidFill>
                <a:latin typeface="Arial" panose="020B0604020202020204" pitchFamily="34" charset="0"/>
                <a:ea typeface="Times New Roman" panose="02020603050405020304" pitchFamily="18" charset="0"/>
                <a:cs typeface="Times New Roman" panose="02020603050405020304" pitchFamily="18" charset="0"/>
              </a:rPr>
              <a:t>4.	View the script, and then click the green arrow on the toolbar to run the script.</a:t>
            </a:r>
            <a:endParaRPr lang="en-CA" sz="1000" dirty="0">
              <a:solidFill>
                <a:prstClr val="black"/>
              </a:solidFill>
              <a:latin typeface="Arial" panose="020B0604020202020204" pitchFamily="34" charset="0"/>
              <a:ea typeface="Times New Roman" panose="02020603050405020304" pitchFamily="18" charset="0"/>
              <a:cs typeface="Times New Roman" panose="02020603050405020304" pitchFamily="18" charset="0"/>
            </a:endParaRPr>
          </a:p>
          <a:p>
            <a:pPr marL="338138" lvl="0" indent="-338138">
              <a:lnSpc>
                <a:spcPct val="115000"/>
              </a:lnSpc>
              <a:tabLst>
                <a:tab pos="338138" algn="l"/>
              </a:tabLst>
            </a:pPr>
            <a:r>
              <a:rPr lang="en-US" sz="1000" dirty="0">
                <a:solidFill>
                  <a:srgbClr val="000000"/>
                </a:solidFill>
                <a:latin typeface="Arial" panose="020B0604020202020204" pitchFamily="34" charset="0"/>
                <a:ea typeface="Times New Roman" panose="02020603050405020304" pitchFamily="18" charset="0"/>
                <a:cs typeface="Times New Roman" panose="02020603050405020304" pitchFamily="18" charset="0"/>
              </a:rPr>
              <a:t>5.	Switch back to </a:t>
            </a:r>
            <a:r>
              <a:rPr lang="en-US" sz="1000" b="1" dirty="0">
                <a:solidFill>
                  <a:prstClr val="black"/>
                </a:solidFill>
                <a:latin typeface="Arial" panose="020B0604020202020204" pitchFamily="34" charset="0"/>
                <a:ea typeface="Times New Roman" panose="02020603050405020304" pitchFamily="18" charset="0"/>
                <a:cs typeface="Times New Roman" panose="02020603050405020304" pitchFamily="18" charset="0"/>
              </a:rPr>
              <a:t>Active Directory Users and Computers</a:t>
            </a:r>
            <a:r>
              <a:rPr lang="en-US" sz="1000" dirty="0">
                <a:solidFill>
                  <a:srgbClr val="000000"/>
                </a:solidFill>
                <a:latin typeface="Arial" panose="020B0604020202020204" pitchFamily="34" charset="0"/>
                <a:ea typeface="Times New Roman" panose="02020603050405020304" pitchFamily="18" charset="0"/>
                <a:cs typeface="Times New Roman" panose="02020603050405020304" pitchFamily="18" charset="0"/>
              </a:rPr>
              <a:t> and refresh the view of the IT OU. </a:t>
            </a:r>
            <a:endParaRPr lang="en-CA" sz="1000" dirty="0">
              <a:solidFill>
                <a:prstClr val="black"/>
              </a:solidFill>
              <a:latin typeface="Arial" panose="020B0604020202020204" pitchFamily="34" charset="0"/>
              <a:ea typeface="Times New Roman" panose="02020603050405020304" pitchFamily="18" charset="0"/>
              <a:cs typeface="Times New Roman" panose="02020603050405020304" pitchFamily="18" charset="0"/>
            </a:endParaRPr>
          </a:p>
          <a:p>
            <a:pPr marL="338138" lvl="0" indent="-338138">
              <a:lnSpc>
                <a:spcPct val="115000"/>
              </a:lnSpc>
              <a:tabLst>
                <a:tab pos="338138" algn="l"/>
              </a:tabLst>
            </a:pPr>
            <a:r>
              <a:rPr lang="en-US" sz="1000" dirty="0">
                <a:solidFill>
                  <a:prstClr val="black"/>
                </a:solidFill>
                <a:latin typeface="Arial" panose="020B0604020202020204" pitchFamily="34" charset="0"/>
                <a:ea typeface="Times New Roman" panose="02020603050405020304" pitchFamily="18" charset="0"/>
                <a:cs typeface="Times New Roman" panose="02020603050405020304" pitchFamily="18" charset="0"/>
              </a:rPr>
              <a:t>	You should now see a group named Helpdesk.</a:t>
            </a:r>
            <a:endParaRPr lang="en-CA" sz="1000" dirty="0">
              <a:solidFill>
                <a:prstClr val="black"/>
              </a:solidFill>
              <a:latin typeface="Arial" panose="020B0604020202020204" pitchFamily="34" charset="0"/>
              <a:ea typeface="Times New Roman" panose="02020603050405020304" pitchFamily="18" charset="0"/>
              <a:cs typeface="Times New Roman" panose="02020603050405020304" pitchFamily="18" charset="0"/>
            </a:endParaRPr>
          </a:p>
          <a:p>
            <a:pPr marL="338138" lvl="0" indent="-338138">
              <a:lnSpc>
                <a:spcPct val="115000"/>
              </a:lnSpc>
              <a:tabLst>
                <a:tab pos="338138" algn="l"/>
              </a:tabLst>
            </a:pPr>
            <a:r>
              <a:rPr lang="en-US" sz="1000" dirty="0">
                <a:solidFill>
                  <a:srgbClr val="000000"/>
                </a:solidFill>
                <a:latin typeface="Arial" panose="020B0604020202020204" pitchFamily="34" charset="0"/>
                <a:ea typeface="Times New Roman" panose="02020603050405020304" pitchFamily="18" charset="0"/>
                <a:cs typeface="Times New Roman" panose="02020603050405020304" pitchFamily="18" charset="0"/>
              </a:rPr>
              <a:t>6.	Right-click the </a:t>
            </a:r>
            <a:r>
              <a:rPr lang="en-US" sz="1000" b="1" dirty="0">
                <a:solidFill>
                  <a:prstClr val="black"/>
                </a:solidFill>
                <a:latin typeface="Arial" panose="020B0604020202020204" pitchFamily="34" charset="0"/>
                <a:ea typeface="Times New Roman" panose="02020603050405020304" pitchFamily="18" charset="0"/>
                <a:cs typeface="Times New Roman" panose="02020603050405020304" pitchFamily="18" charset="0"/>
              </a:rPr>
              <a:t>Helpdesk</a:t>
            </a:r>
            <a:r>
              <a:rPr lang="en-US" sz="1000" dirty="0">
                <a:solidFill>
                  <a:srgbClr val="000000"/>
                </a:solidFill>
                <a:latin typeface="Arial" panose="020B0604020202020204" pitchFamily="34" charset="0"/>
                <a:ea typeface="Times New Roman" panose="02020603050405020304" pitchFamily="18" charset="0"/>
                <a:cs typeface="Times New Roman" panose="02020603050405020304" pitchFamily="18" charset="0"/>
              </a:rPr>
              <a:t> group and click </a:t>
            </a:r>
            <a:r>
              <a:rPr lang="en-US" sz="1000" b="1" dirty="0">
                <a:solidFill>
                  <a:prstClr val="black"/>
                </a:solidFill>
                <a:latin typeface="Arial" panose="020B0604020202020204" pitchFamily="34" charset="0"/>
                <a:ea typeface="Times New Roman" panose="02020603050405020304" pitchFamily="18" charset="0"/>
                <a:cs typeface="Times New Roman" panose="02020603050405020304" pitchFamily="18" charset="0"/>
              </a:rPr>
              <a:t>Properties</a:t>
            </a:r>
            <a:r>
              <a:rPr lang="en-US" sz="1000" dirty="0">
                <a:solidFill>
                  <a:srgbClr val="000000"/>
                </a:solidFill>
                <a:latin typeface="Arial" panose="020B0604020202020204" pitchFamily="34" charset="0"/>
                <a:ea typeface="Times New Roman" panose="02020603050405020304" pitchFamily="18" charset="0"/>
                <a:cs typeface="Times New Roman" panose="02020603050405020304" pitchFamily="18" charset="0"/>
              </a:rPr>
              <a:t>. </a:t>
            </a:r>
            <a:endParaRPr lang="en-CA" sz="1000" dirty="0">
              <a:solidFill>
                <a:prstClr val="black"/>
              </a:solidFill>
              <a:latin typeface="Arial" panose="020B0604020202020204" pitchFamily="34" charset="0"/>
              <a:ea typeface="Times New Roman" panose="02020603050405020304" pitchFamily="18" charset="0"/>
              <a:cs typeface="Times New Roman" panose="02020603050405020304" pitchFamily="18" charset="0"/>
            </a:endParaRPr>
          </a:p>
          <a:p>
            <a:pPr marL="338138" lvl="0" indent="-338138">
              <a:lnSpc>
                <a:spcPct val="115000"/>
              </a:lnSpc>
              <a:tabLst>
                <a:tab pos="338138" algn="l"/>
              </a:tabLst>
            </a:pPr>
            <a:r>
              <a:rPr lang="en-US" sz="1000" dirty="0">
                <a:solidFill>
                  <a:srgbClr val="000000"/>
                </a:solidFill>
                <a:latin typeface="Arial" panose="020B0604020202020204" pitchFamily="34" charset="0"/>
                <a:ea typeface="Times New Roman" panose="02020603050405020304" pitchFamily="18" charset="0"/>
                <a:cs typeface="Times New Roman" panose="02020603050405020304" pitchFamily="18" charset="0"/>
              </a:rPr>
              <a:t>7.	Click the </a:t>
            </a:r>
            <a:r>
              <a:rPr lang="en-US" sz="1000" b="1" dirty="0">
                <a:solidFill>
                  <a:prstClr val="black"/>
                </a:solidFill>
                <a:latin typeface="Arial" panose="020B0604020202020204" pitchFamily="34" charset="0"/>
                <a:ea typeface="Times New Roman" panose="02020603050405020304" pitchFamily="18" charset="0"/>
                <a:cs typeface="Times New Roman" panose="02020603050405020304" pitchFamily="18" charset="0"/>
              </a:rPr>
              <a:t>Members</a:t>
            </a:r>
            <a:r>
              <a:rPr lang="en-US" sz="1000" dirty="0">
                <a:solidFill>
                  <a:srgbClr val="000000"/>
                </a:solidFill>
                <a:latin typeface="Arial" panose="020B0604020202020204" pitchFamily="34" charset="0"/>
                <a:ea typeface="Times New Roman" panose="02020603050405020304" pitchFamily="18" charset="0"/>
                <a:cs typeface="Times New Roman" panose="02020603050405020304" pitchFamily="18" charset="0"/>
              </a:rPr>
              <a:t> tab. </a:t>
            </a:r>
            <a:endParaRPr lang="en-CA" sz="1000" dirty="0">
              <a:solidFill>
                <a:prstClr val="black"/>
              </a:solidFill>
              <a:latin typeface="Arial" panose="020B0604020202020204" pitchFamily="34" charset="0"/>
              <a:ea typeface="Times New Roman" panose="02020603050405020304" pitchFamily="18" charset="0"/>
              <a:cs typeface="Times New Roman" panose="02020603050405020304" pitchFamily="18" charset="0"/>
            </a:endParaRPr>
          </a:p>
          <a:p>
            <a:pPr marL="338138" lvl="0" indent="-338138">
              <a:lnSpc>
                <a:spcPct val="115000"/>
              </a:lnSpc>
              <a:tabLst>
                <a:tab pos="338138" algn="l"/>
              </a:tabLst>
            </a:pPr>
            <a:r>
              <a:rPr lang="en-US" sz="1000" dirty="0">
                <a:solidFill>
                  <a:prstClr val="black"/>
                </a:solidFill>
                <a:latin typeface="Arial" panose="020B0604020202020204" pitchFamily="34" charset="0"/>
                <a:ea typeface="Times New Roman" panose="02020603050405020304" pitchFamily="18" charset="0"/>
                <a:cs typeface="Times New Roman" panose="02020603050405020304" pitchFamily="18" charset="0"/>
              </a:rPr>
              <a:t>	You will see that the group is populated by the members of the IT department</a:t>
            </a:r>
            <a:endParaRPr lang="en-CA" sz="1000" dirty="0">
              <a:solidFill>
                <a:prstClr val="black"/>
              </a:solidFill>
              <a:latin typeface="Arial" panose="020B0604020202020204" pitchFamily="34" charset="0"/>
              <a:ea typeface="Times New Roman" panose="02020603050405020304" pitchFamily="18" charset="0"/>
              <a:cs typeface="Times New Roman" panose="02020603050405020304" pitchFamily="18" charset="0"/>
            </a:endParaRPr>
          </a:p>
          <a:p>
            <a:pPr marL="338138" lvl="0" indent="-338138">
              <a:lnSpc>
                <a:spcPct val="115000"/>
              </a:lnSpc>
              <a:tabLst>
                <a:tab pos="338138" algn="l"/>
              </a:tabLst>
            </a:pPr>
            <a:r>
              <a:rPr lang="en-US" sz="1000" dirty="0">
                <a:solidFill>
                  <a:srgbClr val="000000"/>
                </a:solidFill>
                <a:latin typeface="Arial" panose="020B0604020202020204" pitchFamily="34" charset="0"/>
                <a:ea typeface="Times New Roman" panose="02020603050405020304" pitchFamily="18" charset="0"/>
                <a:cs typeface="Times New Roman" panose="02020603050405020304" pitchFamily="18" charset="0"/>
              </a:rPr>
              <a:t>8.	Close all open windows.</a:t>
            </a:r>
            <a:endParaRPr lang="en-CA" sz="1000" dirty="0"/>
          </a:p>
          <a:p>
            <a:pPr marL="338138" indent="-338138">
              <a:spcBef>
                <a:spcPts val="900"/>
              </a:spcBef>
              <a:spcAft>
                <a:spcPts val="300"/>
              </a:spcAft>
              <a:tabLst>
                <a:tab pos="338138" algn="l"/>
              </a:tabLst>
            </a:pPr>
            <a:endParaRPr lang="en-CA" sz="1000" b="1" dirty="0">
              <a:effectLst/>
              <a:latin typeface="Arial" panose="020B0604020202020204" pitchFamily="34" charset="0"/>
              <a:ea typeface="Times New Roman" panose="02020603050405020304" pitchFamily="18" charset="0"/>
              <a:cs typeface="Segoe UI" panose="020B0502040204020203" pitchFamily="34" charset="0"/>
            </a:endParaRPr>
          </a:p>
          <a:p>
            <a:pPr marL="338138" marR="0" lvl="0" indent="-338138">
              <a:lnSpc>
                <a:spcPct val="115000"/>
              </a:lnSpc>
              <a:spcBef>
                <a:spcPts val="0"/>
              </a:spcBef>
              <a:spcAft>
                <a:spcPts val="300"/>
              </a:spcAft>
              <a:buFont typeface="+mj-lt"/>
              <a:buAutoNum type="arabicPeriod"/>
              <a:tabLst>
                <a:tab pos="338138" algn="l"/>
              </a:tabLst>
            </a:pPr>
            <a:endParaRPr lang="en-CA" sz="1000" dirty="0">
              <a:effectLst/>
              <a:latin typeface="Arial" panose="020B0604020202020204" pitchFamily="34" charset="0"/>
              <a:ea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0"/>
          </p:nvPr>
        </p:nvSpPr>
        <p:spPr/>
        <p:txBody>
          <a:bodyPr/>
          <a:lstStyle/>
          <a:p>
            <a:fld id="{B6A1F45A-45A6-418F-ABA5-EC8D7307846F}" type="slidenum">
              <a:rPr lang="en-CA" smtClean="0"/>
              <a:t>51</a:t>
            </a:fld>
            <a:endParaRPr lang="en-CA"/>
          </a:p>
        </p:txBody>
      </p:sp>
      <p:sp>
        <p:nvSpPr>
          <p:cNvPr id="5" name="Rectangle 4"/>
          <p:cNvSpPr/>
          <p:nvPr/>
        </p:nvSpPr>
        <p:spPr>
          <a:xfrm>
            <a:off x="0" y="0"/>
            <a:ext cx="3038475" cy="222250"/>
          </a:xfrm>
          <a:prstGeom prst="rect">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a:solidFill>
                  <a:srgbClr val="000000"/>
                </a:solidFill>
                <a:latin typeface="Arial" panose="020B0604020202020204" pitchFamily="34" charset="0"/>
              </a:rPr>
              <a:t>20410D</a:t>
            </a:r>
          </a:p>
        </p:txBody>
      </p:sp>
      <p:sp>
        <p:nvSpPr>
          <p:cNvPr id="6" name="Rectangle 5"/>
          <p:cNvSpPr/>
          <p:nvPr/>
        </p:nvSpPr>
        <p:spPr>
          <a:xfrm>
            <a:off x="0" y="238125"/>
            <a:ext cx="3038475" cy="347663"/>
          </a:xfrm>
          <a:prstGeom prst="rect">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a:solidFill>
                  <a:srgbClr val="336699"/>
                </a:solidFill>
                <a:latin typeface="Arial" panose="020B0604020202020204" pitchFamily="34" charset="0"/>
              </a:rPr>
              <a:t>1: Deploying and Managing Windows Server 2012</a:t>
            </a:r>
          </a:p>
        </p:txBody>
      </p:sp>
    </p:spTree>
    <p:extLst>
      <p:ext uri="{BB962C8B-B14F-4D97-AF65-F5344CB8AC3E}">
        <p14:creationId xmlns:p14="http://schemas.microsoft.com/office/powerpoint/2010/main" val="651345870"/>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938" y="73025"/>
            <a:ext cx="2466975" cy="1851025"/>
          </a:xfrm>
        </p:spPr>
      </p:sp>
      <p:sp>
        <p:nvSpPr>
          <p:cNvPr id="3" name="Notes Placeholder 2"/>
          <p:cNvSpPr>
            <a:spLocks noGrp="1"/>
          </p:cNvSpPr>
          <p:nvPr>
            <p:ph type="body" idx="1"/>
          </p:nvPr>
        </p:nvSpPr>
        <p:spPr>
          <a:xfrm>
            <a:off x="310896" y="2093976"/>
            <a:ext cx="6153912" cy="6604000"/>
          </a:xfrm>
        </p:spPr>
        <p:txBody>
          <a:bodyPr>
            <a:noAutofit/>
          </a:bodyPr>
          <a:lstStyle/>
          <a:p>
            <a:pPr>
              <a:lnSpc>
                <a:spcPct val="107000"/>
              </a:lnSpc>
              <a:spcAft>
                <a:spcPts val="800"/>
              </a:spcAft>
            </a:pPr>
            <a:r>
              <a:rPr lang="en-CA" sz="1000" dirty="0">
                <a:effectLst/>
                <a:latin typeface="Arial" panose="020B0604020202020204" pitchFamily="34" charset="0"/>
                <a:ea typeface="Calibri" panose="020F0502020204030204" pitchFamily="34" charset="0"/>
                <a:cs typeface="Times New Roman" panose="02020603050405020304" pitchFamily="18" charset="0"/>
              </a:rPr>
              <a:t>Using the illustration on the slide as a guide, explain the Windows PowerShell DSC Push/Pull model:</a:t>
            </a:r>
          </a:p>
          <a:p>
            <a:pPr marL="342900" marR="0" lvl="0" indent="-342900">
              <a:lnSpc>
                <a:spcPct val="115000"/>
              </a:lnSpc>
              <a:spcBef>
                <a:spcPts val="0"/>
              </a:spcBef>
              <a:spcAft>
                <a:spcPts val="995"/>
              </a:spcAft>
              <a:buFont typeface="Symbol" panose="05050102010706020507" pitchFamily="18" charset="2"/>
              <a:buChar char=""/>
            </a:pPr>
            <a:r>
              <a:rPr lang="en-US" sz="1000" dirty="0">
                <a:effectLst/>
                <a:latin typeface="Arial" panose="020B0604020202020204" pitchFamily="34" charset="0"/>
                <a:ea typeface="Times New Roman" panose="02020603050405020304" pitchFamily="18" charset="0"/>
                <a:cs typeface="Times New Roman" panose="02020603050405020304" pitchFamily="18" charset="0"/>
              </a:rPr>
              <a:t>Configuration files are stored on either a Pull model server or a Push model server.</a:t>
            </a:r>
            <a:endParaRPr lang="en-CA" sz="1000" dirty="0">
              <a:effectLst/>
              <a:latin typeface="Arial" panose="020B0604020202020204" pitchFamily="34" charset="0"/>
              <a:ea typeface="Times New Roman" panose="02020603050405020304" pitchFamily="18" charset="0"/>
              <a:cs typeface="Times New Roman" panose="02020603050405020304" pitchFamily="18" charset="0"/>
            </a:endParaRPr>
          </a:p>
          <a:p>
            <a:pPr marL="342900" marR="0" lvl="0" indent="-342900">
              <a:lnSpc>
                <a:spcPct val="115000"/>
              </a:lnSpc>
              <a:spcBef>
                <a:spcPts val="0"/>
              </a:spcBef>
              <a:spcAft>
                <a:spcPts val="995"/>
              </a:spcAft>
              <a:buFont typeface="Symbol" panose="05050102010706020507" pitchFamily="18" charset="2"/>
              <a:buChar char=""/>
            </a:pPr>
            <a:r>
              <a:rPr lang="en-US" sz="1000" dirty="0">
                <a:effectLst/>
                <a:latin typeface="Arial" panose="020B0604020202020204" pitchFamily="34" charset="0"/>
                <a:ea typeface="Times New Roman" panose="02020603050405020304" pitchFamily="18" charset="0"/>
                <a:cs typeface="Times New Roman" panose="02020603050405020304" pitchFamily="18" charset="0"/>
              </a:rPr>
              <a:t>In the Pull model, the green arrow represents the configuration files being requested by the server being configured. </a:t>
            </a:r>
            <a:endParaRPr lang="en-CA" sz="1000" dirty="0">
              <a:effectLst/>
              <a:latin typeface="Arial" panose="020B0604020202020204" pitchFamily="34" charset="0"/>
              <a:ea typeface="Times New Roman" panose="02020603050405020304" pitchFamily="18" charset="0"/>
              <a:cs typeface="Times New Roman" panose="02020603050405020304" pitchFamily="18" charset="0"/>
            </a:endParaRPr>
          </a:p>
          <a:p>
            <a:pPr marL="342900" marR="0" lvl="0" indent="-342900">
              <a:lnSpc>
                <a:spcPct val="115000"/>
              </a:lnSpc>
              <a:spcBef>
                <a:spcPts val="0"/>
              </a:spcBef>
              <a:spcAft>
                <a:spcPts val="995"/>
              </a:spcAft>
              <a:buFont typeface="Symbol" panose="05050102010706020507" pitchFamily="18" charset="2"/>
              <a:buChar char=""/>
            </a:pPr>
            <a:r>
              <a:rPr lang="en-US" sz="1000" dirty="0">
                <a:effectLst/>
                <a:latin typeface="Arial" panose="020B0604020202020204" pitchFamily="34" charset="0"/>
                <a:ea typeface="Times New Roman" panose="02020603050405020304" pitchFamily="18" charset="0"/>
                <a:cs typeface="Times New Roman" panose="02020603050405020304" pitchFamily="18" charset="0"/>
              </a:rPr>
              <a:t>In the Push model, the blue arrow shows the one-way push of the configuration files to the server without a request.</a:t>
            </a:r>
            <a:endParaRPr lang="en-CA" sz="1000" dirty="0">
              <a:effectLst/>
              <a:latin typeface="Arial" panose="020B0604020202020204" pitchFamily="34" charset="0"/>
              <a:ea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0"/>
          </p:nvPr>
        </p:nvSpPr>
        <p:spPr/>
        <p:txBody>
          <a:bodyPr/>
          <a:lstStyle/>
          <a:p>
            <a:fld id="{B6A1F45A-45A6-418F-ABA5-EC8D7307846F}" type="slidenum">
              <a:rPr lang="en-CA" smtClean="0"/>
              <a:t>52</a:t>
            </a:fld>
            <a:endParaRPr lang="en-CA"/>
          </a:p>
        </p:txBody>
      </p:sp>
      <p:sp>
        <p:nvSpPr>
          <p:cNvPr id="5" name="Rectangle 4"/>
          <p:cNvSpPr/>
          <p:nvPr/>
        </p:nvSpPr>
        <p:spPr>
          <a:xfrm>
            <a:off x="0" y="0"/>
            <a:ext cx="3038475" cy="222250"/>
          </a:xfrm>
          <a:prstGeom prst="rect">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a:solidFill>
                  <a:srgbClr val="000000"/>
                </a:solidFill>
                <a:latin typeface="Arial" panose="020B0604020202020204" pitchFamily="34" charset="0"/>
              </a:rPr>
              <a:t>20410D</a:t>
            </a:r>
          </a:p>
        </p:txBody>
      </p:sp>
      <p:sp>
        <p:nvSpPr>
          <p:cNvPr id="6" name="Rectangle 5"/>
          <p:cNvSpPr/>
          <p:nvPr/>
        </p:nvSpPr>
        <p:spPr>
          <a:xfrm>
            <a:off x="0" y="238125"/>
            <a:ext cx="3038475" cy="347663"/>
          </a:xfrm>
          <a:prstGeom prst="rect">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a:solidFill>
                  <a:srgbClr val="336699"/>
                </a:solidFill>
                <a:latin typeface="Arial" panose="020B0604020202020204" pitchFamily="34" charset="0"/>
              </a:rPr>
              <a:t>1: Deploying and Managing Windows Server 2012</a:t>
            </a:r>
          </a:p>
        </p:txBody>
      </p:sp>
    </p:spTree>
    <p:extLst>
      <p:ext uri="{BB962C8B-B14F-4D97-AF65-F5344CB8AC3E}">
        <p14:creationId xmlns:p14="http://schemas.microsoft.com/office/powerpoint/2010/main" val="2193095395"/>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938" y="73025"/>
            <a:ext cx="2466975" cy="1851025"/>
          </a:xfrm>
        </p:spPr>
      </p:sp>
      <p:sp>
        <p:nvSpPr>
          <p:cNvPr id="3" name="Notes Placeholder 2"/>
          <p:cNvSpPr>
            <a:spLocks noGrp="1"/>
          </p:cNvSpPr>
          <p:nvPr>
            <p:ph type="body" idx="1"/>
          </p:nvPr>
        </p:nvSpPr>
        <p:spPr>
          <a:xfrm>
            <a:off x="310896" y="2093975"/>
            <a:ext cx="6153912" cy="6604000"/>
          </a:xfrm>
        </p:spPr>
        <p:txBody>
          <a:bodyPr>
            <a:noAutofit/>
          </a:bodyPr>
          <a:lstStyle/>
          <a:p>
            <a:pPr>
              <a:lnSpc>
                <a:spcPct val="107000"/>
              </a:lnSpc>
              <a:spcAft>
                <a:spcPts val="800"/>
              </a:spcAft>
            </a:pPr>
            <a:r>
              <a:rPr lang="en-CA" sz="1000" dirty="0">
                <a:effectLst/>
                <a:latin typeface="Arial" panose="020B0604020202020204" pitchFamily="34" charset="0"/>
                <a:ea typeface="Calibri" panose="020F0502020204030204" pitchFamily="34" charset="0"/>
                <a:cs typeface="Times New Roman" panose="02020603050405020304" pitchFamily="18" charset="0"/>
              </a:rPr>
              <a:t>Before the students begin the lab, read the lab scenario and display the next slide. Before each exercise, read the scenario associated with the exercise to the class. The scenarios give context to the lab and exercises, and help you facilitate the discussion at the end of the lab. Remind the students to complete the discussion questions after the last lab exercise.</a:t>
            </a:r>
          </a:p>
          <a:p>
            <a:pPr>
              <a:lnSpc>
                <a:spcPct val="107000"/>
              </a:lnSpc>
              <a:spcAft>
                <a:spcPts val="800"/>
              </a:spcAft>
            </a:pPr>
            <a:r>
              <a:rPr lang="en-CA" sz="1000" b="1" dirty="0">
                <a:solidFill>
                  <a:srgbClr val="000000"/>
                </a:solidFill>
                <a:effectLst/>
                <a:latin typeface="Arial" panose="020B0604020202020204" pitchFamily="34" charset="0"/>
                <a:ea typeface="Calibri" panose="020F0502020204030204" pitchFamily="34" charset="0"/>
                <a:cs typeface="Segoe UI" panose="020B0502040204020203" pitchFamily="34" charset="0"/>
              </a:rPr>
              <a:t>Exercise 1: Deploying Windows Server 2012 </a:t>
            </a:r>
            <a:endParaRPr lang="en-CA" sz="1000" b="1" dirty="0">
              <a:effectLst/>
              <a:latin typeface="Arial" panose="020B060402020202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CA" sz="1000" dirty="0">
                <a:effectLst/>
                <a:latin typeface="Arial" panose="020B0604020202020204" pitchFamily="34" charset="0"/>
                <a:ea typeface="Calibri" panose="020F0502020204030204" pitchFamily="34" charset="0"/>
                <a:cs typeface="Segoe UI" panose="020B0502040204020203" pitchFamily="34" charset="0"/>
              </a:rPr>
              <a:t>The first Windows Server 2012 server that you are installing for the Marketing department will host a SQL Server 2012 database engine instance. You want to configure the server so that it will have the full GUI, as this will allow the application vendor to run support tools directly on the server, rather than requiring a remote connection.</a:t>
            </a:r>
            <a:endParaRPr lang="en-CA" sz="1000" dirty="0">
              <a:effectLst/>
              <a:latin typeface="Arial" panose="020B060402020202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CA" sz="1000" dirty="0">
                <a:effectLst/>
                <a:latin typeface="Arial" panose="020B0604020202020204" pitchFamily="34" charset="0"/>
                <a:ea typeface="Calibri" panose="020F0502020204030204" pitchFamily="34" charset="0"/>
                <a:cs typeface="Segoe UI" panose="020B0502040204020203" pitchFamily="34" charset="0"/>
              </a:rPr>
              <a:t>The first server you will install for the new marketing app is for a SQL Server 2012 database. This server will have the full GUI to allow the application vendor to run support tools directly on the server.</a:t>
            </a:r>
            <a:endParaRPr lang="en-CA" sz="1000" dirty="0">
              <a:effectLst/>
              <a:latin typeface="Arial" panose="020B060402020202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CA" sz="1000" b="1" dirty="0">
                <a:solidFill>
                  <a:srgbClr val="000000"/>
                </a:solidFill>
                <a:effectLst/>
                <a:latin typeface="Arial" panose="020B0604020202020204" pitchFamily="34" charset="0"/>
                <a:ea typeface="Calibri" panose="020F0502020204030204" pitchFamily="34" charset="0"/>
                <a:cs typeface="Segoe UI" panose="020B0502040204020203" pitchFamily="34" charset="0"/>
              </a:rPr>
              <a:t>Exercise 2: Configuring Windows Server 2012 Server Core</a:t>
            </a:r>
            <a:endParaRPr lang="en-CA" sz="1000" b="1" dirty="0">
              <a:effectLst/>
              <a:latin typeface="Arial" panose="020B060402020202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CA" sz="1000" dirty="0">
                <a:effectLst/>
                <a:latin typeface="Arial" panose="020B0604020202020204" pitchFamily="34" charset="0"/>
                <a:ea typeface="Calibri" panose="020F0502020204030204" pitchFamily="34" charset="0"/>
                <a:cs typeface="Segoe UI" panose="020B0502040204020203" pitchFamily="34" charset="0"/>
              </a:rPr>
              <a:t>The web‑based tier of the marketing application is a .NET application. To minimize the operating system footprint and reduce the need to apply software updates, you have chosen to host the IIS component on a computer that is running the Server Core installation option of the Windows Server 2012 operating system.</a:t>
            </a:r>
            <a:endParaRPr lang="en-CA" sz="1000" dirty="0">
              <a:effectLst/>
              <a:latin typeface="Arial" panose="020B060402020202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CA" sz="1000" dirty="0">
                <a:effectLst/>
                <a:latin typeface="Arial" panose="020B0604020202020204" pitchFamily="34" charset="0"/>
                <a:ea typeface="Calibri" panose="020F0502020204030204" pitchFamily="34" charset="0"/>
                <a:cs typeface="Segoe UI" panose="020B0502040204020203" pitchFamily="34" charset="0"/>
              </a:rPr>
              <a:t>To enable this, you need to configure a computer that is running Windows Server 2012 with the Server Core installation option.</a:t>
            </a:r>
            <a:endParaRPr lang="en-CA" sz="1000" dirty="0">
              <a:effectLst/>
              <a:latin typeface="Arial" panose="020B060402020202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CA" sz="1000" b="1" dirty="0">
                <a:effectLst/>
                <a:latin typeface="Arial" panose="020B0604020202020204" pitchFamily="34" charset="0"/>
                <a:ea typeface="Calibri" panose="020F0502020204030204" pitchFamily="34" charset="0"/>
                <a:cs typeface="Segoe UI" panose="020B0502040204020203" pitchFamily="34" charset="0"/>
              </a:rPr>
              <a:t>Instructor Note: </a:t>
            </a:r>
            <a:r>
              <a:rPr lang="en-CA" sz="1000" dirty="0">
                <a:effectLst/>
                <a:latin typeface="Arial" panose="020B0604020202020204" pitchFamily="34" charset="0"/>
                <a:ea typeface="Calibri" panose="020F0502020204030204" pitchFamily="34" charset="0"/>
                <a:cs typeface="Segoe UI" panose="020B0502040204020203" pitchFamily="34" charset="0"/>
              </a:rPr>
              <a:t>Advanced students can choose to use appropriate command‑line commands rather than utilizing sconfig.cmd to perform these configuration tasks.</a:t>
            </a:r>
            <a:endParaRPr lang="en-CA" sz="1000" dirty="0">
              <a:effectLst/>
              <a:latin typeface="Arial" panose="020B060402020202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CA" sz="1000" b="1" dirty="0">
                <a:solidFill>
                  <a:srgbClr val="000000"/>
                </a:solidFill>
                <a:effectLst/>
                <a:latin typeface="Arial" panose="020B0604020202020204" pitchFamily="34" charset="0"/>
                <a:ea typeface="Calibri" panose="020F0502020204030204" pitchFamily="34" charset="0"/>
                <a:cs typeface="Segoe UI" panose="020B0502040204020203" pitchFamily="34" charset="0"/>
              </a:rPr>
              <a:t>Exercise 3: Managing Servers</a:t>
            </a:r>
            <a:endParaRPr lang="en-CA" sz="1000" b="1" dirty="0">
              <a:effectLst/>
              <a:latin typeface="Arial" panose="020B060402020202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CA" sz="1000" dirty="0">
                <a:effectLst/>
                <a:latin typeface="Arial" panose="020B0604020202020204" pitchFamily="34" charset="0"/>
                <a:ea typeface="Calibri" panose="020F0502020204030204" pitchFamily="34" charset="0"/>
                <a:cs typeface="Segoe UI" panose="020B0502040204020203" pitchFamily="34" charset="0"/>
              </a:rPr>
              <a:t>After deploying the servers LON‑SVR3 and LON‑CORE for hosting the Marketing application, you need to install appropriate server roles and features to support the application. With this in mind, you will install the Windows Server Backup feature on both LON‑SVR3 and LON‑CORE. You will install the Web Server role on LON‑CORE.</a:t>
            </a:r>
            <a:endParaRPr lang="en-CA" sz="1000" dirty="0">
              <a:effectLst/>
              <a:latin typeface="Arial" panose="020B060402020202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CA" sz="1000" dirty="0">
                <a:effectLst/>
                <a:latin typeface="Arial" panose="020B0604020202020204" pitchFamily="34" charset="0"/>
                <a:ea typeface="Calibri" panose="020F0502020204030204" pitchFamily="34" charset="0"/>
                <a:cs typeface="Segoe UI" panose="020B0502040204020203" pitchFamily="34" charset="0"/>
              </a:rPr>
              <a:t>You also need to configure the World Wide Web Publishing service on LON‑CORE.</a:t>
            </a:r>
            <a:endParaRPr lang="en-CA" sz="1000" dirty="0">
              <a:effectLst/>
              <a:latin typeface="Arial" panose="020B060402020202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CA" sz="1000" b="1" dirty="0">
                <a:solidFill>
                  <a:srgbClr val="000000"/>
                </a:solidFill>
                <a:effectLst/>
                <a:latin typeface="Arial" panose="020B0604020202020204" pitchFamily="34" charset="0"/>
                <a:ea typeface="Calibri" panose="020F0502020204030204" pitchFamily="34" charset="0"/>
                <a:cs typeface="Segoe UI" panose="020B0502040204020203" pitchFamily="34" charset="0"/>
              </a:rPr>
              <a:t>Exercise 4: Using Windows PowerShell to Manage Servers </a:t>
            </a:r>
            <a:endParaRPr lang="en-CA" sz="1000" b="1" dirty="0">
              <a:effectLst/>
              <a:latin typeface="Arial" panose="020B060402020202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CA" sz="1000" dirty="0">
                <a:effectLst/>
                <a:latin typeface="Arial" panose="020B0604020202020204" pitchFamily="34" charset="0"/>
                <a:ea typeface="Calibri" panose="020F0502020204030204" pitchFamily="34" charset="0"/>
                <a:cs typeface="Segoe UI" panose="020B0502040204020203" pitchFamily="34" charset="0"/>
              </a:rPr>
              <a:t>The marketing application vendor has indicated that the company can provide some Windows PowerShell scripts to configure the web server that is hosting the application. You need to verify that remote administration is functional before you run the scripts.</a:t>
            </a:r>
            <a:endParaRPr lang="en-CA" sz="1000" dirty="0">
              <a:effectLst/>
              <a:latin typeface="Arial" panose="020B0604020202020204" pitchFamily="34" charset="0"/>
              <a:ea typeface="Calibri" panose="020F0502020204030204" pitchFamily="34" charset="0"/>
              <a:cs typeface="Times New Roman" panose="02020603050405020304" pitchFamily="18" charset="0"/>
            </a:endParaRPr>
          </a:p>
        </p:txBody>
      </p:sp>
      <p:sp>
        <p:nvSpPr>
          <p:cNvPr id="4" name="Slide Number Placeholder 3"/>
          <p:cNvSpPr>
            <a:spLocks noGrp="1"/>
          </p:cNvSpPr>
          <p:nvPr>
            <p:ph type="sldNum" sz="quarter" idx="10"/>
          </p:nvPr>
        </p:nvSpPr>
        <p:spPr/>
        <p:txBody>
          <a:bodyPr/>
          <a:lstStyle/>
          <a:p>
            <a:fld id="{B6A1F45A-45A6-418F-ABA5-EC8D7307846F}" type="slidenum">
              <a:rPr lang="en-CA" smtClean="0"/>
              <a:t>53</a:t>
            </a:fld>
            <a:endParaRPr lang="en-CA"/>
          </a:p>
        </p:txBody>
      </p:sp>
      <p:sp>
        <p:nvSpPr>
          <p:cNvPr id="5" name="Rectangle 4"/>
          <p:cNvSpPr/>
          <p:nvPr/>
        </p:nvSpPr>
        <p:spPr>
          <a:xfrm>
            <a:off x="0" y="0"/>
            <a:ext cx="3038475" cy="222250"/>
          </a:xfrm>
          <a:prstGeom prst="rect">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a:solidFill>
                  <a:srgbClr val="000000"/>
                </a:solidFill>
                <a:latin typeface="Arial" panose="020B0604020202020204" pitchFamily="34" charset="0"/>
              </a:rPr>
              <a:t>20410D</a:t>
            </a:r>
          </a:p>
        </p:txBody>
      </p:sp>
      <p:sp>
        <p:nvSpPr>
          <p:cNvPr id="6" name="Rectangle 5"/>
          <p:cNvSpPr/>
          <p:nvPr/>
        </p:nvSpPr>
        <p:spPr>
          <a:xfrm>
            <a:off x="0" y="238125"/>
            <a:ext cx="3038475" cy="347663"/>
          </a:xfrm>
          <a:prstGeom prst="rect">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a:solidFill>
                  <a:srgbClr val="336699"/>
                </a:solidFill>
                <a:latin typeface="Arial" panose="020B0604020202020204" pitchFamily="34" charset="0"/>
              </a:rPr>
              <a:t>1: Deploying and Managing Windows Server 2012</a:t>
            </a:r>
          </a:p>
        </p:txBody>
      </p:sp>
    </p:spTree>
    <p:extLst>
      <p:ext uri="{BB962C8B-B14F-4D97-AF65-F5344CB8AC3E}">
        <p14:creationId xmlns:p14="http://schemas.microsoft.com/office/powerpoint/2010/main" val="1273011339"/>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938" y="73025"/>
            <a:ext cx="2466975" cy="1851025"/>
          </a:xfrm>
        </p:spPr>
      </p:sp>
      <p:sp>
        <p:nvSpPr>
          <p:cNvPr id="3" name="Notes Placeholder 2"/>
          <p:cNvSpPr>
            <a:spLocks noGrp="1"/>
          </p:cNvSpPr>
          <p:nvPr>
            <p:ph type="body" idx="1"/>
          </p:nvPr>
        </p:nvSpPr>
        <p:spPr>
          <a:xfrm>
            <a:off x="310896" y="2093975"/>
            <a:ext cx="6153912" cy="6604000"/>
          </a:xfrm>
        </p:spPr>
        <p:txBody>
          <a:bodyPr>
            <a:noAutofit/>
          </a:bodyPr>
          <a:lstStyle/>
          <a:p>
            <a:endParaRPr lang="en-CA"/>
          </a:p>
        </p:txBody>
      </p:sp>
      <p:sp>
        <p:nvSpPr>
          <p:cNvPr id="4" name="Slide Number Placeholder 3"/>
          <p:cNvSpPr>
            <a:spLocks noGrp="1"/>
          </p:cNvSpPr>
          <p:nvPr>
            <p:ph type="sldNum" sz="quarter" idx="10"/>
          </p:nvPr>
        </p:nvSpPr>
        <p:spPr/>
        <p:txBody>
          <a:bodyPr/>
          <a:lstStyle/>
          <a:p>
            <a:fld id="{B6A1F45A-45A6-418F-ABA5-EC8D7307846F}" type="slidenum">
              <a:rPr lang="en-CA" smtClean="0"/>
              <a:t>54</a:t>
            </a:fld>
            <a:endParaRPr lang="en-CA"/>
          </a:p>
        </p:txBody>
      </p:sp>
      <p:sp>
        <p:nvSpPr>
          <p:cNvPr id="5" name="Rectangle 4"/>
          <p:cNvSpPr/>
          <p:nvPr/>
        </p:nvSpPr>
        <p:spPr>
          <a:xfrm>
            <a:off x="0" y="0"/>
            <a:ext cx="3038475" cy="222250"/>
          </a:xfrm>
          <a:prstGeom prst="rect">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a:solidFill>
                  <a:srgbClr val="000000"/>
                </a:solidFill>
                <a:latin typeface="Arial" panose="020B0604020202020204" pitchFamily="34" charset="0"/>
              </a:rPr>
              <a:t>20410D</a:t>
            </a:r>
          </a:p>
        </p:txBody>
      </p:sp>
      <p:sp>
        <p:nvSpPr>
          <p:cNvPr id="6" name="Rectangle 5"/>
          <p:cNvSpPr/>
          <p:nvPr/>
        </p:nvSpPr>
        <p:spPr>
          <a:xfrm>
            <a:off x="0" y="238125"/>
            <a:ext cx="3038475" cy="347663"/>
          </a:xfrm>
          <a:prstGeom prst="rect">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a:solidFill>
                  <a:srgbClr val="336699"/>
                </a:solidFill>
                <a:latin typeface="Arial" panose="020B0604020202020204" pitchFamily="34" charset="0"/>
              </a:rPr>
              <a:t>1: Deploying and Managing Windows Server 2012</a:t>
            </a:r>
          </a:p>
        </p:txBody>
      </p:sp>
    </p:spTree>
    <p:extLst>
      <p:ext uri="{BB962C8B-B14F-4D97-AF65-F5344CB8AC3E}">
        <p14:creationId xmlns:p14="http://schemas.microsoft.com/office/powerpoint/2010/main" val="3988330673"/>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112" y="73152"/>
            <a:ext cx="2468880" cy="1851660"/>
          </a:xfrm>
        </p:spPr>
      </p:sp>
      <p:sp>
        <p:nvSpPr>
          <p:cNvPr id="3" name="Notes Placeholder 2"/>
          <p:cNvSpPr>
            <a:spLocks noGrp="1"/>
          </p:cNvSpPr>
          <p:nvPr>
            <p:ph type="body" idx="1"/>
          </p:nvPr>
        </p:nvSpPr>
        <p:spPr>
          <a:xfrm>
            <a:off x="310896" y="2093976"/>
            <a:ext cx="6153912" cy="6604000"/>
          </a:xfrm>
        </p:spPr>
        <p:txBody>
          <a:bodyPr>
            <a:noAutofit/>
          </a:bodyPr>
          <a:lstStyle/>
          <a:p>
            <a:pPr>
              <a:lnSpc>
                <a:spcPct val="107000"/>
              </a:lnSpc>
              <a:spcAft>
                <a:spcPts val="800"/>
              </a:spcAft>
            </a:pPr>
            <a:r>
              <a:rPr lang="en-CA" sz="1000" b="1">
                <a:effectLst/>
                <a:latin typeface="Arial" panose="020B0604020202020204" pitchFamily="34" charset="0"/>
                <a:ea typeface="Calibri" panose="020F0502020204030204" pitchFamily="34" charset="0"/>
                <a:cs typeface="Times New Roman" panose="02020603050405020304" pitchFamily="18" charset="0"/>
              </a:rPr>
              <a:t>Lab Review Questions</a:t>
            </a:r>
          </a:p>
          <a:p>
            <a:pPr>
              <a:lnSpc>
                <a:spcPct val="107000"/>
              </a:lnSpc>
              <a:spcAft>
                <a:spcPts val="800"/>
              </a:spcAft>
            </a:pPr>
            <a:r>
              <a:rPr lang="en-CA" sz="1000" b="1">
                <a:effectLst/>
                <a:latin typeface="Arial" panose="020B0604020202020204" pitchFamily="34" charset="0"/>
                <a:ea typeface="Calibri" panose="020F0502020204030204" pitchFamily="34" charset="0"/>
                <a:cs typeface="Times New Roman" panose="02020603050405020304" pitchFamily="18" charset="0"/>
              </a:rPr>
              <a:t>Question</a:t>
            </a:r>
            <a:endParaRPr lang="en-CA" sz="1000" dirty="0">
              <a:effectLst/>
              <a:latin typeface="Arial" panose="020B060402020202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CA" sz="1000" dirty="0">
                <a:effectLst/>
                <a:latin typeface="Arial" panose="020B0604020202020204" pitchFamily="34" charset="0"/>
                <a:ea typeface="Calibri" panose="020F0502020204030204" pitchFamily="34" charset="0"/>
                <a:cs typeface="Times New Roman" panose="02020603050405020304" pitchFamily="18" charset="0"/>
              </a:rPr>
              <a:t>What IP address range do the computers in the lab use?</a:t>
            </a:r>
          </a:p>
          <a:p>
            <a:pPr>
              <a:lnSpc>
                <a:spcPct val="107000"/>
              </a:lnSpc>
              <a:spcAft>
                <a:spcPts val="800"/>
              </a:spcAft>
            </a:pPr>
            <a:r>
              <a:rPr lang="en-CA" sz="1000" b="1" dirty="0">
                <a:effectLst/>
                <a:latin typeface="Arial" panose="020B0604020202020204" pitchFamily="34" charset="0"/>
                <a:ea typeface="Calibri" panose="020F0502020204030204" pitchFamily="34" charset="0"/>
                <a:cs typeface="Times New Roman" panose="02020603050405020304" pitchFamily="18" charset="0"/>
              </a:rPr>
              <a:t>Answer</a:t>
            </a:r>
            <a:endParaRPr lang="en-CA" sz="1000" dirty="0">
              <a:effectLst/>
              <a:latin typeface="Arial" panose="020B060402020202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CA" sz="1000" dirty="0">
                <a:effectLst/>
                <a:latin typeface="Arial" panose="020B0604020202020204" pitchFamily="34" charset="0"/>
                <a:ea typeface="Calibri" panose="020F0502020204030204" pitchFamily="34" charset="0"/>
                <a:cs typeface="Times New Roman" panose="02020603050405020304" pitchFamily="18" charset="0"/>
              </a:rPr>
              <a:t>The IP address range the computers in the lab use is 172.16.0.0 to 172.16.255.255.</a:t>
            </a:r>
          </a:p>
          <a:p>
            <a:pPr>
              <a:lnSpc>
                <a:spcPct val="107000"/>
              </a:lnSpc>
              <a:spcAft>
                <a:spcPts val="800"/>
              </a:spcAft>
            </a:pPr>
            <a:endParaRPr lang="en-CA" sz="1000" b="1" dirty="0">
              <a:effectLst/>
              <a:latin typeface="Arial" panose="020B060402020202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CA" sz="1000" b="1" dirty="0">
                <a:effectLst/>
                <a:latin typeface="Arial" panose="020B0604020202020204" pitchFamily="34" charset="0"/>
                <a:ea typeface="Calibri" panose="020F0502020204030204" pitchFamily="34" charset="0"/>
                <a:cs typeface="Times New Roman" panose="02020603050405020304" pitchFamily="18" charset="0"/>
              </a:rPr>
              <a:t>Question</a:t>
            </a:r>
            <a:endParaRPr lang="en-CA" sz="1000" dirty="0">
              <a:effectLst/>
              <a:latin typeface="Arial" panose="020B060402020202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CA" sz="1000" dirty="0">
                <a:effectLst/>
                <a:latin typeface="Arial" panose="020B0604020202020204" pitchFamily="34" charset="0"/>
                <a:ea typeface="Calibri" panose="020F0502020204030204" pitchFamily="34" charset="0"/>
                <a:cs typeface="Times New Roman" panose="02020603050405020304" pitchFamily="18" charset="0"/>
              </a:rPr>
              <a:t>Why must you set the DNS server address prior to joining the domain?</a:t>
            </a:r>
          </a:p>
          <a:p>
            <a:pPr>
              <a:lnSpc>
                <a:spcPct val="107000"/>
              </a:lnSpc>
              <a:spcAft>
                <a:spcPts val="800"/>
              </a:spcAft>
            </a:pPr>
            <a:r>
              <a:rPr lang="en-CA" sz="1000" b="1" dirty="0">
                <a:effectLst/>
                <a:latin typeface="Arial" panose="020B0604020202020204" pitchFamily="34" charset="0"/>
                <a:ea typeface="Calibri" panose="020F0502020204030204" pitchFamily="34" charset="0"/>
                <a:cs typeface="Times New Roman" panose="02020603050405020304" pitchFamily="18" charset="0"/>
              </a:rPr>
              <a:t>Answer</a:t>
            </a:r>
            <a:endParaRPr lang="en-CA" sz="1000" dirty="0">
              <a:effectLst/>
              <a:latin typeface="Arial" panose="020B060402020202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CA" sz="1000" dirty="0">
                <a:effectLst/>
                <a:latin typeface="Arial" panose="020B0604020202020204" pitchFamily="34" charset="0"/>
                <a:ea typeface="Calibri" panose="020F0502020204030204" pitchFamily="34" charset="0"/>
                <a:cs typeface="Times New Roman" panose="02020603050405020304" pitchFamily="18" charset="0"/>
              </a:rPr>
              <a:t>The DNS server enables the computer to locate the Domain Controller when it performs the domain join operation.</a:t>
            </a:r>
          </a:p>
          <a:p>
            <a:pPr>
              <a:lnSpc>
                <a:spcPct val="107000"/>
              </a:lnSpc>
              <a:spcAft>
                <a:spcPts val="800"/>
              </a:spcAft>
            </a:pPr>
            <a:endParaRPr lang="en-CA" sz="1000" b="1" dirty="0">
              <a:effectLst/>
              <a:latin typeface="Arial" panose="020B060402020202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CA" sz="1000" b="1" dirty="0">
                <a:effectLst/>
                <a:latin typeface="Arial" panose="020B0604020202020204" pitchFamily="34" charset="0"/>
                <a:ea typeface="Calibri" panose="020F0502020204030204" pitchFamily="34" charset="0"/>
                <a:cs typeface="Times New Roman" panose="02020603050405020304" pitchFamily="18" charset="0"/>
              </a:rPr>
              <a:t>Question</a:t>
            </a:r>
            <a:endParaRPr lang="en-CA" sz="1000" dirty="0">
              <a:effectLst/>
              <a:latin typeface="Arial" panose="020B060402020202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CA" sz="1000" dirty="0">
                <a:effectLst/>
                <a:latin typeface="Arial" panose="020B0604020202020204" pitchFamily="34" charset="0"/>
                <a:ea typeface="Calibri" panose="020F0502020204030204" pitchFamily="34" charset="0"/>
                <a:cs typeface="Times New Roman" panose="02020603050405020304" pitchFamily="18" charset="0"/>
              </a:rPr>
              <a:t>Besides</a:t>
            </a:r>
            <a:r>
              <a:rPr lang="en-CA" sz="1000" b="1" dirty="0">
                <a:effectLst/>
                <a:latin typeface="Arial" panose="020B0604020202020204" pitchFamily="34" charset="0"/>
                <a:ea typeface="Calibri" panose="020F0502020204030204" pitchFamily="34" charset="0"/>
                <a:cs typeface="Times New Roman" panose="02020603050405020304" pitchFamily="18" charset="0"/>
              </a:rPr>
              <a:t> sconfig.cmd</a:t>
            </a:r>
            <a:r>
              <a:rPr lang="en-CA" sz="1000" dirty="0">
                <a:effectLst/>
                <a:latin typeface="Arial" panose="020B0604020202020204" pitchFamily="34" charset="0"/>
                <a:ea typeface="Calibri" panose="020F0502020204030204" pitchFamily="34" charset="0"/>
                <a:cs typeface="Times New Roman" panose="02020603050405020304" pitchFamily="18" charset="0"/>
              </a:rPr>
              <a:t>, what other tool can you use to rename a computer running the Server Core operating system?</a:t>
            </a:r>
          </a:p>
          <a:p>
            <a:pPr>
              <a:lnSpc>
                <a:spcPct val="107000"/>
              </a:lnSpc>
              <a:spcAft>
                <a:spcPts val="800"/>
              </a:spcAft>
            </a:pPr>
            <a:r>
              <a:rPr lang="en-CA" sz="1000" b="1" dirty="0">
                <a:effectLst/>
                <a:latin typeface="Arial" panose="020B0604020202020204" pitchFamily="34" charset="0"/>
                <a:ea typeface="Calibri" panose="020F0502020204030204" pitchFamily="34" charset="0"/>
                <a:cs typeface="Times New Roman" panose="02020603050405020304" pitchFamily="18" charset="0"/>
              </a:rPr>
              <a:t>Answer</a:t>
            </a:r>
            <a:endParaRPr lang="en-CA" sz="1000" dirty="0">
              <a:effectLst/>
              <a:latin typeface="Arial" panose="020B060402020202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CA" sz="1000" dirty="0">
                <a:effectLst/>
                <a:latin typeface="Arial" panose="020B0604020202020204" pitchFamily="34" charset="0"/>
                <a:ea typeface="Calibri" panose="020F0502020204030204" pitchFamily="34" charset="0"/>
                <a:cs typeface="Times New Roman" panose="02020603050405020304" pitchFamily="18" charset="0"/>
              </a:rPr>
              <a:t>You can use the command </a:t>
            </a:r>
            <a:r>
              <a:rPr lang="en-CA" sz="1000" b="1" dirty="0" err="1">
                <a:effectLst/>
                <a:latin typeface="Arial" panose="020B0604020202020204" pitchFamily="34" charset="0"/>
                <a:ea typeface="Calibri" panose="020F0502020204030204" pitchFamily="34" charset="0"/>
                <a:cs typeface="Times New Roman" panose="02020603050405020304" pitchFamily="18" charset="0"/>
              </a:rPr>
              <a:t>netdom</a:t>
            </a:r>
            <a:r>
              <a:rPr lang="en-CA" sz="1000" b="1" dirty="0">
                <a:effectLst/>
                <a:latin typeface="Arial" panose="020B0604020202020204" pitchFamily="34" charset="0"/>
                <a:ea typeface="Calibri" panose="020F0502020204030204" pitchFamily="34" charset="0"/>
                <a:cs typeface="Times New Roman" panose="02020603050405020304" pitchFamily="18" charset="0"/>
              </a:rPr>
              <a:t> </a:t>
            </a:r>
            <a:r>
              <a:rPr lang="en-CA" sz="1000" b="1" dirty="0" err="1">
                <a:effectLst/>
                <a:latin typeface="Arial" panose="020B0604020202020204" pitchFamily="34" charset="0"/>
                <a:ea typeface="Calibri" panose="020F0502020204030204" pitchFamily="34" charset="0"/>
                <a:cs typeface="Times New Roman" panose="02020603050405020304" pitchFamily="18" charset="0"/>
              </a:rPr>
              <a:t>renamecomputer</a:t>
            </a:r>
            <a:r>
              <a:rPr lang="en-CA" sz="1000" b="1" dirty="0">
                <a:effectLst/>
                <a:latin typeface="Arial" panose="020B0604020202020204" pitchFamily="34" charset="0"/>
                <a:ea typeface="Calibri" panose="020F0502020204030204" pitchFamily="34" charset="0"/>
                <a:cs typeface="Times New Roman" panose="02020603050405020304" pitchFamily="18" charset="0"/>
              </a:rPr>
              <a:t> %</a:t>
            </a:r>
            <a:r>
              <a:rPr lang="en-CA" sz="1000" b="1" dirty="0" err="1">
                <a:effectLst/>
                <a:latin typeface="Arial" panose="020B0604020202020204" pitchFamily="34" charset="0"/>
                <a:ea typeface="Calibri" panose="020F0502020204030204" pitchFamily="34" charset="0"/>
                <a:cs typeface="Times New Roman" panose="02020603050405020304" pitchFamily="18" charset="0"/>
              </a:rPr>
              <a:t>computername</a:t>
            </a:r>
            <a:r>
              <a:rPr lang="en-CA" sz="1000" b="1" dirty="0">
                <a:effectLst/>
                <a:latin typeface="Arial" panose="020B0604020202020204" pitchFamily="34" charset="0"/>
                <a:ea typeface="Calibri" panose="020F0502020204030204" pitchFamily="34" charset="0"/>
                <a:cs typeface="Times New Roman" panose="02020603050405020304" pitchFamily="18" charset="0"/>
              </a:rPr>
              <a:t>% /</a:t>
            </a:r>
            <a:r>
              <a:rPr lang="en-CA" sz="1000" b="1" dirty="0" err="1">
                <a:effectLst/>
                <a:latin typeface="Arial" panose="020B0604020202020204" pitchFamily="34" charset="0"/>
                <a:ea typeface="Calibri" panose="020F0502020204030204" pitchFamily="34" charset="0"/>
                <a:cs typeface="Times New Roman" panose="02020603050405020304" pitchFamily="18" charset="0"/>
              </a:rPr>
              <a:t>newname</a:t>
            </a:r>
            <a:r>
              <a:rPr lang="en-CA" sz="1000" b="1" dirty="0">
                <a:effectLst/>
                <a:latin typeface="Arial" panose="020B0604020202020204" pitchFamily="34" charset="0"/>
                <a:ea typeface="Calibri" panose="020F0502020204030204" pitchFamily="34" charset="0"/>
                <a:cs typeface="Times New Roman" panose="02020603050405020304" pitchFamily="18" charset="0"/>
              </a:rPr>
              <a:t>:</a:t>
            </a:r>
            <a:r>
              <a:rPr lang="en-CA" sz="1000" dirty="0">
                <a:effectLst/>
                <a:latin typeface="Arial" panose="020B0604020202020204" pitchFamily="34" charset="0"/>
                <a:ea typeface="Calibri" panose="020F0502020204030204" pitchFamily="34" charset="0"/>
                <a:cs typeface="Times New Roman" panose="02020603050405020304" pitchFamily="18" charset="0"/>
              </a:rPr>
              <a:t> to rename a computer running the Server Core operating system.</a:t>
            </a:r>
          </a:p>
        </p:txBody>
      </p:sp>
      <p:sp>
        <p:nvSpPr>
          <p:cNvPr id="4" name="Slide Number Placeholder 3"/>
          <p:cNvSpPr>
            <a:spLocks noGrp="1"/>
          </p:cNvSpPr>
          <p:nvPr>
            <p:ph type="sldNum" sz="quarter" idx="10"/>
          </p:nvPr>
        </p:nvSpPr>
        <p:spPr/>
        <p:txBody>
          <a:bodyPr/>
          <a:lstStyle/>
          <a:p>
            <a:fld id="{B6A1F45A-45A6-418F-ABA5-EC8D7307846F}" type="slidenum">
              <a:rPr lang="en-CA" smtClean="0"/>
              <a:t>55</a:t>
            </a:fld>
            <a:endParaRPr lang="en-CA"/>
          </a:p>
        </p:txBody>
      </p:sp>
      <p:sp>
        <p:nvSpPr>
          <p:cNvPr id="5" name="Rectangle 4"/>
          <p:cNvSpPr/>
          <p:nvPr/>
        </p:nvSpPr>
        <p:spPr>
          <a:xfrm>
            <a:off x="0" y="0"/>
            <a:ext cx="3038475" cy="222250"/>
          </a:xfrm>
          <a:prstGeom prst="rect">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a:solidFill>
                  <a:srgbClr val="000000"/>
                </a:solidFill>
                <a:latin typeface="Arial" panose="020B0604020202020204" pitchFamily="34" charset="0"/>
              </a:rPr>
              <a:t>20410D</a:t>
            </a:r>
          </a:p>
        </p:txBody>
      </p:sp>
      <p:sp>
        <p:nvSpPr>
          <p:cNvPr id="6" name="Rectangle 5"/>
          <p:cNvSpPr/>
          <p:nvPr/>
        </p:nvSpPr>
        <p:spPr>
          <a:xfrm>
            <a:off x="0" y="238125"/>
            <a:ext cx="3038475" cy="347663"/>
          </a:xfrm>
          <a:prstGeom prst="rect">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a:solidFill>
                  <a:srgbClr val="336699"/>
                </a:solidFill>
                <a:latin typeface="Arial" panose="020B0604020202020204" pitchFamily="34" charset="0"/>
              </a:rPr>
              <a:t>1: Deploying and Managing Windows Server 2012</a:t>
            </a:r>
          </a:p>
        </p:txBody>
      </p:sp>
    </p:spTree>
    <p:extLst>
      <p:ext uri="{BB962C8B-B14F-4D97-AF65-F5344CB8AC3E}">
        <p14:creationId xmlns:p14="http://schemas.microsoft.com/office/powerpoint/2010/main" val="3160781357"/>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938" y="73025"/>
            <a:ext cx="2466975" cy="1851025"/>
          </a:xfrm>
        </p:spPr>
      </p:sp>
      <p:sp>
        <p:nvSpPr>
          <p:cNvPr id="3" name="Notes Placeholder 2"/>
          <p:cNvSpPr>
            <a:spLocks noGrp="1"/>
          </p:cNvSpPr>
          <p:nvPr>
            <p:ph type="body" idx="1"/>
          </p:nvPr>
        </p:nvSpPr>
        <p:spPr>
          <a:xfrm>
            <a:off x="310896" y="2093976"/>
            <a:ext cx="6153912" cy="6604000"/>
          </a:xfrm>
        </p:spPr>
        <p:txBody>
          <a:bodyPr>
            <a:noAutofit/>
          </a:bodyPr>
          <a:lstStyle/>
          <a:p>
            <a:pPr marL="0" marR="0" indent="0" algn="l" defTabSz="914400" rtl="0" eaLnBrk="1" fontAlgn="auto" latinLnBrk="0" hangingPunct="1">
              <a:lnSpc>
                <a:spcPct val="107000"/>
              </a:lnSpc>
              <a:spcBef>
                <a:spcPts val="0"/>
              </a:spcBef>
              <a:spcAft>
                <a:spcPts val="800"/>
              </a:spcAft>
              <a:buClrTx/>
              <a:buSzTx/>
              <a:buFontTx/>
              <a:buNone/>
              <a:tabLst/>
              <a:defRPr/>
            </a:pPr>
            <a:r>
              <a:rPr lang="en-CA" sz="1000" b="1">
                <a:effectLst/>
                <a:latin typeface="Arial" panose="020B0604020202020204" pitchFamily="34" charset="0"/>
                <a:ea typeface="Calibri" panose="020F0502020204030204" pitchFamily="34" charset="0"/>
                <a:cs typeface="Times New Roman" panose="02020603050405020304" pitchFamily="18" charset="0"/>
              </a:rPr>
              <a:t>Module Review </a:t>
            </a:r>
            <a:r>
              <a:rPr lang="en-CA" sz="1000" b="1" dirty="0">
                <a:effectLst/>
                <a:latin typeface="Arial" panose="020B0604020202020204" pitchFamily="34" charset="0"/>
                <a:ea typeface="Calibri" panose="020F0502020204030204" pitchFamily="34" charset="0"/>
                <a:cs typeface="Times New Roman" panose="02020603050405020304" pitchFamily="18" charset="0"/>
              </a:rPr>
              <a:t>Questions</a:t>
            </a:r>
          </a:p>
          <a:p>
            <a:pPr>
              <a:lnSpc>
                <a:spcPct val="107000"/>
              </a:lnSpc>
              <a:spcAft>
                <a:spcPts val="800"/>
              </a:spcAft>
            </a:pPr>
            <a:r>
              <a:rPr lang="en-CA" sz="1000" dirty="0">
                <a:solidFill>
                  <a:srgbClr val="000000"/>
                </a:solidFill>
                <a:latin typeface="Arial" panose="020B0604020202020204" pitchFamily="34" charset="0"/>
                <a:ea typeface="Calibri" panose="020F0502020204030204" pitchFamily="34" charset="0"/>
                <a:cs typeface="Segoe UI" panose="020B0502040204020203" pitchFamily="34" charset="0"/>
              </a:rPr>
              <a:t>Point the students to the appropriate section in the course so that they are able to answer the questions that this section presents.</a:t>
            </a:r>
            <a:endParaRPr lang="en-CA" sz="1000" dirty="0"/>
          </a:p>
          <a:p>
            <a:pPr>
              <a:lnSpc>
                <a:spcPct val="107000"/>
              </a:lnSpc>
              <a:spcAft>
                <a:spcPts val="800"/>
              </a:spcAft>
            </a:pPr>
            <a:r>
              <a:rPr lang="en-CA" sz="1000" b="1" dirty="0">
                <a:effectLst/>
                <a:latin typeface="Arial" panose="020B0604020202020204" pitchFamily="34" charset="0"/>
                <a:ea typeface="Calibri" panose="020F0502020204030204" pitchFamily="34" charset="0"/>
                <a:cs typeface="Times New Roman" panose="02020603050405020304" pitchFamily="18" charset="0"/>
              </a:rPr>
              <a:t>Question</a:t>
            </a:r>
            <a:endParaRPr lang="en-CA" sz="1000" dirty="0">
              <a:effectLst/>
              <a:latin typeface="Arial" panose="020B060402020202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CA" sz="1000" dirty="0">
                <a:effectLst/>
                <a:latin typeface="Arial" panose="020B0604020202020204" pitchFamily="34" charset="0"/>
                <a:ea typeface="Calibri" panose="020F0502020204030204" pitchFamily="34" charset="0"/>
                <a:cs typeface="Segoe UI" panose="020B0502040204020203" pitchFamily="34" charset="0"/>
              </a:rPr>
              <a:t>What is the benefit of using Windows PowerShell to automate common tasks?</a:t>
            </a:r>
            <a:endParaRPr lang="en-CA" sz="1000" dirty="0">
              <a:effectLst/>
              <a:latin typeface="Arial" panose="020B060402020202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CA" sz="1000" b="1" dirty="0">
                <a:effectLst/>
                <a:latin typeface="Arial" panose="020B0604020202020204" pitchFamily="34" charset="0"/>
                <a:ea typeface="Calibri" panose="020F0502020204030204" pitchFamily="34" charset="0"/>
                <a:cs typeface="Times New Roman" panose="02020603050405020304" pitchFamily="18" charset="0"/>
              </a:rPr>
              <a:t>Answer</a:t>
            </a:r>
            <a:endParaRPr lang="en-CA" sz="1000" dirty="0">
              <a:effectLst/>
              <a:latin typeface="Arial" panose="020B060402020202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CA" sz="1000" dirty="0">
                <a:effectLst/>
                <a:latin typeface="Arial" panose="020B0604020202020204" pitchFamily="34" charset="0"/>
                <a:ea typeface="Calibri" panose="020F0502020204030204" pitchFamily="34" charset="0"/>
                <a:cs typeface="Segoe UI" panose="020B0502040204020203" pitchFamily="34" charset="0"/>
              </a:rPr>
              <a:t>Automating common tasks by using Windows PowerShell enables you to spend more time planning and performing troubleshooting tasks.</a:t>
            </a:r>
            <a:endParaRPr lang="en-CA" sz="1000" dirty="0">
              <a:effectLst/>
              <a:latin typeface="Arial" panose="020B0604020202020204" pitchFamily="34" charset="0"/>
              <a:ea typeface="Calibri" panose="020F0502020204030204" pitchFamily="34" charset="0"/>
              <a:cs typeface="Times New Roman" panose="02020603050405020304" pitchFamily="18" charset="0"/>
            </a:endParaRPr>
          </a:p>
          <a:p>
            <a:pPr>
              <a:lnSpc>
                <a:spcPct val="107000"/>
              </a:lnSpc>
              <a:spcAft>
                <a:spcPts val="800"/>
              </a:spcAft>
            </a:pPr>
            <a:endParaRPr lang="en-CA" sz="1000" b="1" dirty="0">
              <a:effectLst/>
              <a:latin typeface="Arial" panose="020B060402020202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CA" sz="1000" b="1" dirty="0">
                <a:effectLst/>
                <a:latin typeface="Arial" panose="020B0604020202020204" pitchFamily="34" charset="0"/>
                <a:ea typeface="Calibri" panose="020F0502020204030204" pitchFamily="34" charset="0"/>
                <a:cs typeface="Times New Roman" panose="02020603050405020304" pitchFamily="18" charset="0"/>
              </a:rPr>
              <a:t>Question</a:t>
            </a:r>
            <a:endParaRPr lang="en-CA" sz="1000" dirty="0">
              <a:effectLst/>
              <a:latin typeface="Arial" panose="020B060402020202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CA" sz="1000" dirty="0">
                <a:effectLst/>
                <a:latin typeface="Arial" panose="020B0604020202020204" pitchFamily="34" charset="0"/>
                <a:ea typeface="Calibri" panose="020F0502020204030204" pitchFamily="34" charset="0"/>
                <a:cs typeface="Times New Roman" panose="02020603050405020304" pitchFamily="18" charset="0"/>
              </a:rPr>
              <a:t>What are the advantages of performing a Server Core deployment compared to the full GUI deployment?</a:t>
            </a:r>
          </a:p>
          <a:p>
            <a:pPr>
              <a:lnSpc>
                <a:spcPct val="107000"/>
              </a:lnSpc>
              <a:spcAft>
                <a:spcPts val="800"/>
              </a:spcAft>
            </a:pPr>
            <a:r>
              <a:rPr lang="en-CA" sz="1000" b="1" dirty="0">
                <a:effectLst/>
                <a:latin typeface="Arial" panose="020B0604020202020204" pitchFamily="34" charset="0"/>
                <a:ea typeface="Calibri" panose="020F0502020204030204" pitchFamily="34" charset="0"/>
                <a:cs typeface="Times New Roman" panose="02020603050405020304" pitchFamily="18" charset="0"/>
              </a:rPr>
              <a:t>Answer</a:t>
            </a:r>
            <a:endParaRPr lang="en-CA" sz="1000" dirty="0">
              <a:effectLst/>
              <a:latin typeface="Arial" panose="020B060402020202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CA" sz="1000" dirty="0">
                <a:effectLst/>
                <a:latin typeface="Arial" panose="020B0604020202020204" pitchFamily="34" charset="0"/>
                <a:ea typeface="Calibri" panose="020F0502020204030204" pitchFamily="34" charset="0"/>
                <a:cs typeface="Times New Roman" panose="02020603050405020304" pitchFamily="18" charset="0"/>
              </a:rPr>
              <a:t>The advantages of a Server Core deployment are that the operating system will require fewer updates and fewer hardware resources.</a:t>
            </a:r>
          </a:p>
          <a:p>
            <a:pPr>
              <a:lnSpc>
                <a:spcPct val="107000"/>
              </a:lnSpc>
              <a:spcAft>
                <a:spcPts val="800"/>
              </a:spcAft>
            </a:pPr>
            <a:endParaRPr lang="en-CA" sz="1000" b="1" dirty="0">
              <a:effectLst/>
              <a:latin typeface="Arial" panose="020B060402020202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CA" sz="1000" b="1" dirty="0">
                <a:effectLst/>
                <a:latin typeface="Arial" panose="020B0604020202020204" pitchFamily="34" charset="0"/>
                <a:ea typeface="Calibri" panose="020F0502020204030204" pitchFamily="34" charset="0"/>
                <a:cs typeface="Times New Roman" panose="02020603050405020304" pitchFamily="18" charset="0"/>
              </a:rPr>
              <a:t>Question</a:t>
            </a:r>
            <a:endParaRPr lang="en-CA" sz="1000" dirty="0">
              <a:effectLst/>
              <a:latin typeface="Arial" panose="020B060402020202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CA" sz="1000" dirty="0">
                <a:effectLst/>
                <a:latin typeface="Arial" panose="020B0604020202020204" pitchFamily="34" charset="0"/>
                <a:ea typeface="Calibri" panose="020F0502020204030204" pitchFamily="34" charset="0"/>
                <a:cs typeface="Times New Roman" panose="02020603050405020304" pitchFamily="18" charset="0"/>
              </a:rPr>
              <a:t>What tool can you use to determine which cmdlets are contained in a Windows PowerShell module?</a:t>
            </a:r>
          </a:p>
          <a:p>
            <a:pPr>
              <a:lnSpc>
                <a:spcPct val="107000"/>
              </a:lnSpc>
              <a:spcAft>
                <a:spcPts val="800"/>
              </a:spcAft>
            </a:pPr>
            <a:r>
              <a:rPr lang="en-CA" sz="1000" b="1" dirty="0">
                <a:effectLst/>
                <a:latin typeface="Arial" panose="020B0604020202020204" pitchFamily="34" charset="0"/>
                <a:ea typeface="Calibri" panose="020F0502020204030204" pitchFamily="34" charset="0"/>
                <a:cs typeface="Times New Roman" panose="02020603050405020304" pitchFamily="18" charset="0"/>
              </a:rPr>
              <a:t>Answer</a:t>
            </a:r>
            <a:endParaRPr lang="en-CA" sz="1000" dirty="0">
              <a:effectLst/>
              <a:latin typeface="Arial" panose="020B060402020202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CA" sz="1000" dirty="0">
                <a:effectLst/>
                <a:latin typeface="Arial" panose="020B0604020202020204" pitchFamily="34" charset="0"/>
                <a:ea typeface="Calibri" panose="020F0502020204030204" pitchFamily="34" charset="0"/>
                <a:cs typeface="Times New Roman" panose="02020603050405020304" pitchFamily="18" charset="0"/>
              </a:rPr>
              <a:t>You can use Windows PowerShell or the Windows PowerShell ISE to determine which cmdlets are contained in a Windows PowerShell module.</a:t>
            </a:r>
          </a:p>
          <a:p>
            <a:pPr>
              <a:lnSpc>
                <a:spcPct val="107000"/>
              </a:lnSpc>
              <a:spcAft>
                <a:spcPts val="800"/>
              </a:spcAft>
            </a:pPr>
            <a:endParaRPr lang="en-CA" sz="1000" b="1" dirty="0">
              <a:effectLst/>
              <a:latin typeface="Arial" panose="020B060402020202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CA" sz="1000" b="1" dirty="0">
                <a:effectLst/>
                <a:latin typeface="Arial" panose="020B0604020202020204" pitchFamily="34" charset="0"/>
                <a:ea typeface="Calibri" panose="020F0502020204030204" pitchFamily="34" charset="0"/>
                <a:cs typeface="Times New Roman" panose="02020603050405020304" pitchFamily="18" charset="0"/>
              </a:rPr>
              <a:t>Question</a:t>
            </a:r>
            <a:endParaRPr lang="en-CA" sz="1000" dirty="0">
              <a:effectLst/>
              <a:latin typeface="Arial" panose="020B060402020202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CA" sz="1000" dirty="0">
                <a:effectLst/>
                <a:latin typeface="Arial" panose="020B0604020202020204" pitchFamily="34" charset="0"/>
                <a:ea typeface="Calibri" panose="020F0502020204030204" pitchFamily="34" charset="0"/>
                <a:cs typeface="Times New Roman" panose="02020603050405020304" pitchFamily="18" charset="0"/>
              </a:rPr>
              <a:t>Which role can you use to manage KMS?</a:t>
            </a:r>
          </a:p>
          <a:p>
            <a:pPr>
              <a:lnSpc>
                <a:spcPct val="107000"/>
              </a:lnSpc>
              <a:spcAft>
                <a:spcPts val="800"/>
              </a:spcAft>
            </a:pPr>
            <a:r>
              <a:rPr lang="en-CA" sz="1000" b="1" dirty="0">
                <a:effectLst/>
                <a:latin typeface="Arial" panose="020B0604020202020204" pitchFamily="34" charset="0"/>
                <a:ea typeface="Calibri" panose="020F0502020204030204" pitchFamily="34" charset="0"/>
                <a:cs typeface="Times New Roman" panose="02020603050405020304" pitchFamily="18" charset="0"/>
              </a:rPr>
              <a:t>Answer</a:t>
            </a:r>
            <a:endParaRPr lang="en-CA" sz="1000" dirty="0">
              <a:effectLst/>
              <a:latin typeface="Arial" panose="020B060402020202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CA" sz="1000" dirty="0">
                <a:effectLst/>
                <a:latin typeface="Arial" panose="020B0604020202020204" pitchFamily="34" charset="0"/>
                <a:ea typeface="Calibri" panose="020F0502020204030204" pitchFamily="34" charset="0"/>
                <a:cs typeface="Times New Roman" panose="02020603050405020304" pitchFamily="18" charset="0"/>
              </a:rPr>
              <a:t>You can use the Volume Activation Services role to manage KMS.</a:t>
            </a:r>
          </a:p>
          <a:p>
            <a:pPr marL="36830" marR="0">
              <a:lnSpc>
                <a:spcPts val="1100"/>
              </a:lnSpc>
              <a:spcBef>
                <a:spcPts val="200"/>
              </a:spcBef>
              <a:spcAft>
                <a:spcPts val="300"/>
              </a:spcAft>
            </a:pPr>
            <a:endParaRPr lang="en-CA" sz="1000" dirty="0">
              <a:effectLst/>
              <a:latin typeface="Arial" panose="020B0604020202020204" pitchFamily="34" charset="0"/>
              <a:ea typeface="Calibri" panose="020F0502020204030204" pitchFamily="34" charset="0"/>
              <a:cs typeface="Times New Roman" panose="02020603050405020304" pitchFamily="18" charset="0"/>
            </a:endParaRPr>
          </a:p>
        </p:txBody>
      </p:sp>
      <p:sp>
        <p:nvSpPr>
          <p:cNvPr id="4" name="Slide Number Placeholder 3"/>
          <p:cNvSpPr>
            <a:spLocks noGrp="1"/>
          </p:cNvSpPr>
          <p:nvPr>
            <p:ph type="sldNum" sz="quarter" idx="10"/>
          </p:nvPr>
        </p:nvSpPr>
        <p:spPr/>
        <p:txBody>
          <a:bodyPr/>
          <a:lstStyle/>
          <a:p>
            <a:fld id="{B6A1F45A-45A6-418F-ABA5-EC8D7307846F}" type="slidenum">
              <a:rPr lang="en-CA" smtClean="0"/>
              <a:t>56</a:t>
            </a:fld>
            <a:endParaRPr lang="en-CA"/>
          </a:p>
        </p:txBody>
      </p:sp>
      <p:sp>
        <p:nvSpPr>
          <p:cNvPr id="5" name="Rectangle 4"/>
          <p:cNvSpPr/>
          <p:nvPr/>
        </p:nvSpPr>
        <p:spPr>
          <a:xfrm>
            <a:off x="0" y="0"/>
            <a:ext cx="3038475" cy="222250"/>
          </a:xfrm>
          <a:prstGeom prst="rect">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a:solidFill>
                  <a:srgbClr val="000000"/>
                </a:solidFill>
                <a:latin typeface="Arial" panose="020B0604020202020204" pitchFamily="34" charset="0"/>
              </a:rPr>
              <a:t>20410D</a:t>
            </a:r>
          </a:p>
        </p:txBody>
      </p:sp>
      <p:sp>
        <p:nvSpPr>
          <p:cNvPr id="6" name="Rectangle 5"/>
          <p:cNvSpPr/>
          <p:nvPr/>
        </p:nvSpPr>
        <p:spPr>
          <a:xfrm>
            <a:off x="0" y="238125"/>
            <a:ext cx="3038475" cy="347663"/>
          </a:xfrm>
          <a:prstGeom prst="rect">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a:solidFill>
                  <a:srgbClr val="336699"/>
                </a:solidFill>
                <a:latin typeface="Arial" panose="020B0604020202020204" pitchFamily="34" charset="0"/>
              </a:rPr>
              <a:t>1: Deploying and Managing Windows Server 2012</a:t>
            </a:r>
          </a:p>
        </p:txBody>
      </p:sp>
      <p:sp>
        <p:nvSpPr>
          <p:cNvPr id="7" name="TextBox 6"/>
          <p:cNvSpPr txBox="1"/>
          <p:nvPr/>
        </p:nvSpPr>
        <p:spPr>
          <a:xfrm>
            <a:off x="0" y="8890000"/>
            <a:ext cx="1871025" cy="246221"/>
          </a:xfrm>
          <a:prstGeom prst="rect">
            <a:avLst/>
          </a:prstGeom>
          <a:noFill/>
        </p:spPr>
        <p:txBody>
          <a:bodyPr vert="horz" wrap="none" rtlCol="0">
            <a:spAutoFit/>
          </a:bodyPr>
          <a:lstStyle/>
          <a:p>
            <a:r>
              <a:rPr lang="en-CA" sz="1000">
                <a:latin typeface="Arial" panose="020B0604020202020204" pitchFamily="34" charset="0"/>
              </a:rPr>
              <a:t>(More notes on the next slide)</a:t>
            </a:r>
          </a:p>
        </p:txBody>
      </p:sp>
    </p:spTree>
    <p:extLst>
      <p:ext uri="{BB962C8B-B14F-4D97-AF65-F5344CB8AC3E}">
        <p14:creationId xmlns:p14="http://schemas.microsoft.com/office/powerpoint/2010/main" val="3041639329"/>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112" y="73152"/>
            <a:ext cx="2468880" cy="1851660"/>
          </a:xfrm>
        </p:spPr>
      </p:sp>
      <p:sp>
        <p:nvSpPr>
          <p:cNvPr id="3" name="Notes Placeholder 2"/>
          <p:cNvSpPr>
            <a:spLocks noGrp="1"/>
          </p:cNvSpPr>
          <p:nvPr>
            <p:ph type="body" idx="1"/>
          </p:nvPr>
        </p:nvSpPr>
        <p:spPr>
          <a:xfrm>
            <a:off x="310896" y="2093976"/>
            <a:ext cx="6153912" cy="6604000"/>
          </a:xfrm>
        </p:spPr>
        <p:txBody>
          <a:bodyPr>
            <a:noAutofit/>
          </a:bodyPr>
          <a:lstStyle/>
          <a:p>
            <a:pPr lvl="0">
              <a:lnSpc>
                <a:spcPct val="107000"/>
              </a:lnSpc>
              <a:spcAft>
                <a:spcPts val="800"/>
              </a:spcAft>
            </a:pPr>
            <a:r>
              <a:rPr lang="en-CA" sz="1000" b="1" dirty="0">
                <a:solidFill>
                  <a:prstClr val="black"/>
                </a:solidFill>
                <a:latin typeface="Arial" panose="020B0604020202020204" pitchFamily="34" charset="0"/>
                <a:ea typeface="Calibri" panose="020F0502020204030204" pitchFamily="34" charset="0"/>
                <a:cs typeface="Times New Roman" panose="02020603050405020304" pitchFamily="18" charset="0"/>
              </a:rPr>
              <a:t>Common Issues and Troubleshooting Tips</a:t>
            </a:r>
          </a:p>
          <a:p>
            <a:pPr lvl="0">
              <a:lnSpc>
                <a:spcPct val="107000"/>
              </a:lnSpc>
              <a:spcAft>
                <a:spcPts val="800"/>
              </a:spcAft>
            </a:pPr>
            <a:endParaRPr lang="en-US" sz="1000" b="1" dirty="0">
              <a:solidFill>
                <a:prstClr val="black"/>
              </a:solidFill>
              <a:latin typeface="Arial" panose="020B0604020202020204" pitchFamily="34" charset="0"/>
              <a:ea typeface="Calibri" panose="020F0502020204030204" pitchFamily="34" charset="0"/>
              <a:cs typeface="Times New Roman" panose="02020603050405020304" pitchFamily="18" charset="0"/>
            </a:endParaRPr>
          </a:p>
          <a:p>
            <a:pPr lvl="0">
              <a:lnSpc>
                <a:spcPct val="107000"/>
              </a:lnSpc>
              <a:spcAft>
                <a:spcPts val="800"/>
              </a:spcAft>
            </a:pPr>
            <a:endParaRPr lang="en-US" sz="1000" b="1" dirty="0">
              <a:solidFill>
                <a:prstClr val="black"/>
              </a:solidFill>
              <a:latin typeface="Arial" panose="020B0604020202020204" pitchFamily="34" charset="0"/>
              <a:ea typeface="Calibri" panose="020F0502020204030204" pitchFamily="34" charset="0"/>
              <a:cs typeface="Times New Roman" panose="02020603050405020304" pitchFamily="18" charset="0"/>
            </a:endParaRPr>
          </a:p>
          <a:p>
            <a:pPr lvl="0">
              <a:lnSpc>
                <a:spcPct val="107000"/>
              </a:lnSpc>
              <a:spcAft>
                <a:spcPts val="800"/>
              </a:spcAft>
            </a:pPr>
            <a:endParaRPr lang="en-US" sz="1000" b="1" dirty="0">
              <a:solidFill>
                <a:prstClr val="black"/>
              </a:solidFill>
              <a:latin typeface="Arial" panose="020B0604020202020204" pitchFamily="34" charset="0"/>
              <a:ea typeface="Calibri" panose="020F0502020204030204" pitchFamily="34" charset="0"/>
              <a:cs typeface="Times New Roman" panose="02020603050405020304" pitchFamily="18" charset="0"/>
            </a:endParaRPr>
          </a:p>
          <a:p>
            <a:pPr lvl="0">
              <a:lnSpc>
                <a:spcPct val="107000"/>
              </a:lnSpc>
              <a:spcAft>
                <a:spcPts val="800"/>
              </a:spcAft>
            </a:pPr>
            <a:endParaRPr lang="en-US" sz="1000" b="1" dirty="0">
              <a:solidFill>
                <a:prstClr val="black"/>
              </a:solidFill>
              <a:latin typeface="Arial" panose="020B0604020202020204" pitchFamily="34" charset="0"/>
              <a:ea typeface="Calibri" panose="020F0502020204030204" pitchFamily="34" charset="0"/>
              <a:cs typeface="Times New Roman" panose="02020603050405020304" pitchFamily="18" charset="0"/>
            </a:endParaRPr>
          </a:p>
          <a:p>
            <a:pPr lvl="0">
              <a:lnSpc>
                <a:spcPct val="107000"/>
              </a:lnSpc>
              <a:spcAft>
                <a:spcPts val="800"/>
              </a:spcAft>
            </a:pPr>
            <a:endParaRPr lang="en-US" sz="1000" b="1" dirty="0">
              <a:solidFill>
                <a:prstClr val="black"/>
              </a:solidFill>
              <a:latin typeface="Arial" panose="020B0604020202020204" pitchFamily="34" charset="0"/>
              <a:ea typeface="Calibri" panose="020F0502020204030204" pitchFamily="34" charset="0"/>
              <a:cs typeface="Times New Roman" panose="02020603050405020304" pitchFamily="18" charset="0"/>
            </a:endParaRPr>
          </a:p>
          <a:p>
            <a:pPr lvl="0">
              <a:lnSpc>
                <a:spcPct val="107000"/>
              </a:lnSpc>
              <a:spcAft>
                <a:spcPts val="800"/>
              </a:spcAft>
            </a:pPr>
            <a:endParaRPr lang="en-US" sz="1000" b="1" dirty="0">
              <a:solidFill>
                <a:prstClr val="black"/>
              </a:solidFill>
              <a:latin typeface="Arial" panose="020B0604020202020204" pitchFamily="34" charset="0"/>
              <a:ea typeface="Calibri" panose="020F0502020204030204" pitchFamily="34" charset="0"/>
              <a:cs typeface="Times New Roman" panose="02020603050405020304" pitchFamily="18" charset="0"/>
            </a:endParaRPr>
          </a:p>
          <a:p>
            <a:pPr lvl="0">
              <a:lnSpc>
                <a:spcPct val="107000"/>
              </a:lnSpc>
              <a:spcAft>
                <a:spcPts val="800"/>
              </a:spcAft>
            </a:pPr>
            <a:endParaRPr lang="en-US" sz="1000" b="1" dirty="0">
              <a:solidFill>
                <a:prstClr val="black"/>
              </a:solidFill>
              <a:latin typeface="Arial" panose="020B0604020202020204" pitchFamily="34" charset="0"/>
              <a:ea typeface="Calibri" panose="020F0502020204030204" pitchFamily="34" charset="0"/>
              <a:cs typeface="Times New Roman" panose="02020603050405020304" pitchFamily="18" charset="0"/>
            </a:endParaRPr>
          </a:p>
          <a:p>
            <a:pPr lvl="0">
              <a:lnSpc>
                <a:spcPct val="107000"/>
              </a:lnSpc>
              <a:spcAft>
                <a:spcPts val="800"/>
              </a:spcAft>
            </a:pPr>
            <a:endParaRPr lang="en-US" sz="1000" b="1" dirty="0">
              <a:solidFill>
                <a:prstClr val="black"/>
              </a:solidFill>
              <a:latin typeface="Arial" panose="020B0604020202020204" pitchFamily="34" charset="0"/>
              <a:ea typeface="Calibri" panose="020F0502020204030204" pitchFamily="34" charset="0"/>
              <a:cs typeface="Times New Roman" panose="02020603050405020304" pitchFamily="18" charset="0"/>
            </a:endParaRPr>
          </a:p>
          <a:p>
            <a:pPr lvl="0">
              <a:lnSpc>
                <a:spcPct val="107000"/>
              </a:lnSpc>
              <a:spcAft>
                <a:spcPts val="800"/>
              </a:spcAft>
            </a:pPr>
            <a:endParaRPr lang="en-US" sz="1000" b="1" dirty="0">
              <a:solidFill>
                <a:prstClr val="black"/>
              </a:solidFill>
              <a:latin typeface="Arial" panose="020B0604020202020204" pitchFamily="34" charset="0"/>
              <a:ea typeface="Calibri" panose="020F0502020204030204" pitchFamily="34" charset="0"/>
              <a:cs typeface="Times New Roman" panose="02020603050405020304" pitchFamily="18" charset="0"/>
            </a:endParaRPr>
          </a:p>
          <a:p>
            <a:pPr lvl="0">
              <a:lnSpc>
                <a:spcPct val="107000"/>
              </a:lnSpc>
              <a:spcAft>
                <a:spcPts val="800"/>
              </a:spcAft>
            </a:pPr>
            <a:endParaRPr lang="en-US" sz="1000" b="1" dirty="0">
              <a:solidFill>
                <a:prstClr val="black"/>
              </a:solidFill>
              <a:latin typeface="Arial" panose="020B0604020202020204" pitchFamily="34" charset="0"/>
              <a:ea typeface="Calibri" panose="020F0502020204030204" pitchFamily="34" charset="0"/>
              <a:cs typeface="Times New Roman" panose="02020603050405020304" pitchFamily="18" charset="0"/>
            </a:endParaRPr>
          </a:p>
          <a:p>
            <a:pPr lvl="0">
              <a:lnSpc>
                <a:spcPct val="107000"/>
              </a:lnSpc>
              <a:spcAft>
                <a:spcPts val="800"/>
              </a:spcAft>
            </a:pPr>
            <a:endParaRPr lang="en-CA" sz="1000" b="1" dirty="0">
              <a:solidFill>
                <a:prstClr val="black"/>
              </a:solidFill>
              <a:latin typeface="Arial" panose="020B0604020202020204" pitchFamily="34" charset="0"/>
              <a:ea typeface="Calibri" panose="020F0502020204030204" pitchFamily="34" charset="0"/>
              <a:cs typeface="Times New Roman" panose="02020603050405020304" pitchFamily="18" charset="0"/>
            </a:endParaRPr>
          </a:p>
          <a:p>
            <a:pPr lvl="0">
              <a:lnSpc>
                <a:spcPct val="107000"/>
              </a:lnSpc>
              <a:spcAft>
                <a:spcPts val="800"/>
              </a:spcAft>
            </a:pPr>
            <a:r>
              <a:rPr lang="en-CA" sz="1000" b="1" dirty="0">
                <a:solidFill>
                  <a:prstClr val="black"/>
                </a:solidFill>
                <a:latin typeface="Arial" panose="020B0604020202020204" pitchFamily="34" charset="0"/>
                <a:ea typeface="Calibri" panose="020F0502020204030204" pitchFamily="34" charset="0"/>
                <a:cs typeface="Times New Roman" panose="02020603050405020304" pitchFamily="18" charset="0"/>
              </a:rPr>
              <a:t>Tools</a:t>
            </a:r>
          </a:p>
          <a:p>
            <a:pPr marL="36830" lvl="0">
              <a:lnSpc>
                <a:spcPts val="1100"/>
              </a:lnSpc>
              <a:spcBef>
                <a:spcPts val="200"/>
              </a:spcBef>
              <a:spcAft>
                <a:spcPts val="300"/>
              </a:spcAft>
            </a:pPr>
            <a:endParaRPr lang="en-CA" sz="1000" dirty="0">
              <a:solidFill>
                <a:prstClr val="black"/>
              </a:solidFill>
              <a:latin typeface="Arial" panose="020B0604020202020204" pitchFamily="34" charset="0"/>
              <a:ea typeface="Calibri" panose="020F0502020204030204" pitchFamily="34" charset="0"/>
              <a:cs typeface="Times New Roman" panose="02020603050405020304" pitchFamily="18" charset="0"/>
            </a:endParaRPr>
          </a:p>
        </p:txBody>
      </p:sp>
      <p:sp>
        <p:nvSpPr>
          <p:cNvPr id="4" name="Slide Number Placeholder 3"/>
          <p:cNvSpPr>
            <a:spLocks noGrp="1"/>
          </p:cNvSpPr>
          <p:nvPr>
            <p:ph type="sldNum" sz="quarter" idx="10"/>
          </p:nvPr>
        </p:nvSpPr>
        <p:spPr/>
        <p:txBody>
          <a:bodyPr/>
          <a:lstStyle/>
          <a:p>
            <a:fld id="{B6A1F45A-45A6-418F-ABA5-EC8D7307846F}" type="slidenum">
              <a:rPr lang="en-CA" smtClean="0"/>
              <a:t>57</a:t>
            </a:fld>
            <a:endParaRPr lang="en-CA"/>
          </a:p>
        </p:txBody>
      </p:sp>
      <p:sp>
        <p:nvSpPr>
          <p:cNvPr id="6" name="Rectangle 5"/>
          <p:cNvSpPr/>
          <p:nvPr/>
        </p:nvSpPr>
        <p:spPr>
          <a:xfrm>
            <a:off x="0" y="0"/>
            <a:ext cx="3038475" cy="222250"/>
          </a:xfrm>
          <a:prstGeom prst="rect">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a:solidFill>
                  <a:srgbClr val="000000"/>
                </a:solidFill>
                <a:latin typeface="Arial" panose="020B0604020202020204" pitchFamily="34" charset="0"/>
              </a:rPr>
              <a:t>20410D</a:t>
            </a:r>
          </a:p>
        </p:txBody>
      </p:sp>
      <p:sp>
        <p:nvSpPr>
          <p:cNvPr id="7" name="Rectangle 6"/>
          <p:cNvSpPr/>
          <p:nvPr/>
        </p:nvSpPr>
        <p:spPr>
          <a:xfrm>
            <a:off x="0" y="238125"/>
            <a:ext cx="3038475" cy="347663"/>
          </a:xfrm>
          <a:prstGeom prst="rect">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a:solidFill>
                  <a:srgbClr val="336699"/>
                </a:solidFill>
                <a:latin typeface="Arial" panose="020B0604020202020204" pitchFamily="34" charset="0"/>
              </a:rPr>
              <a:t>1: Deploying and Managing Windows Server 2012</a:t>
            </a:r>
          </a:p>
        </p:txBody>
      </p:sp>
      <p:graphicFrame>
        <p:nvGraphicFramePr>
          <p:cNvPr id="8" name="Table 7"/>
          <p:cNvGraphicFramePr>
            <a:graphicFrameLocks noGrp="1"/>
          </p:cNvGraphicFramePr>
          <p:nvPr>
            <p:extLst>
              <p:ext uri="{D42A27DB-BD31-4B8C-83A1-F6EECF244321}">
                <p14:modId xmlns:p14="http://schemas.microsoft.com/office/powerpoint/2010/main" val="3282491819"/>
              </p:ext>
            </p:extLst>
          </p:nvPr>
        </p:nvGraphicFramePr>
        <p:xfrm>
          <a:off x="419100" y="2425244"/>
          <a:ext cx="5905500" cy="2761120"/>
        </p:xfrm>
        <a:graphic>
          <a:graphicData uri="http://schemas.openxmlformats.org/drawingml/2006/table">
            <a:tbl>
              <a:tblPr firstRow="1" firstCol="1" bandRow="1">
                <a:tableStyleId>{5940675A-B579-460E-94D1-54222C63F5DA}</a:tableStyleId>
              </a:tblPr>
              <a:tblGrid>
                <a:gridCol w="2248883">
                  <a:extLst>
                    <a:ext uri="{9D8B030D-6E8A-4147-A177-3AD203B41FA5}">
                      <a16:colId xmlns:a16="http://schemas.microsoft.com/office/drawing/2014/main" val="20000"/>
                    </a:ext>
                  </a:extLst>
                </a:gridCol>
                <a:gridCol w="3656617">
                  <a:extLst>
                    <a:ext uri="{9D8B030D-6E8A-4147-A177-3AD203B41FA5}">
                      <a16:colId xmlns:a16="http://schemas.microsoft.com/office/drawing/2014/main" val="20001"/>
                    </a:ext>
                  </a:extLst>
                </a:gridCol>
              </a:tblGrid>
              <a:tr h="225034">
                <a:tc>
                  <a:txBody>
                    <a:bodyPr/>
                    <a:lstStyle/>
                    <a:p>
                      <a:pPr marL="0" marR="0" algn="ctr">
                        <a:lnSpc>
                          <a:spcPct val="115000"/>
                        </a:lnSpc>
                        <a:spcBef>
                          <a:spcPts val="0"/>
                        </a:spcBef>
                        <a:spcAft>
                          <a:spcPts val="0"/>
                        </a:spcAft>
                      </a:pPr>
                      <a:r>
                        <a:rPr lang="en-US" sz="1000" b="1" dirty="0">
                          <a:effectLst/>
                          <a:latin typeface="Arial" panose="020B0604020202020204" pitchFamily="34" charset="0"/>
                          <a:cs typeface="Arial" panose="020B0604020202020204" pitchFamily="34" charset="0"/>
                        </a:rPr>
                        <a:t>Issue</a:t>
                      </a:r>
                      <a:endParaRPr lang="en-CA" sz="1000" b="1" dirty="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tc>
                <a:tc>
                  <a:txBody>
                    <a:bodyPr/>
                    <a:lstStyle/>
                    <a:p>
                      <a:pPr marL="0" marR="0" algn="ctr">
                        <a:lnSpc>
                          <a:spcPct val="115000"/>
                        </a:lnSpc>
                        <a:spcBef>
                          <a:spcPts val="0"/>
                        </a:spcBef>
                        <a:spcAft>
                          <a:spcPts val="0"/>
                        </a:spcAft>
                      </a:pPr>
                      <a:r>
                        <a:rPr lang="en-US" sz="1000" b="1" dirty="0">
                          <a:effectLst/>
                          <a:latin typeface="Arial" panose="020B0604020202020204" pitchFamily="34" charset="0"/>
                          <a:cs typeface="Arial" panose="020B0604020202020204" pitchFamily="34" charset="0"/>
                        </a:rPr>
                        <a:t>Troubleshooting Tip</a:t>
                      </a:r>
                      <a:endParaRPr lang="en-CA" sz="1000" b="1" dirty="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tc>
                <a:extLst>
                  <a:ext uri="{0D108BD9-81ED-4DB2-BD59-A6C34878D82A}">
                    <a16:rowId xmlns:a16="http://schemas.microsoft.com/office/drawing/2014/main" val="10000"/>
                  </a:ext>
                </a:extLst>
              </a:tr>
              <a:tr h="211388">
                <a:tc>
                  <a:txBody>
                    <a:bodyPr/>
                    <a:lstStyle/>
                    <a:p>
                      <a:pPr marL="0" marR="0">
                        <a:lnSpc>
                          <a:spcPct val="115000"/>
                        </a:lnSpc>
                        <a:spcBef>
                          <a:spcPts val="0"/>
                        </a:spcBef>
                        <a:spcAft>
                          <a:spcPts val="0"/>
                        </a:spcAft>
                      </a:pPr>
                      <a:r>
                        <a:rPr lang="en-US" sz="1000" dirty="0" err="1">
                          <a:effectLst/>
                          <a:latin typeface="Arial" panose="020B0604020202020204" pitchFamily="34" charset="0"/>
                          <a:cs typeface="Arial" panose="020B0604020202020204" pitchFamily="34" charset="0"/>
                        </a:rPr>
                        <a:t>WinRM</a:t>
                      </a:r>
                      <a:r>
                        <a:rPr lang="en-US" sz="1000" dirty="0">
                          <a:effectLst/>
                          <a:latin typeface="Arial" panose="020B0604020202020204" pitchFamily="34" charset="0"/>
                          <a:cs typeface="Arial" panose="020B0604020202020204" pitchFamily="34" charset="0"/>
                        </a:rPr>
                        <a:t> connections fail. </a:t>
                      </a:r>
                      <a:endParaRPr lang="en-CA" sz="1000" dirty="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tc>
                <a:tc>
                  <a:txBody>
                    <a:bodyPr/>
                    <a:lstStyle/>
                    <a:p>
                      <a:pPr marL="0" marR="0">
                        <a:lnSpc>
                          <a:spcPct val="115000"/>
                        </a:lnSpc>
                        <a:spcBef>
                          <a:spcPts val="0"/>
                        </a:spcBef>
                        <a:spcAft>
                          <a:spcPts val="0"/>
                        </a:spcAft>
                      </a:pPr>
                      <a:r>
                        <a:rPr lang="en-US" sz="1000" dirty="0">
                          <a:effectLst/>
                          <a:latin typeface="Arial" panose="020B0604020202020204" pitchFamily="34" charset="0"/>
                          <a:cs typeface="Arial" panose="020B0604020202020204" pitchFamily="34" charset="0"/>
                        </a:rPr>
                        <a:t>Verify firewall settings. Verify </a:t>
                      </a:r>
                      <a:r>
                        <a:rPr lang="en-US" sz="1000" dirty="0" err="1">
                          <a:effectLst/>
                          <a:latin typeface="Arial" panose="020B0604020202020204" pitchFamily="34" charset="0"/>
                          <a:cs typeface="Arial" panose="020B0604020202020204" pitchFamily="34" charset="0"/>
                        </a:rPr>
                        <a:t>WinRM</a:t>
                      </a:r>
                      <a:r>
                        <a:rPr lang="en-US" sz="1000" dirty="0">
                          <a:effectLst/>
                          <a:latin typeface="Arial" panose="020B0604020202020204" pitchFamily="34" charset="0"/>
                          <a:cs typeface="Arial" panose="020B0604020202020204" pitchFamily="34" charset="0"/>
                        </a:rPr>
                        <a:t> configuration. </a:t>
                      </a:r>
                      <a:endParaRPr lang="en-CA" sz="1000" dirty="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tc>
                <a:extLst>
                  <a:ext uri="{0D108BD9-81ED-4DB2-BD59-A6C34878D82A}">
                    <a16:rowId xmlns:a16="http://schemas.microsoft.com/office/drawing/2014/main" val="10001"/>
                  </a:ext>
                </a:extLst>
              </a:tr>
              <a:tr h="436422">
                <a:tc>
                  <a:txBody>
                    <a:bodyPr/>
                    <a:lstStyle/>
                    <a:p>
                      <a:pPr marL="0" marR="0">
                        <a:lnSpc>
                          <a:spcPct val="115000"/>
                        </a:lnSpc>
                        <a:spcBef>
                          <a:spcPts val="0"/>
                        </a:spcBef>
                        <a:spcAft>
                          <a:spcPts val="0"/>
                        </a:spcAft>
                      </a:pPr>
                      <a:r>
                        <a:rPr lang="en-US" sz="1000" dirty="0">
                          <a:effectLst/>
                          <a:latin typeface="Arial" panose="020B0604020202020204" pitchFamily="34" charset="0"/>
                          <a:cs typeface="Arial" panose="020B0604020202020204" pitchFamily="34" charset="0"/>
                        </a:rPr>
                        <a:t>Windows PowerShell cmdlets are not available. </a:t>
                      </a:r>
                      <a:endParaRPr lang="en-CA" sz="1000" dirty="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tc>
                <a:tc>
                  <a:txBody>
                    <a:bodyPr/>
                    <a:lstStyle/>
                    <a:p>
                      <a:pPr marL="0" marR="0">
                        <a:lnSpc>
                          <a:spcPct val="115000"/>
                        </a:lnSpc>
                        <a:spcBef>
                          <a:spcPts val="0"/>
                        </a:spcBef>
                        <a:spcAft>
                          <a:spcPts val="0"/>
                        </a:spcAft>
                      </a:pPr>
                      <a:r>
                        <a:rPr lang="en-US" sz="1000" dirty="0">
                          <a:effectLst/>
                          <a:latin typeface="Arial" panose="020B0604020202020204" pitchFamily="34" charset="0"/>
                          <a:cs typeface="Arial" panose="020B0604020202020204" pitchFamily="34" charset="0"/>
                        </a:rPr>
                        <a:t>Ensure that appropriate Windows PowerShell modules (such as Server Manager) are loaded. </a:t>
                      </a:r>
                      <a:endParaRPr lang="en-CA" sz="1000" dirty="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tc>
                <a:extLst>
                  <a:ext uri="{0D108BD9-81ED-4DB2-BD59-A6C34878D82A}">
                    <a16:rowId xmlns:a16="http://schemas.microsoft.com/office/drawing/2014/main" val="10002"/>
                  </a:ext>
                </a:extLst>
              </a:tr>
              <a:tr h="436422">
                <a:tc>
                  <a:txBody>
                    <a:bodyPr/>
                    <a:lstStyle/>
                    <a:p>
                      <a:pPr marL="0" marR="0">
                        <a:lnSpc>
                          <a:spcPct val="115000"/>
                        </a:lnSpc>
                        <a:spcBef>
                          <a:spcPts val="0"/>
                        </a:spcBef>
                        <a:spcAft>
                          <a:spcPts val="0"/>
                        </a:spcAft>
                      </a:pPr>
                      <a:r>
                        <a:rPr lang="en-US" sz="1000" dirty="0">
                          <a:effectLst/>
                          <a:latin typeface="Arial" panose="020B0604020202020204" pitchFamily="34" charset="0"/>
                          <a:cs typeface="Arial" panose="020B0604020202020204" pitchFamily="34" charset="0"/>
                        </a:rPr>
                        <a:t>Cannot install the GUI features on Server Core deployments. </a:t>
                      </a:r>
                      <a:endParaRPr lang="en-CA" sz="1000" dirty="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tc>
                <a:tc>
                  <a:txBody>
                    <a:bodyPr/>
                    <a:lstStyle/>
                    <a:p>
                      <a:pPr marL="0" marR="0">
                        <a:lnSpc>
                          <a:spcPct val="115000"/>
                        </a:lnSpc>
                        <a:spcBef>
                          <a:spcPts val="0"/>
                        </a:spcBef>
                        <a:spcAft>
                          <a:spcPts val="0"/>
                        </a:spcAft>
                      </a:pPr>
                      <a:r>
                        <a:rPr lang="en-US" sz="1000" dirty="0">
                          <a:effectLst/>
                          <a:latin typeface="Arial" panose="020B0604020202020204" pitchFamily="34" charset="0"/>
                          <a:cs typeface="Arial" panose="020B0604020202020204" pitchFamily="34" charset="0"/>
                        </a:rPr>
                        <a:t>Mount a .</a:t>
                      </a:r>
                      <a:r>
                        <a:rPr lang="en-US" sz="1000" dirty="0" err="1">
                          <a:effectLst/>
                          <a:latin typeface="Arial" panose="020B0604020202020204" pitchFamily="34" charset="0"/>
                          <a:cs typeface="Arial" panose="020B0604020202020204" pitchFamily="34" charset="0"/>
                        </a:rPr>
                        <a:t>wim</a:t>
                      </a:r>
                      <a:r>
                        <a:rPr lang="en-US" sz="1000" dirty="0">
                          <a:effectLst/>
                          <a:latin typeface="Arial" panose="020B0604020202020204" pitchFamily="34" charset="0"/>
                          <a:cs typeface="Arial" panose="020B0604020202020204" pitchFamily="34" charset="0"/>
                        </a:rPr>
                        <a:t> image containing all of the Windows Server 2012 R2 files, and use the Install-</a:t>
                      </a:r>
                      <a:r>
                        <a:rPr lang="en-US" sz="1000" dirty="0" err="1">
                          <a:effectLst/>
                          <a:latin typeface="Arial" panose="020B0604020202020204" pitchFamily="34" charset="0"/>
                          <a:cs typeface="Arial" panose="020B0604020202020204" pitchFamily="34" charset="0"/>
                        </a:rPr>
                        <a:t>WindowsFeature</a:t>
                      </a:r>
                      <a:r>
                        <a:rPr lang="en-US" sz="1000" dirty="0">
                          <a:effectLst/>
                          <a:latin typeface="Arial" panose="020B0604020202020204" pitchFamily="34" charset="0"/>
                          <a:cs typeface="Arial" panose="020B0604020202020204" pitchFamily="34" charset="0"/>
                        </a:rPr>
                        <a:t> </a:t>
                      </a:r>
                      <a:r>
                        <a:rPr lang="en-US" sz="1000" dirty="0" err="1">
                          <a:effectLst/>
                          <a:latin typeface="Arial" panose="020B0604020202020204" pitchFamily="34" charset="0"/>
                          <a:cs typeface="Arial" panose="020B0604020202020204" pitchFamily="34" charset="0"/>
                        </a:rPr>
                        <a:t>cmdlet</a:t>
                      </a:r>
                      <a:r>
                        <a:rPr lang="en-US" sz="1000" dirty="0">
                          <a:effectLst/>
                          <a:latin typeface="Arial" panose="020B0604020202020204" pitchFamily="34" charset="0"/>
                          <a:cs typeface="Arial" panose="020B0604020202020204" pitchFamily="34" charset="0"/>
                        </a:rPr>
                        <a:t> ‑source option. </a:t>
                      </a:r>
                      <a:endParaRPr lang="en-CA" sz="1000" dirty="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tc>
                <a:extLst>
                  <a:ext uri="{0D108BD9-81ED-4DB2-BD59-A6C34878D82A}">
                    <a16:rowId xmlns:a16="http://schemas.microsoft.com/office/drawing/2014/main" val="10003"/>
                  </a:ext>
                </a:extLst>
              </a:tr>
              <a:tr h="661456">
                <a:tc>
                  <a:txBody>
                    <a:bodyPr/>
                    <a:lstStyle/>
                    <a:p>
                      <a:pPr marL="0" marR="0">
                        <a:lnSpc>
                          <a:spcPct val="115000"/>
                        </a:lnSpc>
                        <a:spcBef>
                          <a:spcPts val="0"/>
                        </a:spcBef>
                        <a:spcAft>
                          <a:spcPts val="0"/>
                        </a:spcAft>
                      </a:pPr>
                      <a:r>
                        <a:rPr lang="en-US" sz="1000" dirty="0">
                          <a:effectLst/>
                          <a:latin typeface="Arial" panose="020B0604020202020204" pitchFamily="34" charset="0"/>
                          <a:cs typeface="Arial" panose="020B0604020202020204" pitchFamily="34" charset="0"/>
                        </a:rPr>
                        <a:t>You need a non-GUI interface method to shut down or restart a computer that is running Server Core. </a:t>
                      </a:r>
                      <a:endParaRPr lang="en-CA" sz="1000" dirty="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tc>
                <a:tc>
                  <a:txBody>
                    <a:bodyPr/>
                    <a:lstStyle/>
                    <a:p>
                      <a:pPr marL="0" marR="0">
                        <a:lnSpc>
                          <a:spcPct val="115000"/>
                        </a:lnSpc>
                        <a:spcBef>
                          <a:spcPts val="0"/>
                        </a:spcBef>
                        <a:spcAft>
                          <a:spcPts val="0"/>
                        </a:spcAft>
                      </a:pPr>
                      <a:r>
                        <a:rPr lang="en-US" sz="1000">
                          <a:effectLst/>
                          <a:latin typeface="Arial" panose="020B0604020202020204" pitchFamily="34" charset="0"/>
                          <a:cs typeface="Arial" panose="020B0604020202020204" pitchFamily="34" charset="0"/>
                        </a:rPr>
                        <a:t>Use sconfig.cmd or the shutdown /r command.</a:t>
                      </a:r>
                      <a:endParaRPr lang="en-CA" sz="1000">
                        <a:effectLst/>
                        <a:latin typeface="Arial" panose="020B0604020202020204" pitchFamily="34" charset="0"/>
                        <a:cs typeface="Arial" panose="020B0604020202020204" pitchFamily="34" charset="0"/>
                      </a:endParaRPr>
                    </a:p>
                    <a:p>
                      <a:pPr marL="0" marR="0">
                        <a:lnSpc>
                          <a:spcPct val="115000"/>
                        </a:lnSpc>
                        <a:spcBef>
                          <a:spcPts val="0"/>
                        </a:spcBef>
                        <a:spcAft>
                          <a:spcPts val="0"/>
                        </a:spcAft>
                      </a:pPr>
                      <a:r>
                        <a:rPr lang="en-US" sz="1000">
                          <a:effectLst/>
                          <a:latin typeface="Arial" panose="020B0604020202020204" pitchFamily="34" charset="0"/>
                          <a:cs typeface="Arial" panose="020B0604020202020204" pitchFamily="34" charset="0"/>
                        </a:rPr>
                        <a:t> </a:t>
                      </a:r>
                      <a:endParaRPr lang="en-CA" sz="100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tc>
                <a:extLst>
                  <a:ext uri="{0D108BD9-81ED-4DB2-BD59-A6C34878D82A}">
                    <a16:rowId xmlns:a16="http://schemas.microsoft.com/office/drawing/2014/main" val="10004"/>
                  </a:ext>
                </a:extLst>
              </a:tr>
              <a:tr h="661456">
                <a:tc>
                  <a:txBody>
                    <a:bodyPr/>
                    <a:lstStyle/>
                    <a:p>
                      <a:pPr marL="0" marR="0">
                        <a:lnSpc>
                          <a:spcPct val="115000"/>
                        </a:lnSpc>
                        <a:spcBef>
                          <a:spcPts val="0"/>
                        </a:spcBef>
                        <a:spcAft>
                          <a:spcPts val="0"/>
                        </a:spcAft>
                      </a:pPr>
                      <a:r>
                        <a:rPr lang="en-US" sz="1000" dirty="0">
                          <a:effectLst/>
                          <a:latin typeface="Arial" panose="020B0604020202020204" pitchFamily="34" charset="0"/>
                          <a:cs typeface="Arial" panose="020B0604020202020204" pitchFamily="34" charset="0"/>
                        </a:rPr>
                        <a:t>Unable to join the domain.</a:t>
                      </a:r>
                      <a:endParaRPr lang="en-CA" sz="1000" dirty="0">
                        <a:effectLst/>
                        <a:latin typeface="Arial" panose="020B0604020202020204" pitchFamily="34" charset="0"/>
                        <a:cs typeface="Arial" panose="020B0604020202020204" pitchFamily="34" charset="0"/>
                      </a:endParaRPr>
                    </a:p>
                    <a:p>
                      <a:pPr marL="0" marR="0">
                        <a:lnSpc>
                          <a:spcPct val="115000"/>
                        </a:lnSpc>
                        <a:spcBef>
                          <a:spcPts val="0"/>
                        </a:spcBef>
                        <a:spcAft>
                          <a:spcPts val="0"/>
                        </a:spcAft>
                      </a:pPr>
                      <a:r>
                        <a:rPr lang="en-US" sz="1000" dirty="0">
                          <a:effectLst/>
                          <a:latin typeface="Arial" panose="020B0604020202020204" pitchFamily="34" charset="0"/>
                          <a:cs typeface="Arial" panose="020B0604020202020204" pitchFamily="34" charset="0"/>
                        </a:rPr>
                        <a:t> </a:t>
                      </a:r>
                      <a:endParaRPr lang="en-CA" sz="1000" dirty="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tc>
                <a:tc>
                  <a:txBody>
                    <a:bodyPr/>
                    <a:lstStyle/>
                    <a:p>
                      <a:pPr marL="0" marR="0">
                        <a:lnSpc>
                          <a:spcPct val="115000"/>
                        </a:lnSpc>
                        <a:spcBef>
                          <a:spcPts val="0"/>
                        </a:spcBef>
                        <a:spcAft>
                          <a:spcPts val="0"/>
                        </a:spcAft>
                      </a:pPr>
                      <a:r>
                        <a:rPr lang="en-US" sz="1000" dirty="0">
                          <a:effectLst/>
                          <a:latin typeface="Arial" panose="020B0604020202020204" pitchFamily="34" charset="0"/>
                          <a:cs typeface="Arial" panose="020B0604020202020204" pitchFamily="34" charset="0"/>
                        </a:rPr>
                        <a:t>Verify DNS resolution and network connectivity between the host and the domain controller. Verify that user account has necessary domain‑join permissions. </a:t>
                      </a:r>
                      <a:endParaRPr lang="en-CA" sz="1000" dirty="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tc>
                <a:extLst>
                  <a:ext uri="{0D108BD9-81ED-4DB2-BD59-A6C34878D82A}">
                    <a16:rowId xmlns:a16="http://schemas.microsoft.com/office/drawing/2014/main" val="10005"/>
                  </a:ext>
                </a:extLst>
              </a:tr>
            </a:tbl>
          </a:graphicData>
        </a:graphic>
      </p:graphicFrame>
      <p:graphicFrame>
        <p:nvGraphicFramePr>
          <p:cNvPr id="10" name="Table 9"/>
          <p:cNvGraphicFramePr>
            <a:graphicFrameLocks noGrp="1"/>
          </p:cNvGraphicFramePr>
          <p:nvPr>
            <p:extLst>
              <p:ext uri="{D42A27DB-BD31-4B8C-83A1-F6EECF244321}">
                <p14:modId xmlns:p14="http://schemas.microsoft.com/office/powerpoint/2010/main" val="2147475140"/>
              </p:ext>
            </p:extLst>
          </p:nvPr>
        </p:nvGraphicFramePr>
        <p:xfrm>
          <a:off x="419100" y="5577528"/>
          <a:ext cx="5905500" cy="2033352"/>
        </p:xfrm>
        <a:graphic>
          <a:graphicData uri="http://schemas.openxmlformats.org/drawingml/2006/table">
            <a:tbl>
              <a:tblPr firstRow="1" firstCol="1" bandRow="1">
                <a:tableStyleId>{5940675A-B579-460E-94D1-54222C63F5DA}</a:tableStyleId>
              </a:tblPr>
              <a:tblGrid>
                <a:gridCol w="1219220">
                  <a:extLst>
                    <a:ext uri="{9D8B030D-6E8A-4147-A177-3AD203B41FA5}">
                      <a16:colId xmlns:a16="http://schemas.microsoft.com/office/drawing/2014/main" val="20000"/>
                    </a:ext>
                  </a:extLst>
                </a:gridCol>
                <a:gridCol w="2717780">
                  <a:extLst>
                    <a:ext uri="{9D8B030D-6E8A-4147-A177-3AD203B41FA5}">
                      <a16:colId xmlns:a16="http://schemas.microsoft.com/office/drawing/2014/main" val="20001"/>
                    </a:ext>
                  </a:extLst>
                </a:gridCol>
                <a:gridCol w="1968500">
                  <a:extLst>
                    <a:ext uri="{9D8B030D-6E8A-4147-A177-3AD203B41FA5}">
                      <a16:colId xmlns:a16="http://schemas.microsoft.com/office/drawing/2014/main" val="20002"/>
                    </a:ext>
                  </a:extLst>
                </a:gridCol>
              </a:tblGrid>
              <a:tr h="241723">
                <a:tc>
                  <a:txBody>
                    <a:bodyPr/>
                    <a:lstStyle/>
                    <a:p>
                      <a:pPr marL="0" marR="0" algn="ctr">
                        <a:lnSpc>
                          <a:spcPct val="115000"/>
                        </a:lnSpc>
                        <a:spcBef>
                          <a:spcPts val="0"/>
                        </a:spcBef>
                        <a:spcAft>
                          <a:spcPts val="0"/>
                        </a:spcAft>
                      </a:pPr>
                      <a:r>
                        <a:rPr lang="en-US" sz="1000" b="1" dirty="0">
                          <a:effectLst/>
                          <a:latin typeface="Arial" panose="020B0604020202020204" pitchFamily="34" charset="0"/>
                          <a:cs typeface="Arial" panose="020B0604020202020204" pitchFamily="34" charset="0"/>
                        </a:rPr>
                        <a:t>Tool</a:t>
                      </a:r>
                      <a:endParaRPr lang="en-CA" sz="1000" b="1" dirty="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nchor="ctr"/>
                </a:tc>
                <a:tc>
                  <a:txBody>
                    <a:bodyPr/>
                    <a:lstStyle/>
                    <a:p>
                      <a:pPr marL="0" marR="0" algn="ctr">
                        <a:lnSpc>
                          <a:spcPct val="115000"/>
                        </a:lnSpc>
                        <a:spcBef>
                          <a:spcPts val="0"/>
                        </a:spcBef>
                        <a:spcAft>
                          <a:spcPts val="0"/>
                        </a:spcAft>
                      </a:pPr>
                      <a:r>
                        <a:rPr lang="en-US" sz="1000" b="1" dirty="0">
                          <a:effectLst/>
                          <a:latin typeface="Arial" panose="020B0604020202020204" pitchFamily="34" charset="0"/>
                          <a:cs typeface="Arial" panose="020B0604020202020204" pitchFamily="34" charset="0"/>
                        </a:rPr>
                        <a:t>Use</a:t>
                      </a:r>
                      <a:endParaRPr lang="en-CA" sz="1000" b="1" dirty="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nchor="ctr"/>
                </a:tc>
                <a:tc>
                  <a:txBody>
                    <a:bodyPr/>
                    <a:lstStyle/>
                    <a:p>
                      <a:pPr marL="0" marR="0" algn="ctr">
                        <a:lnSpc>
                          <a:spcPct val="115000"/>
                        </a:lnSpc>
                        <a:spcBef>
                          <a:spcPts val="0"/>
                        </a:spcBef>
                        <a:spcAft>
                          <a:spcPts val="0"/>
                        </a:spcAft>
                      </a:pPr>
                      <a:r>
                        <a:rPr lang="en-US" sz="1000" b="1" dirty="0">
                          <a:effectLst/>
                          <a:latin typeface="Arial" panose="020B0604020202020204" pitchFamily="34" charset="0"/>
                          <a:cs typeface="Arial" panose="020B0604020202020204" pitchFamily="34" charset="0"/>
                        </a:rPr>
                        <a:t>Where to find it</a:t>
                      </a:r>
                      <a:endParaRPr lang="en-CA" sz="1000" b="1" dirty="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nchor="ctr"/>
                </a:tc>
                <a:extLst>
                  <a:ext uri="{0D108BD9-81ED-4DB2-BD59-A6C34878D82A}">
                    <a16:rowId xmlns:a16="http://schemas.microsoft.com/office/drawing/2014/main" val="10000"/>
                  </a:ext>
                </a:extLst>
              </a:tr>
              <a:tr h="405637">
                <a:tc>
                  <a:txBody>
                    <a:bodyPr/>
                    <a:lstStyle/>
                    <a:p>
                      <a:pPr marL="36830" marR="0">
                        <a:lnSpc>
                          <a:spcPts val="1100"/>
                        </a:lnSpc>
                        <a:spcBef>
                          <a:spcPts val="200"/>
                        </a:spcBef>
                        <a:spcAft>
                          <a:spcPts val="300"/>
                        </a:spcAft>
                      </a:pPr>
                      <a:r>
                        <a:rPr lang="en-US" sz="1000">
                          <a:effectLst/>
                          <a:latin typeface="Arial" panose="020B0604020202020204" pitchFamily="34" charset="0"/>
                          <a:cs typeface="Arial" panose="020B0604020202020204" pitchFamily="34" charset="0"/>
                        </a:rPr>
                        <a:t>Windows PowerShell</a:t>
                      </a:r>
                      <a:endParaRPr lang="en-CA" sz="1000">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nchor="ctr"/>
                </a:tc>
                <a:tc>
                  <a:txBody>
                    <a:bodyPr/>
                    <a:lstStyle/>
                    <a:p>
                      <a:pPr marL="36830" marR="0">
                        <a:lnSpc>
                          <a:spcPts val="1100"/>
                        </a:lnSpc>
                        <a:spcBef>
                          <a:spcPts val="200"/>
                        </a:spcBef>
                        <a:spcAft>
                          <a:spcPts val="300"/>
                        </a:spcAft>
                      </a:pPr>
                      <a:r>
                        <a:rPr lang="en-US" sz="1000" dirty="0">
                          <a:effectLst/>
                          <a:latin typeface="Arial" panose="020B0604020202020204" pitchFamily="34" charset="0"/>
                          <a:cs typeface="Arial" panose="020B0604020202020204" pitchFamily="34" charset="0"/>
                        </a:rPr>
                        <a:t>Performing multiple administrative and configuration tasks</a:t>
                      </a:r>
                      <a:endParaRPr lang="en-CA" sz="1000" dirty="0">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nchor="ctr"/>
                </a:tc>
                <a:tc>
                  <a:txBody>
                    <a:bodyPr/>
                    <a:lstStyle/>
                    <a:p>
                      <a:pPr marL="36830" marR="0">
                        <a:lnSpc>
                          <a:spcPts val="1100"/>
                        </a:lnSpc>
                        <a:spcBef>
                          <a:spcPts val="200"/>
                        </a:spcBef>
                        <a:spcAft>
                          <a:spcPts val="300"/>
                        </a:spcAft>
                      </a:pPr>
                      <a:r>
                        <a:rPr lang="en-US" sz="1000">
                          <a:effectLst/>
                          <a:latin typeface="Arial" panose="020B0604020202020204" pitchFamily="34" charset="0"/>
                          <a:cs typeface="Arial" panose="020B0604020202020204" pitchFamily="34" charset="0"/>
                        </a:rPr>
                        <a:t>Taskbar</a:t>
                      </a:r>
                      <a:endParaRPr lang="en-CA" sz="1000">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nchor="ctr"/>
                </a:tc>
                <a:extLst>
                  <a:ext uri="{0D108BD9-81ED-4DB2-BD59-A6C34878D82A}">
                    <a16:rowId xmlns:a16="http://schemas.microsoft.com/office/drawing/2014/main" val="10001"/>
                  </a:ext>
                </a:extLst>
              </a:tr>
              <a:tr h="405637">
                <a:tc>
                  <a:txBody>
                    <a:bodyPr/>
                    <a:lstStyle/>
                    <a:p>
                      <a:pPr marL="0" marR="0">
                        <a:lnSpc>
                          <a:spcPct val="115000"/>
                        </a:lnSpc>
                        <a:spcBef>
                          <a:spcPts val="0"/>
                        </a:spcBef>
                        <a:spcAft>
                          <a:spcPts val="0"/>
                        </a:spcAft>
                      </a:pPr>
                      <a:r>
                        <a:rPr lang="en-US" sz="1000" dirty="0">
                          <a:effectLst/>
                          <a:latin typeface="Arial" panose="020B0604020202020204" pitchFamily="34" charset="0"/>
                          <a:cs typeface="Arial" panose="020B0604020202020204" pitchFamily="34" charset="0"/>
                        </a:rPr>
                        <a:t>DISM.exe</a:t>
                      </a:r>
                      <a:endParaRPr lang="en-CA" sz="1000" dirty="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nchor="ctr"/>
                </a:tc>
                <a:tc>
                  <a:txBody>
                    <a:bodyPr/>
                    <a:lstStyle/>
                    <a:p>
                      <a:pPr marL="36830" marR="0">
                        <a:lnSpc>
                          <a:spcPts val="1100"/>
                        </a:lnSpc>
                        <a:spcBef>
                          <a:spcPts val="200"/>
                        </a:spcBef>
                        <a:spcAft>
                          <a:spcPts val="300"/>
                        </a:spcAft>
                      </a:pPr>
                      <a:r>
                        <a:rPr lang="en-US" sz="1000">
                          <a:effectLst/>
                          <a:latin typeface="Arial" panose="020B0604020202020204" pitchFamily="34" charset="0"/>
                          <a:cs typeface="Arial" panose="020B0604020202020204" pitchFamily="34" charset="0"/>
                        </a:rPr>
                        <a:t>Image servicing and management</a:t>
                      </a:r>
                      <a:endParaRPr lang="en-CA" sz="1000">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nchor="ctr"/>
                </a:tc>
                <a:tc>
                  <a:txBody>
                    <a:bodyPr/>
                    <a:lstStyle/>
                    <a:p>
                      <a:pPr marL="36830" marR="0">
                        <a:lnSpc>
                          <a:spcPts val="1100"/>
                        </a:lnSpc>
                        <a:spcBef>
                          <a:spcPts val="200"/>
                        </a:spcBef>
                        <a:spcAft>
                          <a:spcPts val="300"/>
                        </a:spcAft>
                      </a:pPr>
                      <a:r>
                        <a:rPr lang="en-US" sz="1000">
                          <a:effectLst/>
                          <a:latin typeface="Arial" panose="020B0604020202020204" pitchFamily="34" charset="0"/>
                          <a:cs typeface="Arial" panose="020B0604020202020204" pitchFamily="34" charset="0"/>
                        </a:rPr>
                        <a:t>Start from a command prompt or from a Windows PowerShell prompt</a:t>
                      </a:r>
                      <a:endParaRPr lang="en-CA" sz="1000">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nchor="ctr"/>
                </a:tc>
                <a:extLst>
                  <a:ext uri="{0D108BD9-81ED-4DB2-BD59-A6C34878D82A}">
                    <a16:rowId xmlns:a16="http://schemas.microsoft.com/office/drawing/2014/main" val="10002"/>
                  </a:ext>
                </a:extLst>
              </a:tr>
              <a:tr h="483446">
                <a:tc>
                  <a:txBody>
                    <a:bodyPr/>
                    <a:lstStyle/>
                    <a:p>
                      <a:pPr marL="36830" marR="0">
                        <a:lnSpc>
                          <a:spcPts val="1100"/>
                        </a:lnSpc>
                        <a:spcBef>
                          <a:spcPts val="200"/>
                        </a:spcBef>
                        <a:spcAft>
                          <a:spcPts val="300"/>
                        </a:spcAft>
                      </a:pPr>
                      <a:r>
                        <a:rPr lang="en-US" sz="1000">
                          <a:effectLst/>
                          <a:latin typeface="Arial" panose="020B0604020202020204" pitchFamily="34" charset="0"/>
                          <a:cs typeface="Arial" panose="020B0604020202020204" pitchFamily="34" charset="0"/>
                        </a:rPr>
                        <a:t>RSAT</a:t>
                      </a:r>
                      <a:endParaRPr lang="en-CA" sz="1000">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nchor="ctr"/>
                </a:tc>
                <a:tc>
                  <a:txBody>
                    <a:bodyPr/>
                    <a:lstStyle/>
                    <a:p>
                      <a:pPr marL="0" marR="0">
                        <a:lnSpc>
                          <a:spcPct val="115000"/>
                        </a:lnSpc>
                        <a:spcBef>
                          <a:spcPts val="0"/>
                        </a:spcBef>
                        <a:spcAft>
                          <a:spcPts val="0"/>
                        </a:spcAft>
                      </a:pPr>
                      <a:r>
                        <a:rPr lang="en-US" sz="1000">
                          <a:effectLst/>
                          <a:latin typeface="Arial" panose="020B0604020202020204" pitchFamily="34" charset="0"/>
                          <a:cs typeface="Arial" panose="020B0604020202020204" pitchFamily="34" charset="0"/>
                        </a:rPr>
                        <a:t>Managing servers remotely from a Windows 8.1 system</a:t>
                      </a:r>
                      <a:endParaRPr lang="en-CA" sz="100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nchor="ctr"/>
                </a:tc>
                <a:tc>
                  <a:txBody>
                    <a:bodyPr/>
                    <a:lstStyle/>
                    <a:p>
                      <a:pPr marL="0" marR="0">
                        <a:lnSpc>
                          <a:spcPct val="115000"/>
                        </a:lnSpc>
                        <a:spcBef>
                          <a:spcPts val="0"/>
                        </a:spcBef>
                        <a:spcAft>
                          <a:spcPts val="0"/>
                        </a:spcAft>
                      </a:pPr>
                      <a:r>
                        <a:rPr lang="en-US" sz="1000" dirty="0">
                          <a:effectLst/>
                          <a:latin typeface="Arial" panose="020B0604020202020204" pitchFamily="34" charset="0"/>
                          <a:cs typeface="Arial" panose="020B0604020202020204" pitchFamily="34" charset="0"/>
                        </a:rPr>
                        <a:t>Download from the Microsoft download center and install</a:t>
                      </a:r>
                      <a:endParaRPr lang="en-CA" sz="1000" dirty="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nchor="ctr"/>
                </a:tc>
                <a:extLst>
                  <a:ext uri="{0D108BD9-81ED-4DB2-BD59-A6C34878D82A}">
                    <a16:rowId xmlns:a16="http://schemas.microsoft.com/office/drawing/2014/main" val="10003"/>
                  </a:ext>
                </a:extLst>
              </a:tr>
              <a:tr h="483446">
                <a:tc>
                  <a:txBody>
                    <a:bodyPr/>
                    <a:lstStyle/>
                    <a:p>
                      <a:pPr marL="36830" marR="0">
                        <a:lnSpc>
                          <a:spcPts val="1100"/>
                        </a:lnSpc>
                        <a:spcBef>
                          <a:spcPts val="200"/>
                        </a:spcBef>
                        <a:spcAft>
                          <a:spcPts val="300"/>
                        </a:spcAft>
                      </a:pPr>
                      <a:r>
                        <a:rPr lang="en-US" sz="1000" dirty="0">
                          <a:effectLst/>
                          <a:latin typeface="Arial" panose="020B0604020202020204" pitchFamily="34" charset="0"/>
                          <a:cs typeface="Arial" panose="020B0604020202020204" pitchFamily="34" charset="0"/>
                        </a:rPr>
                        <a:t>Windows Server Migration Tools</a:t>
                      </a:r>
                      <a:endParaRPr lang="en-CA" sz="1000" dirty="0">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nchor="ctr"/>
                </a:tc>
                <a:tc>
                  <a:txBody>
                    <a:bodyPr/>
                    <a:lstStyle/>
                    <a:p>
                      <a:pPr marL="0" marR="0">
                        <a:lnSpc>
                          <a:spcPct val="115000"/>
                        </a:lnSpc>
                        <a:spcBef>
                          <a:spcPts val="0"/>
                        </a:spcBef>
                        <a:spcAft>
                          <a:spcPts val="0"/>
                        </a:spcAft>
                      </a:pPr>
                      <a:r>
                        <a:rPr lang="en-US" sz="1000">
                          <a:effectLst/>
                          <a:latin typeface="Arial" panose="020B0604020202020204" pitchFamily="34" charset="0"/>
                          <a:cs typeface="Arial" panose="020B0604020202020204" pitchFamily="34" charset="0"/>
                        </a:rPr>
                        <a:t>Assisting with migrating to different versions of Windows Server</a:t>
                      </a:r>
                      <a:endParaRPr lang="en-CA" sz="100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nchor="ctr"/>
                </a:tc>
                <a:tc>
                  <a:txBody>
                    <a:bodyPr/>
                    <a:lstStyle/>
                    <a:p>
                      <a:pPr marL="0" marR="0">
                        <a:lnSpc>
                          <a:spcPct val="115000"/>
                        </a:lnSpc>
                        <a:spcBef>
                          <a:spcPts val="0"/>
                        </a:spcBef>
                        <a:spcAft>
                          <a:spcPts val="0"/>
                        </a:spcAft>
                      </a:pPr>
                      <a:r>
                        <a:rPr lang="en-US" sz="1000" dirty="0">
                          <a:effectLst/>
                          <a:latin typeface="Arial" panose="020B0604020202020204" pitchFamily="34" charset="0"/>
                          <a:cs typeface="Arial" panose="020B0604020202020204" pitchFamily="34" charset="0"/>
                        </a:rPr>
                        <a:t>Download from the Microsoft download center and install</a:t>
                      </a:r>
                      <a:endParaRPr lang="en-CA" sz="1000" dirty="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nchor="ct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2653991733"/>
      </p:ext>
    </p:extLst>
  </p:cSld>
  <p:clrMapOvr>
    <a:masterClrMapping/>
  </p:clrMapOvr>
</p:notes>
</file>

<file path=ppt/slideLayouts/_rels/slideLayout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jpe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2.xml"/><Relationship Id="rId4" Type="http://schemas.openxmlformats.org/officeDocument/2006/relationships/image" Target="../media/image2.jpe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3.xml"/><Relationship Id="rId4" Type="http://schemas.openxmlformats.org/officeDocument/2006/relationships/image" Target="../media/image2.jpeg"/></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4.xml"/><Relationship Id="rId4" Type="http://schemas.openxmlformats.org/officeDocument/2006/relationships/image" Target="../media/image2.jpeg"/></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9.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5.xml"/><Relationship Id="rId4" Type="http://schemas.openxmlformats.org/officeDocument/2006/relationships/image" Target="../media/image2.jpeg"/></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6.xml"/><Relationship Id="rId4" Type="http://schemas.openxmlformats.org/officeDocument/2006/relationships/image" Target="../media/image2.jpeg"/></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3.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7.xml"/><Relationship Id="rId4" Type="http://schemas.openxmlformats.org/officeDocument/2006/relationships/image" Target="../media/image2.jpeg"/></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5.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8.xml"/><Relationship Id="rId4" Type="http://schemas.openxmlformats.org/officeDocument/2006/relationships/image" Target="../media/image2.jpeg"/></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90.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91.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92.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93.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94.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95.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96.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97.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9.xml"/><Relationship Id="rId4" Type="http://schemas.openxmlformats.org/officeDocument/2006/relationships/image" Target="../media/image2.jpeg"/></Relationships>
</file>

<file path=ppt/slideLayouts/_rels/slideLayout98.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9.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00.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01.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02.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03.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04.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05.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06.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07.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08.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09.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10.xml"/><Relationship Id="rId4" Type="http://schemas.openxmlformats.org/officeDocument/2006/relationships/image" Target="../media/image2.jpeg"/></Relationships>
</file>

<file path=ppt/slideLayouts/_rels/slideLayout110.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11.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12.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13.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14.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15.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16.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17.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18.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19.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20.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2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11.xml"/><Relationship Id="rId4" Type="http://schemas.openxmlformats.org/officeDocument/2006/relationships/image" Target="../media/image2.jpeg"/></Relationships>
</file>

<file path=ppt/slideLayouts/_rels/slideLayout122.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23.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24.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25.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26.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27.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28.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29.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30.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31.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32.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33.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12.xml"/><Relationship Id="rId4" Type="http://schemas.openxmlformats.org/officeDocument/2006/relationships/image" Target="../media/image2.jpeg"/></Relationships>
</file>

<file path=ppt/slideLayouts/_rels/slideLayout134.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35.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36.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37.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38.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39.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40.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41.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42.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43.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44.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45.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13.xml"/><Relationship Id="rId4" Type="http://schemas.openxmlformats.org/officeDocument/2006/relationships/image" Target="../media/image2.jpeg"/></Relationships>
</file>

<file path=ppt/slideLayouts/_rels/slideLayout146.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47.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48.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49.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50.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51.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52.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53.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54.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55.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56.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57.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14.xml"/><Relationship Id="rId4" Type="http://schemas.openxmlformats.org/officeDocument/2006/relationships/image" Target="../media/image2.jpeg"/></Relationships>
</file>

<file path=ppt/slideLayouts/_rels/slideLayout158.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59.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60.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61.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62.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63.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64.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65.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66.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67.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68.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69.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15.xml"/><Relationship Id="rId4" Type="http://schemas.openxmlformats.org/officeDocument/2006/relationships/image" Target="../media/image2.jpeg"/></Relationships>
</file>

<file path=ppt/slideLayouts/_rels/slideLayout170.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171.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172.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173.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174.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175.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176.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177.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178.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179.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180.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18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16.xml"/><Relationship Id="rId4" Type="http://schemas.openxmlformats.org/officeDocument/2006/relationships/image" Target="../media/image2.jpeg"/></Relationships>
</file>

<file path=ppt/slideLayouts/_rels/slideLayout182.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183.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184.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185.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186.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187.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188.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189.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190.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191.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192.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193.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17.xml"/><Relationship Id="rId4" Type="http://schemas.openxmlformats.org/officeDocument/2006/relationships/image" Target="../media/image2.jpeg"/></Relationships>
</file>

<file path=ppt/slideLayouts/_rels/slideLayout194.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195.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196.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197.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198.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199.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200.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201.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202.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203.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204.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205.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18.xml"/><Relationship Id="rId4" Type="http://schemas.openxmlformats.org/officeDocument/2006/relationships/image" Target="../media/image2.jpeg"/></Relationships>
</file>

<file path=ppt/slideLayouts/_rels/slideLayout206.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207.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208.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209.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210.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211.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212.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213.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214.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215.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216.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217.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19.xml"/><Relationship Id="rId4" Type="http://schemas.openxmlformats.org/officeDocument/2006/relationships/image" Target="../media/image2.jpeg"/></Relationships>
</file>

<file path=ppt/slideLayouts/_rels/slideLayout218.xml.rels><?xml version="1.0" encoding="UTF-8" standalone="yes"?>
<Relationships xmlns="http://schemas.openxmlformats.org/package/2006/relationships"><Relationship Id="rId1" Type="http://schemas.openxmlformats.org/officeDocument/2006/relationships/slideMaster" Target="../slideMasters/slideMaster19.xml"/></Relationships>
</file>

<file path=ppt/slideLayouts/_rels/slideLayout219.xml.rels><?xml version="1.0" encoding="UTF-8" standalone="yes"?>
<Relationships xmlns="http://schemas.openxmlformats.org/package/2006/relationships"><Relationship Id="rId1" Type="http://schemas.openxmlformats.org/officeDocument/2006/relationships/slideMaster" Target="../slideMasters/slideMaster19.xml"/></Relationships>
</file>

<file path=ppt/slideLayouts/_rels/slideLayout220.xml.rels><?xml version="1.0" encoding="UTF-8" standalone="yes"?>
<Relationships xmlns="http://schemas.openxmlformats.org/package/2006/relationships"><Relationship Id="rId1" Type="http://schemas.openxmlformats.org/officeDocument/2006/relationships/slideMaster" Target="../slideMasters/slideMaster19.xml"/></Relationships>
</file>

<file path=ppt/slideLayouts/_rels/slideLayout221.xml.rels><?xml version="1.0" encoding="UTF-8" standalone="yes"?>
<Relationships xmlns="http://schemas.openxmlformats.org/package/2006/relationships"><Relationship Id="rId1" Type="http://schemas.openxmlformats.org/officeDocument/2006/relationships/slideMaster" Target="../slideMasters/slideMaster19.xml"/></Relationships>
</file>

<file path=ppt/slideLayouts/_rels/slideLayout222.xml.rels><?xml version="1.0" encoding="UTF-8" standalone="yes"?>
<Relationships xmlns="http://schemas.openxmlformats.org/package/2006/relationships"><Relationship Id="rId1" Type="http://schemas.openxmlformats.org/officeDocument/2006/relationships/slideMaster" Target="../slideMasters/slideMaster19.xml"/></Relationships>
</file>

<file path=ppt/slideLayouts/_rels/slideLayout223.xml.rels><?xml version="1.0" encoding="UTF-8" standalone="yes"?>
<Relationships xmlns="http://schemas.openxmlformats.org/package/2006/relationships"><Relationship Id="rId1" Type="http://schemas.openxmlformats.org/officeDocument/2006/relationships/slideMaster" Target="../slideMasters/slideMaster19.xml"/></Relationships>
</file>

<file path=ppt/slideLayouts/_rels/slideLayout224.xml.rels><?xml version="1.0" encoding="UTF-8" standalone="yes"?>
<Relationships xmlns="http://schemas.openxmlformats.org/package/2006/relationships"><Relationship Id="rId1" Type="http://schemas.openxmlformats.org/officeDocument/2006/relationships/slideMaster" Target="../slideMasters/slideMaster19.xml"/></Relationships>
</file>

<file path=ppt/slideLayouts/_rels/slideLayout225.xml.rels><?xml version="1.0" encoding="UTF-8" standalone="yes"?>
<Relationships xmlns="http://schemas.openxmlformats.org/package/2006/relationships"><Relationship Id="rId1" Type="http://schemas.openxmlformats.org/officeDocument/2006/relationships/slideMaster" Target="../slideMasters/slideMaster19.xml"/></Relationships>
</file>

<file path=ppt/slideLayouts/_rels/slideLayout226.xml.rels><?xml version="1.0" encoding="UTF-8" standalone="yes"?>
<Relationships xmlns="http://schemas.openxmlformats.org/package/2006/relationships"><Relationship Id="rId1" Type="http://schemas.openxmlformats.org/officeDocument/2006/relationships/slideMaster" Target="../slideMasters/slideMaster19.xml"/></Relationships>
</file>

<file path=ppt/slideLayouts/_rels/slideLayout227.xml.rels><?xml version="1.0" encoding="UTF-8" standalone="yes"?>
<Relationships xmlns="http://schemas.openxmlformats.org/package/2006/relationships"><Relationship Id="rId1" Type="http://schemas.openxmlformats.org/officeDocument/2006/relationships/slideMaster" Target="../slideMasters/slideMaster19.xml"/></Relationships>
</file>

<file path=ppt/slideLayouts/_rels/slideLayout228.xml.rels><?xml version="1.0" encoding="UTF-8" standalone="yes"?>
<Relationships xmlns="http://schemas.openxmlformats.org/package/2006/relationships"><Relationship Id="rId1" Type="http://schemas.openxmlformats.org/officeDocument/2006/relationships/slideMaster" Target="../slideMasters/slideMaster19.xml"/></Relationships>
</file>

<file path=ppt/slideLayouts/_rels/slideLayout229.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20.xml"/><Relationship Id="rId4" Type="http://schemas.openxmlformats.org/officeDocument/2006/relationships/image" Target="../media/image2.jpeg"/></Relationships>
</file>

<file path=ppt/slideLayouts/_rels/slideLayout230.xml.rels><?xml version="1.0" encoding="UTF-8" standalone="yes"?>
<Relationships xmlns="http://schemas.openxmlformats.org/package/2006/relationships"><Relationship Id="rId1" Type="http://schemas.openxmlformats.org/officeDocument/2006/relationships/slideMaster" Target="../slideMasters/slideMaster20.xml"/></Relationships>
</file>

<file path=ppt/slideLayouts/_rels/slideLayout231.xml.rels><?xml version="1.0" encoding="UTF-8" standalone="yes"?>
<Relationships xmlns="http://schemas.openxmlformats.org/package/2006/relationships"><Relationship Id="rId1" Type="http://schemas.openxmlformats.org/officeDocument/2006/relationships/slideMaster" Target="../slideMasters/slideMaster20.xml"/></Relationships>
</file>

<file path=ppt/slideLayouts/_rels/slideLayout232.xml.rels><?xml version="1.0" encoding="UTF-8" standalone="yes"?>
<Relationships xmlns="http://schemas.openxmlformats.org/package/2006/relationships"><Relationship Id="rId1" Type="http://schemas.openxmlformats.org/officeDocument/2006/relationships/slideMaster" Target="../slideMasters/slideMaster20.xml"/></Relationships>
</file>

<file path=ppt/slideLayouts/_rels/slideLayout233.xml.rels><?xml version="1.0" encoding="UTF-8" standalone="yes"?>
<Relationships xmlns="http://schemas.openxmlformats.org/package/2006/relationships"><Relationship Id="rId1" Type="http://schemas.openxmlformats.org/officeDocument/2006/relationships/slideMaster" Target="../slideMasters/slideMaster20.xml"/></Relationships>
</file>

<file path=ppt/slideLayouts/_rels/slideLayout234.xml.rels><?xml version="1.0" encoding="UTF-8" standalone="yes"?>
<Relationships xmlns="http://schemas.openxmlformats.org/package/2006/relationships"><Relationship Id="rId1" Type="http://schemas.openxmlformats.org/officeDocument/2006/relationships/slideMaster" Target="../slideMasters/slideMaster20.xml"/></Relationships>
</file>

<file path=ppt/slideLayouts/_rels/slideLayout235.xml.rels><?xml version="1.0" encoding="UTF-8" standalone="yes"?>
<Relationships xmlns="http://schemas.openxmlformats.org/package/2006/relationships"><Relationship Id="rId1" Type="http://schemas.openxmlformats.org/officeDocument/2006/relationships/slideMaster" Target="../slideMasters/slideMaster20.xml"/></Relationships>
</file>

<file path=ppt/slideLayouts/_rels/slideLayout236.xml.rels><?xml version="1.0" encoding="UTF-8" standalone="yes"?>
<Relationships xmlns="http://schemas.openxmlformats.org/package/2006/relationships"><Relationship Id="rId1" Type="http://schemas.openxmlformats.org/officeDocument/2006/relationships/slideMaster" Target="../slideMasters/slideMaster20.xml"/></Relationships>
</file>

<file path=ppt/slideLayouts/_rels/slideLayout237.xml.rels><?xml version="1.0" encoding="UTF-8" standalone="yes"?>
<Relationships xmlns="http://schemas.openxmlformats.org/package/2006/relationships"><Relationship Id="rId1" Type="http://schemas.openxmlformats.org/officeDocument/2006/relationships/slideMaster" Target="../slideMasters/slideMaster20.xml"/></Relationships>
</file>

<file path=ppt/slideLayouts/_rels/slideLayout238.xml.rels><?xml version="1.0" encoding="UTF-8" standalone="yes"?>
<Relationships xmlns="http://schemas.openxmlformats.org/package/2006/relationships"><Relationship Id="rId1" Type="http://schemas.openxmlformats.org/officeDocument/2006/relationships/slideMaster" Target="../slideMasters/slideMaster20.xml"/></Relationships>
</file>

<file path=ppt/slideLayouts/_rels/slideLayout239.xml.rels><?xml version="1.0" encoding="UTF-8" standalone="yes"?>
<Relationships xmlns="http://schemas.openxmlformats.org/package/2006/relationships"><Relationship Id="rId1" Type="http://schemas.openxmlformats.org/officeDocument/2006/relationships/slideMaster" Target="../slideMasters/slideMaster20.xml"/></Relationships>
</file>

<file path=ppt/slideLayouts/_rels/slideLayout240.xml.rels><?xml version="1.0" encoding="UTF-8" standalone="yes"?>
<Relationships xmlns="http://schemas.openxmlformats.org/package/2006/relationships"><Relationship Id="rId1" Type="http://schemas.openxmlformats.org/officeDocument/2006/relationships/slideMaster" Target="../slideMasters/slideMaster20.xml"/></Relationships>
</file>

<file path=ppt/slideLayouts/_rels/slideLayout24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21.xml"/><Relationship Id="rId4" Type="http://schemas.openxmlformats.org/officeDocument/2006/relationships/image" Target="../media/image2.jpeg"/></Relationships>
</file>

<file path=ppt/slideLayouts/_rels/slideLayout242.xml.rels><?xml version="1.0" encoding="UTF-8" standalone="yes"?>
<Relationships xmlns="http://schemas.openxmlformats.org/package/2006/relationships"><Relationship Id="rId1" Type="http://schemas.openxmlformats.org/officeDocument/2006/relationships/slideMaster" Target="../slideMasters/slideMaster21.xml"/></Relationships>
</file>

<file path=ppt/slideLayouts/_rels/slideLayout243.xml.rels><?xml version="1.0" encoding="UTF-8" standalone="yes"?>
<Relationships xmlns="http://schemas.openxmlformats.org/package/2006/relationships"><Relationship Id="rId1" Type="http://schemas.openxmlformats.org/officeDocument/2006/relationships/slideMaster" Target="../slideMasters/slideMaster21.xml"/></Relationships>
</file>

<file path=ppt/slideLayouts/_rels/slideLayout244.xml.rels><?xml version="1.0" encoding="UTF-8" standalone="yes"?>
<Relationships xmlns="http://schemas.openxmlformats.org/package/2006/relationships"><Relationship Id="rId1" Type="http://schemas.openxmlformats.org/officeDocument/2006/relationships/slideMaster" Target="../slideMasters/slideMaster21.xml"/></Relationships>
</file>

<file path=ppt/slideLayouts/_rels/slideLayout245.xml.rels><?xml version="1.0" encoding="UTF-8" standalone="yes"?>
<Relationships xmlns="http://schemas.openxmlformats.org/package/2006/relationships"><Relationship Id="rId1" Type="http://schemas.openxmlformats.org/officeDocument/2006/relationships/slideMaster" Target="../slideMasters/slideMaster21.xml"/></Relationships>
</file>

<file path=ppt/slideLayouts/_rels/slideLayout246.xml.rels><?xml version="1.0" encoding="UTF-8" standalone="yes"?>
<Relationships xmlns="http://schemas.openxmlformats.org/package/2006/relationships"><Relationship Id="rId1" Type="http://schemas.openxmlformats.org/officeDocument/2006/relationships/slideMaster" Target="../slideMasters/slideMaster21.xml"/></Relationships>
</file>

<file path=ppt/slideLayouts/_rels/slideLayout247.xml.rels><?xml version="1.0" encoding="UTF-8" standalone="yes"?>
<Relationships xmlns="http://schemas.openxmlformats.org/package/2006/relationships"><Relationship Id="rId1" Type="http://schemas.openxmlformats.org/officeDocument/2006/relationships/slideMaster" Target="../slideMasters/slideMaster21.xml"/></Relationships>
</file>

<file path=ppt/slideLayouts/_rels/slideLayout248.xml.rels><?xml version="1.0" encoding="UTF-8" standalone="yes"?>
<Relationships xmlns="http://schemas.openxmlformats.org/package/2006/relationships"><Relationship Id="rId1" Type="http://schemas.openxmlformats.org/officeDocument/2006/relationships/slideMaster" Target="../slideMasters/slideMaster21.xml"/></Relationships>
</file>

<file path=ppt/slideLayouts/_rels/slideLayout249.xml.rels><?xml version="1.0" encoding="UTF-8" standalone="yes"?>
<Relationships xmlns="http://schemas.openxmlformats.org/package/2006/relationships"><Relationship Id="rId1" Type="http://schemas.openxmlformats.org/officeDocument/2006/relationships/slideMaster" Target="../slideMasters/slideMaster21.xml"/></Relationships>
</file>

<file path=ppt/slideLayouts/_rels/slideLayout250.xml.rels><?xml version="1.0" encoding="UTF-8" standalone="yes"?>
<Relationships xmlns="http://schemas.openxmlformats.org/package/2006/relationships"><Relationship Id="rId1" Type="http://schemas.openxmlformats.org/officeDocument/2006/relationships/slideMaster" Target="../slideMasters/slideMaster21.xml"/></Relationships>
</file>

<file path=ppt/slideLayouts/_rels/slideLayout251.xml.rels><?xml version="1.0" encoding="UTF-8" standalone="yes"?>
<Relationships xmlns="http://schemas.openxmlformats.org/package/2006/relationships"><Relationship Id="rId1" Type="http://schemas.openxmlformats.org/officeDocument/2006/relationships/slideMaster" Target="../slideMasters/slideMaster21.xml"/></Relationships>
</file>

<file path=ppt/slideLayouts/_rels/slideLayout252.xml.rels><?xml version="1.0" encoding="UTF-8" standalone="yes"?>
<Relationships xmlns="http://schemas.openxmlformats.org/package/2006/relationships"><Relationship Id="rId1" Type="http://schemas.openxmlformats.org/officeDocument/2006/relationships/slideMaster" Target="../slideMasters/slideMaster21.xml"/></Relationships>
</file>

<file path=ppt/slideLayouts/_rels/slideLayout253.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22.xml"/><Relationship Id="rId4" Type="http://schemas.openxmlformats.org/officeDocument/2006/relationships/image" Target="../media/image2.jpeg"/></Relationships>
</file>

<file path=ppt/slideLayouts/_rels/slideLayout254.xml.rels><?xml version="1.0" encoding="UTF-8" standalone="yes"?>
<Relationships xmlns="http://schemas.openxmlformats.org/package/2006/relationships"><Relationship Id="rId1" Type="http://schemas.openxmlformats.org/officeDocument/2006/relationships/slideMaster" Target="../slideMasters/slideMaster22.xml"/></Relationships>
</file>

<file path=ppt/slideLayouts/_rels/slideLayout255.xml.rels><?xml version="1.0" encoding="UTF-8" standalone="yes"?>
<Relationships xmlns="http://schemas.openxmlformats.org/package/2006/relationships"><Relationship Id="rId1" Type="http://schemas.openxmlformats.org/officeDocument/2006/relationships/slideMaster" Target="../slideMasters/slideMaster22.xml"/></Relationships>
</file>

<file path=ppt/slideLayouts/_rels/slideLayout256.xml.rels><?xml version="1.0" encoding="UTF-8" standalone="yes"?>
<Relationships xmlns="http://schemas.openxmlformats.org/package/2006/relationships"><Relationship Id="rId1" Type="http://schemas.openxmlformats.org/officeDocument/2006/relationships/slideMaster" Target="../slideMasters/slideMaster22.xml"/></Relationships>
</file>

<file path=ppt/slideLayouts/_rels/slideLayout257.xml.rels><?xml version="1.0" encoding="UTF-8" standalone="yes"?>
<Relationships xmlns="http://schemas.openxmlformats.org/package/2006/relationships"><Relationship Id="rId1" Type="http://schemas.openxmlformats.org/officeDocument/2006/relationships/slideMaster" Target="../slideMasters/slideMaster22.xml"/></Relationships>
</file>

<file path=ppt/slideLayouts/_rels/slideLayout258.xml.rels><?xml version="1.0" encoding="UTF-8" standalone="yes"?>
<Relationships xmlns="http://schemas.openxmlformats.org/package/2006/relationships"><Relationship Id="rId1" Type="http://schemas.openxmlformats.org/officeDocument/2006/relationships/slideMaster" Target="../slideMasters/slideMaster22.xml"/></Relationships>
</file>

<file path=ppt/slideLayouts/_rels/slideLayout259.xml.rels><?xml version="1.0" encoding="UTF-8" standalone="yes"?>
<Relationships xmlns="http://schemas.openxmlformats.org/package/2006/relationships"><Relationship Id="rId1" Type="http://schemas.openxmlformats.org/officeDocument/2006/relationships/slideMaster" Target="../slideMasters/slideMaster22.xml"/></Relationships>
</file>

<file path=ppt/slideLayouts/_rels/slideLayout260.xml.rels><?xml version="1.0" encoding="UTF-8" standalone="yes"?>
<Relationships xmlns="http://schemas.openxmlformats.org/package/2006/relationships"><Relationship Id="rId1" Type="http://schemas.openxmlformats.org/officeDocument/2006/relationships/slideMaster" Target="../slideMasters/slideMaster22.xml"/></Relationships>
</file>

<file path=ppt/slideLayouts/_rels/slideLayout261.xml.rels><?xml version="1.0" encoding="UTF-8" standalone="yes"?>
<Relationships xmlns="http://schemas.openxmlformats.org/package/2006/relationships"><Relationship Id="rId1" Type="http://schemas.openxmlformats.org/officeDocument/2006/relationships/slideMaster" Target="../slideMasters/slideMaster22.xml"/></Relationships>
</file>

<file path=ppt/slideLayouts/_rels/slideLayout262.xml.rels><?xml version="1.0" encoding="UTF-8" standalone="yes"?>
<Relationships xmlns="http://schemas.openxmlformats.org/package/2006/relationships"><Relationship Id="rId1" Type="http://schemas.openxmlformats.org/officeDocument/2006/relationships/slideMaster" Target="../slideMasters/slideMaster22.xml"/></Relationships>
</file>

<file path=ppt/slideLayouts/_rels/slideLayout263.xml.rels><?xml version="1.0" encoding="UTF-8" standalone="yes"?>
<Relationships xmlns="http://schemas.openxmlformats.org/package/2006/relationships"><Relationship Id="rId1" Type="http://schemas.openxmlformats.org/officeDocument/2006/relationships/slideMaster" Target="../slideMasters/slideMaster22.xml"/></Relationships>
</file>

<file path=ppt/slideLayouts/_rels/slideLayout264.xml.rels><?xml version="1.0" encoding="UTF-8" standalone="yes"?>
<Relationships xmlns="http://schemas.openxmlformats.org/package/2006/relationships"><Relationship Id="rId1" Type="http://schemas.openxmlformats.org/officeDocument/2006/relationships/slideMaster" Target="../slideMasters/slideMaster22.xml"/></Relationships>
</file>

<file path=ppt/slideLayouts/_rels/slideLayout265.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23.xml"/><Relationship Id="rId4" Type="http://schemas.openxmlformats.org/officeDocument/2006/relationships/image" Target="../media/image2.jpeg"/></Relationships>
</file>

<file path=ppt/slideLayouts/_rels/slideLayout266.xml.rels><?xml version="1.0" encoding="UTF-8" standalone="yes"?>
<Relationships xmlns="http://schemas.openxmlformats.org/package/2006/relationships"><Relationship Id="rId1" Type="http://schemas.openxmlformats.org/officeDocument/2006/relationships/slideMaster" Target="../slideMasters/slideMaster23.xml"/></Relationships>
</file>

<file path=ppt/slideLayouts/_rels/slideLayout267.xml.rels><?xml version="1.0" encoding="UTF-8" standalone="yes"?>
<Relationships xmlns="http://schemas.openxmlformats.org/package/2006/relationships"><Relationship Id="rId1" Type="http://schemas.openxmlformats.org/officeDocument/2006/relationships/slideMaster" Target="../slideMasters/slideMaster23.xml"/></Relationships>
</file>

<file path=ppt/slideLayouts/_rels/slideLayout268.xml.rels><?xml version="1.0" encoding="UTF-8" standalone="yes"?>
<Relationships xmlns="http://schemas.openxmlformats.org/package/2006/relationships"><Relationship Id="rId1" Type="http://schemas.openxmlformats.org/officeDocument/2006/relationships/slideMaster" Target="../slideMasters/slideMaster23.xml"/></Relationships>
</file>

<file path=ppt/slideLayouts/_rels/slideLayout269.xml.rels><?xml version="1.0" encoding="UTF-8" standalone="yes"?>
<Relationships xmlns="http://schemas.openxmlformats.org/package/2006/relationships"><Relationship Id="rId1" Type="http://schemas.openxmlformats.org/officeDocument/2006/relationships/slideMaster" Target="../slideMasters/slideMaster23.xml"/></Relationships>
</file>

<file path=ppt/slideLayouts/_rels/slideLayout270.xml.rels><?xml version="1.0" encoding="UTF-8" standalone="yes"?>
<Relationships xmlns="http://schemas.openxmlformats.org/package/2006/relationships"><Relationship Id="rId1" Type="http://schemas.openxmlformats.org/officeDocument/2006/relationships/slideMaster" Target="../slideMasters/slideMaster23.xml"/></Relationships>
</file>

<file path=ppt/slideLayouts/_rels/slideLayout271.xml.rels><?xml version="1.0" encoding="UTF-8" standalone="yes"?>
<Relationships xmlns="http://schemas.openxmlformats.org/package/2006/relationships"><Relationship Id="rId1" Type="http://schemas.openxmlformats.org/officeDocument/2006/relationships/slideMaster" Target="../slideMasters/slideMaster23.xml"/></Relationships>
</file>

<file path=ppt/slideLayouts/_rels/slideLayout272.xml.rels><?xml version="1.0" encoding="UTF-8" standalone="yes"?>
<Relationships xmlns="http://schemas.openxmlformats.org/package/2006/relationships"><Relationship Id="rId1" Type="http://schemas.openxmlformats.org/officeDocument/2006/relationships/slideMaster" Target="../slideMasters/slideMaster23.xml"/></Relationships>
</file>

<file path=ppt/slideLayouts/_rels/slideLayout273.xml.rels><?xml version="1.0" encoding="UTF-8" standalone="yes"?>
<Relationships xmlns="http://schemas.openxmlformats.org/package/2006/relationships"><Relationship Id="rId1" Type="http://schemas.openxmlformats.org/officeDocument/2006/relationships/slideMaster" Target="../slideMasters/slideMaster23.xml"/></Relationships>
</file>

<file path=ppt/slideLayouts/_rels/slideLayout274.xml.rels><?xml version="1.0" encoding="UTF-8" standalone="yes"?>
<Relationships xmlns="http://schemas.openxmlformats.org/package/2006/relationships"><Relationship Id="rId1" Type="http://schemas.openxmlformats.org/officeDocument/2006/relationships/slideMaster" Target="../slideMasters/slideMaster23.xml"/></Relationships>
</file>

<file path=ppt/slideLayouts/_rels/slideLayout275.xml.rels><?xml version="1.0" encoding="UTF-8" standalone="yes"?>
<Relationships xmlns="http://schemas.openxmlformats.org/package/2006/relationships"><Relationship Id="rId1" Type="http://schemas.openxmlformats.org/officeDocument/2006/relationships/slideMaster" Target="../slideMasters/slideMaster23.xml"/></Relationships>
</file>

<file path=ppt/slideLayouts/_rels/slideLayout276.xml.rels><?xml version="1.0" encoding="UTF-8" standalone="yes"?>
<Relationships xmlns="http://schemas.openxmlformats.org/package/2006/relationships"><Relationship Id="rId1" Type="http://schemas.openxmlformats.org/officeDocument/2006/relationships/slideMaster" Target="../slideMasters/slideMaster23.xml"/></Relationships>
</file>

<file path=ppt/slideLayouts/_rels/slideLayout277.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24.xml"/><Relationship Id="rId4" Type="http://schemas.openxmlformats.org/officeDocument/2006/relationships/image" Target="../media/image2.jpeg"/></Relationships>
</file>

<file path=ppt/slideLayouts/_rels/slideLayout278.xml.rels><?xml version="1.0" encoding="UTF-8" standalone="yes"?>
<Relationships xmlns="http://schemas.openxmlformats.org/package/2006/relationships"><Relationship Id="rId1" Type="http://schemas.openxmlformats.org/officeDocument/2006/relationships/slideMaster" Target="../slideMasters/slideMaster24.xml"/></Relationships>
</file>

<file path=ppt/slideLayouts/_rels/slideLayout279.xml.rels><?xml version="1.0" encoding="UTF-8" standalone="yes"?>
<Relationships xmlns="http://schemas.openxmlformats.org/package/2006/relationships"><Relationship Id="rId1" Type="http://schemas.openxmlformats.org/officeDocument/2006/relationships/slideMaster" Target="../slideMasters/slideMaster24.xml"/></Relationships>
</file>

<file path=ppt/slideLayouts/_rels/slideLayout280.xml.rels><?xml version="1.0" encoding="UTF-8" standalone="yes"?>
<Relationships xmlns="http://schemas.openxmlformats.org/package/2006/relationships"><Relationship Id="rId1" Type="http://schemas.openxmlformats.org/officeDocument/2006/relationships/slideMaster" Target="../slideMasters/slideMaster24.xml"/></Relationships>
</file>

<file path=ppt/slideLayouts/_rels/slideLayout281.xml.rels><?xml version="1.0" encoding="UTF-8" standalone="yes"?>
<Relationships xmlns="http://schemas.openxmlformats.org/package/2006/relationships"><Relationship Id="rId1" Type="http://schemas.openxmlformats.org/officeDocument/2006/relationships/slideMaster" Target="../slideMasters/slideMaster24.xml"/></Relationships>
</file>

<file path=ppt/slideLayouts/_rels/slideLayout282.xml.rels><?xml version="1.0" encoding="UTF-8" standalone="yes"?>
<Relationships xmlns="http://schemas.openxmlformats.org/package/2006/relationships"><Relationship Id="rId1" Type="http://schemas.openxmlformats.org/officeDocument/2006/relationships/slideMaster" Target="../slideMasters/slideMaster24.xml"/></Relationships>
</file>

<file path=ppt/slideLayouts/_rels/slideLayout283.xml.rels><?xml version="1.0" encoding="UTF-8" standalone="yes"?>
<Relationships xmlns="http://schemas.openxmlformats.org/package/2006/relationships"><Relationship Id="rId1" Type="http://schemas.openxmlformats.org/officeDocument/2006/relationships/slideMaster" Target="../slideMasters/slideMaster24.xml"/></Relationships>
</file>

<file path=ppt/slideLayouts/_rels/slideLayout284.xml.rels><?xml version="1.0" encoding="UTF-8" standalone="yes"?>
<Relationships xmlns="http://schemas.openxmlformats.org/package/2006/relationships"><Relationship Id="rId1" Type="http://schemas.openxmlformats.org/officeDocument/2006/relationships/slideMaster" Target="../slideMasters/slideMaster24.xml"/></Relationships>
</file>

<file path=ppt/slideLayouts/_rels/slideLayout285.xml.rels><?xml version="1.0" encoding="UTF-8" standalone="yes"?>
<Relationships xmlns="http://schemas.openxmlformats.org/package/2006/relationships"><Relationship Id="rId1" Type="http://schemas.openxmlformats.org/officeDocument/2006/relationships/slideMaster" Target="../slideMasters/slideMaster24.xml"/></Relationships>
</file>

<file path=ppt/slideLayouts/_rels/slideLayout286.xml.rels><?xml version="1.0" encoding="UTF-8" standalone="yes"?>
<Relationships xmlns="http://schemas.openxmlformats.org/package/2006/relationships"><Relationship Id="rId1" Type="http://schemas.openxmlformats.org/officeDocument/2006/relationships/slideMaster" Target="../slideMasters/slideMaster24.xml"/></Relationships>
</file>

<file path=ppt/slideLayouts/_rels/slideLayout287.xml.rels><?xml version="1.0" encoding="UTF-8" standalone="yes"?>
<Relationships xmlns="http://schemas.openxmlformats.org/package/2006/relationships"><Relationship Id="rId1" Type="http://schemas.openxmlformats.org/officeDocument/2006/relationships/slideMaster" Target="../slideMasters/slideMaster24.xml"/></Relationships>
</file>

<file path=ppt/slideLayouts/_rels/slideLayout288.xml.rels><?xml version="1.0" encoding="UTF-8" standalone="yes"?>
<Relationships xmlns="http://schemas.openxmlformats.org/package/2006/relationships"><Relationship Id="rId1" Type="http://schemas.openxmlformats.org/officeDocument/2006/relationships/slideMaster" Target="../slideMasters/slideMaster24.xml"/></Relationships>
</file>

<file path=ppt/slideLayouts/_rels/slideLayout289.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25.xml"/><Relationship Id="rId4" Type="http://schemas.openxmlformats.org/officeDocument/2006/relationships/image" Target="../media/image2.jpeg"/></Relationships>
</file>

<file path=ppt/slideLayouts/_rels/slideLayout290.xml.rels><?xml version="1.0" encoding="UTF-8" standalone="yes"?>
<Relationships xmlns="http://schemas.openxmlformats.org/package/2006/relationships"><Relationship Id="rId1" Type="http://schemas.openxmlformats.org/officeDocument/2006/relationships/slideMaster" Target="../slideMasters/slideMaster25.xml"/></Relationships>
</file>

<file path=ppt/slideLayouts/_rels/slideLayout291.xml.rels><?xml version="1.0" encoding="UTF-8" standalone="yes"?>
<Relationships xmlns="http://schemas.openxmlformats.org/package/2006/relationships"><Relationship Id="rId1" Type="http://schemas.openxmlformats.org/officeDocument/2006/relationships/slideMaster" Target="../slideMasters/slideMaster25.xml"/></Relationships>
</file>

<file path=ppt/slideLayouts/_rels/slideLayout292.xml.rels><?xml version="1.0" encoding="UTF-8" standalone="yes"?>
<Relationships xmlns="http://schemas.openxmlformats.org/package/2006/relationships"><Relationship Id="rId1" Type="http://schemas.openxmlformats.org/officeDocument/2006/relationships/slideMaster" Target="../slideMasters/slideMaster25.xml"/></Relationships>
</file>

<file path=ppt/slideLayouts/_rels/slideLayout293.xml.rels><?xml version="1.0" encoding="UTF-8" standalone="yes"?>
<Relationships xmlns="http://schemas.openxmlformats.org/package/2006/relationships"><Relationship Id="rId1" Type="http://schemas.openxmlformats.org/officeDocument/2006/relationships/slideMaster" Target="../slideMasters/slideMaster25.xml"/></Relationships>
</file>

<file path=ppt/slideLayouts/_rels/slideLayout294.xml.rels><?xml version="1.0" encoding="UTF-8" standalone="yes"?>
<Relationships xmlns="http://schemas.openxmlformats.org/package/2006/relationships"><Relationship Id="rId1" Type="http://schemas.openxmlformats.org/officeDocument/2006/relationships/slideMaster" Target="../slideMasters/slideMaster25.xml"/></Relationships>
</file>

<file path=ppt/slideLayouts/_rels/slideLayout295.xml.rels><?xml version="1.0" encoding="UTF-8" standalone="yes"?>
<Relationships xmlns="http://schemas.openxmlformats.org/package/2006/relationships"><Relationship Id="rId1" Type="http://schemas.openxmlformats.org/officeDocument/2006/relationships/slideMaster" Target="../slideMasters/slideMaster25.xml"/></Relationships>
</file>

<file path=ppt/slideLayouts/_rels/slideLayout296.xml.rels><?xml version="1.0" encoding="UTF-8" standalone="yes"?>
<Relationships xmlns="http://schemas.openxmlformats.org/package/2006/relationships"><Relationship Id="rId1" Type="http://schemas.openxmlformats.org/officeDocument/2006/relationships/slideMaster" Target="../slideMasters/slideMaster25.xml"/></Relationships>
</file>

<file path=ppt/slideLayouts/_rels/slideLayout297.xml.rels><?xml version="1.0" encoding="UTF-8" standalone="yes"?>
<Relationships xmlns="http://schemas.openxmlformats.org/package/2006/relationships"><Relationship Id="rId1" Type="http://schemas.openxmlformats.org/officeDocument/2006/relationships/slideMaster" Target="../slideMasters/slideMaster25.xml"/></Relationships>
</file>

<file path=ppt/slideLayouts/_rels/slideLayout298.xml.rels><?xml version="1.0" encoding="UTF-8" standalone="yes"?>
<Relationships xmlns="http://schemas.openxmlformats.org/package/2006/relationships"><Relationship Id="rId1" Type="http://schemas.openxmlformats.org/officeDocument/2006/relationships/slideMaster" Target="../slideMasters/slideMaster25.xml"/></Relationships>
</file>

<file path=ppt/slideLayouts/_rels/slideLayout299.xml.rels><?xml version="1.0" encoding="UTF-8" standalone="yes"?>
<Relationships xmlns="http://schemas.openxmlformats.org/package/2006/relationships"><Relationship Id="rId1" Type="http://schemas.openxmlformats.org/officeDocument/2006/relationships/slideMaster" Target="../slideMasters/slideMaster25.xml"/></Relationships>
</file>

<file path=ppt/slideLayouts/_rels/slideLayout300.xml.rels><?xml version="1.0" encoding="UTF-8" standalone="yes"?>
<Relationships xmlns="http://schemas.openxmlformats.org/package/2006/relationships"><Relationship Id="rId1" Type="http://schemas.openxmlformats.org/officeDocument/2006/relationships/slideMaster" Target="../slideMasters/slideMaster25.xml"/></Relationships>
</file>

<file path=ppt/slideLayouts/_rels/slideLayout30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26.xml"/><Relationship Id="rId4" Type="http://schemas.openxmlformats.org/officeDocument/2006/relationships/image" Target="../media/image2.jpeg"/></Relationships>
</file>

<file path=ppt/slideLayouts/_rels/slideLayout302.xml.rels><?xml version="1.0" encoding="UTF-8" standalone="yes"?>
<Relationships xmlns="http://schemas.openxmlformats.org/package/2006/relationships"><Relationship Id="rId1" Type="http://schemas.openxmlformats.org/officeDocument/2006/relationships/slideMaster" Target="../slideMasters/slideMaster26.xml"/></Relationships>
</file>

<file path=ppt/slideLayouts/_rels/slideLayout303.xml.rels><?xml version="1.0" encoding="UTF-8" standalone="yes"?>
<Relationships xmlns="http://schemas.openxmlformats.org/package/2006/relationships"><Relationship Id="rId1" Type="http://schemas.openxmlformats.org/officeDocument/2006/relationships/slideMaster" Target="../slideMasters/slideMaster26.xml"/></Relationships>
</file>

<file path=ppt/slideLayouts/_rels/slideLayout304.xml.rels><?xml version="1.0" encoding="UTF-8" standalone="yes"?>
<Relationships xmlns="http://schemas.openxmlformats.org/package/2006/relationships"><Relationship Id="rId1" Type="http://schemas.openxmlformats.org/officeDocument/2006/relationships/slideMaster" Target="../slideMasters/slideMaster26.xml"/></Relationships>
</file>

<file path=ppt/slideLayouts/_rels/slideLayout305.xml.rels><?xml version="1.0" encoding="UTF-8" standalone="yes"?>
<Relationships xmlns="http://schemas.openxmlformats.org/package/2006/relationships"><Relationship Id="rId1" Type="http://schemas.openxmlformats.org/officeDocument/2006/relationships/slideMaster" Target="../slideMasters/slideMaster26.xml"/></Relationships>
</file>

<file path=ppt/slideLayouts/_rels/slideLayout306.xml.rels><?xml version="1.0" encoding="UTF-8" standalone="yes"?>
<Relationships xmlns="http://schemas.openxmlformats.org/package/2006/relationships"><Relationship Id="rId1" Type="http://schemas.openxmlformats.org/officeDocument/2006/relationships/slideMaster" Target="../slideMasters/slideMaster26.xml"/></Relationships>
</file>

<file path=ppt/slideLayouts/_rels/slideLayout307.xml.rels><?xml version="1.0" encoding="UTF-8" standalone="yes"?>
<Relationships xmlns="http://schemas.openxmlformats.org/package/2006/relationships"><Relationship Id="rId1" Type="http://schemas.openxmlformats.org/officeDocument/2006/relationships/slideMaster" Target="../slideMasters/slideMaster26.xml"/></Relationships>
</file>

<file path=ppt/slideLayouts/_rels/slideLayout308.xml.rels><?xml version="1.0" encoding="UTF-8" standalone="yes"?>
<Relationships xmlns="http://schemas.openxmlformats.org/package/2006/relationships"><Relationship Id="rId1" Type="http://schemas.openxmlformats.org/officeDocument/2006/relationships/slideMaster" Target="../slideMasters/slideMaster26.xml"/></Relationships>
</file>

<file path=ppt/slideLayouts/_rels/slideLayout309.xml.rels><?xml version="1.0" encoding="UTF-8" standalone="yes"?>
<Relationships xmlns="http://schemas.openxmlformats.org/package/2006/relationships"><Relationship Id="rId1" Type="http://schemas.openxmlformats.org/officeDocument/2006/relationships/slideMaster" Target="../slideMasters/slideMaster26.xml"/></Relationships>
</file>

<file path=ppt/slideLayouts/_rels/slideLayout310.xml.rels><?xml version="1.0" encoding="UTF-8" standalone="yes"?>
<Relationships xmlns="http://schemas.openxmlformats.org/package/2006/relationships"><Relationship Id="rId1" Type="http://schemas.openxmlformats.org/officeDocument/2006/relationships/slideMaster" Target="../slideMasters/slideMaster26.xml"/></Relationships>
</file>

<file path=ppt/slideLayouts/_rels/slideLayout311.xml.rels><?xml version="1.0" encoding="UTF-8" standalone="yes"?>
<Relationships xmlns="http://schemas.openxmlformats.org/package/2006/relationships"><Relationship Id="rId1" Type="http://schemas.openxmlformats.org/officeDocument/2006/relationships/slideMaster" Target="../slideMasters/slideMaster26.xml"/></Relationships>
</file>

<file path=ppt/slideLayouts/_rels/slideLayout312.xml.rels><?xml version="1.0" encoding="UTF-8" standalone="yes"?>
<Relationships xmlns="http://schemas.openxmlformats.org/package/2006/relationships"><Relationship Id="rId1" Type="http://schemas.openxmlformats.org/officeDocument/2006/relationships/slideMaster" Target="../slideMasters/slideMaster26.xml"/></Relationships>
</file>

<file path=ppt/slideLayouts/_rels/slideLayout313.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27.xml"/><Relationship Id="rId4" Type="http://schemas.openxmlformats.org/officeDocument/2006/relationships/image" Target="../media/image2.jpeg"/></Relationships>
</file>

<file path=ppt/slideLayouts/_rels/slideLayout314.xml.rels><?xml version="1.0" encoding="UTF-8" standalone="yes"?>
<Relationships xmlns="http://schemas.openxmlformats.org/package/2006/relationships"><Relationship Id="rId1" Type="http://schemas.openxmlformats.org/officeDocument/2006/relationships/slideMaster" Target="../slideMasters/slideMaster27.xml"/></Relationships>
</file>

<file path=ppt/slideLayouts/_rels/slideLayout315.xml.rels><?xml version="1.0" encoding="UTF-8" standalone="yes"?>
<Relationships xmlns="http://schemas.openxmlformats.org/package/2006/relationships"><Relationship Id="rId1" Type="http://schemas.openxmlformats.org/officeDocument/2006/relationships/slideMaster" Target="../slideMasters/slideMaster27.xml"/></Relationships>
</file>

<file path=ppt/slideLayouts/_rels/slideLayout316.xml.rels><?xml version="1.0" encoding="UTF-8" standalone="yes"?>
<Relationships xmlns="http://schemas.openxmlformats.org/package/2006/relationships"><Relationship Id="rId1" Type="http://schemas.openxmlformats.org/officeDocument/2006/relationships/slideMaster" Target="../slideMasters/slideMaster27.xml"/></Relationships>
</file>

<file path=ppt/slideLayouts/_rels/slideLayout317.xml.rels><?xml version="1.0" encoding="UTF-8" standalone="yes"?>
<Relationships xmlns="http://schemas.openxmlformats.org/package/2006/relationships"><Relationship Id="rId1" Type="http://schemas.openxmlformats.org/officeDocument/2006/relationships/slideMaster" Target="../slideMasters/slideMaster27.xml"/></Relationships>
</file>

<file path=ppt/slideLayouts/_rels/slideLayout318.xml.rels><?xml version="1.0" encoding="UTF-8" standalone="yes"?>
<Relationships xmlns="http://schemas.openxmlformats.org/package/2006/relationships"><Relationship Id="rId1" Type="http://schemas.openxmlformats.org/officeDocument/2006/relationships/slideMaster" Target="../slideMasters/slideMaster27.xml"/></Relationships>
</file>

<file path=ppt/slideLayouts/_rels/slideLayout319.xml.rels><?xml version="1.0" encoding="UTF-8" standalone="yes"?>
<Relationships xmlns="http://schemas.openxmlformats.org/package/2006/relationships"><Relationship Id="rId1" Type="http://schemas.openxmlformats.org/officeDocument/2006/relationships/slideMaster" Target="../slideMasters/slideMaster27.xml"/></Relationships>
</file>

<file path=ppt/slideLayouts/_rels/slideLayout320.xml.rels><?xml version="1.0" encoding="UTF-8" standalone="yes"?>
<Relationships xmlns="http://schemas.openxmlformats.org/package/2006/relationships"><Relationship Id="rId1" Type="http://schemas.openxmlformats.org/officeDocument/2006/relationships/slideMaster" Target="../slideMasters/slideMaster27.xml"/></Relationships>
</file>

<file path=ppt/slideLayouts/_rels/slideLayout321.xml.rels><?xml version="1.0" encoding="UTF-8" standalone="yes"?>
<Relationships xmlns="http://schemas.openxmlformats.org/package/2006/relationships"><Relationship Id="rId1" Type="http://schemas.openxmlformats.org/officeDocument/2006/relationships/slideMaster" Target="../slideMasters/slideMaster27.xml"/></Relationships>
</file>

<file path=ppt/slideLayouts/_rels/slideLayout322.xml.rels><?xml version="1.0" encoding="UTF-8" standalone="yes"?>
<Relationships xmlns="http://schemas.openxmlformats.org/package/2006/relationships"><Relationship Id="rId1" Type="http://schemas.openxmlformats.org/officeDocument/2006/relationships/slideMaster" Target="../slideMasters/slideMaster27.xml"/></Relationships>
</file>

<file path=ppt/slideLayouts/_rels/slideLayout323.xml.rels><?xml version="1.0" encoding="UTF-8" standalone="yes"?>
<Relationships xmlns="http://schemas.openxmlformats.org/package/2006/relationships"><Relationship Id="rId1" Type="http://schemas.openxmlformats.org/officeDocument/2006/relationships/slideMaster" Target="../slideMasters/slideMaster27.xml"/></Relationships>
</file>

<file path=ppt/slideLayouts/_rels/slideLayout324.xml.rels><?xml version="1.0" encoding="UTF-8" standalone="yes"?>
<Relationships xmlns="http://schemas.openxmlformats.org/package/2006/relationships"><Relationship Id="rId1" Type="http://schemas.openxmlformats.org/officeDocument/2006/relationships/slideMaster" Target="../slideMasters/slideMaster27.xml"/></Relationships>
</file>

<file path=ppt/slideLayouts/_rels/slideLayout325.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28.xml"/><Relationship Id="rId4" Type="http://schemas.openxmlformats.org/officeDocument/2006/relationships/image" Target="../media/image2.jpeg"/></Relationships>
</file>

<file path=ppt/slideLayouts/_rels/slideLayout326.xml.rels><?xml version="1.0" encoding="UTF-8" standalone="yes"?>
<Relationships xmlns="http://schemas.openxmlformats.org/package/2006/relationships"><Relationship Id="rId1" Type="http://schemas.openxmlformats.org/officeDocument/2006/relationships/slideMaster" Target="../slideMasters/slideMaster28.xml"/></Relationships>
</file>

<file path=ppt/slideLayouts/_rels/slideLayout327.xml.rels><?xml version="1.0" encoding="UTF-8" standalone="yes"?>
<Relationships xmlns="http://schemas.openxmlformats.org/package/2006/relationships"><Relationship Id="rId1" Type="http://schemas.openxmlformats.org/officeDocument/2006/relationships/slideMaster" Target="../slideMasters/slideMaster28.xml"/></Relationships>
</file>

<file path=ppt/slideLayouts/_rels/slideLayout328.xml.rels><?xml version="1.0" encoding="UTF-8" standalone="yes"?>
<Relationships xmlns="http://schemas.openxmlformats.org/package/2006/relationships"><Relationship Id="rId1" Type="http://schemas.openxmlformats.org/officeDocument/2006/relationships/slideMaster" Target="../slideMasters/slideMaster28.xml"/></Relationships>
</file>

<file path=ppt/slideLayouts/_rels/slideLayout329.xml.rels><?xml version="1.0" encoding="UTF-8" standalone="yes"?>
<Relationships xmlns="http://schemas.openxmlformats.org/package/2006/relationships"><Relationship Id="rId1" Type="http://schemas.openxmlformats.org/officeDocument/2006/relationships/slideMaster" Target="../slideMasters/slideMaster28.xml"/></Relationships>
</file>

<file path=ppt/slideLayouts/_rels/slideLayout330.xml.rels><?xml version="1.0" encoding="UTF-8" standalone="yes"?>
<Relationships xmlns="http://schemas.openxmlformats.org/package/2006/relationships"><Relationship Id="rId1" Type="http://schemas.openxmlformats.org/officeDocument/2006/relationships/slideMaster" Target="../slideMasters/slideMaster28.xml"/></Relationships>
</file>

<file path=ppt/slideLayouts/_rels/slideLayout331.xml.rels><?xml version="1.0" encoding="UTF-8" standalone="yes"?>
<Relationships xmlns="http://schemas.openxmlformats.org/package/2006/relationships"><Relationship Id="rId1" Type="http://schemas.openxmlformats.org/officeDocument/2006/relationships/slideMaster" Target="../slideMasters/slideMaster28.xml"/></Relationships>
</file>

<file path=ppt/slideLayouts/_rels/slideLayout332.xml.rels><?xml version="1.0" encoding="UTF-8" standalone="yes"?>
<Relationships xmlns="http://schemas.openxmlformats.org/package/2006/relationships"><Relationship Id="rId1" Type="http://schemas.openxmlformats.org/officeDocument/2006/relationships/slideMaster" Target="../slideMasters/slideMaster28.xml"/></Relationships>
</file>

<file path=ppt/slideLayouts/_rels/slideLayout333.xml.rels><?xml version="1.0" encoding="UTF-8" standalone="yes"?>
<Relationships xmlns="http://schemas.openxmlformats.org/package/2006/relationships"><Relationship Id="rId1" Type="http://schemas.openxmlformats.org/officeDocument/2006/relationships/slideMaster" Target="../slideMasters/slideMaster28.xml"/></Relationships>
</file>

<file path=ppt/slideLayouts/_rels/slideLayout334.xml.rels><?xml version="1.0" encoding="UTF-8" standalone="yes"?>
<Relationships xmlns="http://schemas.openxmlformats.org/package/2006/relationships"><Relationship Id="rId1" Type="http://schemas.openxmlformats.org/officeDocument/2006/relationships/slideMaster" Target="../slideMasters/slideMaster28.xml"/></Relationships>
</file>

<file path=ppt/slideLayouts/_rels/slideLayout335.xml.rels><?xml version="1.0" encoding="UTF-8" standalone="yes"?>
<Relationships xmlns="http://schemas.openxmlformats.org/package/2006/relationships"><Relationship Id="rId1" Type="http://schemas.openxmlformats.org/officeDocument/2006/relationships/slideMaster" Target="../slideMasters/slideMaster28.xml"/></Relationships>
</file>

<file path=ppt/slideLayouts/_rels/slideLayout336.xml.rels><?xml version="1.0" encoding="UTF-8" standalone="yes"?>
<Relationships xmlns="http://schemas.openxmlformats.org/package/2006/relationships"><Relationship Id="rId1" Type="http://schemas.openxmlformats.org/officeDocument/2006/relationships/slideMaster" Target="../slideMasters/slideMaster28.xml"/></Relationships>
</file>

<file path=ppt/slideLayouts/_rels/slideLayout337.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29.xml"/><Relationship Id="rId4" Type="http://schemas.openxmlformats.org/officeDocument/2006/relationships/image" Target="../media/image2.jpeg"/></Relationships>
</file>

<file path=ppt/slideLayouts/_rels/slideLayout338.xml.rels><?xml version="1.0" encoding="UTF-8" standalone="yes"?>
<Relationships xmlns="http://schemas.openxmlformats.org/package/2006/relationships"><Relationship Id="rId1" Type="http://schemas.openxmlformats.org/officeDocument/2006/relationships/slideMaster" Target="../slideMasters/slideMaster29.xml"/></Relationships>
</file>

<file path=ppt/slideLayouts/_rels/slideLayout339.xml.rels><?xml version="1.0" encoding="UTF-8" standalone="yes"?>
<Relationships xmlns="http://schemas.openxmlformats.org/package/2006/relationships"><Relationship Id="rId1" Type="http://schemas.openxmlformats.org/officeDocument/2006/relationships/slideMaster" Target="../slideMasters/slideMaster29.xml"/></Relationships>
</file>

<file path=ppt/slideLayouts/_rels/slideLayout340.xml.rels><?xml version="1.0" encoding="UTF-8" standalone="yes"?>
<Relationships xmlns="http://schemas.openxmlformats.org/package/2006/relationships"><Relationship Id="rId1" Type="http://schemas.openxmlformats.org/officeDocument/2006/relationships/slideMaster" Target="../slideMasters/slideMaster29.xml"/></Relationships>
</file>

<file path=ppt/slideLayouts/_rels/slideLayout341.xml.rels><?xml version="1.0" encoding="UTF-8" standalone="yes"?>
<Relationships xmlns="http://schemas.openxmlformats.org/package/2006/relationships"><Relationship Id="rId1" Type="http://schemas.openxmlformats.org/officeDocument/2006/relationships/slideMaster" Target="../slideMasters/slideMaster29.xml"/></Relationships>
</file>

<file path=ppt/slideLayouts/_rels/slideLayout342.xml.rels><?xml version="1.0" encoding="UTF-8" standalone="yes"?>
<Relationships xmlns="http://schemas.openxmlformats.org/package/2006/relationships"><Relationship Id="rId1" Type="http://schemas.openxmlformats.org/officeDocument/2006/relationships/slideMaster" Target="../slideMasters/slideMaster29.xml"/></Relationships>
</file>

<file path=ppt/slideLayouts/_rels/slideLayout343.xml.rels><?xml version="1.0" encoding="UTF-8" standalone="yes"?>
<Relationships xmlns="http://schemas.openxmlformats.org/package/2006/relationships"><Relationship Id="rId1" Type="http://schemas.openxmlformats.org/officeDocument/2006/relationships/slideMaster" Target="../slideMasters/slideMaster29.xml"/></Relationships>
</file>

<file path=ppt/slideLayouts/_rels/slideLayout344.xml.rels><?xml version="1.0" encoding="UTF-8" standalone="yes"?>
<Relationships xmlns="http://schemas.openxmlformats.org/package/2006/relationships"><Relationship Id="rId1" Type="http://schemas.openxmlformats.org/officeDocument/2006/relationships/slideMaster" Target="../slideMasters/slideMaster29.xml"/></Relationships>
</file>

<file path=ppt/slideLayouts/_rels/slideLayout345.xml.rels><?xml version="1.0" encoding="UTF-8" standalone="yes"?>
<Relationships xmlns="http://schemas.openxmlformats.org/package/2006/relationships"><Relationship Id="rId1" Type="http://schemas.openxmlformats.org/officeDocument/2006/relationships/slideMaster" Target="../slideMasters/slideMaster29.xml"/></Relationships>
</file>

<file path=ppt/slideLayouts/_rels/slideLayout346.xml.rels><?xml version="1.0" encoding="UTF-8" standalone="yes"?>
<Relationships xmlns="http://schemas.openxmlformats.org/package/2006/relationships"><Relationship Id="rId1" Type="http://schemas.openxmlformats.org/officeDocument/2006/relationships/slideMaster" Target="../slideMasters/slideMaster29.xml"/></Relationships>
</file>

<file path=ppt/slideLayouts/_rels/slideLayout347.xml.rels><?xml version="1.0" encoding="UTF-8" standalone="yes"?>
<Relationships xmlns="http://schemas.openxmlformats.org/package/2006/relationships"><Relationship Id="rId1" Type="http://schemas.openxmlformats.org/officeDocument/2006/relationships/slideMaster" Target="../slideMasters/slideMaster29.xml"/></Relationships>
</file>

<file path=ppt/slideLayouts/_rels/slideLayout348.xml.rels><?xml version="1.0" encoding="UTF-8" standalone="yes"?>
<Relationships xmlns="http://schemas.openxmlformats.org/package/2006/relationships"><Relationship Id="rId1" Type="http://schemas.openxmlformats.org/officeDocument/2006/relationships/slideMaster" Target="../slideMasters/slideMaster29.xml"/></Relationships>
</file>

<file path=ppt/slideLayouts/_rels/slideLayout349.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30.xml"/><Relationship Id="rId4" Type="http://schemas.openxmlformats.org/officeDocument/2006/relationships/image" Target="../media/image2.jpeg"/></Relationships>
</file>

<file path=ppt/slideLayouts/_rels/slideLayout350.xml.rels><?xml version="1.0" encoding="UTF-8" standalone="yes"?>
<Relationships xmlns="http://schemas.openxmlformats.org/package/2006/relationships"><Relationship Id="rId1" Type="http://schemas.openxmlformats.org/officeDocument/2006/relationships/slideMaster" Target="../slideMasters/slideMaster30.xml"/></Relationships>
</file>

<file path=ppt/slideLayouts/_rels/slideLayout351.xml.rels><?xml version="1.0" encoding="UTF-8" standalone="yes"?>
<Relationships xmlns="http://schemas.openxmlformats.org/package/2006/relationships"><Relationship Id="rId1" Type="http://schemas.openxmlformats.org/officeDocument/2006/relationships/slideMaster" Target="../slideMasters/slideMaster30.xml"/></Relationships>
</file>

<file path=ppt/slideLayouts/_rels/slideLayout352.xml.rels><?xml version="1.0" encoding="UTF-8" standalone="yes"?>
<Relationships xmlns="http://schemas.openxmlformats.org/package/2006/relationships"><Relationship Id="rId1" Type="http://schemas.openxmlformats.org/officeDocument/2006/relationships/slideMaster" Target="../slideMasters/slideMaster30.xml"/></Relationships>
</file>

<file path=ppt/slideLayouts/_rels/slideLayout353.xml.rels><?xml version="1.0" encoding="UTF-8" standalone="yes"?>
<Relationships xmlns="http://schemas.openxmlformats.org/package/2006/relationships"><Relationship Id="rId1" Type="http://schemas.openxmlformats.org/officeDocument/2006/relationships/slideMaster" Target="../slideMasters/slideMaster30.xml"/></Relationships>
</file>

<file path=ppt/slideLayouts/_rels/slideLayout354.xml.rels><?xml version="1.0" encoding="UTF-8" standalone="yes"?>
<Relationships xmlns="http://schemas.openxmlformats.org/package/2006/relationships"><Relationship Id="rId1" Type="http://schemas.openxmlformats.org/officeDocument/2006/relationships/slideMaster" Target="../slideMasters/slideMaster30.xml"/></Relationships>
</file>

<file path=ppt/slideLayouts/_rels/slideLayout355.xml.rels><?xml version="1.0" encoding="UTF-8" standalone="yes"?>
<Relationships xmlns="http://schemas.openxmlformats.org/package/2006/relationships"><Relationship Id="rId1" Type="http://schemas.openxmlformats.org/officeDocument/2006/relationships/slideMaster" Target="../slideMasters/slideMaster30.xml"/></Relationships>
</file>

<file path=ppt/slideLayouts/_rels/slideLayout356.xml.rels><?xml version="1.0" encoding="UTF-8" standalone="yes"?>
<Relationships xmlns="http://schemas.openxmlformats.org/package/2006/relationships"><Relationship Id="rId1" Type="http://schemas.openxmlformats.org/officeDocument/2006/relationships/slideMaster" Target="../slideMasters/slideMaster30.xml"/></Relationships>
</file>

<file path=ppt/slideLayouts/_rels/slideLayout357.xml.rels><?xml version="1.0" encoding="UTF-8" standalone="yes"?>
<Relationships xmlns="http://schemas.openxmlformats.org/package/2006/relationships"><Relationship Id="rId1" Type="http://schemas.openxmlformats.org/officeDocument/2006/relationships/slideMaster" Target="../slideMasters/slideMaster30.xml"/></Relationships>
</file>

<file path=ppt/slideLayouts/_rels/slideLayout358.xml.rels><?xml version="1.0" encoding="UTF-8" standalone="yes"?>
<Relationships xmlns="http://schemas.openxmlformats.org/package/2006/relationships"><Relationship Id="rId1" Type="http://schemas.openxmlformats.org/officeDocument/2006/relationships/slideMaster" Target="../slideMasters/slideMaster30.xml"/></Relationships>
</file>

<file path=ppt/slideLayouts/_rels/slideLayout359.xml.rels><?xml version="1.0" encoding="UTF-8" standalone="yes"?>
<Relationships xmlns="http://schemas.openxmlformats.org/package/2006/relationships"><Relationship Id="rId1" Type="http://schemas.openxmlformats.org/officeDocument/2006/relationships/slideMaster" Target="../slideMasters/slideMaster30.xml"/></Relationships>
</file>

<file path=ppt/slideLayouts/_rels/slideLayout360.xml.rels><?xml version="1.0" encoding="UTF-8" standalone="yes"?>
<Relationships xmlns="http://schemas.openxmlformats.org/package/2006/relationships"><Relationship Id="rId1" Type="http://schemas.openxmlformats.org/officeDocument/2006/relationships/slideMaster" Target="../slideMasters/slideMaster30.xml"/></Relationships>
</file>

<file path=ppt/slideLayouts/_rels/slideLayout36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31.xml"/><Relationship Id="rId4" Type="http://schemas.openxmlformats.org/officeDocument/2006/relationships/image" Target="../media/image2.jpeg"/></Relationships>
</file>

<file path=ppt/slideLayouts/_rels/slideLayout362.xml.rels><?xml version="1.0" encoding="UTF-8" standalone="yes"?>
<Relationships xmlns="http://schemas.openxmlformats.org/package/2006/relationships"><Relationship Id="rId1" Type="http://schemas.openxmlformats.org/officeDocument/2006/relationships/slideMaster" Target="../slideMasters/slideMaster31.xml"/></Relationships>
</file>

<file path=ppt/slideLayouts/_rels/slideLayout363.xml.rels><?xml version="1.0" encoding="UTF-8" standalone="yes"?>
<Relationships xmlns="http://schemas.openxmlformats.org/package/2006/relationships"><Relationship Id="rId1" Type="http://schemas.openxmlformats.org/officeDocument/2006/relationships/slideMaster" Target="../slideMasters/slideMaster31.xml"/></Relationships>
</file>

<file path=ppt/slideLayouts/_rels/slideLayout364.xml.rels><?xml version="1.0" encoding="UTF-8" standalone="yes"?>
<Relationships xmlns="http://schemas.openxmlformats.org/package/2006/relationships"><Relationship Id="rId1" Type="http://schemas.openxmlformats.org/officeDocument/2006/relationships/slideMaster" Target="../slideMasters/slideMaster31.xml"/></Relationships>
</file>

<file path=ppt/slideLayouts/_rels/slideLayout365.xml.rels><?xml version="1.0" encoding="UTF-8" standalone="yes"?>
<Relationships xmlns="http://schemas.openxmlformats.org/package/2006/relationships"><Relationship Id="rId1" Type="http://schemas.openxmlformats.org/officeDocument/2006/relationships/slideMaster" Target="../slideMasters/slideMaster31.xml"/></Relationships>
</file>

<file path=ppt/slideLayouts/_rels/slideLayout366.xml.rels><?xml version="1.0" encoding="UTF-8" standalone="yes"?>
<Relationships xmlns="http://schemas.openxmlformats.org/package/2006/relationships"><Relationship Id="rId1" Type="http://schemas.openxmlformats.org/officeDocument/2006/relationships/slideMaster" Target="../slideMasters/slideMaster31.xml"/></Relationships>
</file>

<file path=ppt/slideLayouts/_rels/slideLayout367.xml.rels><?xml version="1.0" encoding="UTF-8" standalone="yes"?>
<Relationships xmlns="http://schemas.openxmlformats.org/package/2006/relationships"><Relationship Id="rId1" Type="http://schemas.openxmlformats.org/officeDocument/2006/relationships/slideMaster" Target="../slideMasters/slideMaster31.xml"/></Relationships>
</file>

<file path=ppt/slideLayouts/_rels/slideLayout368.xml.rels><?xml version="1.0" encoding="UTF-8" standalone="yes"?>
<Relationships xmlns="http://schemas.openxmlformats.org/package/2006/relationships"><Relationship Id="rId1" Type="http://schemas.openxmlformats.org/officeDocument/2006/relationships/slideMaster" Target="../slideMasters/slideMaster31.xml"/></Relationships>
</file>

<file path=ppt/slideLayouts/_rels/slideLayout369.xml.rels><?xml version="1.0" encoding="UTF-8" standalone="yes"?>
<Relationships xmlns="http://schemas.openxmlformats.org/package/2006/relationships"><Relationship Id="rId1" Type="http://schemas.openxmlformats.org/officeDocument/2006/relationships/slideMaster" Target="../slideMasters/slideMaster31.xml"/></Relationships>
</file>

<file path=ppt/slideLayouts/_rels/slideLayout370.xml.rels><?xml version="1.0" encoding="UTF-8" standalone="yes"?>
<Relationships xmlns="http://schemas.openxmlformats.org/package/2006/relationships"><Relationship Id="rId1" Type="http://schemas.openxmlformats.org/officeDocument/2006/relationships/slideMaster" Target="../slideMasters/slideMaster31.xml"/></Relationships>
</file>

<file path=ppt/slideLayouts/_rels/slideLayout371.xml.rels><?xml version="1.0" encoding="UTF-8" standalone="yes"?>
<Relationships xmlns="http://schemas.openxmlformats.org/package/2006/relationships"><Relationship Id="rId1" Type="http://schemas.openxmlformats.org/officeDocument/2006/relationships/slideMaster" Target="../slideMasters/slideMaster31.xml"/></Relationships>
</file>

<file path=ppt/slideLayouts/_rels/slideLayout372.xml.rels><?xml version="1.0" encoding="UTF-8" standalone="yes"?>
<Relationships xmlns="http://schemas.openxmlformats.org/package/2006/relationships"><Relationship Id="rId1" Type="http://schemas.openxmlformats.org/officeDocument/2006/relationships/slideMaster" Target="../slideMasters/slideMaster31.xml"/></Relationships>
</file>

<file path=ppt/slideLayouts/_rels/slideLayout373.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32.xml"/><Relationship Id="rId4" Type="http://schemas.openxmlformats.org/officeDocument/2006/relationships/image" Target="../media/image2.jpeg"/></Relationships>
</file>

<file path=ppt/slideLayouts/_rels/slideLayout374.xml.rels><?xml version="1.0" encoding="UTF-8" standalone="yes"?>
<Relationships xmlns="http://schemas.openxmlformats.org/package/2006/relationships"><Relationship Id="rId1" Type="http://schemas.openxmlformats.org/officeDocument/2006/relationships/slideMaster" Target="../slideMasters/slideMaster32.xml"/></Relationships>
</file>

<file path=ppt/slideLayouts/_rels/slideLayout375.xml.rels><?xml version="1.0" encoding="UTF-8" standalone="yes"?>
<Relationships xmlns="http://schemas.openxmlformats.org/package/2006/relationships"><Relationship Id="rId1" Type="http://schemas.openxmlformats.org/officeDocument/2006/relationships/slideMaster" Target="../slideMasters/slideMaster32.xml"/></Relationships>
</file>

<file path=ppt/slideLayouts/_rels/slideLayout376.xml.rels><?xml version="1.0" encoding="UTF-8" standalone="yes"?>
<Relationships xmlns="http://schemas.openxmlformats.org/package/2006/relationships"><Relationship Id="rId1" Type="http://schemas.openxmlformats.org/officeDocument/2006/relationships/slideMaster" Target="../slideMasters/slideMaster32.xml"/></Relationships>
</file>

<file path=ppt/slideLayouts/_rels/slideLayout377.xml.rels><?xml version="1.0" encoding="UTF-8" standalone="yes"?>
<Relationships xmlns="http://schemas.openxmlformats.org/package/2006/relationships"><Relationship Id="rId1" Type="http://schemas.openxmlformats.org/officeDocument/2006/relationships/slideMaster" Target="../slideMasters/slideMaster32.xml"/></Relationships>
</file>

<file path=ppt/slideLayouts/_rels/slideLayout378.xml.rels><?xml version="1.0" encoding="UTF-8" standalone="yes"?>
<Relationships xmlns="http://schemas.openxmlformats.org/package/2006/relationships"><Relationship Id="rId1" Type="http://schemas.openxmlformats.org/officeDocument/2006/relationships/slideMaster" Target="../slideMasters/slideMaster32.xml"/></Relationships>
</file>

<file path=ppt/slideLayouts/_rels/slideLayout379.xml.rels><?xml version="1.0" encoding="UTF-8" standalone="yes"?>
<Relationships xmlns="http://schemas.openxmlformats.org/package/2006/relationships"><Relationship Id="rId1" Type="http://schemas.openxmlformats.org/officeDocument/2006/relationships/slideMaster" Target="../slideMasters/slideMaster32.xml"/></Relationships>
</file>

<file path=ppt/slideLayouts/_rels/slideLayout380.xml.rels><?xml version="1.0" encoding="UTF-8" standalone="yes"?>
<Relationships xmlns="http://schemas.openxmlformats.org/package/2006/relationships"><Relationship Id="rId1" Type="http://schemas.openxmlformats.org/officeDocument/2006/relationships/slideMaster" Target="../slideMasters/slideMaster32.xml"/></Relationships>
</file>

<file path=ppt/slideLayouts/_rels/slideLayout381.xml.rels><?xml version="1.0" encoding="UTF-8" standalone="yes"?>
<Relationships xmlns="http://schemas.openxmlformats.org/package/2006/relationships"><Relationship Id="rId1" Type="http://schemas.openxmlformats.org/officeDocument/2006/relationships/slideMaster" Target="../slideMasters/slideMaster32.xml"/></Relationships>
</file>

<file path=ppt/slideLayouts/_rels/slideLayout382.xml.rels><?xml version="1.0" encoding="UTF-8" standalone="yes"?>
<Relationships xmlns="http://schemas.openxmlformats.org/package/2006/relationships"><Relationship Id="rId1" Type="http://schemas.openxmlformats.org/officeDocument/2006/relationships/slideMaster" Target="../slideMasters/slideMaster32.xml"/></Relationships>
</file>

<file path=ppt/slideLayouts/_rels/slideLayout383.xml.rels><?xml version="1.0" encoding="UTF-8" standalone="yes"?>
<Relationships xmlns="http://schemas.openxmlformats.org/package/2006/relationships"><Relationship Id="rId1" Type="http://schemas.openxmlformats.org/officeDocument/2006/relationships/slideMaster" Target="../slideMasters/slideMaster32.xml"/></Relationships>
</file>

<file path=ppt/slideLayouts/_rels/slideLayout384.xml.rels><?xml version="1.0" encoding="UTF-8" standalone="yes"?>
<Relationships xmlns="http://schemas.openxmlformats.org/package/2006/relationships"><Relationship Id="rId1" Type="http://schemas.openxmlformats.org/officeDocument/2006/relationships/slideMaster" Target="../slideMasters/slideMaster32.xml"/></Relationships>
</file>

<file path=ppt/slideLayouts/_rels/slideLayout385.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33.xml"/><Relationship Id="rId4" Type="http://schemas.openxmlformats.org/officeDocument/2006/relationships/image" Target="../media/image2.jpeg"/></Relationships>
</file>

<file path=ppt/slideLayouts/_rels/slideLayout386.xml.rels><?xml version="1.0" encoding="UTF-8" standalone="yes"?>
<Relationships xmlns="http://schemas.openxmlformats.org/package/2006/relationships"><Relationship Id="rId1" Type="http://schemas.openxmlformats.org/officeDocument/2006/relationships/slideMaster" Target="../slideMasters/slideMaster33.xml"/></Relationships>
</file>

<file path=ppt/slideLayouts/_rels/slideLayout387.xml.rels><?xml version="1.0" encoding="UTF-8" standalone="yes"?>
<Relationships xmlns="http://schemas.openxmlformats.org/package/2006/relationships"><Relationship Id="rId1" Type="http://schemas.openxmlformats.org/officeDocument/2006/relationships/slideMaster" Target="../slideMasters/slideMaster33.xml"/></Relationships>
</file>

<file path=ppt/slideLayouts/_rels/slideLayout388.xml.rels><?xml version="1.0" encoding="UTF-8" standalone="yes"?>
<Relationships xmlns="http://schemas.openxmlformats.org/package/2006/relationships"><Relationship Id="rId1" Type="http://schemas.openxmlformats.org/officeDocument/2006/relationships/slideMaster" Target="../slideMasters/slideMaster33.xml"/></Relationships>
</file>

<file path=ppt/slideLayouts/_rels/slideLayout389.xml.rels><?xml version="1.0" encoding="UTF-8" standalone="yes"?>
<Relationships xmlns="http://schemas.openxmlformats.org/package/2006/relationships"><Relationship Id="rId1" Type="http://schemas.openxmlformats.org/officeDocument/2006/relationships/slideMaster" Target="../slideMasters/slideMaster33.xml"/></Relationships>
</file>

<file path=ppt/slideLayouts/_rels/slideLayout390.xml.rels><?xml version="1.0" encoding="UTF-8" standalone="yes"?>
<Relationships xmlns="http://schemas.openxmlformats.org/package/2006/relationships"><Relationship Id="rId1" Type="http://schemas.openxmlformats.org/officeDocument/2006/relationships/slideMaster" Target="../slideMasters/slideMaster33.xml"/></Relationships>
</file>

<file path=ppt/slideLayouts/_rels/slideLayout391.xml.rels><?xml version="1.0" encoding="UTF-8" standalone="yes"?>
<Relationships xmlns="http://schemas.openxmlformats.org/package/2006/relationships"><Relationship Id="rId1" Type="http://schemas.openxmlformats.org/officeDocument/2006/relationships/slideMaster" Target="../slideMasters/slideMaster33.xml"/></Relationships>
</file>

<file path=ppt/slideLayouts/_rels/slideLayout392.xml.rels><?xml version="1.0" encoding="UTF-8" standalone="yes"?>
<Relationships xmlns="http://schemas.openxmlformats.org/package/2006/relationships"><Relationship Id="rId1" Type="http://schemas.openxmlformats.org/officeDocument/2006/relationships/slideMaster" Target="../slideMasters/slideMaster33.xml"/></Relationships>
</file>

<file path=ppt/slideLayouts/_rels/slideLayout393.xml.rels><?xml version="1.0" encoding="UTF-8" standalone="yes"?>
<Relationships xmlns="http://schemas.openxmlformats.org/package/2006/relationships"><Relationship Id="rId1" Type="http://schemas.openxmlformats.org/officeDocument/2006/relationships/slideMaster" Target="../slideMasters/slideMaster33.xml"/></Relationships>
</file>

<file path=ppt/slideLayouts/_rels/slideLayout394.xml.rels><?xml version="1.0" encoding="UTF-8" standalone="yes"?>
<Relationships xmlns="http://schemas.openxmlformats.org/package/2006/relationships"><Relationship Id="rId1" Type="http://schemas.openxmlformats.org/officeDocument/2006/relationships/slideMaster" Target="../slideMasters/slideMaster33.xml"/></Relationships>
</file>

<file path=ppt/slideLayouts/_rels/slideLayout395.xml.rels><?xml version="1.0" encoding="UTF-8" standalone="yes"?>
<Relationships xmlns="http://schemas.openxmlformats.org/package/2006/relationships"><Relationship Id="rId1" Type="http://schemas.openxmlformats.org/officeDocument/2006/relationships/slideMaster" Target="../slideMasters/slideMaster33.xml"/></Relationships>
</file>

<file path=ppt/slideLayouts/_rels/slideLayout396.xml.rels><?xml version="1.0" encoding="UTF-8" standalone="yes"?>
<Relationships xmlns="http://schemas.openxmlformats.org/package/2006/relationships"><Relationship Id="rId1" Type="http://schemas.openxmlformats.org/officeDocument/2006/relationships/slideMaster" Target="../slideMasters/slideMaster33.xml"/></Relationships>
</file>

<file path=ppt/slideLayouts/_rels/slideLayout397.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34.xml"/><Relationship Id="rId4" Type="http://schemas.openxmlformats.org/officeDocument/2006/relationships/image" Target="../media/image2.jpeg"/></Relationships>
</file>

<file path=ppt/slideLayouts/_rels/slideLayout398.xml.rels><?xml version="1.0" encoding="UTF-8" standalone="yes"?>
<Relationships xmlns="http://schemas.openxmlformats.org/package/2006/relationships"><Relationship Id="rId1" Type="http://schemas.openxmlformats.org/officeDocument/2006/relationships/slideMaster" Target="../slideMasters/slideMaster34.xml"/></Relationships>
</file>

<file path=ppt/slideLayouts/_rels/slideLayout399.xml.rels><?xml version="1.0" encoding="UTF-8" standalone="yes"?>
<Relationships xmlns="http://schemas.openxmlformats.org/package/2006/relationships"><Relationship Id="rId1" Type="http://schemas.openxmlformats.org/officeDocument/2006/relationships/slideMaster" Target="../slideMasters/slideMaster34.xml"/></Relationships>
</file>

<file path=ppt/slideLayouts/_rels/slideLayout400.xml.rels><?xml version="1.0" encoding="UTF-8" standalone="yes"?>
<Relationships xmlns="http://schemas.openxmlformats.org/package/2006/relationships"><Relationship Id="rId1" Type="http://schemas.openxmlformats.org/officeDocument/2006/relationships/slideMaster" Target="../slideMasters/slideMaster34.xml"/></Relationships>
</file>

<file path=ppt/slideLayouts/_rels/slideLayout401.xml.rels><?xml version="1.0" encoding="UTF-8" standalone="yes"?>
<Relationships xmlns="http://schemas.openxmlformats.org/package/2006/relationships"><Relationship Id="rId1" Type="http://schemas.openxmlformats.org/officeDocument/2006/relationships/slideMaster" Target="../slideMasters/slideMaster34.xml"/></Relationships>
</file>

<file path=ppt/slideLayouts/_rels/slideLayout402.xml.rels><?xml version="1.0" encoding="UTF-8" standalone="yes"?>
<Relationships xmlns="http://schemas.openxmlformats.org/package/2006/relationships"><Relationship Id="rId1" Type="http://schemas.openxmlformats.org/officeDocument/2006/relationships/slideMaster" Target="../slideMasters/slideMaster34.xml"/></Relationships>
</file>

<file path=ppt/slideLayouts/_rels/slideLayout403.xml.rels><?xml version="1.0" encoding="UTF-8" standalone="yes"?>
<Relationships xmlns="http://schemas.openxmlformats.org/package/2006/relationships"><Relationship Id="rId1" Type="http://schemas.openxmlformats.org/officeDocument/2006/relationships/slideMaster" Target="../slideMasters/slideMaster34.xml"/></Relationships>
</file>

<file path=ppt/slideLayouts/_rels/slideLayout404.xml.rels><?xml version="1.0" encoding="UTF-8" standalone="yes"?>
<Relationships xmlns="http://schemas.openxmlformats.org/package/2006/relationships"><Relationship Id="rId1" Type="http://schemas.openxmlformats.org/officeDocument/2006/relationships/slideMaster" Target="../slideMasters/slideMaster34.xml"/></Relationships>
</file>

<file path=ppt/slideLayouts/_rels/slideLayout405.xml.rels><?xml version="1.0" encoding="UTF-8" standalone="yes"?>
<Relationships xmlns="http://schemas.openxmlformats.org/package/2006/relationships"><Relationship Id="rId1" Type="http://schemas.openxmlformats.org/officeDocument/2006/relationships/slideMaster" Target="../slideMasters/slideMaster34.xml"/></Relationships>
</file>

<file path=ppt/slideLayouts/_rels/slideLayout406.xml.rels><?xml version="1.0" encoding="UTF-8" standalone="yes"?>
<Relationships xmlns="http://schemas.openxmlformats.org/package/2006/relationships"><Relationship Id="rId1" Type="http://schemas.openxmlformats.org/officeDocument/2006/relationships/slideMaster" Target="../slideMasters/slideMaster34.xml"/></Relationships>
</file>

<file path=ppt/slideLayouts/_rels/slideLayout407.xml.rels><?xml version="1.0" encoding="UTF-8" standalone="yes"?>
<Relationships xmlns="http://schemas.openxmlformats.org/package/2006/relationships"><Relationship Id="rId1" Type="http://schemas.openxmlformats.org/officeDocument/2006/relationships/slideMaster" Target="../slideMasters/slideMaster34.xml"/></Relationships>
</file>

<file path=ppt/slideLayouts/_rels/slideLayout408.xml.rels><?xml version="1.0" encoding="UTF-8" standalone="yes"?>
<Relationships xmlns="http://schemas.openxmlformats.org/package/2006/relationships"><Relationship Id="rId1" Type="http://schemas.openxmlformats.org/officeDocument/2006/relationships/slideMaster" Target="../slideMasters/slideMaster34.xml"/></Relationships>
</file>

<file path=ppt/slideLayouts/_rels/slideLayout409.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35.xml"/><Relationship Id="rId4" Type="http://schemas.openxmlformats.org/officeDocument/2006/relationships/image" Target="../media/image2.jpeg"/></Relationships>
</file>

<file path=ppt/slideLayouts/_rels/slideLayout410.xml.rels><?xml version="1.0" encoding="UTF-8" standalone="yes"?>
<Relationships xmlns="http://schemas.openxmlformats.org/package/2006/relationships"><Relationship Id="rId1" Type="http://schemas.openxmlformats.org/officeDocument/2006/relationships/slideMaster" Target="../slideMasters/slideMaster35.xml"/></Relationships>
</file>

<file path=ppt/slideLayouts/_rels/slideLayout411.xml.rels><?xml version="1.0" encoding="UTF-8" standalone="yes"?>
<Relationships xmlns="http://schemas.openxmlformats.org/package/2006/relationships"><Relationship Id="rId1" Type="http://schemas.openxmlformats.org/officeDocument/2006/relationships/slideMaster" Target="../slideMasters/slideMaster35.xml"/></Relationships>
</file>

<file path=ppt/slideLayouts/_rels/slideLayout412.xml.rels><?xml version="1.0" encoding="UTF-8" standalone="yes"?>
<Relationships xmlns="http://schemas.openxmlformats.org/package/2006/relationships"><Relationship Id="rId1" Type="http://schemas.openxmlformats.org/officeDocument/2006/relationships/slideMaster" Target="../slideMasters/slideMaster35.xml"/></Relationships>
</file>

<file path=ppt/slideLayouts/_rels/slideLayout413.xml.rels><?xml version="1.0" encoding="UTF-8" standalone="yes"?>
<Relationships xmlns="http://schemas.openxmlformats.org/package/2006/relationships"><Relationship Id="rId1" Type="http://schemas.openxmlformats.org/officeDocument/2006/relationships/slideMaster" Target="../slideMasters/slideMaster35.xml"/></Relationships>
</file>

<file path=ppt/slideLayouts/_rels/slideLayout414.xml.rels><?xml version="1.0" encoding="UTF-8" standalone="yes"?>
<Relationships xmlns="http://schemas.openxmlformats.org/package/2006/relationships"><Relationship Id="rId1" Type="http://schemas.openxmlformats.org/officeDocument/2006/relationships/slideMaster" Target="../slideMasters/slideMaster35.xml"/></Relationships>
</file>

<file path=ppt/slideLayouts/_rels/slideLayout415.xml.rels><?xml version="1.0" encoding="UTF-8" standalone="yes"?>
<Relationships xmlns="http://schemas.openxmlformats.org/package/2006/relationships"><Relationship Id="rId1" Type="http://schemas.openxmlformats.org/officeDocument/2006/relationships/slideMaster" Target="../slideMasters/slideMaster35.xml"/></Relationships>
</file>

<file path=ppt/slideLayouts/_rels/slideLayout416.xml.rels><?xml version="1.0" encoding="UTF-8" standalone="yes"?>
<Relationships xmlns="http://schemas.openxmlformats.org/package/2006/relationships"><Relationship Id="rId1" Type="http://schemas.openxmlformats.org/officeDocument/2006/relationships/slideMaster" Target="../slideMasters/slideMaster35.xml"/></Relationships>
</file>

<file path=ppt/slideLayouts/_rels/slideLayout417.xml.rels><?xml version="1.0" encoding="UTF-8" standalone="yes"?>
<Relationships xmlns="http://schemas.openxmlformats.org/package/2006/relationships"><Relationship Id="rId1" Type="http://schemas.openxmlformats.org/officeDocument/2006/relationships/slideMaster" Target="../slideMasters/slideMaster35.xml"/></Relationships>
</file>

<file path=ppt/slideLayouts/_rels/slideLayout418.xml.rels><?xml version="1.0" encoding="UTF-8" standalone="yes"?>
<Relationships xmlns="http://schemas.openxmlformats.org/package/2006/relationships"><Relationship Id="rId1" Type="http://schemas.openxmlformats.org/officeDocument/2006/relationships/slideMaster" Target="../slideMasters/slideMaster35.xml"/></Relationships>
</file>

<file path=ppt/slideLayouts/_rels/slideLayout419.xml.rels><?xml version="1.0" encoding="UTF-8" standalone="yes"?>
<Relationships xmlns="http://schemas.openxmlformats.org/package/2006/relationships"><Relationship Id="rId1" Type="http://schemas.openxmlformats.org/officeDocument/2006/relationships/slideMaster" Target="../slideMasters/slideMaster35.xml"/></Relationships>
</file>

<file path=ppt/slideLayouts/_rels/slideLayout420.xml.rels><?xml version="1.0" encoding="UTF-8" standalone="yes"?>
<Relationships xmlns="http://schemas.openxmlformats.org/package/2006/relationships"><Relationship Id="rId1" Type="http://schemas.openxmlformats.org/officeDocument/2006/relationships/slideMaster" Target="../slideMasters/slideMaster35.xml"/></Relationships>
</file>

<file path=ppt/slideLayouts/_rels/slideLayout42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36.xml"/><Relationship Id="rId4" Type="http://schemas.openxmlformats.org/officeDocument/2006/relationships/image" Target="../media/image2.jpeg"/></Relationships>
</file>

<file path=ppt/slideLayouts/_rels/slideLayout422.xml.rels><?xml version="1.0" encoding="UTF-8" standalone="yes"?>
<Relationships xmlns="http://schemas.openxmlformats.org/package/2006/relationships"><Relationship Id="rId1" Type="http://schemas.openxmlformats.org/officeDocument/2006/relationships/slideMaster" Target="../slideMasters/slideMaster36.xml"/></Relationships>
</file>

<file path=ppt/slideLayouts/_rels/slideLayout423.xml.rels><?xml version="1.0" encoding="UTF-8" standalone="yes"?>
<Relationships xmlns="http://schemas.openxmlformats.org/package/2006/relationships"><Relationship Id="rId1" Type="http://schemas.openxmlformats.org/officeDocument/2006/relationships/slideMaster" Target="../slideMasters/slideMaster36.xml"/></Relationships>
</file>

<file path=ppt/slideLayouts/_rels/slideLayout424.xml.rels><?xml version="1.0" encoding="UTF-8" standalone="yes"?>
<Relationships xmlns="http://schemas.openxmlformats.org/package/2006/relationships"><Relationship Id="rId1" Type="http://schemas.openxmlformats.org/officeDocument/2006/relationships/slideMaster" Target="../slideMasters/slideMaster36.xml"/></Relationships>
</file>

<file path=ppt/slideLayouts/_rels/slideLayout425.xml.rels><?xml version="1.0" encoding="UTF-8" standalone="yes"?>
<Relationships xmlns="http://schemas.openxmlformats.org/package/2006/relationships"><Relationship Id="rId1" Type="http://schemas.openxmlformats.org/officeDocument/2006/relationships/slideMaster" Target="../slideMasters/slideMaster36.xml"/></Relationships>
</file>

<file path=ppt/slideLayouts/_rels/slideLayout426.xml.rels><?xml version="1.0" encoding="UTF-8" standalone="yes"?>
<Relationships xmlns="http://schemas.openxmlformats.org/package/2006/relationships"><Relationship Id="rId1" Type="http://schemas.openxmlformats.org/officeDocument/2006/relationships/slideMaster" Target="../slideMasters/slideMaster36.xml"/></Relationships>
</file>

<file path=ppt/slideLayouts/_rels/slideLayout427.xml.rels><?xml version="1.0" encoding="UTF-8" standalone="yes"?>
<Relationships xmlns="http://schemas.openxmlformats.org/package/2006/relationships"><Relationship Id="rId1" Type="http://schemas.openxmlformats.org/officeDocument/2006/relationships/slideMaster" Target="../slideMasters/slideMaster36.xml"/></Relationships>
</file>

<file path=ppt/slideLayouts/_rels/slideLayout428.xml.rels><?xml version="1.0" encoding="UTF-8" standalone="yes"?>
<Relationships xmlns="http://schemas.openxmlformats.org/package/2006/relationships"><Relationship Id="rId1" Type="http://schemas.openxmlformats.org/officeDocument/2006/relationships/slideMaster" Target="../slideMasters/slideMaster36.xml"/></Relationships>
</file>

<file path=ppt/slideLayouts/_rels/slideLayout429.xml.rels><?xml version="1.0" encoding="UTF-8" standalone="yes"?>
<Relationships xmlns="http://schemas.openxmlformats.org/package/2006/relationships"><Relationship Id="rId1" Type="http://schemas.openxmlformats.org/officeDocument/2006/relationships/slideMaster" Target="../slideMasters/slideMaster36.xml"/></Relationships>
</file>

<file path=ppt/slideLayouts/_rels/slideLayout430.xml.rels><?xml version="1.0" encoding="UTF-8" standalone="yes"?>
<Relationships xmlns="http://schemas.openxmlformats.org/package/2006/relationships"><Relationship Id="rId1" Type="http://schemas.openxmlformats.org/officeDocument/2006/relationships/slideMaster" Target="../slideMasters/slideMaster36.xml"/></Relationships>
</file>

<file path=ppt/slideLayouts/_rels/slideLayout431.xml.rels><?xml version="1.0" encoding="UTF-8" standalone="yes"?>
<Relationships xmlns="http://schemas.openxmlformats.org/package/2006/relationships"><Relationship Id="rId1" Type="http://schemas.openxmlformats.org/officeDocument/2006/relationships/slideMaster" Target="../slideMasters/slideMaster36.xml"/></Relationships>
</file>

<file path=ppt/slideLayouts/_rels/slideLayout432.xml.rels><?xml version="1.0" encoding="UTF-8" standalone="yes"?>
<Relationships xmlns="http://schemas.openxmlformats.org/package/2006/relationships"><Relationship Id="rId1" Type="http://schemas.openxmlformats.org/officeDocument/2006/relationships/slideMaster" Target="../slideMasters/slideMaster36.xml"/></Relationships>
</file>

<file path=ppt/slideLayouts/_rels/slideLayout433.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37.xml"/><Relationship Id="rId4" Type="http://schemas.openxmlformats.org/officeDocument/2006/relationships/image" Target="../media/image2.jpeg"/></Relationships>
</file>

<file path=ppt/slideLayouts/_rels/slideLayout434.xml.rels><?xml version="1.0" encoding="UTF-8" standalone="yes"?>
<Relationships xmlns="http://schemas.openxmlformats.org/package/2006/relationships"><Relationship Id="rId1" Type="http://schemas.openxmlformats.org/officeDocument/2006/relationships/slideMaster" Target="../slideMasters/slideMaster37.xml"/></Relationships>
</file>

<file path=ppt/slideLayouts/_rels/slideLayout435.xml.rels><?xml version="1.0" encoding="UTF-8" standalone="yes"?>
<Relationships xmlns="http://schemas.openxmlformats.org/package/2006/relationships"><Relationship Id="rId1" Type="http://schemas.openxmlformats.org/officeDocument/2006/relationships/slideMaster" Target="../slideMasters/slideMaster37.xml"/></Relationships>
</file>

<file path=ppt/slideLayouts/_rels/slideLayout436.xml.rels><?xml version="1.0" encoding="UTF-8" standalone="yes"?>
<Relationships xmlns="http://schemas.openxmlformats.org/package/2006/relationships"><Relationship Id="rId1" Type="http://schemas.openxmlformats.org/officeDocument/2006/relationships/slideMaster" Target="../slideMasters/slideMaster37.xml"/></Relationships>
</file>

<file path=ppt/slideLayouts/_rels/slideLayout437.xml.rels><?xml version="1.0" encoding="UTF-8" standalone="yes"?>
<Relationships xmlns="http://schemas.openxmlformats.org/package/2006/relationships"><Relationship Id="rId1" Type="http://schemas.openxmlformats.org/officeDocument/2006/relationships/slideMaster" Target="../slideMasters/slideMaster37.xml"/></Relationships>
</file>

<file path=ppt/slideLayouts/_rels/slideLayout438.xml.rels><?xml version="1.0" encoding="UTF-8" standalone="yes"?>
<Relationships xmlns="http://schemas.openxmlformats.org/package/2006/relationships"><Relationship Id="rId1" Type="http://schemas.openxmlformats.org/officeDocument/2006/relationships/slideMaster" Target="../slideMasters/slideMaster37.xml"/></Relationships>
</file>

<file path=ppt/slideLayouts/_rels/slideLayout439.xml.rels><?xml version="1.0" encoding="UTF-8" standalone="yes"?>
<Relationships xmlns="http://schemas.openxmlformats.org/package/2006/relationships"><Relationship Id="rId1" Type="http://schemas.openxmlformats.org/officeDocument/2006/relationships/slideMaster" Target="../slideMasters/slideMaster37.xml"/></Relationships>
</file>

<file path=ppt/slideLayouts/_rels/slideLayout440.xml.rels><?xml version="1.0" encoding="UTF-8" standalone="yes"?>
<Relationships xmlns="http://schemas.openxmlformats.org/package/2006/relationships"><Relationship Id="rId1" Type="http://schemas.openxmlformats.org/officeDocument/2006/relationships/slideMaster" Target="../slideMasters/slideMaster37.xml"/></Relationships>
</file>

<file path=ppt/slideLayouts/_rels/slideLayout441.xml.rels><?xml version="1.0" encoding="UTF-8" standalone="yes"?>
<Relationships xmlns="http://schemas.openxmlformats.org/package/2006/relationships"><Relationship Id="rId1" Type="http://schemas.openxmlformats.org/officeDocument/2006/relationships/slideMaster" Target="../slideMasters/slideMaster37.xml"/></Relationships>
</file>

<file path=ppt/slideLayouts/_rels/slideLayout442.xml.rels><?xml version="1.0" encoding="UTF-8" standalone="yes"?>
<Relationships xmlns="http://schemas.openxmlformats.org/package/2006/relationships"><Relationship Id="rId1" Type="http://schemas.openxmlformats.org/officeDocument/2006/relationships/slideMaster" Target="../slideMasters/slideMaster37.xml"/></Relationships>
</file>

<file path=ppt/slideLayouts/_rels/slideLayout443.xml.rels><?xml version="1.0" encoding="UTF-8" standalone="yes"?>
<Relationships xmlns="http://schemas.openxmlformats.org/package/2006/relationships"><Relationship Id="rId1" Type="http://schemas.openxmlformats.org/officeDocument/2006/relationships/slideMaster" Target="../slideMasters/slideMaster37.xml"/></Relationships>
</file>

<file path=ppt/slideLayouts/_rels/slideLayout444.xml.rels><?xml version="1.0" encoding="UTF-8" standalone="yes"?>
<Relationships xmlns="http://schemas.openxmlformats.org/package/2006/relationships"><Relationship Id="rId1" Type="http://schemas.openxmlformats.org/officeDocument/2006/relationships/slideMaster" Target="../slideMasters/slideMaster37.xml"/></Relationships>
</file>

<file path=ppt/slideLayouts/_rels/slideLayout445.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38.xml"/><Relationship Id="rId4" Type="http://schemas.openxmlformats.org/officeDocument/2006/relationships/image" Target="../media/image2.jpeg"/></Relationships>
</file>

<file path=ppt/slideLayouts/_rels/slideLayout446.xml.rels><?xml version="1.0" encoding="UTF-8" standalone="yes"?>
<Relationships xmlns="http://schemas.openxmlformats.org/package/2006/relationships"><Relationship Id="rId1" Type="http://schemas.openxmlformats.org/officeDocument/2006/relationships/slideMaster" Target="../slideMasters/slideMaster38.xml"/></Relationships>
</file>

<file path=ppt/slideLayouts/_rels/slideLayout447.xml.rels><?xml version="1.0" encoding="UTF-8" standalone="yes"?>
<Relationships xmlns="http://schemas.openxmlformats.org/package/2006/relationships"><Relationship Id="rId1" Type="http://schemas.openxmlformats.org/officeDocument/2006/relationships/slideMaster" Target="../slideMasters/slideMaster38.xml"/></Relationships>
</file>

<file path=ppt/slideLayouts/_rels/slideLayout448.xml.rels><?xml version="1.0" encoding="UTF-8" standalone="yes"?>
<Relationships xmlns="http://schemas.openxmlformats.org/package/2006/relationships"><Relationship Id="rId1" Type="http://schemas.openxmlformats.org/officeDocument/2006/relationships/slideMaster" Target="../slideMasters/slideMaster38.xml"/></Relationships>
</file>

<file path=ppt/slideLayouts/_rels/slideLayout449.xml.rels><?xml version="1.0" encoding="UTF-8" standalone="yes"?>
<Relationships xmlns="http://schemas.openxmlformats.org/package/2006/relationships"><Relationship Id="rId1" Type="http://schemas.openxmlformats.org/officeDocument/2006/relationships/slideMaster" Target="../slideMasters/slideMaster38.xml"/></Relationships>
</file>

<file path=ppt/slideLayouts/_rels/slideLayout450.xml.rels><?xml version="1.0" encoding="UTF-8" standalone="yes"?>
<Relationships xmlns="http://schemas.openxmlformats.org/package/2006/relationships"><Relationship Id="rId1" Type="http://schemas.openxmlformats.org/officeDocument/2006/relationships/slideMaster" Target="../slideMasters/slideMaster38.xml"/></Relationships>
</file>

<file path=ppt/slideLayouts/_rels/slideLayout451.xml.rels><?xml version="1.0" encoding="UTF-8" standalone="yes"?>
<Relationships xmlns="http://schemas.openxmlformats.org/package/2006/relationships"><Relationship Id="rId1" Type="http://schemas.openxmlformats.org/officeDocument/2006/relationships/slideMaster" Target="../slideMasters/slideMaster38.xml"/></Relationships>
</file>

<file path=ppt/slideLayouts/_rels/slideLayout452.xml.rels><?xml version="1.0" encoding="UTF-8" standalone="yes"?>
<Relationships xmlns="http://schemas.openxmlformats.org/package/2006/relationships"><Relationship Id="rId1" Type="http://schemas.openxmlformats.org/officeDocument/2006/relationships/slideMaster" Target="../slideMasters/slideMaster38.xml"/></Relationships>
</file>

<file path=ppt/slideLayouts/_rels/slideLayout453.xml.rels><?xml version="1.0" encoding="UTF-8" standalone="yes"?>
<Relationships xmlns="http://schemas.openxmlformats.org/package/2006/relationships"><Relationship Id="rId1" Type="http://schemas.openxmlformats.org/officeDocument/2006/relationships/slideMaster" Target="../slideMasters/slideMaster38.xml"/></Relationships>
</file>

<file path=ppt/slideLayouts/_rels/slideLayout454.xml.rels><?xml version="1.0" encoding="UTF-8" standalone="yes"?>
<Relationships xmlns="http://schemas.openxmlformats.org/package/2006/relationships"><Relationship Id="rId1" Type="http://schemas.openxmlformats.org/officeDocument/2006/relationships/slideMaster" Target="../slideMasters/slideMaster38.xml"/></Relationships>
</file>

<file path=ppt/slideLayouts/_rels/slideLayout455.xml.rels><?xml version="1.0" encoding="UTF-8" standalone="yes"?>
<Relationships xmlns="http://schemas.openxmlformats.org/package/2006/relationships"><Relationship Id="rId1" Type="http://schemas.openxmlformats.org/officeDocument/2006/relationships/slideMaster" Target="../slideMasters/slideMaster38.xml"/></Relationships>
</file>

<file path=ppt/slideLayouts/_rels/slideLayout456.xml.rels><?xml version="1.0" encoding="UTF-8" standalone="yes"?>
<Relationships xmlns="http://schemas.openxmlformats.org/package/2006/relationships"><Relationship Id="rId1" Type="http://schemas.openxmlformats.org/officeDocument/2006/relationships/slideMaster" Target="../slideMasters/slideMaster38.xml"/></Relationships>
</file>

<file path=ppt/slideLayouts/_rels/slideLayout457.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39.xml"/><Relationship Id="rId4" Type="http://schemas.openxmlformats.org/officeDocument/2006/relationships/image" Target="../media/image2.jpeg"/></Relationships>
</file>

<file path=ppt/slideLayouts/_rels/slideLayout458.xml.rels><?xml version="1.0" encoding="UTF-8" standalone="yes"?>
<Relationships xmlns="http://schemas.openxmlformats.org/package/2006/relationships"><Relationship Id="rId1" Type="http://schemas.openxmlformats.org/officeDocument/2006/relationships/slideMaster" Target="../slideMasters/slideMaster39.xml"/></Relationships>
</file>

<file path=ppt/slideLayouts/_rels/slideLayout459.xml.rels><?xml version="1.0" encoding="UTF-8" standalone="yes"?>
<Relationships xmlns="http://schemas.openxmlformats.org/package/2006/relationships"><Relationship Id="rId1" Type="http://schemas.openxmlformats.org/officeDocument/2006/relationships/slideMaster" Target="../slideMasters/slideMaster39.xml"/></Relationships>
</file>

<file path=ppt/slideLayouts/_rels/slideLayout460.xml.rels><?xml version="1.0" encoding="UTF-8" standalone="yes"?>
<Relationships xmlns="http://schemas.openxmlformats.org/package/2006/relationships"><Relationship Id="rId1" Type="http://schemas.openxmlformats.org/officeDocument/2006/relationships/slideMaster" Target="../slideMasters/slideMaster39.xml"/></Relationships>
</file>

<file path=ppt/slideLayouts/_rels/slideLayout461.xml.rels><?xml version="1.0" encoding="UTF-8" standalone="yes"?>
<Relationships xmlns="http://schemas.openxmlformats.org/package/2006/relationships"><Relationship Id="rId1" Type="http://schemas.openxmlformats.org/officeDocument/2006/relationships/slideMaster" Target="../slideMasters/slideMaster39.xml"/></Relationships>
</file>

<file path=ppt/slideLayouts/_rels/slideLayout462.xml.rels><?xml version="1.0" encoding="UTF-8" standalone="yes"?>
<Relationships xmlns="http://schemas.openxmlformats.org/package/2006/relationships"><Relationship Id="rId1" Type="http://schemas.openxmlformats.org/officeDocument/2006/relationships/slideMaster" Target="../slideMasters/slideMaster39.xml"/></Relationships>
</file>

<file path=ppt/slideLayouts/_rels/slideLayout463.xml.rels><?xml version="1.0" encoding="UTF-8" standalone="yes"?>
<Relationships xmlns="http://schemas.openxmlformats.org/package/2006/relationships"><Relationship Id="rId1" Type="http://schemas.openxmlformats.org/officeDocument/2006/relationships/slideMaster" Target="../slideMasters/slideMaster39.xml"/></Relationships>
</file>

<file path=ppt/slideLayouts/_rels/slideLayout464.xml.rels><?xml version="1.0" encoding="UTF-8" standalone="yes"?>
<Relationships xmlns="http://schemas.openxmlformats.org/package/2006/relationships"><Relationship Id="rId1" Type="http://schemas.openxmlformats.org/officeDocument/2006/relationships/slideMaster" Target="../slideMasters/slideMaster39.xml"/></Relationships>
</file>

<file path=ppt/slideLayouts/_rels/slideLayout465.xml.rels><?xml version="1.0" encoding="UTF-8" standalone="yes"?>
<Relationships xmlns="http://schemas.openxmlformats.org/package/2006/relationships"><Relationship Id="rId1" Type="http://schemas.openxmlformats.org/officeDocument/2006/relationships/slideMaster" Target="../slideMasters/slideMaster39.xml"/></Relationships>
</file>

<file path=ppt/slideLayouts/_rels/slideLayout466.xml.rels><?xml version="1.0" encoding="UTF-8" standalone="yes"?>
<Relationships xmlns="http://schemas.openxmlformats.org/package/2006/relationships"><Relationship Id="rId1" Type="http://schemas.openxmlformats.org/officeDocument/2006/relationships/slideMaster" Target="../slideMasters/slideMaster39.xml"/></Relationships>
</file>

<file path=ppt/slideLayouts/_rels/slideLayout467.xml.rels><?xml version="1.0" encoding="UTF-8" standalone="yes"?>
<Relationships xmlns="http://schemas.openxmlformats.org/package/2006/relationships"><Relationship Id="rId1" Type="http://schemas.openxmlformats.org/officeDocument/2006/relationships/slideMaster" Target="../slideMasters/slideMaster39.xml"/></Relationships>
</file>

<file path=ppt/slideLayouts/_rels/slideLayout468.xml.rels><?xml version="1.0" encoding="UTF-8" standalone="yes"?>
<Relationships xmlns="http://schemas.openxmlformats.org/package/2006/relationships"><Relationship Id="rId1" Type="http://schemas.openxmlformats.org/officeDocument/2006/relationships/slideMaster" Target="../slideMasters/slideMaster39.xml"/></Relationships>
</file>

<file path=ppt/slideLayouts/_rels/slideLayout469.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40.xml"/><Relationship Id="rId4" Type="http://schemas.openxmlformats.org/officeDocument/2006/relationships/image" Target="../media/image2.jpeg"/></Relationships>
</file>

<file path=ppt/slideLayouts/_rels/slideLayout470.xml.rels><?xml version="1.0" encoding="UTF-8" standalone="yes"?>
<Relationships xmlns="http://schemas.openxmlformats.org/package/2006/relationships"><Relationship Id="rId1" Type="http://schemas.openxmlformats.org/officeDocument/2006/relationships/slideMaster" Target="../slideMasters/slideMaster40.xml"/></Relationships>
</file>

<file path=ppt/slideLayouts/_rels/slideLayout471.xml.rels><?xml version="1.0" encoding="UTF-8" standalone="yes"?>
<Relationships xmlns="http://schemas.openxmlformats.org/package/2006/relationships"><Relationship Id="rId1" Type="http://schemas.openxmlformats.org/officeDocument/2006/relationships/slideMaster" Target="../slideMasters/slideMaster40.xml"/></Relationships>
</file>

<file path=ppt/slideLayouts/_rels/slideLayout472.xml.rels><?xml version="1.0" encoding="UTF-8" standalone="yes"?>
<Relationships xmlns="http://schemas.openxmlformats.org/package/2006/relationships"><Relationship Id="rId1" Type="http://schemas.openxmlformats.org/officeDocument/2006/relationships/slideMaster" Target="../slideMasters/slideMaster40.xml"/></Relationships>
</file>

<file path=ppt/slideLayouts/_rels/slideLayout473.xml.rels><?xml version="1.0" encoding="UTF-8" standalone="yes"?>
<Relationships xmlns="http://schemas.openxmlformats.org/package/2006/relationships"><Relationship Id="rId1" Type="http://schemas.openxmlformats.org/officeDocument/2006/relationships/slideMaster" Target="../slideMasters/slideMaster40.xml"/></Relationships>
</file>

<file path=ppt/slideLayouts/_rels/slideLayout474.xml.rels><?xml version="1.0" encoding="UTF-8" standalone="yes"?>
<Relationships xmlns="http://schemas.openxmlformats.org/package/2006/relationships"><Relationship Id="rId1" Type="http://schemas.openxmlformats.org/officeDocument/2006/relationships/slideMaster" Target="../slideMasters/slideMaster40.xml"/></Relationships>
</file>

<file path=ppt/slideLayouts/_rels/slideLayout475.xml.rels><?xml version="1.0" encoding="UTF-8" standalone="yes"?>
<Relationships xmlns="http://schemas.openxmlformats.org/package/2006/relationships"><Relationship Id="rId1" Type="http://schemas.openxmlformats.org/officeDocument/2006/relationships/slideMaster" Target="../slideMasters/slideMaster40.xml"/></Relationships>
</file>

<file path=ppt/slideLayouts/_rels/slideLayout476.xml.rels><?xml version="1.0" encoding="UTF-8" standalone="yes"?>
<Relationships xmlns="http://schemas.openxmlformats.org/package/2006/relationships"><Relationship Id="rId1" Type="http://schemas.openxmlformats.org/officeDocument/2006/relationships/slideMaster" Target="../slideMasters/slideMaster40.xml"/></Relationships>
</file>

<file path=ppt/slideLayouts/_rels/slideLayout477.xml.rels><?xml version="1.0" encoding="UTF-8" standalone="yes"?>
<Relationships xmlns="http://schemas.openxmlformats.org/package/2006/relationships"><Relationship Id="rId1" Type="http://schemas.openxmlformats.org/officeDocument/2006/relationships/slideMaster" Target="../slideMasters/slideMaster40.xml"/></Relationships>
</file>

<file path=ppt/slideLayouts/_rels/slideLayout478.xml.rels><?xml version="1.0" encoding="UTF-8" standalone="yes"?>
<Relationships xmlns="http://schemas.openxmlformats.org/package/2006/relationships"><Relationship Id="rId1" Type="http://schemas.openxmlformats.org/officeDocument/2006/relationships/slideMaster" Target="../slideMasters/slideMaster40.xml"/></Relationships>
</file>

<file path=ppt/slideLayouts/_rels/slideLayout479.xml.rels><?xml version="1.0" encoding="UTF-8" standalone="yes"?>
<Relationships xmlns="http://schemas.openxmlformats.org/package/2006/relationships"><Relationship Id="rId1" Type="http://schemas.openxmlformats.org/officeDocument/2006/relationships/slideMaster" Target="../slideMasters/slideMaster40.xml"/></Relationships>
</file>

<file path=ppt/slideLayouts/_rels/slideLayout480.xml.rels><?xml version="1.0" encoding="UTF-8" standalone="yes"?>
<Relationships xmlns="http://schemas.openxmlformats.org/package/2006/relationships"><Relationship Id="rId1" Type="http://schemas.openxmlformats.org/officeDocument/2006/relationships/slideMaster" Target="../slideMasters/slideMaster40.xml"/></Relationships>
</file>

<file path=ppt/slideLayouts/_rels/slideLayout48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41.xml"/><Relationship Id="rId4" Type="http://schemas.openxmlformats.org/officeDocument/2006/relationships/image" Target="../media/image2.jpeg"/></Relationships>
</file>

<file path=ppt/slideLayouts/_rels/slideLayout482.xml.rels><?xml version="1.0" encoding="UTF-8" standalone="yes"?>
<Relationships xmlns="http://schemas.openxmlformats.org/package/2006/relationships"><Relationship Id="rId1" Type="http://schemas.openxmlformats.org/officeDocument/2006/relationships/slideMaster" Target="../slideMasters/slideMaster41.xml"/></Relationships>
</file>

<file path=ppt/slideLayouts/_rels/slideLayout483.xml.rels><?xml version="1.0" encoding="UTF-8" standalone="yes"?>
<Relationships xmlns="http://schemas.openxmlformats.org/package/2006/relationships"><Relationship Id="rId1" Type="http://schemas.openxmlformats.org/officeDocument/2006/relationships/slideMaster" Target="../slideMasters/slideMaster41.xml"/></Relationships>
</file>

<file path=ppt/slideLayouts/_rels/slideLayout484.xml.rels><?xml version="1.0" encoding="UTF-8" standalone="yes"?>
<Relationships xmlns="http://schemas.openxmlformats.org/package/2006/relationships"><Relationship Id="rId1" Type="http://schemas.openxmlformats.org/officeDocument/2006/relationships/slideMaster" Target="../slideMasters/slideMaster41.xml"/></Relationships>
</file>

<file path=ppt/slideLayouts/_rels/slideLayout485.xml.rels><?xml version="1.0" encoding="UTF-8" standalone="yes"?>
<Relationships xmlns="http://schemas.openxmlformats.org/package/2006/relationships"><Relationship Id="rId1" Type="http://schemas.openxmlformats.org/officeDocument/2006/relationships/slideMaster" Target="../slideMasters/slideMaster41.xml"/></Relationships>
</file>

<file path=ppt/slideLayouts/_rels/slideLayout486.xml.rels><?xml version="1.0" encoding="UTF-8" standalone="yes"?>
<Relationships xmlns="http://schemas.openxmlformats.org/package/2006/relationships"><Relationship Id="rId1" Type="http://schemas.openxmlformats.org/officeDocument/2006/relationships/slideMaster" Target="../slideMasters/slideMaster41.xml"/></Relationships>
</file>

<file path=ppt/slideLayouts/_rels/slideLayout487.xml.rels><?xml version="1.0" encoding="UTF-8" standalone="yes"?>
<Relationships xmlns="http://schemas.openxmlformats.org/package/2006/relationships"><Relationship Id="rId1" Type="http://schemas.openxmlformats.org/officeDocument/2006/relationships/slideMaster" Target="../slideMasters/slideMaster41.xml"/></Relationships>
</file>

<file path=ppt/slideLayouts/_rels/slideLayout488.xml.rels><?xml version="1.0" encoding="UTF-8" standalone="yes"?>
<Relationships xmlns="http://schemas.openxmlformats.org/package/2006/relationships"><Relationship Id="rId1" Type="http://schemas.openxmlformats.org/officeDocument/2006/relationships/slideMaster" Target="../slideMasters/slideMaster41.xml"/></Relationships>
</file>

<file path=ppt/slideLayouts/_rels/slideLayout489.xml.rels><?xml version="1.0" encoding="UTF-8" standalone="yes"?>
<Relationships xmlns="http://schemas.openxmlformats.org/package/2006/relationships"><Relationship Id="rId1" Type="http://schemas.openxmlformats.org/officeDocument/2006/relationships/slideMaster" Target="../slideMasters/slideMaster41.xml"/></Relationships>
</file>

<file path=ppt/slideLayouts/_rels/slideLayout490.xml.rels><?xml version="1.0" encoding="UTF-8" standalone="yes"?>
<Relationships xmlns="http://schemas.openxmlformats.org/package/2006/relationships"><Relationship Id="rId1" Type="http://schemas.openxmlformats.org/officeDocument/2006/relationships/slideMaster" Target="../slideMasters/slideMaster41.xml"/></Relationships>
</file>

<file path=ppt/slideLayouts/_rels/slideLayout491.xml.rels><?xml version="1.0" encoding="UTF-8" standalone="yes"?>
<Relationships xmlns="http://schemas.openxmlformats.org/package/2006/relationships"><Relationship Id="rId1" Type="http://schemas.openxmlformats.org/officeDocument/2006/relationships/slideMaster" Target="../slideMasters/slideMaster41.xml"/></Relationships>
</file>

<file path=ppt/slideLayouts/_rels/slideLayout492.xml.rels><?xml version="1.0" encoding="UTF-8" standalone="yes"?>
<Relationships xmlns="http://schemas.openxmlformats.org/package/2006/relationships"><Relationship Id="rId1" Type="http://schemas.openxmlformats.org/officeDocument/2006/relationships/slideMaster" Target="../slideMasters/slideMaster41.xml"/></Relationships>
</file>

<file path=ppt/slideLayouts/_rels/slideLayout493.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42.xml"/><Relationship Id="rId4" Type="http://schemas.openxmlformats.org/officeDocument/2006/relationships/image" Target="../media/image2.jpeg"/></Relationships>
</file>

<file path=ppt/slideLayouts/_rels/slideLayout494.xml.rels><?xml version="1.0" encoding="UTF-8" standalone="yes"?>
<Relationships xmlns="http://schemas.openxmlformats.org/package/2006/relationships"><Relationship Id="rId1" Type="http://schemas.openxmlformats.org/officeDocument/2006/relationships/slideMaster" Target="../slideMasters/slideMaster42.xml"/></Relationships>
</file>

<file path=ppt/slideLayouts/_rels/slideLayout495.xml.rels><?xml version="1.0" encoding="UTF-8" standalone="yes"?>
<Relationships xmlns="http://schemas.openxmlformats.org/package/2006/relationships"><Relationship Id="rId1" Type="http://schemas.openxmlformats.org/officeDocument/2006/relationships/slideMaster" Target="../slideMasters/slideMaster42.xml"/></Relationships>
</file>

<file path=ppt/slideLayouts/_rels/slideLayout496.xml.rels><?xml version="1.0" encoding="UTF-8" standalone="yes"?>
<Relationships xmlns="http://schemas.openxmlformats.org/package/2006/relationships"><Relationship Id="rId1" Type="http://schemas.openxmlformats.org/officeDocument/2006/relationships/slideMaster" Target="../slideMasters/slideMaster42.xml"/></Relationships>
</file>

<file path=ppt/slideLayouts/_rels/slideLayout497.xml.rels><?xml version="1.0" encoding="UTF-8" standalone="yes"?>
<Relationships xmlns="http://schemas.openxmlformats.org/package/2006/relationships"><Relationship Id="rId1" Type="http://schemas.openxmlformats.org/officeDocument/2006/relationships/slideMaster" Target="../slideMasters/slideMaster42.xml"/></Relationships>
</file>

<file path=ppt/slideLayouts/_rels/slideLayout498.xml.rels><?xml version="1.0" encoding="UTF-8" standalone="yes"?>
<Relationships xmlns="http://schemas.openxmlformats.org/package/2006/relationships"><Relationship Id="rId1" Type="http://schemas.openxmlformats.org/officeDocument/2006/relationships/slideMaster" Target="../slideMasters/slideMaster42.xml"/></Relationships>
</file>

<file path=ppt/slideLayouts/_rels/slideLayout499.xml.rels><?xml version="1.0" encoding="UTF-8" standalone="yes"?>
<Relationships xmlns="http://schemas.openxmlformats.org/package/2006/relationships"><Relationship Id="rId1" Type="http://schemas.openxmlformats.org/officeDocument/2006/relationships/slideMaster" Target="../slideMasters/slideMaster42.xml"/></Relationships>
</file>

<file path=ppt/slideLayouts/_rels/slideLayout500.xml.rels><?xml version="1.0" encoding="UTF-8" standalone="yes"?>
<Relationships xmlns="http://schemas.openxmlformats.org/package/2006/relationships"><Relationship Id="rId1" Type="http://schemas.openxmlformats.org/officeDocument/2006/relationships/slideMaster" Target="../slideMasters/slideMaster42.xml"/></Relationships>
</file>

<file path=ppt/slideLayouts/_rels/slideLayout501.xml.rels><?xml version="1.0" encoding="UTF-8" standalone="yes"?>
<Relationships xmlns="http://schemas.openxmlformats.org/package/2006/relationships"><Relationship Id="rId1" Type="http://schemas.openxmlformats.org/officeDocument/2006/relationships/slideMaster" Target="../slideMasters/slideMaster42.xml"/></Relationships>
</file>

<file path=ppt/slideLayouts/_rels/slideLayout502.xml.rels><?xml version="1.0" encoding="UTF-8" standalone="yes"?>
<Relationships xmlns="http://schemas.openxmlformats.org/package/2006/relationships"><Relationship Id="rId1" Type="http://schemas.openxmlformats.org/officeDocument/2006/relationships/slideMaster" Target="../slideMasters/slideMaster42.xml"/></Relationships>
</file>

<file path=ppt/slideLayouts/_rels/slideLayout503.xml.rels><?xml version="1.0" encoding="UTF-8" standalone="yes"?>
<Relationships xmlns="http://schemas.openxmlformats.org/package/2006/relationships"><Relationship Id="rId1" Type="http://schemas.openxmlformats.org/officeDocument/2006/relationships/slideMaster" Target="../slideMasters/slideMaster42.xml"/></Relationships>
</file>

<file path=ppt/slideLayouts/_rels/slideLayout504.xml.rels><?xml version="1.0" encoding="UTF-8" standalone="yes"?>
<Relationships xmlns="http://schemas.openxmlformats.org/package/2006/relationships"><Relationship Id="rId1" Type="http://schemas.openxmlformats.org/officeDocument/2006/relationships/slideMaster" Target="../slideMasters/slideMaster42.xml"/></Relationships>
</file>

<file path=ppt/slideLayouts/_rels/slideLayout505.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43.xml"/><Relationship Id="rId4" Type="http://schemas.openxmlformats.org/officeDocument/2006/relationships/image" Target="../media/image2.jpeg"/></Relationships>
</file>

<file path=ppt/slideLayouts/_rels/slideLayout506.xml.rels><?xml version="1.0" encoding="UTF-8" standalone="yes"?>
<Relationships xmlns="http://schemas.openxmlformats.org/package/2006/relationships"><Relationship Id="rId1" Type="http://schemas.openxmlformats.org/officeDocument/2006/relationships/slideMaster" Target="../slideMasters/slideMaster43.xml"/></Relationships>
</file>

<file path=ppt/slideLayouts/_rels/slideLayout507.xml.rels><?xml version="1.0" encoding="UTF-8" standalone="yes"?>
<Relationships xmlns="http://schemas.openxmlformats.org/package/2006/relationships"><Relationship Id="rId1" Type="http://schemas.openxmlformats.org/officeDocument/2006/relationships/slideMaster" Target="../slideMasters/slideMaster43.xml"/></Relationships>
</file>

<file path=ppt/slideLayouts/_rels/slideLayout508.xml.rels><?xml version="1.0" encoding="UTF-8" standalone="yes"?>
<Relationships xmlns="http://schemas.openxmlformats.org/package/2006/relationships"><Relationship Id="rId1" Type="http://schemas.openxmlformats.org/officeDocument/2006/relationships/slideMaster" Target="../slideMasters/slideMaster43.xml"/></Relationships>
</file>

<file path=ppt/slideLayouts/_rels/slideLayout509.xml.rels><?xml version="1.0" encoding="UTF-8" standalone="yes"?>
<Relationships xmlns="http://schemas.openxmlformats.org/package/2006/relationships"><Relationship Id="rId1" Type="http://schemas.openxmlformats.org/officeDocument/2006/relationships/slideMaster" Target="../slideMasters/slideMaster43.xml"/></Relationships>
</file>

<file path=ppt/slideLayouts/_rels/slideLayout510.xml.rels><?xml version="1.0" encoding="UTF-8" standalone="yes"?>
<Relationships xmlns="http://schemas.openxmlformats.org/package/2006/relationships"><Relationship Id="rId1" Type="http://schemas.openxmlformats.org/officeDocument/2006/relationships/slideMaster" Target="../slideMasters/slideMaster43.xml"/></Relationships>
</file>

<file path=ppt/slideLayouts/_rels/slideLayout511.xml.rels><?xml version="1.0" encoding="UTF-8" standalone="yes"?>
<Relationships xmlns="http://schemas.openxmlformats.org/package/2006/relationships"><Relationship Id="rId1" Type="http://schemas.openxmlformats.org/officeDocument/2006/relationships/slideMaster" Target="../slideMasters/slideMaster43.xml"/></Relationships>
</file>

<file path=ppt/slideLayouts/_rels/slideLayout512.xml.rels><?xml version="1.0" encoding="UTF-8" standalone="yes"?>
<Relationships xmlns="http://schemas.openxmlformats.org/package/2006/relationships"><Relationship Id="rId1" Type="http://schemas.openxmlformats.org/officeDocument/2006/relationships/slideMaster" Target="../slideMasters/slideMaster43.xml"/></Relationships>
</file>

<file path=ppt/slideLayouts/_rels/slideLayout513.xml.rels><?xml version="1.0" encoding="UTF-8" standalone="yes"?>
<Relationships xmlns="http://schemas.openxmlformats.org/package/2006/relationships"><Relationship Id="rId1" Type="http://schemas.openxmlformats.org/officeDocument/2006/relationships/slideMaster" Target="../slideMasters/slideMaster43.xml"/></Relationships>
</file>

<file path=ppt/slideLayouts/_rels/slideLayout514.xml.rels><?xml version="1.0" encoding="UTF-8" standalone="yes"?>
<Relationships xmlns="http://schemas.openxmlformats.org/package/2006/relationships"><Relationship Id="rId1" Type="http://schemas.openxmlformats.org/officeDocument/2006/relationships/slideMaster" Target="../slideMasters/slideMaster43.xml"/></Relationships>
</file>

<file path=ppt/slideLayouts/_rels/slideLayout515.xml.rels><?xml version="1.0" encoding="UTF-8" standalone="yes"?>
<Relationships xmlns="http://schemas.openxmlformats.org/package/2006/relationships"><Relationship Id="rId1" Type="http://schemas.openxmlformats.org/officeDocument/2006/relationships/slideMaster" Target="../slideMasters/slideMaster43.xml"/></Relationships>
</file>

<file path=ppt/slideLayouts/_rels/slideLayout516.xml.rels><?xml version="1.0" encoding="UTF-8" standalone="yes"?>
<Relationships xmlns="http://schemas.openxmlformats.org/package/2006/relationships"><Relationship Id="rId1" Type="http://schemas.openxmlformats.org/officeDocument/2006/relationships/slideMaster" Target="../slideMasters/slideMaster43.xml"/></Relationships>
</file>

<file path=ppt/slideLayouts/_rels/slideLayout517.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44.xml"/><Relationship Id="rId4" Type="http://schemas.openxmlformats.org/officeDocument/2006/relationships/image" Target="../media/image2.jpeg"/></Relationships>
</file>

<file path=ppt/slideLayouts/_rels/slideLayout518.xml.rels><?xml version="1.0" encoding="UTF-8" standalone="yes"?>
<Relationships xmlns="http://schemas.openxmlformats.org/package/2006/relationships"><Relationship Id="rId1" Type="http://schemas.openxmlformats.org/officeDocument/2006/relationships/slideMaster" Target="../slideMasters/slideMaster44.xml"/></Relationships>
</file>

<file path=ppt/slideLayouts/_rels/slideLayout519.xml.rels><?xml version="1.0" encoding="UTF-8" standalone="yes"?>
<Relationships xmlns="http://schemas.openxmlformats.org/package/2006/relationships"><Relationship Id="rId1" Type="http://schemas.openxmlformats.org/officeDocument/2006/relationships/slideMaster" Target="../slideMasters/slideMaster44.xml"/></Relationships>
</file>

<file path=ppt/slideLayouts/_rels/slideLayout520.xml.rels><?xml version="1.0" encoding="UTF-8" standalone="yes"?>
<Relationships xmlns="http://schemas.openxmlformats.org/package/2006/relationships"><Relationship Id="rId1" Type="http://schemas.openxmlformats.org/officeDocument/2006/relationships/slideMaster" Target="../slideMasters/slideMaster44.xml"/></Relationships>
</file>

<file path=ppt/slideLayouts/_rels/slideLayout521.xml.rels><?xml version="1.0" encoding="UTF-8" standalone="yes"?>
<Relationships xmlns="http://schemas.openxmlformats.org/package/2006/relationships"><Relationship Id="rId1" Type="http://schemas.openxmlformats.org/officeDocument/2006/relationships/slideMaster" Target="../slideMasters/slideMaster44.xml"/></Relationships>
</file>

<file path=ppt/slideLayouts/_rels/slideLayout522.xml.rels><?xml version="1.0" encoding="UTF-8" standalone="yes"?>
<Relationships xmlns="http://schemas.openxmlformats.org/package/2006/relationships"><Relationship Id="rId1" Type="http://schemas.openxmlformats.org/officeDocument/2006/relationships/slideMaster" Target="../slideMasters/slideMaster44.xml"/></Relationships>
</file>

<file path=ppt/slideLayouts/_rels/slideLayout523.xml.rels><?xml version="1.0" encoding="UTF-8" standalone="yes"?>
<Relationships xmlns="http://schemas.openxmlformats.org/package/2006/relationships"><Relationship Id="rId1" Type="http://schemas.openxmlformats.org/officeDocument/2006/relationships/slideMaster" Target="../slideMasters/slideMaster44.xml"/></Relationships>
</file>

<file path=ppt/slideLayouts/_rels/slideLayout524.xml.rels><?xml version="1.0" encoding="UTF-8" standalone="yes"?>
<Relationships xmlns="http://schemas.openxmlformats.org/package/2006/relationships"><Relationship Id="rId1" Type="http://schemas.openxmlformats.org/officeDocument/2006/relationships/slideMaster" Target="../slideMasters/slideMaster44.xml"/></Relationships>
</file>

<file path=ppt/slideLayouts/_rels/slideLayout525.xml.rels><?xml version="1.0" encoding="UTF-8" standalone="yes"?>
<Relationships xmlns="http://schemas.openxmlformats.org/package/2006/relationships"><Relationship Id="rId1" Type="http://schemas.openxmlformats.org/officeDocument/2006/relationships/slideMaster" Target="../slideMasters/slideMaster44.xml"/></Relationships>
</file>

<file path=ppt/slideLayouts/_rels/slideLayout526.xml.rels><?xml version="1.0" encoding="UTF-8" standalone="yes"?>
<Relationships xmlns="http://schemas.openxmlformats.org/package/2006/relationships"><Relationship Id="rId1" Type="http://schemas.openxmlformats.org/officeDocument/2006/relationships/slideMaster" Target="../slideMasters/slideMaster44.xml"/></Relationships>
</file>

<file path=ppt/slideLayouts/_rels/slideLayout527.xml.rels><?xml version="1.0" encoding="UTF-8" standalone="yes"?>
<Relationships xmlns="http://schemas.openxmlformats.org/package/2006/relationships"><Relationship Id="rId1" Type="http://schemas.openxmlformats.org/officeDocument/2006/relationships/slideMaster" Target="../slideMasters/slideMaster44.xml"/></Relationships>
</file>

<file path=ppt/slideLayouts/_rels/slideLayout528.xml.rels><?xml version="1.0" encoding="UTF-8" standalone="yes"?>
<Relationships xmlns="http://schemas.openxmlformats.org/package/2006/relationships"><Relationship Id="rId1" Type="http://schemas.openxmlformats.org/officeDocument/2006/relationships/slideMaster" Target="../slideMasters/slideMaster44.xml"/></Relationships>
</file>

<file path=ppt/slideLayouts/_rels/slideLayout529.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45.xml"/><Relationship Id="rId4" Type="http://schemas.openxmlformats.org/officeDocument/2006/relationships/image" Target="../media/image2.jpeg"/></Relationships>
</file>

<file path=ppt/slideLayouts/_rels/slideLayout530.xml.rels><?xml version="1.0" encoding="UTF-8" standalone="yes"?>
<Relationships xmlns="http://schemas.openxmlformats.org/package/2006/relationships"><Relationship Id="rId1" Type="http://schemas.openxmlformats.org/officeDocument/2006/relationships/slideMaster" Target="../slideMasters/slideMaster45.xml"/></Relationships>
</file>

<file path=ppt/slideLayouts/_rels/slideLayout531.xml.rels><?xml version="1.0" encoding="UTF-8" standalone="yes"?>
<Relationships xmlns="http://schemas.openxmlformats.org/package/2006/relationships"><Relationship Id="rId1" Type="http://schemas.openxmlformats.org/officeDocument/2006/relationships/slideMaster" Target="../slideMasters/slideMaster45.xml"/></Relationships>
</file>

<file path=ppt/slideLayouts/_rels/slideLayout532.xml.rels><?xml version="1.0" encoding="UTF-8" standalone="yes"?>
<Relationships xmlns="http://schemas.openxmlformats.org/package/2006/relationships"><Relationship Id="rId1" Type="http://schemas.openxmlformats.org/officeDocument/2006/relationships/slideMaster" Target="../slideMasters/slideMaster45.xml"/></Relationships>
</file>

<file path=ppt/slideLayouts/_rels/slideLayout533.xml.rels><?xml version="1.0" encoding="UTF-8" standalone="yes"?>
<Relationships xmlns="http://schemas.openxmlformats.org/package/2006/relationships"><Relationship Id="rId1" Type="http://schemas.openxmlformats.org/officeDocument/2006/relationships/slideMaster" Target="../slideMasters/slideMaster45.xml"/></Relationships>
</file>

<file path=ppt/slideLayouts/_rels/slideLayout534.xml.rels><?xml version="1.0" encoding="UTF-8" standalone="yes"?>
<Relationships xmlns="http://schemas.openxmlformats.org/package/2006/relationships"><Relationship Id="rId1" Type="http://schemas.openxmlformats.org/officeDocument/2006/relationships/slideMaster" Target="../slideMasters/slideMaster45.xml"/></Relationships>
</file>

<file path=ppt/slideLayouts/_rels/slideLayout535.xml.rels><?xml version="1.0" encoding="UTF-8" standalone="yes"?>
<Relationships xmlns="http://schemas.openxmlformats.org/package/2006/relationships"><Relationship Id="rId1" Type="http://schemas.openxmlformats.org/officeDocument/2006/relationships/slideMaster" Target="../slideMasters/slideMaster45.xml"/></Relationships>
</file>

<file path=ppt/slideLayouts/_rels/slideLayout536.xml.rels><?xml version="1.0" encoding="UTF-8" standalone="yes"?>
<Relationships xmlns="http://schemas.openxmlformats.org/package/2006/relationships"><Relationship Id="rId1" Type="http://schemas.openxmlformats.org/officeDocument/2006/relationships/slideMaster" Target="../slideMasters/slideMaster45.xml"/></Relationships>
</file>

<file path=ppt/slideLayouts/_rels/slideLayout537.xml.rels><?xml version="1.0" encoding="UTF-8" standalone="yes"?>
<Relationships xmlns="http://schemas.openxmlformats.org/package/2006/relationships"><Relationship Id="rId1" Type="http://schemas.openxmlformats.org/officeDocument/2006/relationships/slideMaster" Target="../slideMasters/slideMaster45.xml"/></Relationships>
</file>

<file path=ppt/slideLayouts/_rels/slideLayout538.xml.rels><?xml version="1.0" encoding="UTF-8" standalone="yes"?>
<Relationships xmlns="http://schemas.openxmlformats.org/package/2006/relationships"><Relationship Id="rId1" Type="http://schemas.openxmlformats.org/officeDocument/2006/relationships/slideMaster" Target="../slideMasters/slideMaster45.xml"/></Relationships>
</file>

<file path=ppt/slideLayouts/_rels/slideLayout539.xml.rels><?xml version="1.0" encoding="UTF-8" standalone="yes"?>
<Relationships xmlns="http://schemas.openxmlformats.org/package/2006/relationships"><Relationship Id="rId1" Type="http://schemas.openxmlformats.org/officeDocument/2006/relationships/slideMaster" Target="../slideMasters/slideMaster45.xml"/></Relationships>
</file>

<file path=ppt/slideLayouts/_rels/slideLayout540.xml.rels><?xml version="1.0" encoding="UTF-8" standalone="yes"?>
<Relationships xmlns="http://schemas.openxmlformats.org/package/2006/relationships"><Relationship Id="rId1" Type="http://schemas.openxmlformats.org/officeDocument/2006/relationships/slideMaster" Target="../slideMasters/slideMaster45.xml"/></Relationships>
</file>

<file path=ppt/slideLayouts/_rels/slideLayout54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46.xml"/><Relationship Id="rId4" Type="http://schemas.openxmlformats.org/officeDocument/2006/relationships/image" Target="../media/image2.jpeg"/></Relationships>
</file>

<file path=ppt/slideLayouts/_rels/slideLayout542.xml.rels><?xml version="1.0" encoding="UTF-8" standalone="yes"?>
<Relationships xmlns="http://schemas.openxmlformats.org/package/2006/relationships"><Relationship Id="rId1" Type="http://schemas.openxmlformats.org/officeDocument/2006/relationships/slideMaster" Target="../slideMasters/slideMaster46.xml"/></Relationships>
</file>

<file path=ppt/slideLayouts/_rels/slideLayout543.xml.rels><?xml version="1.0" encoding="UTF-8" standalone="yes"?>
<Relationships xmlns="http://schemas.openxmlformats.org/package/2006/relationships"><Relationship Id="rId1" Type="http://schemas.openxmlformats.org/officeDocument/2006/relationships/slideMaster" Target="../slideMasters/slideMaster46.xml"/></Relationships>
</file>

<file path=ppt/slideLayouts/_rels/slideLayout544.xml.rels><?xml version="1.0" encoding="UTF-8" standalone="yes"?>
<Relationships xmlns="http://schemas.openxmlformats.org/package/2006/relationships"><Relationship Id="rId1" Type="http://schemas.openxmlformats.org/officeDocument/2006/relationships/slideMaster" Target="../slideMasters/slideMaster46.xml"/></Relationships>
</file>

<file path=ppt/slideLayouts/_rels/slideLayout545.xml.rels><?xml version="1.0" encoding="UTF-8" standalone="yes"?>
<Relationships xmlns="http://schemas.openxmlformats.org/package/2006/relationships"><Relationship Id="rId1" Type="http://schemas.openxmlformats.org/officeDocument/2006/relationships/slideMaster" Target="../slideMasters/slideMaster46.xml"/></Relationships>
</file>

<file path=ppt/slideLayouts/_rels/slideLayout546.xml.rels><?xml version="1.0" encoding="UTF-8" standalone="yes"?>
<Relationships xmlns="http://schemas.openxmlformats.org/package/2006/relationships"><Relationship Id="rId1" Type="http://schemas.openxmlformats.org/officeDocument/2006/relationships/slideMaster" Target="../slideMasters/slideMaster46.xml"/></Relationships>
</file>

<file path=ppt/slideLayouts/_rels/slideLayout547.xml.rels><?xml version="1.0" encoding="UTF-8" standalone="yes"?>
<Relationships xmlns="http://schemas.openxmlformats.org/package/2006/relationships"><Relationship Id="rId1" Type="http://schemas.openxmlformats.org/officeDocument/2006/relationships/slideMaster" Target="../slideMasters/slideMaster46.xml"/></Relationships>
</file>

<file path=ppt/slideLayouts/_rels/slideLayout548.xml.rels><?xml version="1.0" encoding="UTF-8" standalone="yes"?>
<Relationships xmlns="http://schemas.openxmlformats.org/package/2006/relationships"><Relationship Id="rId1" Type="http://schemas.openxmlformats.org/officeDocument/2006/relationships/slideMaster" Target="../slideMasters/slideMaster46.xml"/></Relationships>
</file>

<file path=ppt/slideLayouts/_rels/slideLayout549.xml.rels><?xml version="1.0" encoding="UTF-8" standalone="yes"?>
<Relationships xmlns="http://schemas.openxmlformats.org/package/2006/relationships"><Relationship Id="rId1" Type="http://schemas.openxmlformats.org/officeDocument/2006/relationships/slideMaster" Target="../slideMasters/slideMaster46.xml"/></Relationships>
</file>

<file path=ppt/slideLayouts/_rels/slideLayout550.xml.rels><?xml version="1.0" encoding="UTF-8" standalone="yes"?>
<Relationships xmlns="http://schemas.openxmlformats.org/package/2006/relationships"><Relationship Id="rId1" Type="http://schemas.openxmlformats.org/officeDocument/2006/relationships/slideMaster" Target="../slideMasters/slideMaster46.xml"/></Relationships>
</file>

<file path=ppt/slideLayouts/_rels/slideLayout551.xml.rels><?xml version="1.0" encoding="UTF-8" standalone="yes"?>
<Relationships xmlns="http://schemas.openxmlformats.org/package/2006/relationships"><Relationship Id="rId1" Type="http://schemas.openxmlformats.org/officeDocument/2006/relationships/slideMaster" Target="../slideMasters/slideMaster46.xml"/></Relationships>
</file>

<file path=ppt/slideLayouts/_rels/slideLayout552.xml.rels><?xml version="1.0" encoding="UTF-8" standalone="yes"?>
<Relationships xmlns="http://schemas.openxmlformats.org/package/2006/relationships"><Relationship Id="rId1" Type="http://schemas.openxmlformats.org/officeDocument/2006/relationships/slideMaster" Target="../slideMasters/slideMaster46.xml"/></Relationships>
</file>

<file path=ppt/slideLayouts/_rels/slideLayout553.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47.xml"/><Relationship Id="rId4" Type="http://schemas.openxmlformats.org/officeDocument/2006/relationships/image" Target="../media/image2.jpeg"/></Relationships>
</file>

<file path=ppt/slideLayouts/_rels/slideLayout554.xml.rels><?xml version="1.0" encoding="UTF-8" standalone="yes"?>
<Relationships xmlns="http://schemas.openxmlformats.org/package/2006/relationships"><Relationship Id="rId1" Type="http://schemas.openxmlformats.org/officeDocument/2006/relationships/slideMaster" Target="../slideMasters/slideMaster47.xml"/></Relationships>
</file>

<file path=ppt/slideLayouts/_rels/slideLayout555.xml.rels><?xml version="1.0" encoding="UTF-8" standalone="yes"?>
<Relationships xmlns="http://schemas.openxmlformats.org/package/2006/relationships"><Relationship Id="rId1" Type="http://schemas.openxmlformats.org/officeDocument/2006/relationships/slideMaster" Target="../slideMasters/slideMaster47.xml"/></Relationships>
</file>

<file path=ppt/slideLayouts/_rels/slideLayout556.xml.rels><?xml version="1.0" encoding="UTF-8" standalone="yes"?>
<Relationships xmlns="http://schemas.openxmlformats.org/package/2006/relationships"><Relationship Id="rId1" Type="http://schemas.openxmlformats.org/officeDocument/2006/relationships/slideMaster" Target="../slideMasters/slideMaster47.xml"/></Relationships>
</file>

<file path=ppt/slideLayouts/_rels/slideLayout557.xml.rels><?xml version="1.0" encoding="UTF-8" standalone="yes"?>
<Relationships xmlns="http://schemas.openxmlformats.org/package/2006/relationships"><Relationship Id="rId1" Type="http://schemas.openxmlformats.org/officeDocument/2006/relationships/slideMaster" Target="../slideMasters/slideMaster47.xml"/></Relationships>
</file>

<file path=ppt/slideLayouts/_rels/slideLayout558.xml.rels><?xml version="1.0" encoding="UTF-8" standalone="yes"?>
<Relationships xmlns="http://schemas.openxmlformats.org/package/2006/relationships"><Relationship Id="rId1" Type="http://schemas.openxmlformats.org/officeDocument/2006/relationships/slideMaster" Target="../slideMasters/slideMaster47.xml"/></Relationships>
</file>

<file path=ppt/slideLayouts/_rels/slideLayout559.xml.rels><?xml version="1.0" encoding="UTF-8" standalone="yes"?>
<Relationships xmlns="http://schemas.openxmlformats.org/package/2006/relationships"><Relationship Id="rId1" Type="http://schemas.openxmlformats.org/officeDocument/2006/relationships/slideMaster" Target="../slideMasters/slideMaster47.xml"/></Relationships>
</file>

<file path=ppt/slideLayouts/_rels/slideLayout560.xml.rels><?xml version="1.0" encoding="UTF-8" standalone="yes"?>
<Relationships xmlns="http://schemas.openxmlformats.org/package/2006/relationships"><Relationship Id="rId1" Type="http://schemas.openxmlformats.org/officeDocument/2006/relationships/slideMaster" Target="../slideMasters/slideMaster47.xml"/></Relationships>
</file>

<file path=ppt/slideLayouts/_rels/slideLayout561.xml.rels><?xml version="1.0" encoding="UTF-8" standalone="yes"?>
<Relationships xmlns="http://schemas.openxmlformats.org/package/2006/relationships"><Relationship Id="rId1" Type="http://schemas.openxmlformats.org/officeDocument/2006/relationships/slideMaster" Target="../slideMasters/slideMaster47.xml"/></Relationships>
</file>

<file path=ppt/slideLayouts/_rels/slideLayout562.xml.rels><?xml version="1.0" encoding="UTF-8" standalone="yes"?>
<Relationships xmlns="http://schemas.openxmlformats.org/package/2006/relationships"><Relationship Id="rId1" Type="http://schemas.openxmlformats.org/officeDocument/2006/relationships/slideMaster" Target="../slideMasters/slideMaster47.xml"/></Relationships>
</file>

<file path=ppt/slideLayouts/_rels/slideLayout563.xml.rels><?xml version="1.0" encoding="UTF-8" standalone="yes"?>
<Relationships xmlns="http://schemas.openxmlformats.org/package/2006/relationships"><Relationship Id="rId1" Type="http://schemas.openxmlformats.org/officeDocument/2006/relationships/slideMaster" Target="../slideMasters/slideMaster47.xml"/></Relationships>
</file>

<file path=ppt/slideLayouts/_rels/slideLayout564.xml.rels><?xml version="1.0" encoding="UTF-8" standalone="yes"?>
<Relationships xmlns="http://schemas.openxmlformats.org/package/2006/relationships"><Relationship Id="rId1" Type="http://schemas.openxmlformats.org/officeDocument/2006/relationships/slideMaster" Target="../slideMasters/slideMaster47.xml"/></Relationships>
</file>

<file path=ppt/slideLayouts/_rels/slideLayout565.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48.xml"/><Relationship Id="rId4" Type="http://schemas.openxmlformats.org/officeDocument/2006/relationships/image" Target="../media/image2.jpeg"/></Relationships>
</file>

<file path=ppt/slideLayouts/_rels/slideLayout566.xml.rels><?xml version="1.0" encoding="UTF-8" standalone="yes"?>
<Relationships xmlns="http://schemas.openxmlformats.org/package/2006/relationships"><Relationship Id="rId1" Type="http://schemas.openxmlformats.org/officeDocument/2006/relationships/slideMaster" Target="../slideMasters/slideMaster48.xml"/></Relationships>
</file>

<file path=ppt/slideLayouts/_rels/slideLayout567.xml.rels><?xml version="1.0" encoding="UTF-8" standalone="yes"?>
<Relationships xmlns="http://schemas.openxmlformats.org/package/2006/relationships"><Relationship Id="rId1" Type="http://schemas.openxmlformats.org/officeDocument/2006/relationships/slideMaster" Target="../slideMasters/slideMaster48.xml"/></Relationships>
</file>

<file path=ppt/slideLayouts/_rels/slideLayout568.xml.rels><?xml version="1.0" encoding="UTF-8" standalone="yes"?>
<Relationships xmlns="http://schemas.openxmlformats.org/package/2006/relationships"><Relationship Id="rId1" Type="http://schemas.openxmlformats.org/officeDocument/2006/relationships/slideMaster" Target="../slideMasters/slideMaster48.xml"/></Relationships>
</file>

<file path=ppt/slideLayouts/_rels/slideLayout569.xml.rels><?xml version="1.0" encoding="UTF-8" standalone="yes"?>
<Relationships xmlns="http://schemas.openxmlformats.org/package/2006/relationships"><Relationship Id="rId1" Type="http://schemas.openxmlformats.org/officeDocument/2006/relationships/slideMaster" Target="../slideMasters/slideMaster48.xml"/></Relationships>
</file>

<file path=ppt/slideLayouts/_rels/slideLayout570.xml.rels><?xml version="1.0" encoding="UTF-8" standalone="yes"?>
<Relationships xmlns="http://schemas.openxmlformats.org/package/2006/relationships"><Relationship Id="rId1" Type="http://schemas.openxmlformats.org/officeDocument/2006/relationships/slideMaster" Target="../slideMasters/slideMaster48.xml"/></Relationships>
</file>

<file path=ppt/slideLayouts/_rels/slideLayout571.xml.rels><?xml version="1.0" encoding="UTF-8" standalone="yes"?>
<Relationships xmlns="http://schemas.openxmlformats.org/package/2006/relationships"><Relationship Id="rId1" Type="http://schemas.openxmlformats.org/officeDocument/2006/relationships/slideMaster" Target="../slideMasters/slideMaster48.xml"/></Relationships>
</file>

<file path=ppt/slideLayouts/_rels/slideLayout572.xml.rels><?xml version="1.0" encoding="UTF-8" standalone="yes"?>
<Relationships xmlns="http://schemas.openxmlformats.org/package/2006/relationships"><Relationship Id="rId1" Type="http://schemas.openxmlformats.org/officeDocument/2006/relationships/slideMaster" Target="../slideMasters/slideMaster48.xml"/></Relationships>
</file>

<file path=ppt/slideLayouts/_rels/slideLayout573.xml.rels><?xml version="1.0" encoding="UTF-8" standalone="yes"?>
<Relationships xmlns="http://schemas.openxmlformats.org/package/2006/relationships"><Relationship Id="rId1" Type="http://schemas.openxmlformats.org/officeDocument/2006/relationships/slideMaster" Target="../slideMasters/slideMaster48.xml"/></Relationships>
</file>

<file path=ppt/slideLayouts/_rels/slideLayout574.xml.rels><?xml version="1.0" encoding="UTF-8" standalone="yes"?>
<Relationships xmlns="http://schemas.openxmlformats.org/package/2006/relationships"><Relationship Id="rId1" Type="http://schemas.openxmlformats.org/officeDocument/2006/relationships/slideMaster" Target="../slideMasters/slideMaster48.xml"/></Relationships>
</file>

<file path=ppt/slideLayouts/_rels/slideLayout575.xml.rels><?xml version="1.0" encoding="UTF-8" standalone="yes"?>
<Relationships xmlns="http://schemas.openxmlformats.org/package/2006/relationships"><Relationship Id="rId1" Type="http://schemas.openxmlformats.org/officeDocument/2006/relationships/slideMaster" Target="../slideMasters/slideMaster48.xml"/></Relationships>
</file>

<file path=ppt/slideLayouts/_rels/slideLayout576.xml.rels><?xml version="1.0" encoding="UTF-8" standalone="yes"?>
<Relationships xmlns="http://schemas.openxmlformats.org/package/2006/relationships"><Relationship Id="rId1" Type="http://schemas.openxmlformats.org/officeDocument/2006/relationships/slideMaster" Target="../slideMasters/slideMaster48.xml"/></Relationships>
</file>

<file path=ppt/slideLayouts/_rels/slideLayout577.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49.xml"/><Relationship Id="rId4" Type="http://schemas.openxmlformats.org/officeDocument/2006/relationships/image" Target="../media/image2.jpeg"/></Relationships>
</file>

<file path=ppt/slideLayouts/_rels/slideLayout578.xml.rels><?xml version="1.0" encoding="UTF-8" standalone="yes"?>
<Relationships xmlns="http://schemas.openxmlformats.org/package/2006/relationships"><Relationship Id="rId1" Type="http://schemas.openxmlformats.org/officeDocument/2006/relationships/slideMaster" Target="../slideMasters/slideMaster49.xml"/></Relationships>
</file>

<file path=ppt/slideLayouts/_rels/slideLayout579.xml.rels><?xml version="1.0" encoding="UTF-8" standalone="yes"?>
<Relationships xmlns="http://schemas.openxmlformats.org/package/2006/relationships"><Relationship Id="rId1" Type="http://schemas.openxmlformats.org/officeDocument/2006/relationships/slideMaster" Target="../slideMasters/slideMaster49.xml"/></Relationships>
</file>

<file path=ppt/slideLayouts/_rels/slideLayout580.xml.rels><?xml version="1.0" encoding="UTF-8" standalone="yes"?>
<Relationships xmlns="http://schemas.openxmlformats.org/package/2006/relationships"><Relationship Id="rId1" Type="http://schemas.openxmlformats.org/officeDocument/2006/relationships/slideMaster" Target="../slideMasters/slideMaster49.xml"/></Relationships>
</file>

<file path=ppt/slideLayouts/_rels/slideLayout581.xml.rels><?xml version="1.0" encoding="UTF-8" standalone="yes"?>
<Relationships xmlns="http://schemas.openxmlformats.org/package/2006/relationships"><Relationship Id="rId1" Type="http://schemas.openxmlformats.org/officeDocument/2006/relationships/slideMaster" Target="../slideMasters/slideMaster49.xml"/></Relationships>
</file>

<file path=ppt/slideLayouts/_rels/slideLayout582.xml.rels><?xml version="1.0" encoding="UTF-8" standalone="yes"?>
<Relationships xmlns="http://schemas.openxmlformats.org/package/2006/relationships"><Relationship Id="rId1" Type="http://schemas.openxmlformats.org/officeDocument/2006/relationships/slideMaster" Target="../slideMasters/slideMaster49.xml"/></Relationships>
</file>

<file path=ppt/slideLayouts/_rels/slideLayout583.xml.rels><?xml version="1.0" encoding="UTF-8" standalone="yes"?>
<Relationships xmlns="http://schemas.openxmlformats.org/package/2006/relationships"><Relationship Id="rId1" Type="http://schemas.openxmlformats.org/officeDocument/2006/relationships/slideMaster" Target="../slideMasters/slideMaster49.xml"/></Relationships>
</file>

<file path=ppt/slideLayouts/_rels/slideLayout584.xml.rels><?xml version="1.0" encoding="UTF-8" standalone="yes"?>
<Relationships xmlns="http://schemas.openxmlformats.org/package/2006/relationships"><Relationship Id="rId1" Type="http://schemas.openxmlformats.org/officeDocument/2006/relationships/slideMaster" Target="../slideMasters/slideMaster49.xml"/></Relationships>
</file>

<file path=ppt/slideLayouts/_rels/slideLayout585.xml.rels><?xml version="1.0" encoding="UTF-8" standalone="yes"?>
<Relationships xmlns="http://schemas.openxmlformats.org/package/2006/relationships"><Relationship Id="rId1" Type="http://schemas.openxmlformats.org/officeDocument/2006/relationships/slideMaster" Target="../slideMasters/slideMaster49.xml"/></Relationships>
</file>

<file path=ppt/slideLayouts/_rels/slideLayout586.xml.rels><?xml version="1.0" encoding="UTF-8" standalone="yes"?>
<Relationships xmlns="http://schemas.openxmlformats.org/package/2006/relationships"><Relationship Id="rId1" Type="http://schemas.openxmlformats.org/officeDocument/2006/relationships/slideMaster" Target="../slideMasters/slideMaster49.xml"/></Relationships>
</file>

<file path=ppt/slideLayouts/_rels/slideLayout587.xml.rels><?xml version="1.0" encoding="UTF-8" standalone="yes"?>
<Relationships xmlns="http://schemas.openxmlformats.org/package/2006/relationships"><Relationship Id="rId1" Type="http://schemas.openxmlformats.org/officeDocument/2006/relationships/slideMaster" Target="../slideMasters/slideMaster49.xml"/></Relationships>
</file>

<file path=ppt/slideLayouts/_rels/slideLayout588.xml.rels><?xml version="1.0" encoding="UTF-8" standalone="yes"?>
<Relationships xmlns="http://schemas.openxmlformats.org/package/2006/relationships"><Relationship Id="rId1" Type="http://schemas.openxmlformats.org/officeDocument/2006/relationships/slideMaster" Target="../slideMasters/slideMaster49.xml"/></Relationships>
</file>

<file path=ppt/slideLayouts/_rels/slideLayout589.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50.xml"/><Relationship Id="rId4" Type="http://schemas.openxmlformats.org/officeDocument/2006/relationships/image" Target="../media/image2.jpeg"/></Relationships>
</file>

<file path=ppt/slideLayouts/_rels/slideLayout590.xml.rels><?xml version="1.0" encoding="UTF-8" standalone="yes"?>
<Relationships xmlns="http://schemas.openxmlformats.org/package/2006/relationships"><Relationship Id="rId1" Type="http://schemas.openxmlformats.org/officeDocument/2006/relationships/slideMaster" Target="../slideMasters/slideMaster50.xml"/></Relationships>
</file>

<file path=ppt/slideLayouts/_rels/slideLayout591.xml.rels><?xml version="1.0" encoding="UTF-8" standalone="yes"?>
<Relationships xmlns="http://schemas.openxmlformats.org/package/2006/relationships"><Relationship Id="rId1" Type="http://schemas.openxmlformats.org/officeDocument/2006/relationships/slideMaster" Target="../slideMasters/slideMaster50.xml"/></Relationships>
</file>

<file path=ppt/slideLayouts/_rels/slideLayout592.xml.rels><?xml version="1.0" encoding="UTF-8" standalone="yes"?>
<Relationships xmlns="http://schemas.openxmlformats.org/package/2006/relationships"><Relationship Id="rId1" Type="http://schemas.openxmlformats.org/officeDocument/2006/relationships/slideMaster" Target="../slideMasters/slideMaster50.xml"/></Relationships>
</file>

<file path=ppt/slideLayouts/_rels/slideLayout593.xml.rels><?xml version="1.0" encoding="UTF-8" standalone="yes"?>
<Relationships xmlns="http://schemas.openxmlformats.org/package/2006/relationships"><Relationship Id="rId1" Type="http://schemas.openxmlformats.org/officeDocument/2006/relationships/slideMaster" Target="../slideMasters/slideMaster50.xml"/></Relationships>
</file>

<file path=ppt/slideLayouts/_rels/slideLayout594.xml.rels><?xml version="1.0" encoding="UTF-8" standalone="yes"?>
<Relationships xmlns="http://schemas.openxmlformats.org/package/2006/relationships"><Relationship Id="rId1" Type="http://schemas.openxmlformats.org/officeDocument/2006/relationships/slideMaster" Target="../slideMasters/slideMaster50.xml"/></Relationships>
</file>

<file path=ppt/slideLayouts/_rels/slideLayout595.xml.rels><?xml version="1.0" encoding="UTF-8" standalone="yes"?>
<Relationships xmlns="http://schemas.openxmlformats.org/package/2006/relationships"><Relationship Id="rId1" Type="http://schemas.openxmlformats.org/officeDocument/2006/relationships/slideMaster" Target="../slideMasters/slideMaster50.xml"/></Relationships>
</file>

<file path=ppt/slideLayouts/_rels/slideLayout596.xml.rels><?xml version="1.0" encoding="UTF-8" standalone="yes"?>
<Relationships xmlns="http://schemas.openxmlformats.org/package/2006/relationships"><Relationship Id="rId1" Type="http://schemas.openxmlformats.org/officeDocument/2006/relationships/slideMaster" Target="../slideMasters/slideMaster50.xml"/></Relationships>
</file>

<file path=ppt/slideLayouts/_rels/slideLayout597.xml.rels><?xml version="1.0" encoding="UTF-8" standalone="yes"?>
<Relationships xmlns="http://schemas.openxmlformats.org/package/2006/relationships"><Relationship Id="rId1" Type="http://schemas.openxmlformats.org/officeDocument/2006/relationships/slideMaster" Target="../slideMasters/slideMaster50.xml"/></Relationships>
</file>

<file path=ppt/slideLayouts/_rels/slideLayout598.xml.rels><?xml version="1.0" encoding="UTF-8" standalone="yes"?>
<Relationships xmlns="http://schemas.openxmlformats.org/package/2006/relationships"><Relationship Id="rId1" Type="http://schemas.openxmlformats.org/officeDocument/2006/relationships/slideMaster" Target="../slideMasters/slideMaster50.xml"/></Relationships>
</file>

<file path=ppt/slideLayouts/_rels/slideLayout599.xml.rels><?xml version="1.0" encoding="UTF-8" standalone="yes"?>
<Relationships xmlns="http://schemas.openxmlformats.org/package/2006/relationships"><Relationship Id="rId1" Type="http://schemas.openxmlformats.org/officeDocument/2006/relationships/slideMaster" Target="../slideMasters/slideMaster50.xml"/></Relationships>
</file>

<file path=ppt/slideLayouts/_rels/slideLayout600.xml.rels><?xml version="1.0" encoding="UTF-8" standalone="yes"?>
<Relationships xmlns="http://schemas.openxmlformats.org/package/2006/relationships"><Relationship Id="rId1" Type="http://schemas.openxmlformats.org/officeDocument/2006/relationships/slideMaster" Target="../slideMasters/slideMaster50.xml"/></Relationships>
</file>

<file path=ppt/slideLayouts/_rels/slideLayout60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51.xml"/><Relationship Id="rId4" Type="http://schemas.openxmlformats.org/officeDocument/2006/relationships/image" Target="../media/image2.jpeg"/></Relationships>
</file>

<file path=ppt/slideLayouts/_rels/slideLayout602.xml.rels><?xml version="1.0" encoding="UTF-8" standalone="yes"?>
<Relationships xmlns="http://schemas.openxmlformats.org/package/2006/relationships"><Relationship Id="rId1" Type="http://schemas.openxmlformats.org/officeDocument/2006/relationships/slideMaster" Target="../slideMasters/slideMaster51.xml"/></Relationships>
</file>

<file path=ppt/slideLayouts/_rels/slideLayout603.xml.rels><?xml version="1.0" encoding="UTF-8" standalone="yes"?>
<Relationships xmlns="http://schemas.openxmlformats.org/package/2006/relationships"><Relationship Id="rId1" Type="http://schemas.openxmlformats.org/officeDocument/2006/relationships/slideMaster" Target="../slideMasters/slideMaster51.xml"/></Relationships>
</file>

<file path=ppt/slideLayouts/_rels/slideLayout604.xml.rels><?xml version="1.0" encoding="UTF-8" standalone="yes"?>
<Relationships xmlns="http://schemas.openxmlformats.org/package/2006/relationships"><Relationship Id="rId1" Type="http://schemas.openxmlformats.org/officeDocument/2006/relationships/slideMaster" Target="../slideMasters/slideMaster51.xml"/></Relationships>
</file>

<file path=ppt/slideLayouts/_rels/slideLayout605.xml.rels><?xml version="1.0" encoding="UTF-8" standalone="yes"?>
<Relationships xmlns="http://schemas.openxmlformats.org/package/2006/relationships"><Relationship Id="rId1" Type="http://schemas.openxmlformats.org/officeDocument/2006/relationships/slideMaster" Target="../slideMasters/slideMaster51.xml"/></Relationships>
</file>

<file path=ppt/slideLayouts/_rels/slideLayout606.xml.rels><?xml version="1.0" encoding="UTF-8" standalone="yes"?>
<Relationships xmlns="http://schemas.openxmlformats.org/package/2006/relationships"><Relationship Id="rId1" Type="http://schemas.openxmlformats.org/officeDocument/2006/relationships/slideMaster" Target="../slideMasters/slideMaster51.xml"/></Relationships>
</file>

<file path=ppt/slideLayouts/_rels/slideLayout607.xml.rels><?xml version="1.0" encoding="UTF-8" standalone="yes"?>
<Relationships xmlns="http://schemas.openxmlformats.org/package/2006/relationships"><Relationship Id="rId1" Type="http://schemas.openxmlformats.org/officeDocument/2006/relationships/slideMaster" Target="../slideMasters/slideMaster51.xml"/></Relationships>
</file>

<file path=ppt/slideLayouts/_rels/slideLayout608.xml.rels><?xml version="1.0" encoding="UTF-8" standalone="yes"?>
<Relationships xmlns="http://schemas.openxmlformats.org/package/2006/relationships"><Relationship Id="rId1" Type="http://schemas.openxmlformats.org/officeDocument/2006/relationships/slideMaster" Target="../slideMasters/slideMaster51.xml"/></Relationships>
</file>

<file path=ppt/slideLayouts/_rels/slideLayout609.xml.rels><?xml version="1.0" encoding="UTF-8" standalone="yes"?>
<Relationships xmlns="http://schemas.openxmlformats.org/package/2006/relationships"><Relationship Id="rId1" Type="http://schemas.openxmlformats.org/officeDocument/2006/relationships/slideMaster" Target="../slideMasters/slideMaster51.xml"/></Relationships>
</file>

<file path=ppt/slideLayouts/_rels/slideLayout610.xml.rels><?xml version="1.0" encoding="UTF-8" standalone="yes"?>
<Relationships xmlns="http://schemas.openxmlformats.org/package/2006/relationships"><Relationship Id="rId1" Type="http://schemas.openxmlformats.org/officeDocument/2006/relationships/slideMaster" Target="../slideMasters/slideMaster51.xml"/></Relationships>
</file>

<file path=ppt/slideLayouts/_rels/slideLayout611.xml.rels><?xml version="1.0" encoding="UTF-8" standalone="yes"?>
<Relationships xmlns="http://schemas.openxmlformats.org/package/2006/relationships"><Relationship Id="rId1" Type="http://schemas.openxmlformats.org/officeDocument/2006/relationships/slideMaster" Target="../slideMasters/slideMaster51.xml"/></Relationships>
</file>

<file path=ppt/slideLayouts/_rels/slideLayout612.xml.rels><?xml version="1.0" encoding="UTF-8" standalone="yes"?>
<Relationships xmlns="http://schemas.openxmlformats.org/package/2006/relationships"><Relationship Id="rId1" Type="http://schemas.openxmlformats.org/officeDocument/2006/relationships/slideMaster" Target="../slideMasters/slideMaster51.xml"/></Relationships>
</file>

<file path=ppt/slideLayouts/_rels/slideLayout613.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52.xml"/><Relationship Id="rId4" Type="http://schemas.openxmlformats.org/officeDocument/2006/relationships/image" Target="../media/image2.jpeg"/></Relationships>
</file>

<file path=ppt/slideLayouts/_rels/slideLayout614.xml.rels><?xml version="1.0" encoding="UTF-8" standalone="yes"?>
<Relationships xmlns="http://schemas.openxmlformats.org/package/2006/relationships"><Relationship Id="rId1" Type="http://schemas.openxmlformats.org/officeDocument/2006/relationships/slideMaster" Target="../slideMasters/slideMaster52.xml"/></Relationships>
</file>

<file path=ppt/slideLayouts/_rels/slideLayout615.xml.rels><?xml version="1.0" encoding="UTF-8" standalone="yes"?>
<Relationships xmlns="http://schemas.openxmlformats.org/package/2006/relationships"><Relationship Id="rId1" Type="http://schemas.openxmlformats.org/officeDocument/2006/relationships/slideMaster" Target="../slideMasters/slideMaster52.xml"/></Relationships>
</file>

<file path=ppt/slideLayouts/_rels/slideLayout616.xml.rels><?xml version="1.0" encoding="UTF-8" standalone="yes"?>
<Relationships xmlns="http://schemas.openxmlformats.org/package/2006/relationships"><Relationship Id="rId1" Type="http://schemas.openxmlformats.org/officeDocument/2006/relationships/slideMaster" Target="../slideMasters/slideMaster52.xml"/></Relationships>
</file>

<file path=ppt/slideLayouts/_rels/slideLayout617.xml.rels><?xml version="1.0" encoding="UTF-8" standalone="yes"?>
<Relationships xmlns="http://schemas.openxmlformats.org/package/2006/relationships"><Relationship Id="rId1" Type="http://schemas.openxmlformats.org/officeDocument/2006/relationships/slideMaster" Target="../slideMasters/slideMaster52.xml"/></Relationships>
</file>

<file path=ppt/slideLayouts/_rels/slideLayout618.xml.rels><?xml version="1.0" encoding="UTF-8" standalone="yes"?>
<Relationships xmlns="http://schemas.openxmlformats.org/package/2006/relationships"><Relationship Id="rId1" Type="http://schemas.openxmlformats.org/officeDocument/2006/relationships/slideMaster" Target="../slideMasters/slideMaster52.xml"/></Relationships>
</file>

<file path=ppt/slideLayouts/_rels/slideLayout619.xml.rels><?xml version="1.0" encoding="UTF-8" standalone="yes"?>
<Relationships xmlns="http://schemas.openxmlformats.org/package/2006/relationships"><Relationship Id="rId1" Type="http://schemas.openxmlformats.org/officeDocument/2006/relationships/slideMaster" Target="../slideMasters/slideMaster52.xml"/></Relationships>
</file>

<file path=ppt/slideLayouts/_rels/slideLayout620.xml.rels><?xml version="1.0" encoding="UTF-8" standalone="yes"?>
<Relationships xmlns="http://schemas.openxmlformats.org/package/2006/relationships"><Relationship Id="rId1" Type="http://schemas.openxmlformats.org/officeDocument/2006/relationships/slideMaster" Target="../slideMasters/slideMaster52.xml"/></Relationships>
</file>

<file path=ppt/slideLayouts/_rels/slideLayout621.xml.rels><?xml version="1.0" encoding="UTF-8" standalone="yes"?>
<Relationships xmlns="http://schemas.openxmlformats.org/package/2006/relationships"><Relationship Id="rId1" Type="http://schemas.openxmlformats.org/officeDocument/2006/relationships/slideMaster" Target="../slideMasters/slideMaster52.xml"/></Relationships>
</file>

<file path=ppt/slideLayouts/_rels/slideLayout622.xml.rels><?xml version="1.0" encoding="UTF-8" standalone="yes"?>
<Relationships xmlns="http://schemas.openxmlformats.org/package/2006/relationships"><Relationship Id="rId1" Type="http://schemas.openxmlformats.org/officeDocument/2006/relationships/slideMaster" Target="../slideMasters/slideMaster52.xml"/></Relationships>
</file>

<file path=ppt/slideLayouts/_rels/slideLayout623.xml.rels><?xml version="1.0" encoding="UTF-8" standalone="yes"?>
<Relationships xmlns="http://schemas.openxmlformats.org/package/2006/relationships"><Relationship Id="rId1" Type="http://schemas.openxmlformats.org/officeDocument/2006/relationships/slideMaster" Target="../slideMasters/slideMaster52.xml"/></Relationships>
</file>

<file path=ppt/slideLayouts/_rels/slideLayout624.xml.rels><?xml version="1.0" encoding="UTF-8" standalone="yes"?>
<Relationships xmlns="http://schemas.openxmlformats.org/package/2006/relationships"><Relationship Id="rId1" Type="http://schemas.openxmlformats.org/officeDocument/2006/relationships/slideMaster" Target="../slideMasters/slideMaster52.xml"/></Relationships>
</file>

<file path=ppt/slideLayouts/_rels/slideLayout625.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53.xml"/><Relationship Id="rId4" Type="http://schemas.openxmlformats.org/officeDocument/2006/relationships/image" Target="../media/image2.jpeg"/></Relationships>
</file>

<file path=ppt/slideLayouts/_rels/slideLayout626.xml.rels><?xml version="1.0" encoding="UTF-8" standalone="yes"?>
<Relationships xmlns="http://schemas.openxmlformats.org/package/2006/relationships"><Relationship Id="rId1" Type="http://schemas.openxmlformats.org/officeDocument/2006/relationships/slideMaster" Target="../slideMasters/slideMaster53.xml"/></Relationships>
</file>

<file path=ppt/slideLayouts/_rels/slideLayout627.xml.rels><?xml version="1.0" encoding="UTF-8" standalone="yes"?>
<Relationships xmlns="http://schemas.openxmlformats.org/package/2006/relationships"><Relationship Id="rId1" Type="http://schemas.openxmlformats.org/officeDocument/2006/relationships/slideMaster" Target="../slideMasters/slideMaster53.xml"/></Relationships>
</file>

<file path=ppt/slideLayouts/_rels/slideLayout628.xml.rels><?xml version="1.0" encoding="UTF-8" standalone="yes"?>
<Relationships xmlns="http://schemas.openxmlformats.org/package/2006/relationships"><Relationship Id="rId1" Type="http://schemas.openxmlformats.org/officeDocument/2006/relationships/slideMaster" Target="../slideMasters/slideMaster53.xml"/></Relationships>
</file>

<file path=ppt/slideLayouts/_rels/slideLayout629.xml.rels><?xml version="1.0" encoding="UTF-8" standalone="yes"?>
<Relationships xmlns="http://schemas.openxmlformats.org/package/2006/relationships"><Relationship Id="rId1" Type="http://schemas.openxmlformats.org/officeDocument/2006/relationships/slideMaster" Target="../slideMasters/slideMaster53.xml"/></Relationships>
</file>

<file path=ppt/slideLayouts/_rels/slideLayout630.xml.rels><?xml version="1.0" encoding="UTF-8" standalone="yes"?>
<Relationships xmlns="http://schemas.openxmlformats.org/package/2006/relationships"><Relationship Id="rId1" Type="http://schemas.openxmlformats.org/officeDocument/2006/relationships/slideMaster" Target="../slideMasters/slideMaster53.xml"/></Relationships>
</file>

<file path=ppt/slideLayouts/_rels/slideLayout631.xml.rels><?xml version="1.0" encoding="UTF-8" standalone="yes"?>
<Relationships xmlns="http://schemas.openxmlformats.org/package/2006/relationships"><Relationship Id="rId1" Type="http://schemas.openxmlformats.org/officeDocument/2006/relationships/slideMaster" Target="../slideMasters/slideMaster53.xml"/></Relationships>
</file>

<file path=ppt/slideLayouts/_rels/slideLayout632.xml.rels><?xml version="1.0" encoding="UTF-8" standalone="yes"?>
<Relationships xmlns="http://schemas.openxmlformats.org/package/2006/relationships"><Relationship Id="rId1" Type="http://schemas.openxmlformats.org/officeDocument/2006/relationships/slideMaster" Target="../slideMasters/slideMaster53.xml"/></Relationships>
</file>

<file path=ppt/slideLayouts/_rels/slideLayout633.xml.rels><?xml version="1.0" encoding="UTF-8" standalone="yes"?>
<Relationships xmlns="http://schemas.openxmlformats.org/package/2006/relationships"><Relationship Id="rId1" Type="http://schemas.openxmlformats.org/officeDocument/2006/relationships/slideMaster" Target="../slideMasters/slideMaster53.xml"/></Relationships>
</file>

<file path=ppt/slideLayouts/_rels/slideLayout634.xml.rels><?xml version="1.0" encoding="UTF-8" standalone="yes"?>
<Relationships xmlns="http://schemas.openxmlformats.org/package/2006/relationships"><Relationship Id="rId1" Type="http://schemas.openxmlformats.org/officeDocument/2006/relationships/slideMaster" Target="../slideMasters/slideMaster53.xml"/></Relationships>
</file>

<file path=ppt/slideLayouts/_rels/slideLayout635.xml.rels><?xml version="1.0" encoding="UTF-8" standalone="yes"?>
<Relationships xmlns="http://schemas.openxmlformats.org/package/2006/relationships"><Relationship Id="rId1" Type="http://schemas.openxmlformats.org/officeDocument/2006/relationships/slideMaster" Target="../slideMasters/slideMaster53.xml"/></Relationships>
</file>

<file path=ppt/slideLayouts/_rels/slideLayout636.xml.rels><?xml version="1.0" encoding="UTF-8" standalone="yes"?>
<Relationships xmlns="http://schemas.openxmlformats.org/package/2006/relationships"><Relationship Id="rId1" Type="http://schemas.openxmlformats.org/officeDocument/2006/relationships/slideMaster" Target="../slideMasters/slideMaster53.xml"/></Relationships>
</file>

<file path=ppt/slideLayouts/_rels/slideLayout637.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54.xml"/><Relationship Id="rId4" Type="http://schemas.openxmlformats.org/officeDocument/2006/relationships/image" Target="../media/image2.jpeg"/></Relationships>
</file>

<file path=ppt/slideLayouts/_rels/slideLayout638.xml.rels><?xml version="1.0" encoding="UTF-8" standalone="yes"?>
<Relationships xmlns="http://schemas.openxmlformats.org/package/2006/relationships"><Relationship Id="rId1" Type="http://schemas.openxmlformats.org/officeDocument/2006/relationships/slideMaster" Target="../slideMasters/slideMaster54.xml"/></Relationships>
</file>

<file path=ppt/slideLayouts/_rels/slideLayout639.xml.rels><?xml version="1.0" encoding="UTF-8" standalone="yes"?>
<Relationships xmlns="http://schemas.openxmlformats.org/package/2006/relationships"><Relationship Id="rId1" Type="http://schemas.openxmlformats.org/officeDocument/2006/relationships/slideMaster" Target="../slideMasters/slideMaster54.xml"/></Relationships>
</file>

<file path=ppt/slideLayouts/_rels/slideLayout640.xml.rels><?xml version="1.0" encoding="UTF-8" standalone="yes"?>
<Relationships xmlns="http://schemas.openxmlformats.org/package/2006/relationships"><Relationship Id="rId1" Type="http://schemas.openxmlformats.org/officeDocument/2006/relationships/slideMaster" Target="../slideMasters/slideMaster54.xml"/></Relationships>
</file>

<file path=ppt/slideLayouts/_rels/slideLayout641.xml.rels><?xml version="1.0" encoding="UTF-8" standalone="yes"?>
<Relationships xmlns="http://schemas.openxmlformats.org/package/2006/relationships"><Relationship Id="rId1" Type="http://schemas.openxmlformats.org/officeDocument/2006/relationships/slideMaster" Target="../slideMasters/slideMaster54.xml"/></Relationships>
</file>

<file path=ppt/slideLayouts/_rels/slideLayout642.xml.rels><?xml version="1.0" encoding="UTF-8" standalone="yes"?>
<Relationships xmlns="http://schemas.openxmlformats.org/package/2006/relationships"><Relationship Id="rId1" Type="http://schemas.openxmlformats.org/officeDocument/2006/relationships/slideMaster" Target="../slideMasters/slideMaster54.xml"/></Relationships>
</file>

<file path=ppt/slideLayouts/_rels/slideLayout643.xml.rels><?xml version="1.0" encoding="UTF-8" standalone="yes"?>
<Relationships xmlns="http://schemas.openxmlformats.org/package/2006/relationships"><Relationship Id="rId1" Type="http://schemas.openxmlformats.org/officeDocument/2006/relationships/slideMaster" Target="../slideMasters/slideMaster54.xml"/></Relationships>
</file>

<file path=ppt/slideLayouts/_rels/slideLayout644.xml.rels><?xml version="1.0" encoding="UTF-8" standalone="yes"?>
<Relationships xmlns="http://schemas.openxmlformats.org/package/2006/relationships"><Relationship Id="rId1" Type="http://schemas.openxmlformats.org/officeDocument/2006/relationships/slideMaster" Target="../slideMasters/slideMaster54.xml"/></Relationships>
</file>

<file path=ppt/slideLayouts/_rels/slideLayout645.xml.rels><?xml version="1.0" encoding="UTF-8" standalone="yes"?>
<Relationships xmlns="http://schemas.openxmlformats.org/package/2006/relationships"><Relationship Id="rId1" Type="http://schemas.openxmlformats.org/officeDocument/2006/relationships/slideMaster" Target="../slideMasters/slideMaster54.xml"/></Relationships>
</file>

<file path=ppt/slideLayouts/_rels/slideLayout646.xml.rels><?xml version="1.0" encoding="UTF-8" standalone="yes"?>
<Relationships xmlns="http://schemas.openxmlformats.org/package/2006/relationships"><Relationship Id="rId1" Type="http://schemas.openxmlformats.org/officeDocument/2006/relationships/slideMaster" Target="../slideMasters/slideMaster54.xml"/></Relationships>
</file>

<file path=ppt/slideLayouts/_rels/slideLayout647.xml.rels><?xml version="1.0" encoding="UTF-8" standalone="yes"?>
<Relationships xmlns="http://schemas.openxmlformats.org/package/2006/relationships"><Relationship Id="rId1" Type="http://schemas.openxmlformats.org/officeDocument/2006/relationships/slideMaster" Target="../slideMasters/slideMaster54.xml"/></Relationships>
</file>

<file path=ppt/slideLayouts/_rels/slideLayout648.xml.rels><?xml version="1.0" encoding="UTF-8" standalone="yes"?>
<Relationships xmlns="http://schemas.openxmlformats.org/package/2006/relationships"><Relationship Id="rId1" Type="http://schemas.openxmlformats.org/officeDocument/2006/relationships/slideMaster" Target="../slideMasters/slideMaster54.xml"/></Relationships>
</file>

<file path=ppt/slideLayouts/_rels/slideLayout649.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55.xml"/><Relationship Id="rId4" Type="http://schemas.openxmlformats.org/officeDocument/2006/relationships/image" Target="../media/image2.jpeg"/></Relationships>
</file>

<file path=ppt/slideLayouts/_rels/slideLayout650.xml.rels><?xml version="1.0" encoding="UTF-8" standalone="yes"?>
<Relationships xmlns="http://schemas.openxmlformats.org/package/2006/relationships"><Relationship Id="rId1" Type="http://schemas.openxmlformats.org/officeDocument/2006/relationships/slideMaster" Target="../slideMasters/slideMaster55.xml"/></Relationships>
</file>

<file path=ppt/slideLayouts/_rels/slideLayout651.xml.rels><?xml version="1.0" encoding="UTF-8" standalone="yes"?>
<Relationships xmlns="http://schemas.openxmlformats.org/package/2006/relationships"><Relationship Id="rId1" Type="http://schemas.openxmlformats.org/officeDocument/2006/relationships/slideMaster" Target="../slideMasters/slideMaster55.xml"/></Relationships>
</file>

<file path=ppt/slideLayouts/_rels/slideLayout652.xml.rels><?xml version="1.0" encoding="UTF-8" standalone="yes"?>
<Relationships xmlns="http://schemas.openxmlformats.org/package/2006/relationships"><Relationship Id="rId1" Type="http://schemas.openxmlformats.org/officeDocument/2006/relationships/slideMaster" Target="../slideMasters/slideMaster55.xml"/></Relationships>
</file>

<file path=ppt/slideLayouts/_rels/slideLayout653.xml.rels><?xml version="1.0" encoding="UTF-8" standalone="yes"?>
<Relationships xmlns="http://schemas.openxmlformats.org/package/2006/relationships"><Relationship Id="rId1" Type="http://schemas.openxmlformats.org/officeDocument/2006/relationships/slideMaster" Target="../slideMasters/slideMaster55.xml"/></Relationships>
</file>

<file path=ppt/slideLayouts/_rels/slideLayout654.xml.rels><?xml version="1.0" encoding="UTF-8" standalone="yes"?>
<Relationships xmlns="http://schemas.openxmlformats.org/package/2006/relationships"><Relationship Id="rId1" Type="http://schemas.openxmlformats.org/officeDocument/2006/relationships/slideMaster" Target="../slideMasters/slideMaster55.xml"/></Relationships>
</file>

<file path=ppt/slideLayouts/_rels/slideLayout655.xml.rels><?xml version="1.0" encoding="UTF-8" standalone="yes"?>
<Relationships xmlns="http://schemas.openxmlformats.org/package/2006/relationships"><Relationship Id="rId1" Type="http://schemas.openxmlformats.org/officeDocument/2006/relationships/slideMaster" Target="../slideMasters/slideMaster55.xml"/></Relationships>
</file>

<file path=ppt/slideLayouts/_rels/slideLayout656.xml.rels><?xml version="1.0" encoding="UTF-8" standalone="yes"?>
<Relationships xmlns="http://schemas.openxmlformats.org/package/2006/relationships"><Relationship Id="rId1" Type="http://schemas.openxmlformats.org/officeDocument/2006/relationships/slideMaster" Target="../slideMasters/slideMaster55.xml"/></Relationships>
</file>

<file path=ppt/slideLayouts/_rels/slideLayout657.xml.rels><?xml version="1.0" encoding="UTF-8" standalone="yes"?>
<Relationships xmlns="http://schemas.openxmlformats.org/package/2006/relationships"><Relationship Id="rId1" Type="http://schemas.openxmlformats.org/officeDocument/2006/relationships/slideMaster" Target="../slideMasters/slideMaster55.xml"/></Relationships>
</file>

<file path=ppt/slideLayouts/_rels/slideLayout658.xml.rels><?xml version="1.0" encoding="UTF-8" standalone="yes"?>
<Relationships xmlns="http://schemas.openxmlformats.org/package/2006/relationships"><Relationship Id="rId1" Type="http://schemas.openxmlformats.org/officeDocument/2006/relationships/slideMaster" Target="../slideMasters/slideMaster55.xml"/></Relationships>
</file>

<file path=ppt/slideLayouts/_rels/slideLayout659.xml.rels><?xml version="1.0" encoding="UTF-8" standalone="yes"?>
<Relationships xmlns="http://schemas.openxmlformats.org/package/2006/relationships"><Relationship Id="rId1" Type="http://schemas.openxmlformats.org/officeDocument/2006/relationships/slideMaster" Target="../slideMasters/slideMaster55.xml"/></Relationships>
</file>

<file path=ppt/slideLayouts/_rels/slideLayout660.xml.rels><?xml version="1.0" encoding="UTF-8" standalone="yes"?>
<Relationships xmlns="http://schemas.openxmlformats.org/package/2006/relationships"><Relationship Id="rId1" Type="http://schemas.openxmlformats.org/officeDocument/2006/relationships/slideMaster" Target="../slideMasters/slideMaster55.xml"/></Relationships>
</file>

<file path=ppt/slideLayouts/_rels/slideLayout66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56.xml"/><Relationship Id="rId4" Type="http://schemas.openxmlformats.org/officeDocument/2006/relationships/image" Target="../media/image2.jpeg"/></Relationships>
</file>

<file path=ppt/slideLayouts/_rels/slideLayout662.xml.rels><?xml version="1.0" encoding="UTF-8" standalone="yes"?>
<Relationships xmlns="http://schemas.openxmlformats.org/package/2006/relationships"><Relationship Id="rId1" Type="http://schemas.openxmlformats.org/officeDocument/2006/relationships/slideMaster" Target="../slideMasters/slideMaster56.xml"/></Relationships>
</file>

<file path=ppt/slideLayouts/_rels/slideLayout663.xml.rels><?xml version="1.0" encoding="UTF-8" standalone="yes"?>
<Relationships xmlns="http://schemas.openxmlformats.org/package/2006/relationships"><Relationship Id="rId1" Type="http://schemas.openxmlformats.org/officeDocument/2006/relationships/slideMaster" Target="../slideMasters/slideMaster56.xml"/></Relationships>
</file>

<file path=ppt/slideLayouts/_rels/slideLayout664.xml.rels><?xml version="1.0" encoding="UTF-8" standalone="yes"?>
<Relationships xmlns="http://schemas.openxmlformats.org/package/2006/relationships"><Relationship Id="rId1" Type="http://schemas.openxmlformats.org/officeDocument/2006/relationships/slideMaster" Target="../slideMasters/slideMaster56.xml"/></Relationships>
</file>

<file path=ppt/slideLayouts/_rels/slideLayout665.xml.rels><?xml version="1.0" encoding="UTF-8" standalone="yes"?>
<Relationships xmlns="http://schemas.openxmlformats.org/package/2006/relationships"><Relationship Id="rId1" Type="http://schemas.openxmlformats.org/officeDocument/2006/relationships/slideMaster" Target="../slideMasters/slideMaster56.xml"/></Relationships>
</file>

<file path=ppt/slideLayouts/_rels/slideLayout666.xml.rels><?xml version="1.0" encoding="UTF-8" standalone="yes"?>
<Relationships xmlns="http://schemas.openxmlformats.org/package/2006/relationships"><Relationship Id="rId1" Type="http://schemas.openxmlformats.org/officeDocument/2006/relationships/slideMaster" Target="../slideMasters/slideMaster56.xml"/></Relationships>
</file>

<file path=ppt/slideLayouts/_rels/slideLayout667.xml.rels><?xml version="1.0" encoding="UTF-8" standalone="yes"?>
<Relationships xmlns="http://schemas.openxmlformats.org/package/2006/relationships"><Relationship Id="rId1" Type="http://schemas.openxmlformats.org/officeDocument/2006/relationships/slideMaster" Target="../slideMasters/slideMaster56.xml"/></Relationships>
</file>

<file path=ppt/slideLayouts/_rels/slideLayout668.xml.rels><?xml version="1.0" encoding="UTF-8" standalone="yes"?>
<Relationships xmlns="http://schemas.openxmlformats.org/package/2006/relationships"><Relationship Id="rId1" Type="http://schemas.openxmlformats.org/officeDocument/2006/relationships/slideMaster" Target="../slideMasters/slideMaster56.xml"/></Relationships>
</file>

<file path=ppt/slideLayouts/_rels/slideLayout669.xml.rels><?xml version="1.0" encoding="UTF-8" standalone="yes"?>
<Relationships xmlns="http://schemas.openxmlformats.org/package/2006/relationships"><Relationship Id="rId1" Type="http://schemas.openxmlformats.org/officeDocument/2006/relationships/slideMaster" Target="../slideMasters/slideMaster56.xml"/></Relationships>
</file>

<file path=ppt/slideLayouts/_rels/slideLayout670.xml.rels><?xml version="1.0" encoding="UTF-8" standalone="yes"?>
<Relationships xmlns="http://schemas.openxmlformats.org/package/2006/relationships"><Relationship Id="rId1" Type="http://schemas.openxmlformats.org/officeDocument/2006/relationships/slideMaster" Target="../slideMasters/slideMaster56.xml"/></Relationships>
</file>

<file path=ppt/slideLayouts/_rels/slideLayout671.xml.rels><?xml version="1.0" encoding="UTF-8" standalone="yes"?>
<Relationships xmlns="http://schemas.openxmlformats.org/package/2006/relationships"><Relationship Id="rId1" Type="http://schemas.openxmlformats.org/officeDocument/2006/relationships/slideMaster" Target="../slideMasters/slideMaster56.xml"/></Relationships>
</file>

<file path=ppt/slideLayouts/_rels/slideLayout672.xml.rels><?xml version="1.0" encoding="UTF-8" standalone="yes"?>
<Relationships xmlns="http://schemas.openxmlformats.org/package/2006/relationships"><Relationship Id="rId1" Type="http://schemas.openxmlformats.org/officeDocument/2006/relationships/slideMaster" Target="../slideMasters/slideMaster56.xml"/></Relationships>
</file>

<file path=ppt/slideLayouts/_rels/slideLayout673.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57.xml"/><Relationship Id="rId4" Type="http://schemas.openxmlformats.org/officeDocument/2006/relationships/image" Target="../media/image2.jpeg"/></Relationships>
</file>

<file path=ppt/slideLayouts/_rels/slideLayout674.xml.rels><?xml version="1.0" encoding="UTF-8" standalone="yes"?>
<Relationships xmlns="http://schemas.openxmlformats.org/package/2006/relationships"><Relationship Id="rId1" Type="http://schemas.openxmlformats.org/officeDocument/2006/relationships/slideMaster" Target="../slideMasters/slideMaster57.xml"/></Relationships>
</file>

<file path=ppt/slideLayouts/_rels/slideLayout675.xml.rels><?xml version="1.0" encoding="UTF-8" standalone="yes"?>
<Relationships xmlns="http://schemas.openxmlformats.org/package/2006/relationships"><Relationship Id="rId1" Type="http://schemas.openxmlformats.org/officeDocument/2006/relationships/slideMaster" Target="../slideMasters/slideMaster57.xml"/></Relationships>
</file>

<file path=ppt/slideLayouts/_rels/slideLayout676.xml.rels><?xml version="1.0" encoding="UTF-8" standalone="yes"?>
<Relationships xmlns="http://schemas.openxmlformats.org/package/2006/relationships"><Relationship Id="rId1" Type="http://schemas.openxmlformats.org/officeDocument/2006/relationships/slideMaster" Target="../slideMasters/slideMaster57.xml"/></Relationships>
</file>

<file path=ppt/slideLayouts/_rels/slideLayout677.xml.rels><?xml version="1.0" encoding="UTF-8" standalone="yes"?>
<Relationships xmlns="http://schemas.openxmlformats.org/package/2006/relationships"><Relationship Id="rId1" Type="http://schemas.openxmlformats.org/officeDocument/2006/relationships/slideMaster" Target="../slideMasters/slideMaster57.xml"/></Relationships>
</file>

<file path=ppt/slideLayouts/_rels/slideLayout678.xml.rels><?xml version="1.0" encoding="UTF-8" standalone="yes"?>
<Relationships xmlns="http://schemas.openxmlformats.org/package/2006/relationships"><Relationship Id="rId1" Type="http://schemas.openxmlformats.org/officeDocument/2006/relationships/slideMaster" Target="../slideMasters/slideMaster57.xml"/></Relationships>
</file>

<file path=ppt/slideLayouts/_rels/slideLayout679.xml.rels><?xml version="1.0" encoding="UTF-8" standalone="yes"?>
<Relationships xmlns="http://schemas.openxmlformats.org/package/2006/relationships"><Relationship Id="rId1" Type="http://schemas.openxmlformats.org/officeDocument/2006/relationships/slideMaster" Target="../slideMasters/slideMaster57.xml"/></Relationships>
</file>

<file path=ppt/slideLayouts/_rels/slideLayout680.xml.rels><?xml version="1.0" encoding="UTF-8" standalone="yes"?>
<Relationships xmlns="http://schemas.openxmlformats.org/package/2006/relationships"><Relationship Id="rId1" Type="http://schemas.openxmlformats.org/officeDocument/2006/relationships/slideMaster" Target="../slideMasters/slideMaster57.xml"/></Relationships>
</file>

<file path=ppt/slideLayouts/_rels/slideLayout681.xml.rels><?xml version="1.0" encoding="UTF-8" standalone="yes"?>
<Relationships xmlns="http://schemas.openxmlformats.org/package/2006/relationships"><Relationship Id="rId1" Type="http://schemas.openxmlformats.org/officeDocument/2006/relationships/slideMaster" Target="../slideMasters/slideMaster57.xml"/></Relationships>
</file>

<file path=ppt/slideLayouts/_rels/slideLayout682.xml.rels><?xml version="1.0" encoding="UTF-8" standalone="yes"?>
<Relationships xmlns="http://schemas.openxmlformats.org/package/2006/relationships"><Relationship Id="rId1" Type="http://schemas.openxmlformats.org/officeDocument/2006/relationships/slideMaster" Target="../slideMasters/slideMaster57.xml"/></Relationships>
</file>

<file path=ppt/slideLayouts/_rels/slideLayout683.xml.rels><?xml version="1.0" encoding="UTF-8" standalone="yes"?>
<Relationships xmlns="http://schemas.openxmlformats.org/package/2006/relationships"><Relationship Id="rId1" Type="http://schemas.openxmlformats.org/officeDocument/2006/relationships/slideMaster" Target="../slideMasters/slideMaster57.xml"/></Relationships>
</file>

<file path=ppt/slideLayouts/_rels/slideLayout684.xml.rels><?xml version="1.0" encoding="UTF-8" standalone="yes"?>
<Relationships xmlns="http://schemas.openxmlformats.org/package/2006/relationships"><Relationship Id="rId1" Type="http://schemas.openxmlformats.org/officeDocument/2006/relationships/slideMaster" Target="../slideMasters/slideMaster57.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p:cSld name="Title Slide">
    <p:spTree>
      <p:nvGrpSpPr>
        <p:cNvPr id="1" name=""/>
        <p:cNvGrpSpPr/>
        <p:nvPr/>
      </p:nvGrpSpPr>
      <p:grpSpPr>
        <a:xfrm>
          <a:off x="0" y="0"/>
          <a:ext cx="0" cy="0"/>
          <a:chOff x="0" y="0"/>
          <a:chExt cx="0" cy="0"/>
        </a:xfrm>
      </p:grpSpPr>
      <p:sp>
        <p:nvSpPr>
          <p:cNvPr id="5" name="Rectangle 4"/>
          <p:cNvSpPr/>
          <p:nvPr/>
        </p:nvSpPr>
        <p:spPr>
          <a:xfrm>
            <a:off x="14177" y="2514600"/>
            <a:ext cx="9144000" cy="251460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p:cNvSpPr txBox="1"/>
          <p:nvPr/>
        </p:nvSpPr>
        <p:spPr>
          <a:xfrm>
            <a:off x="523875" y="1500426"/>
            <a:ext cx="7477125" cy="861774"/>
          </a:xfrm>
          <a:prstGeom prst="rect">
            <a:avLst/>
          </a:prstGeom>
          <a:noFill/>
        </p:spPr>
        <p:txBody>
          <a:bodyPr wrap="square" rtlCol="0">
            <a:spAutoFit/>
          </a:bodyPr>
          <a:lstStyle/>
          <a:p>
            <a:r>
              <a:rPr lang="en-US" sz="4800" dirty="0">
                <a:solidFill>
                  <a:schemeClr val="tx1">
                    <a:lumMod val="65000"/>
                    <a:lumOff val="35000"/>
                  </a:schemeClr>
                </a:solidFill>
                <a:latin typeface="Segoe UI Light" pitchFamily="34" charset="0"/>
                <a:ea typeface="Segoe UI" pitchFamily="34" charset="0"/>
                <a:cs typeface="Segoe UI" pitchFamily="34" charset="0"/>
              </a:rPr>
              <a:t>Microsoft</a:t>
            </a:r>
            <a:r>
              <a:rPr lang="en-US" baseline="100000" dirty="0">
                <a:solidFill>
                  <a:schemeClr val="tx1">
                    <a:lumMod val="65000"/>
                    <a:lumOff val="35000"/>
                  </a:schemeClr>
                </a:solidFill>
                <a:latin typeface="Segoe UI Light" pitchFamily="34" charset="0"/>
                <a:ea typeface="Segoe UI" pitchFamily="34" charset="0"/>
                <a:cs typeface="Segoe UI" pitchFamily="34" charset="0"/>
              </a:rPr>
              <a:t>®</a:t>
            </a:r>
            <a:r>
              <a:rPr lang="en-US" sz="4400" dirty="0">
                <a:solidFill>
                  <a:schemeClr val="tx1">
                    <a:lumMod val="65000"/>
                    <a:lumOff val="35000"/>
                  </a:schemeClr>
                </a:solidFill>
                <a:latin typeface="Segoe UI Light" pitchFamily="34" charset="0"/>
                <a:ea typeface="Segoe UI" pitchFamily="34" charset="0"/>
                <a:cs typeface="Segoe UI" pitchFamily="34" charset="0"/>
              </a:rPr>
              <a:t> </a:t>
            </a:r>
            <a:r>
              <a:rPr lang="en-US" sz="4800" dirty="0">
                <a:solidFill>
                  <a:schemeClr val="tx1">
                    <a:lumMod val="65000"/>
                    <a:lumOff val="35000"/>
                  </a:schemeClr>
                </a:solidFill>
                <a:latin typeface="Segoe UI Light" pitchFamily="34" charset="0"/>
                <a:ea typeface="Segoe UI" pitchFamily="34" charset="0"/>
                <a:cs typeface="Segoe UI" pitchFamily="34" charset="0"/>
              </a:rPr>
              <a:t>Official Course</a:t>
            </a:r>
          </a:p>
        </p:txBody>
      </p:sp>
      <p:pic>
        <p:nvPicPr>
          <p:cNvPr id="7" name="Picture 6"/>
          <p:cNvPicPr>
            <a:picLocks noChangeAspect="1"/>
          </p:cNvPicPr>
          <p:nvPr/>
        </p:nvPicPr>
        <p:blipFill>
          <a:blip r:embed="rId2" cstate="print">
            <a:duotone>
              <a:prstClr val="black"/>
              <a:schemeClr val="tx1">
                <a:lumMod val="85000"/>
                <a:lumOff val="15000"/>
                <a:tint val="45000"/>
                <a:satMod val="400000"/>
              </a:schemeClr>
            </a:duotone>
            <a:extLst>
              <a:ext uri="{BEBA8EAE-BF5A-486C-A8C5-ECC9F3942E4B}">
                <a14:imgProps xmlns:a14="http://schemas.microsoft.com/office/drawing/2010/main">
                  <a14:imgLayer r:embed="rId3">
                    <a14:imgEffect>
                      <a14:saturation sat="400000"/>
                    </a14:imgEffect>
                  </a14:imgLayer>
                </a14:imgProps>
              </a:ext>
              <a:ext uri="{28A0092B-C50C-407E-A947-70E740481C1C}">
                <a14:useLocalDpi xmlns:a14="http://schemas.microsoft.com/office/drawing/2010/main" val="0"/>
              </a:ext>
            </a:extLst>
          </a:blip>
          <a:stretch>
            <a:fillRect/>
          </a:stretch>
        </p:blipFill>
        <p:spPr>
          <a:xfrm>
            <a:off x="7315200" y="6248400"/>
            <a:ext cx="1413823" cy="230205"/>
          </a:xfrm>
          <a:prstGeom prst="rect">
            <a:avLst/>
          </a:prstGeom>
        </p:spPr>
      </p:pic>
      <p:pic>
        <p:nvPicPr>
          <p:cNvPr id="10" name="Picture 9"/>
          <p:cNvPicPr>
            <a:picLocks/>
          </p:cNvPicPr>
          <p:nvPr/>
        </p:nvPicPr>
        <p:blipFill>
          <a:blip r:embed="rId4" cstate="print">
            <a:extLst>
              <a:ext uri="{28A0092B-C50C-407E-A947-70E740481C1C}">
                <a14:useLocalDpi xmlns:a14="http://schemas.microsoft.com/office/drawing/2010/main" val="0"/>
              </a:ext>
            </a:extLst>
          </a:blip>
          <a:stretch>
            <a:fillRect/>
          </a:stretch>
        </p:blipFill>
        <p:spPr>
          <a:xfrm>
            <a:off x="1" y="2514600"/>
            <a:ext cx="3063240" cy="2514600"/>
          </a:xfrm>
          <a:prstGeom prst="rect">
            <a:avLst/>
          </a:prstGeom>
        </p:spPr>
      </p:pic>
      <p:sp>
        <p:nvSpPr>
          <p:cNvPr id="726019" name="Rectangle 3"/>
          <p:cNvSpPr>
            <a:spLocks noGrp="1" noChangeArrowheads="1"/>
          </p:cNvSpPr>
          <p:nvPr>
            <p:ph type="ctrTitle" sz="quarter" hasCustomPrompt="1"/>
          </p:nvPr>
        </p:nvSpPr>
        <p:spPr>
          <a:xfrm>
            <a:off x="3106782" y="2774735"/>
            <a:ext cx="5732417" cy="1129607"/>
          </a:xfrm>
          <a:ln algn="ctr"/>
        </p:spPr>
        <p:txBody>
          <a:bodyPr wrap="square" tIns="0" rIns="0" bIns="0">
            <a:spAutoFit/>
          </a:bodyPr>
          <a:lstStyle>
            <a:lvl1pPr algn="l">
              <a:spcBef>
                <a:spcPct val="60000"/>
              </a:spcBef>
              <a:buClr>
                <a:schemeClr val="hlink"/>
              </a:buClr>
              <a:buSzPct val="90000"/>
              <a:buFontTx/>
              <a:buNone/>
              <a:defRPr sz="8400" baseline="0">
                <a:solidFill>
                  <a:schemeClr val="bg1"/>
                </a:solidFill>
                <a:latin typeface="Segoe Light" pitchFamily="34" charset="0"/>
              </a:defRPr>
            </a:lvl1pPr>
          </a:lstStyle>
          <a:p>
            <a:r>
              <a:rPr lang="en-US" dirty="0"/>
              <a:t>Course #</a:t>
            </a:r>
          </a:p>
        </p:txBody>
      </p:sp>
      <p:sp>
        <p:nvSpPr>
          <p:cNvPr id="726020" name="Rectangle 4"/>
          <p:cNvSpPr>
            <a:spLocks noGrp="1" noChangeArrowheads="1"/>
          </p:cNvSpPr>
          <p:nvPr>
            <p:ph type="subTitle" sz="quarter" idx="1" hasCustomPrompt="1"/>
          </p:nvPr>
        </p:nvSpPr>
        <p:spPr>
          <a:xfrm>
            <a:off x="3121297" y="3925328"/>
            <a:ext cx="5775960" cy="1103872"/>
          </a:xfrm>
        </p:spPr>
        <p:txBody>
          <a:bodyPr lIns="91440" tIns="45720" rIns="91440" bIns="45720"/>
          <a:lstStyle>
            <a:lvl1pPr marL="0" indent="0" algn="l">
              <a:lnSpc>
                <a:spcPct val="95000"/>
              </a:lnSpc>
              <a:spcBef>
                <a:spcPct val="60000"/>
              </a:spcBef>
              <a:buFontTx/>
              <a:buNone/>
              <a:defRPr sz="2800">
                <a:solidFill>
                  <a:schemeClr val="bg1"/>
                </a:solidFill>
                <a:latin typeface="Segoe UI" pitchFamily="34" charset="0"/>
                <a:ea typeface="Segoe UI" pitchFamily="34" charset="0"/>
                <a:cs typeface="Segoe UI" pitchFamily="34" charset="0"/>
              </a:defRPr>
            </a:lvl1pPr>
          </a:lstStyle>
          <a:p>
            <a:r>
              <a:rPr lang="en-US" dirty="0"/>
              <a:t>Click to edit Course title</a:t>
            </a:r>
          </a:p>
        </p:txBody>
      </p:sp>
    </p:spTree>
    <p:extLst>
      <p:ext uri="{BB962C8B-B14F-4D97-AF65-F5344CB8AC3E}">
        <p14:creationId xmlns:p14="http://schemas.microsoft.com/office/powerpoint/2010/main" val="371188273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58121430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Tree>
    <p:extLst>
      <p:ext uri="{BB962C8B-B14F-4D97-AF65-F5344CB8AC3E}">
        <p14:creationId xmlns:p14="http://schemas.microsoft.com/office/powerpoint/2010/main" val="112200913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458788" y="992188"/>
            <a:ext cx="3798887"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410075" y="992188"/>
            <a:ext cx="3800475"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50581952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80772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45025" y="1535113"/>
            <a:ext cx="4041775"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215049561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5361954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28136707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t"/>
          <a:lstStyle>
            <a:lvl1pPr algn="l">
              <a:defRPr sz="2000" b="0"/>
            </a:lvl1pPr>
          </a:lstStyle>
          <a:p>
            <a:r>
              <a:rPr lang="en-US"/>
              <a:t>Click to edit Master title style</a:t>
            </a:r>
            <a:endParaRPr lang="en-US" dirty="0"/>
          </a:p>
        </p:txBody>
      </p:sp>
      <p:sp>
        <p:nvSpPr>
          <p:cNvPr id="3" name="Content Placeholder 2"/>
          <p:cNvSpPr>
            <a:spLocks noGrp="1"/>
          </p:cNvSpPr>
          <p:nvPr>
            <p:ph idx="1"/>
          </p:nvPr>
        </p:nvSpPr>
        <p:spPr>
          <a:xfrm>
            <a:off x="3575050" y="273050"/>
            <a:ext cx="5111750" cy="5853113"/>
          </a:xfrm>
        </p:spPr>
        <p:txBody>
          <a:bodyPr/>
          <a:lstStyle>
            <a:lvl1pPr>
              <a:defRPr sz="3200">
                <a:solidFill>
                  <a:schemeClr val="bg1"/>
                </a:solidFill>
              </a:defRPr>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310021033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endParaRPr lang="en-US" noProof="0" dirty="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36800736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4590416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291263" y="0"/>
            <a:ext cx="1943100" cy="537845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458788" y="0"/>
            <a:ext cx="5680075" cy="5378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85483833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 preserve="1">
  <p:cSld name="Title an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CA"/>
          </a:p>
        </p:txBody>
      </p:sp>
      <p:sp>
        <p:nvSpPr>
          <p:cNvPr id="3" name="Text Placeholder 2"/>
          <p:cNvSpPr>
            <a:spLocks noGrp="1"/>
          </p:cNvSpPr>
          <p:nvPr>
            <p:ph type="body"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Tree>
    <p:extLst>
      <p:ext uri="{BB962C8B-B14F-4D97-AF65-F5344CB8AC3E}">
        <p14:creationId xmlns:p14="http://schemas.microsoft.com/office/powerpoint/2010/main" val="356845909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Title Slide">
    <p:spTree>
      <p:nvGrpSpPr>
        <p:cNvPr id="1" name=""/>
        <p:cNvGrpSpPr/>
        <p:nvPr/>
      </p:nvGrpSpPr>
      <p:grpSpPr>
        <a:xfrm>
          <a:off x="0" y="0"/>
          <a:ext cx="0" cy="0"/>
          <a:chOff x="0" y="0"/>
          <a:chExt cx="0" cy="0"/>
        </a:xfrm>
      </p:grpSpPr>
      <p:sp>
        <p:nvSpPr>
          <p:cNvPr id="5" name="Rectangle 4"/>
          <p:cNvSpPr/>
          <p:nvPr/>
        </p:nvSpPr>
        <p:spPr>
          <a:xfrm>
            <a:off x="14177" y="2514600"/>
            <a:ext cx="9144000" cy="251460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p:cNvSpPr txBox="1"/>
          <p:nvPr/>
        </p:nvSpPr>
        <p:spPr>
          <a:xfrm>
            <a:off x="523875" y="1500426"/>
            <a:ext cx="7477125" cy="861774"/>
          </a:xfrm>
          <a:prstGeom prst="rect">
            <a:avLst/>
          </a:prstGeom>
          <a:noFill/>
        </p:spPr>
        <p:txBody>
          <a:bodyPr wrap="square" rtlCol="0">
            <a:spAutoFit/>
          </a:bodyPr>
          <a:lstStyle/>
          <a:p>
            <a:r>
              <a:rPr lang="en-US" sz="4800" dirty="0">
                <a:solidFill>
                  <a:schemeClr val="tx1">
                    <a:lumMod val="65000"/>
                    <a:lumOff val="35000"/>
                  </a:schemeClr>
                </a:solidFill>
                <a:latin typeface="Segoe UI Light" pitchFamily="34" charset="0"/>
                <a:ea typeface="Segoe UI" pitchFamily="34" charset="0"/>
                <a:cs typeface="Segoe UI" pitchFamily="34" charset="0"/>
              </a:rPr>
              <a:t>Microsoft</a:t>
            </a:r>
            <a:r>
              <a:rPr lang="en-US" baseline="100000" dirty="0">
                <a:solidFill>
                  <a:schemeClr val="tx1">
                    <a:lumMod val="65000"/>
                    <a:lumOff val="35000"/>
                  </a:schemeClr>
                </a:solidFill>
                <a:latin typeface="Segoe UI Light" pitchFamily="34" charset="0"/>
                <a:ea typeface="Segoe UI" pitchFamily="34" charset="0"/>
                <a:cs typeface="Segoe UI" pitchFamily="34" charset="0"/>
              </a:rPr>
              <a:t>®</a:t>
            </a:r>
            <a:r>
              <a:rPr lang="en-US" sz="4400" dirty="0">
                <a:solidFill>
                  <a:schemeClr val="tx1">
                    <a:lumMod val="65000"/>
                    <a:lumOff val="35000"/>
                  </a:schemeClr>
                </a:solidFill>
                <a:latin typeface="Segoe UI Light" pitchFamily="34" charset="0"/>
                <a:ea typeface="Segoe UI" pitchFamily="34" charset="0"/>
                <a:cs typeface="Segoe UI" pitchFamily="34" charset="0"/>
              </a:rPr>
              <a:t> </a:t>
            </a:r>
            <a:r>
              <a:rPr lang="en-US" sz="4800" dirty="0">
                <a:solidFill>
                  <a:schemeClr val="tx1">
                    <a:lumMod val="65000"/>
                    <a:lumOff val="35000"/>
                  </a:schemeClr>
                </a:solidFill>
                <a:latin typeface="Segoe UI Light" pitchFamily="34" charset="0"/>
                <a:ea typeface="Segoe UI" pitchFamily="34" charset="0"/>
                <a:cs typeface="Segoe UI" pitchFamily="34" charset="0"/>
              </a:rPr>
              <a:t>Official Course</a:t>
            </a:r>
          </a:p>
        </p:txBody>
      </p:sp>
      <p:pic>
        <p:nvPicPr>
          <p:cNvPr id="7" name="Picture 6"/>
          <p:cNvPicPr>
            <a:picLocks noChangeAspect="1"/>
          </p:cNvPicPr>
          <p:nvPr/>
        </p:nvPicPr>
        <p:blipFill>
          <a:blip r:embed="rId2" cstate="print">
            <a:duotone>
              <a:prstClr val="black"/>
              <a:schemeClr val="tx1">
                <a:lumMod val="85000"/>
                <a:lumOff val="15000"/>
                <a:tint val="45000"/>
                <a:satMod val="400000"/>
              </a:schemeClr>
            </a:duotone>
            <a:extLst>
              <a:ext uri="{BEBA8EAE-BF5A-486C-A8C5-ECC9F3942E4B}">
                <a14:imgProps xmlns:a14="http://schemas.microsoft.com/office/drawing/2010/main">
                  <a14:imgLayer r:embed="rId3">
                    <a14:imgEffect>
                      <a14:saturation sat="400000"/>
                    </a14:imgEffect>
                  </a14:imgLayer>
                </a14:imgProps>
              </a:ext>
              <a:ext uri="{28A0092B-C50C-407E-A947-70E740481C1C}">
                <a14:useLocalDpi xmlns:a14="http://schemas.microsoft.com/office/drawing/2010/main" val="0"/>
              </a:ext>
            </a:extLst>
          </a:blip>
          <a:stretch>
            <a:fillRect/>
          </a:stretch>
        </p:blipFill>
        <p:spPr>
          <a:xfrm>
            <a:off x="7315200" y="6248400"/>
            <a:ext cx="1413823" cy="230205"/>
          </a:xfrm>
          <a:prstGeom prst="rect">
            <a:avLst/>
          </a:prstGeom>
        </p:spPr>
      </p:pic>
      <p:pic>
        <p:nvPicPr>
          <p:cNvPr id="10" name="Picture 9"/>
          <p:cNvPicPr>
            <a:picLocks/>
          </p:cNvPicPr>
          <p:nvPr/>
        </p:nvPicPr>
        <p:blipFill>
          <a:blip r:embed="rId4" cstate="print">
            <a:extLst>
              <a:ext uri="{28A0092B-C50C-407E-A947-70E740481C1C}">
                <a14:useLocalDpi xmlns:a14="http://schemas.microsoft.com/office/drawing/2010/main" val="0"/>
              </a:ext>
            </a:extLst>
          </a:blip>
          <a:stretch>
            <a:fillRect/>
          </a:stretch>
        </p:blipFill>
        <p:spPr>
          <a:xfrm>
            <a:off x="1" y="2514600"/>
            <a:ext cx="3063240" cy="2514600"/>
          </a:xfrm>
          <a:prstGeom prst="rect">
            <a:avLst/>
          </a:prstGeom>
        </p:spPr>
      </p:pic>
      <p:sp>
        <p:nvSpPr>
          <p:cNvPr id="726019" name="Rectangle 3"/>
          <p:cNvSpPr>
            <a:spLocks noGrp="1" noChangeArrowheads="1"/>
          </p:cNvSpPr>
          <p:nvPr>
            <p:ph type="ctrTitle" sz="quarter" hasCustomPrompt="1"/>
          </p:nvPr>
        </p:nvSpPr>
        <p:spPr>
          <a:xfrm>
            <a:off x="3106782" y="2774735"/>
            <a:ext cx="5732417" cy="1129607"/>
          </a:xfrm>
          <a:ln algn="ctr"/>
        </p:spPr>
        <p:txBody>
          <a:bodyPr wrap="square" tIns="0" rIns="0" bIns="0">
            <a:spAutoFit/>
          </a:bodyPr>
          <a:lstStyle>
            <a:lvl1pPr algn="l">
              <a:spcBef>
                <a:spcPct val="60000"/>
              </a:spcBef>
              <a:buClr>
                <a:schemeClr val="hlink"/>
              </a:buClr>
              <a:buSzPct val="90000"/>
              <a:buFontTx/>
              <a:buNone/>
              <a:defRPr sz="8400" baseline="0">
                <a:solidFill>
                  <a:schemeClr val="bg1"/>
                </a:solidFill>
                <a:latin typeface="Segoe Light" pitchFamily="34" charset="0"/>
              </a:defRPr>
            </a:lvl1pPr>
          </a:lstStyle>
          <a:p>
            <a:r>
              <a:rPr lang="en-US" dirty="0"/>
              <a:t>Course #</a:t>
            </a:r>
          </a:p>
        </p:txBody>
      </p:sp>
      <p:sp>
        <p:nvSpPr>
          <p:cNvPr id="726020" name="Rectangle 4"/>
          <p:cNvSpPr>
            <a:spLocks noGrp="1" noChangeArrowheads="1"/>
          </p:cNvSpPr>
          <p:nvPr>
            <p:ph type="subTitle" sz="quarter" idx="1" hasCustomPrompt="1"/>
          </p:nvPr>
        </p:nvSpPr>
        <p:spPr>
          <a:xfrm>
            <a:off x="3121297" y="3925328"/>
            <a:ext cx="5775960" cy="1103872"/>
          </a:xfrm>
        </p:spPr>
        <p:txBody>
          <a:bodyPr lIns="91440" tIns="45720" rIns="91440" bIns="45720"/>
          <a:lstStyle>
            <a:lvl1pPr marL="0" indent="0" algn="l">
              <a:lnSpc>
                <a:spcPct val="95000"/>
              </a:lnSpc>
              <a:spcBef>
                <a:spcPct val="60000"/>
              </a:spcBef>
              <a:buFontTx/>
              <a:buNone/>
              <a:defRPr sz="2800">
                <a:solidFill>
                  <a:schemeClr val="bg1"/>
                </a:solidFill>
                <a:latin typeface="Segoe UI" pitchFamily="34" charset="0"/>
                <a:ea typeface="Segoe UI" pitchFamily="34" charset="0"/>
                <a:cs typeface="Segoe UI" pitchFamily="34" charset="0"/>
              </a:defRPr>
            </a:lvl1pPr>
          </a:lstStyle>
          <a:p>
            <a:r>
              <a:rPr lang="en-US" dirty="0"/>
              <a:t>Click to edit Course title</a:t>
            </a:r>
          </a:p>
        </p:txBody>
      </p:sp>
    </p:spTree>
    <p:extLst>
      <p:ext uri="{BB962C8B-B14F-4D97-AF65-F5344CB8AC3E}">
        <p14:creationId xmlns:p14="http://schemas.microsoft.com/office/powerpoint/2010/main" val="10597644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93574661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Tree>
    <p:extLst>
      <p:ext uri="{BB962C8B-B14F-4D97-AF65-F5344CB8AC3E}">
        <p14:creationId xmlns:p14="http://schemas.microsoft.com/office/powerpoint/2010/main" val="9863776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458788" y="992188"/>
            <a:ext cx="3798887"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410075" y="992188"/>
            <a:ext cx="3800475"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249871799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80772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45025" y="1535113"/>
            <a:ext cx="4041775"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978695635"/>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2728292777"/>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98233419"/>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t"/>
          <a:lstStyle>
            <a:lvl1pPr algn="l">
              <a:defRPr sz="2000" b="0"/>
            </a:lvl1pPr>
          </a:lstStyle>
          <a:p>
            <a:r>
              <a:rPr lang="en-US"/>
              <a:t>Click to edit Master title style</a:t>
            </a:r>
            <a:endParaRPr lang="en-US" dirty="0"/>
          </a:p>
        </p:txBody>
      </p:sp>
      <p:sp>
        <p:nvSpPr>
          <p:cNvPr id="3" name="Content Placeholder 2"/>
          <p:cNvSpPr>
            <a:spLocks noGrp="1"/>
          </p:cNvSpPr>
          <p:nvPr>
            <p:ph idx="1"/>
          </p:nvPr>
        </p:nvSpPr>
        <p:spPr>
          <a:xfrm>
            <a:off x="3575050" y="273050"/>
            <a:ext cx="5111750" cy="5853113"/>
          </a:xfrm>
        </p:spPr>
        <p:txBody>
          <a:bodyPr/>
          <a:lstStyle>
            <a:lvl1pPr>
              <a:defRPr sz="3200">
                <a:solidFill>
                  <a:schemeClr val="bg1"/>
                </a:solidFill>
              </a:defRPr>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1163606213"/>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endParaRPr lang="en-US" noProof="0" dirty="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4001247606"/>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2498379458"/>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291263" y="0"/>
            <a:ext cx="1943100" cy="537845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458788" y="0"/>
            <a:ext cx="5680075" cy="5378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3494392775"/>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tx">
  <p:cSld name="Title an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CA"/>
          </a:p>
        </p:txBody>
      </p:sp>
      <p:sp>
        <p:nvSpPr>
          <p:cNvPr id="3" name="Text Placeholder 2"/>
          <p:cNvSpPr>
            <a:spLocks noGrp="1"/>
          </p:cNvSpPr>
          <p:nvPr>
            <p:ph type="body"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Tree>
    <p:extLst>
      <p:ext uri="{BB962C8B-B14F-4D97-AF65-F5344CB8AC3E}">
        <p14:creationId xmlns:p14="http://schemas.microsoft.com/office/powerpoint/2010/main" val="3280642455"/>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preserve="1">
  <p:cSld name="Title Slide">
    <p:spTree>
      <p:nvGrpSpPr>
        <p:cNvPr id="1" name=""/>
        <p:cNvGrpSpPr/>
        <p:nvPr/>
      </p:nvGrpSpPr>
      <p:grpSpPr>
        <a:xfrm>
          <a:off x="0" y="0"/>
          <a:ext cx="0" cy="0"/>
          <a:chOff x="0" y="0"/>
          <a:chExt cx="0" cy="0"/>
        </a:xfrm>
      </p:grpSpPr>
      <p:sp>
        <p:nvSpPr>
          <p:cNvPr id="5" name="Rectangle 4"/>
          <p:cNvSpPr/>
          <p:nvPr/>
        </p:nvSpPr>
        <p:spPr>
          <a:xfrm>
            <a:off x="14177" y="2514600"/>
            <a:ext cx="9144000" cy="251460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p:cNvSpPr txBox="1"/>
          <p:nvPr/>
        </p:nvSpPr>
        <p:spPr>
          <a:xfrm>
            <a:off x="523875" y="1500426"/>
            <a:ext cx="7477125" cy="861774"/>
          </a:xfrm>
          <a:prstGeom prst="rect">
            <a:avLst/>
          </a:prstGeom>
          <a:noFill/>
        </p:spPr>
        <p:txBody>
          <a:bodyPr wrap="square" rtlCol="0">
            <a:spAutoFit/>
          </a:bodyPr>
          <a:lstStyle/>
          <a:p>
            <a:r>
              <a:rPr lang="en-US" sz="4800" dirty="0">
                <a:solidFill>
                  <a:schemeClr val="tx1">
                    <a:lumMod val="65000"/>
                    <a:lumOff val="35000"/>
                  </a:schemeClr>
                </a:solidFill>
                <a:latin typeface="Segoe UI Light" pitchFamily="34" charset="0"/>
                <a:ea typeface="Segoe UI" pitchFamily="34" charset="0"/>
                <a:cs typeface="Segoe UI" pitchFamily="34" charset="0"/>
              </a:rPr>
              <a:t>Microsoft</a:t>
            </a:r>
            <a:r>
              <a:rPr lang="en-US" baseline="100000" dirty="0">
                <a:solidFill>
                  <a:schemeClr val="tx1">
                    <a:lumMod val="65000"/>
                    <a:lumOff val="35000"/>
                  </a:schemeClr>
                </a:solidFill>
                <a:latin typeface="Segoe UI Light" pitchFamily="34" charset="0"/>
                <a:ea typeface="Segoe UI" pitchFamily="34" charset="0"/>
                <a:cs typeface="Segoe UI" pitchFamily="34" charset="0"/>
              </a:rPr>
              <a:t>®</a:t>
            </a:r>
            <a:r>
              <a:rPr lang="en-US" sz="4400" dirty="0">
                <a:solidFill>
                  <a:schemeClr val="tx1">
                    <a:lumMod val="65000"/>
                    <a:lumOff val="35000"/>
                  </a:schemeClr>
                </a:solidFill>
                <a:latin typeface="Segoe UI Light" pitchFamily="34" charset="0"/>
                <a:ea typeface="Segoe UI" pitchFamily="34" charset="0"/>
                <a:cs typeface="Segoe UI" pitchFamily="34" charset="0"/>
              </a:rPr>
              <a:t> </a:t>
            </a:r>
            <a:r>
              <a:rPr lang="en-US" sz="4800" dirty="0">
                <a:solidFill>
                  <a:schemeClr val="tx1">
                    <a:lumMod val="65000"/>
                    <a:lumOff val="35000"/>
                  </a:schemeClr>
                </a:solidFill>
                <a:latin typeface="Segoe UI Light" pitchFamily="34" charset="0"/>
                <a:ea typeface="Segoe UI" pitchFamily="34" charset="0"/>
                <a:cs typeface="Segoe UI" pitchFamily="34" charset="0"/>
              </a:rPr>
              <a:t>Official Course</a:t>
            </a:r>
          </a:p>
        </p:txBody>
      </p:sp>
      <p:pic>
        <p:nvPicPr>
          <p:cNvPr id="7" name="Picture 6"/>
          <p:cNvPicPr>
            <a:picLocks noChangeAspect="1"/>
          </p:cNvPicPr>
          <p:nvPr/>
        </p:nvPicPr>
        <p:blipFill>
          <a:blip r:embed="rId2" cstate="print">
            <a:duotone>
              <a:prstClr val="black"/>
              <a:schemeClr val="tx1">
                <a:lumMod val="85000"/>
                <a:lumOff val="15000"/>
                <a:tint val="45000"/>
                <a:satMod val="400000"/>
              </a:schemeClr>
            </a:duotone>
            <a:extLst>
              <a:ext uri="{BEBA8EAE-BF5A-486C-A8C5-ECC9F3942E4B}">
                <a14:imgProps xmlns:a14="http://schemas.microsoft.com/office/drawing/2010/main">
                  <a14:imgLayer r:embed="rId3">
                    <a14:imgEffect>
                      <a14:saturation sat="400000"/>
                    </a14:imgEffect>
                  </a14:imgLayer>
                </a14:imgProps>
              </a:ext>
              <a:ext uri="{28A0092B-C50C-407E-A947-70E740481C1C}">
                <a14:useLocalDpi xmlns:a14="http://schemas.microsoft.com/office/drawing/2010/main" val="0"/>
              </a:ext>
            </a:extLst>
          </a:blip>
          <a:stretch>
            <a:fillRect/>
          </a:stretch>
        </p:blipFill>
        <p:spPr>
          <a:xfrm>
            <a:off x="7315200" y="6248400"/>
            <a:ext cx="1413823" cy="230205"/>
          </a:xfrm>
          <a:prstGeom prst="rect">
            <a:avLst/>
          </a:prstGeom>
        </p:spPr>
      </p:pic>
      <p:pic>
        <p:nvPicPr>
          <p:cNvPr id="10" name="Picture 9"/>
          <p:cNvPicPr>
            <a:picLocks/>
          </p:cNvPicPr>
          <p:nvPr/>
        </p:nvPicPr>
        <p:blipFill>
          <a:blip r:embed="rId4" cstate="print">
            <a:extLst>
              <a:ext uri="{28A0092B-C50C-407E-A947-70E740481C1C}">
                <a14:useLocalDpi xmlns:a14="http://schemas.microsoft.com/office/drawing/2010/main" val="0"/>
              </a:ext>
            </a:extLst>
          </a:blip>
          <a:stretch>
            <a:fillRect/>
          </a:stretch>
        </p:blipFill>
        <p:spPr>
          <a:xfrm>
            <a:off x="1" y="2514600"/>
            <a:ext cx="3063240" cy="2514600"/>
          </a:xfrm>
          <a:prstGeom prst="rect">
            <a:avLst/>
          </a:prstGeom>
        </p:spPr>
      </p:pic>
      <p:sp>
        <p:nvSpPr>
          <p:cNvPr id="726019" name="Rectangle 3"/>
          <p:cNvSpPr>
            <a:spLocks noGrp="1" noChangeArrowheads="1"/>
          </p:cNvSpPr>
          <p:nvPr>
            <p:ph type="ctrTitle" sz="quarter" hasCustomPrompt="1"/>
          </p:nvPr>
        </p:nvSpPr>
        <p:spPr>
          <a:xfrm>
            <a:off x="3106782" y="2774735"/>
            <a:ext cx="5732417" cy="1129607"/>
          </a:xfrm>
          <a:ln algn="ctr"/>
        </p:spPr>
        <p:txBody>
          <a:bodyPr wrap="square" tIns="0" rIns="0" bIns="0">
            <a:spAutoFit/>
          </a:bodyPr>
          <a:lstStyle>
            <a:lvl1pPr algn="l">
              <a:spcBef>
                <a:spcPct val="60000"/>
              </a:spcBef>
              <a:buClr>
                <a:schemeClr val="hlink"/>
              </a:buClr>
              <a:buSzPct val="90000"/>
              <a:buFontTx/>
              <a:buNone/>
              <a:defRPr sz="8400" baseline="0">
                <a:solidFill>
                  <a:schemeClr val="bg1"/>
                </a:solidFill>
                <a:latin typeface="Segoe Light" pitchFamily="34" charset="0"/>
              </a:defRPr>
            </a:lvl1pPr>
          </a:lstStyle>
          <a:p>
            <a:r>
              <a:rPr lang="en-US" dirty="0"/>
              <a:t>Course #</a:t>
            </a:r>
          </a:p>
        </p:txBody>
      </p:sp>
      <p:sp>
        <p:nvSpPr>
          <p:cNvPr id="726020" name="Rectangle 4"/>
          <p:cNvSpPr>
            <a:spLocks noGrp="1" noChangeArrowheads="1"/>
          </p:cNvSpPr>
          <p:nvPr>
            <p:ph type="subTitle" sz="quarter" idx="1" hasCustomPrompt="1"/>
          </p:nvPr>
        </p:nvSpPr>
        <p:spPr>
          <a:xfrm>
            <a:off x="3121297" y="3925328"/>
            <a:ext cx="5775960" cy="1103872"/>
          </a:xfrm>
        </p:spPr>
        <p:txBody>
          <a:bodyPr lIns="91440" tIns="45720" rIns="91440" bIns="45720"/>
          <a:lstStyle>
            <a:lvl1pPr marL="0" indent="0" algn="l">
              <a:lnSpc>
                <a:spcPct val="95000"/>
              </a:lnSpc>
              <a:spcBef>
                <a:spcPct val="60000"/>
              </a:spcBef>
              <a:buFontTx/>
              <a:buNone/>
              <a:defRPr sz="2800">
                <a:solidFill>
                  <a:schemeClr val="bg1"/>
                </a:solidFill>
                <a:latin typeface="Segoe UI" pitchFamily="34" charset="0"/>
                <a:ea typeface="Segoe UI" pitchFamily="34" charset="0"/>
                <a:cs typeface="Segoe UI" pitchFamily="34" charset="0"/>
              </a:defRPr>
            </a:lvl1pPr>
          </a:lstStyle>
          <a:p>
            <a:r>
              <a:rPr lang="en-US" dirty="0"/>
              <a:t>Click to edit Course title</a:t>
            </a:r>
          </a:p>
        </p:txBody>
      </p:sp>
    </p:spTree>
    <p:extLst>
      <p:ext uri="{BB962C8B-B14F-4D97-AF65-F5344CB8AC3E}">
        <p14:creationId xmlns:p14="http://schemas.microsoft.com/office/powerpoint/2010/main" val="3782475423"/>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623663054"/>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Tree>
    <p:extLst>
      <p:ext uri="{BB962C8B-B14F-4D97-AF65-F5344CB8AC3E}">
        <p14:creationId xmlns:p14="http://schemas.microsoft.com/office/powerpoint/2010/main" val="4259404600"/>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458788" y="992188"/>
            <a:ext cx="3798887"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410075" y="992188"/>
            <a:ext cx="3800475"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2336795430"/>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80772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45025" y="1535113"/>
            <a:ext cx="4041775"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2190782285"/>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3385822738"/>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18796790"/>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t"/>
          <a:lstStyle>
            <a:lvl1pPr algn="l">
              <a:defRPr sz="2000" b="0"/>
            </a:lvl1pPr>
          </a:lstStyle>
          <a:p>
            <a:r>
              <a:rPr lang="en-US"/>
              <a:t>Click to edit Master title style</a:t>
            </a:r>
            <a:endParaRPr lang="en-US" dirty="0"/>
          </a:p>
        </p:txBody>
      </p:sp>
      <p:sp>
        <p:nvSpPr>
          <p:cNvPr id="3" name="Content Placeholder 2"/>
          <p:cNvSpPr>
            <a:spLocks noGrp="1"/>
          </p:cNvSpPr>
          <p:nvPr>
            <p:ph idx="1"/>
          </p:nvPr>
        </p:nvSpPr>
        <p:spPr>
          <a:xfrm>
            <a:off x="3575050" y="273050"/>
            <a:ext cx="5111750" cy="5853113"/>
          </a:xfrm>
        </p:spPr>
        <p:txBody>
          <a:bodyPr/>
          <a:lstStyle>
            <a:lvl1pPr>
              <a:defRPr sz="3200">
                <a:solidFill>
                  <a:schemeClr val="bg1"/>
                </a:solidFill>
              </a:defRPr>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738244405"/>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endParaRPr lang="en-US" noProof="0" dirty="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2701065105"/>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2446685506"/>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291263" y="0"/>
            <a:ext cx="1943100" cy="537845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458788" y="0"/>
            <a:ext cx="5680075" cy="5378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937433844"/>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tx">
  <p:cSld name="Title an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CA"/>
          </a:p>
        </p:txBody>
      </p:sp>
      <p:sp>
        <p:nvSpPr>
          <p:cNvPr id="3" name="Text Placeholder 2"/>
          <p:cNvSpPr>
            <a:spLocks noGrp="1"/>
          </p:cNvSpPr>
          <p:nvPr>
            <p:ph type="body"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Tree>
    <p:extLst>
      <p:ext uri="{BB962C8B-B14F-4D97-AF65-F5344CB8AC3E}">
        <p14:creationId xmlns:p14="http://schemas.microsoft.com/office/powerpoint/2010/main" val="11385897"/>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showMasterSp="0" preserve="1">
  <p:cSld name="Title Slide">
    <p:spTree>
      <p:nvGrpSpPr>
        <p:cNvPr id="1" name=""/>
        <p:cNvGrpSpPr/>
        <p:nvPr/>
      </p:nvGrpSpPr>
      <p:grpSpPr>
        <a:xfrm>
          <a:off x="0" y="0"/>
          <a:ext cx="0" cy="0"/>
          <a:chOff x="0" y="0"/>
          <a:chExt cx="0" cy="0"/>
        </a:xfrm>
      </p:grpSpPr>
      <p:sp>
        <p:nvSpPr>
          <p:cNvPr id="5" name="Rectangle 4"/>
          <p:cNvSpPr/>
          <p:nvPr/>
        </p:nvSpPr>
        <p:spPr>
          <a:xfrm>
            <a:off x="14177" y="2514600"/>
            <a:ext cx="9144000" cy="251460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p:cNvSpPr txBox="1"/>
          <p:nvPr/>
        </p:nvSpPr>
        <p:spPr>
          <a:xfrm>
            <a:off x="523875" y="1500426"/>
            <a:ext cx="7477125" cy="861774"/>
          </a:xfrm>
          <a:prstGeom prst="rect">
            <a:avLst/>
          </a:prstGeom>
          <a:noFill/>
        </p:spPr>
        <p:txBody>
          <a:bodyPr wrap="square" rtlCol="0">
            <a:spAutoFit/>
          </a:bodyPr>
          <a:lstStyle/>
          <a:p>
            <a:r>
              <a:rPr lang="en-US" sz="4800" dirty="0">
                <a:solidFill>
                  <a:schemeClr val="tx1">
                    <a:lumMod val="65000"/>
                    <a:lumOff val="35000"/>
                  </a:schemeClr>
                </a:solidFill>
                <a:latin typeface="Segoe UI Light" pitchFamily="34" charset="0"/>
                <a:ea typeface="Segoe UI" pitchFamily="34" charset="0"/>
                <a:cs typeface="Segoe UI" pitchFamily="34" charset="0"/>
              </a:rPr>
              <a:t>Microsoft</a:t>
            </a:r>
            <a:r>
              <a:rPr lang="en-US" baseline="100000" dirty="0">
                <a:solidFill>
                  <a:schemeClr val="tx1">
                    <a:lumMod val="65000"/>
                    <a:lumOff val="35000"/>
                  </a:schemeClr>
                </a:solidFill>
                <a:latin typeface="Segoe UI Light" pitchFamily="34" charset="0"/>
                <a:ea typeface="Segoe UI" pitchFamily="34" charset="0"/>
                <a:cs typeface="Segoe UI" pitchFamily="34" charset="0"/>
              </a:rPr>
              <a:t>®</a:t>
            </a:r>
            <a:r>
              <a:rPr lang="en-US" sz="4400" dirty="0">
                <a:solidFill>
                  <a:schemeClr val="tx1">
                    <a:lumMod val="65000"/>
                    <a:lumOff val="35000"/>
                  </a:schemeClr>
                </a:solidFill>
                <a:latin typeface="Segoe UI Light" pitchFamily="34" charset="0"/>
                <a:ea typeface="Segoe UI" pitchFamily="34" charset="0"/>
                <a:cs typeface="Segoe UI" pitchFamily="34" charset="0"/>
              </a:rPr>
              <a:t> </a:t>
            </a:r>
            <a:r>
              <a:rPr lang="en-US" sz="4800" dirty="0">
                <a:solidFill>
                  <a:schemeClr val="tx1">
                    <a:lumMod val="65000"/>
                    <a:lumOff val="35000"/>
                  </a:schemeClr>
                </a:solidFill>
                <a:latin typeface="Segoe UI Light" pitchFamily="34" charset="0"/>
                <a:ea typeface="Segoe UI" pitchFamily="34" charset="0"/>
                <a:cs typeface="Segoe UI" pitchFamily="34" charset="0"/>
              </a:rPr>
              <a:t>Official Course</a:t>
            </a:r>
          </a:p>
        </p:txBody>
      </p:sp>
      <p:pic>
        <p:nvPicPr>
          <p:cNvPr id="7" name="Picture 6"/>
          <p:cNvPicPr>
            <a:picLocks noChangeAspect="1"/>
          </p:cNvPicPr>
          <p:nvPr/>
        </p:nvPicPr>
        <p:blipFill>
          <a:blip r:embed="rId2" cstate="print">
            <a:duotone>
              <a:prstClr val="black"/>
              <a:schemeClr val="tx1">
                <a:lumMod val="85000"/>
                <a:lumOff val="15000"/>
                <a:tint val="45000"/>
                <a:satMod val="400000"/>
              </a:schemeClr>
            </a:duotone>
            <a:extLst>
              <a:ext uri="{BEBA8EAE-BF5A-486C-A8C5-ECC9F3942E4B}">
                <a14:imgProps xmlns:a14="http://schemas.microsoft.com/office/drawing/2010/main">
                  <a14:imgLayer r:embed="rId3">
                    <a14:imgEffect>
                      <a14:saturation sat="400000"/>
                    </a14:imgEffect>
                  </a14:imgLayer>
                </a14:imgProps>
              </a:ext>
              <a:ext uri="{28A0092B-C50C-407E-A947-70E740481C1C}">
                <a14:useLocalDpi xmlns:a14="http://schemas.microsoft.com/office/drawing/2010/main" val="0"/>
              </a:ext>
            </a:extLst>
          </a:blip>
          <a:stretch>
            <a:fillRect/>
          </a:stretch>
        </p:blipFill>
        <p:spPr>
          <a:xfrm>
            <a:off x="7315200" y="6248400"/>
            <a:ext cx="1413823" cy="230205"/>
          </a:xfrm>
          <a:prstGeom prst="rect">
            <a:avLst/>
          </a:prstGeom>
        </p:spPr>
      </p:pic>
      <p:pic>
        <p:nvPicPr>
          <p:cNvPr id="10" name="Picture 9"/>
          <p:cNvPicPr>
            <a:picLocks/>
          </p:cNvPicPr>
          <p:nvPr/>
        </p:nvPicPr>
        <p:blipFill>
          <a:blip r:embed="rId4" cstate="print">
            <a:extLst>
              <a:ext uri="{28A0092B-C50C-407E-A947-70E740481C1C}">
                <a14:useLocalDpi xmlns:a14="http://schemas.microsoft.com/office/drawing/2010/main" val="0"/>
              </a:ext>
            </a:extLst>
          </a:blip>
          <a:stretch>
            <a:fillRect/>
          </a:stretch>
        </p:blipFill>
        <p:spPr>
          <a:xfrm>
            <a:off x="1" y="2514600"/>
            <a:ext cx="3063240" cy="2514600"/>
          </a:xfrm>
          <a:prstGeom prst="rect">
            <a:avLst/>
          </a:prstGeom>
        </p:spPr>
      </p:pic>
      <p:sp>
        <p:nvSpPr>
          <p:cNvPr id="726019" name="Rectangle 3"/>
          <p:cNvSpPr>
            <a:spLocks noGrp="1" noChangeArrowheads="1"/>
          </p:cNvSpPr>
          <p:nvPr>
            <p:ph type="ctrTitle" sz="quarter" hasCustomPrompt="1"/>
          </p:nvPr>
        </p:nvSpPr>
        <p:spPr>
          <a:xfrm>
            <a:off x="3106782" y="2774735"/>
            <a:ext cx="5732417" cy="1129607"/>
          </a:xfrm>
          <a:ln algn="ctr"/>
        </p:spPr>
        <p:txBody>
          <a:bodyPr wrap="square" tIns="0" rIns="0" bIns="0">
            <a:spAutoFit/>
          </a:bodyPr>
          <a:lstStyle>
            <a:lvl1pPr algn="l">
              <a:spcBef>
                <a:spcPct val="60000"/>
              </a:spcBef>
              <a:buClr>
                <a:schemeClr val="hlink"/>
              </a:buClr>
              <a:buSzPct val="90000"/>
              <a:buFontTx/>
              <a:buNone/>
              <a:defRPr sz="8400" baseline="0">
                <a:solidFill>
                  <a:schemeClr val="bg1"/>
                </a:solidFill>
                <a:latin typeface="Segoe Light" pitchFamily="34" charset="0"/>
              </a:defRPr>
            </a:lvl1pPr>
          </a:lstStyle>
          <a:p>
            <a:r>
              <a:rPr lang="en-US" dirty="0"/>
              <a:t>Course #</a:t>
            </a:r>
          </a:p>
        </p:txBody>
      </p:sp>
      <p:sp>
        <p:nvSpPr>
          <p:cNvPr id="726020" name="Rectangle 4"/>
          <p:cNvSpPr>
            <a:spLocks noGrp="1" noChangeArrowheads="1"/>
          </p:cNvSpPr>
          <p:nvPr>
            <p:ph type="subTitle" sz="quarter" idx="1" hasCustomPrompt="1"/>
          </p:nvPr>
        </p:nvSpPr>
        <p:spPr>
          <a:xfrm>
            <a:off x="3121297" y="3925328"/>
            <a:ext cx="5775960" cy="1103872"/>
          </a:xfrm>
        </p:spPr>
        <p:txBody>
          <a:bodyPr lIns="91440" tIns="45720" rIns="91440" bIns="45720"/>
          <a:lstStyle>
            <a:lvl1pPr marL="0" indent="0" algn="l">
              <a:lnSpc>
                <a:spcPct val="95000"/>
              </a:lnSpc>
              <a:spcBef>
                <a:spcPct val="60000"/>
              </a:spcBef>
              <a:buFontTx/>
              <a:buNone/>
              <a:defRPr sz="2800">
                <a:solidFill>
                  <a:schemeClr val="bg1"/>
                </a:solidFill>
                <a:latin typeface="Segoe UI" pitchFamily="34" charset="0"/>
                <a:ea typeface="Segoe UI" pitchFamily="34" charset="0"/>
                <a:cs typeface="Segoe UI" pitchFamily="34" charset="0"/>
              </a:defRPr>
            </a:lvl1pPr>
          </a:lstStyle>
          <a:p>
            <a:r>
              <a:rPr lang="en-US" dirty="0"/>
              <a:t>Click to edit Course title</a:t>
            </a:r>
          </a:p>
        </p:txBody>
      </p:sp>
    </p:spTree>
    <p:extLst>
      <p:ext uri="{BB962C8B-B14F-4D97-AF65-F5344CB8AC3E}">
        <p14:creationId xmlns:p14="http://schemas.microsoft.com/office/powerpoint/2010/main" val="2866127346"/>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3692978499"/>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Tree>
    <p:extLst>
      <p:ext uri="{BB962C8B-B14F-4D97-AF65-F5344CB8AC3E}">
        <p14:creationId xmlns:p14="http://schemas.microsoft.com/office/powerpoint/2010/main" val="174828603"/>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458788" y="992188"/>
            <a:ext cx="3798887"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410075" y="992188"/>
            <a:ext cx="3800475"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987614156"/>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80772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45025" y="1535113"/>
            <a:ext cx="4041775"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3024186107"/>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1061308989"/>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646418098"/>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t"/>
          <a:lstStyle>
            <a:lvl1pPr algn="l">
              <a:defRPr sz="2000" b="0"/>
            </a:lvl1pPr>
          </a:lstStyle>
          <a:p>
            <a:r>
              <a:rPr lang="en-US"/>
              <a:t>Click to edit Master title style</a:t>
            </a:r>
            <a:endParaRPr lang="en-US" dirty="0"/>
          </a:p>
        </p:txBody>
      </p:sp>
      <p:sp>
        <p:nvSpPr>
          <p:cNvPr id="3" name="Content Placeholder 2"/>
          <p:cNvSpPr>
            <a:spLocks noGrp="1"/>
          </p:cNvSpPr>
          <p:nvPr>
            <p:ph idx="1"/>
          </p:nvPr>
        </p:nvSpPr>
        <p:spPr>
          <a:xfrm>
            <a:off x="3575050" y="273050"/>
            <a:ext cx="5111750" cy="5853113"/>
          </a:xfrm>
        </p:spPr>
        <p:txBody>
          <a:bodyPr/>
          <a:lstStyle>
            <a:lvl1pPr>
              <a:defRPr sz="3200">
                <a:solidFill>
                  <a:schemeClr val="bg1"/>
                </a:solidFill>
              </a:defRPr>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2147632296"/>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endParaRPr lang="en-US" noProof="0" dirty="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806980483"/>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519014834"/>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291263" y="0"/>
            <a:ext cx="1943100" cy="537845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458788" y="0"/>
            <a:ext cx="5680075" cy="5378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152444809"/>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type="tx">
  <p:cSld name="Title an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CA"/>
          </a:p>
        </p:txBody>
      </p:sp>
      <p:sp>
        <p:nvSpPr>
          <p:cNvPr id="3" name="Text Placeholder 2"/>
          <p:cNvSpPr>
            <a:spLocks noGrp="1"/>
          </p:cNvSpPr>
          <p:nvPr>
            <p:ph type="body"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Tree>
    <p:extLst>
      <p:ext uri="{BB962C8B-B14F-4D97-AF65-F5344CB8AC3E}">
        <p14:creationId xmlns:p14="http://schemas.microsoft.com/office/powerpoint/2010/main" val="1023800551"/>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showMasterSp="0" preserve="1">
  <p:cSld name="Title Slide">
    <p:spTree>
      <p:nvGrpSpPr>
        <p:cNvPr id="1" name=""/>
        <p:cNvGrpSpPr/>
        <p:nvPr/>
      </p:nvGrpSpPr>
      <p:grpSpPr>
        <a:xfrm>
          <a:off x="0" y="0"/>
          <a:ext cx="0" cy="0"/>
          <a:chOff x="0" y="0"/>
          <a:chExt cx="0" cy="0"/>
        </a:xfrm>
      </p:grpSpPr>
      <p:sp>
        <p:nvSpPr>
          <p:cNvPr id="5" name="Rectangle 4"/>
          <p:cNvSpPr/>
          <p:nvPr/>
        </p:nvSpPr>
        <p:spPr>
          <a:xfrm>
            <a:off x="14177" y="2514600"/>
            <a:ext cx="9144000" cy="251460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p:cNvSpPr txBox="1"/>
          <p:nvPr/>
        </p:nvSpPr>
        <p:spPr>
          <a:xfrm>
            <a:off x="523875" y="1500426"/>
            <a:ext cx="7477125" cy="861774"/>
          </a:xfrm>
          <a:prstGeom prst="rect">
            <a:avLst/>
          </a:prstGeom>
          <a:noFill/>
        </p:spPr>
        <p:txBody>
          <a:bodyPr wrap="square" rtlCol="0">
            <a:spAutoFit/>
          </a:bodyPr>
          <a:lstStyle/>
          <a:p>
            <a:r>
              <a:rPr lang="en-US" sz="4800" dirty="0">
                <a:solidFill>
                  <a:schemeClr val="tx1">
                    <a:lumMod val="65000"/>
                    <a:lumOff val="35000"/>
                  </a:schemeClr>
                </a:solidFill>
                <a:latin typeface="Segoe UI Light" pitchFamily="34" charset="0"/>
                <a:ea typeface="Segoe UI" pitchFamily="34" charset="0"/>
                <a:cs typeface="Segoe UI" pitchFamily="34" charset="0"/>
              </a:rPr>
              <a:t>Microsoft</a:t>
            </a:r>
            <a:r>
              <a:rPr lang="en-US" baseline="100000" dirty="0">
                <a:solidFill>
                  <a:schemeClr val="tx1">
                    <a:lumMod val="65000"/>
                    <a:lumOff val="35000"/>
                  </a:schemeClr>
                </a:solidFill>
                <a:latin typeface="Segoe UI Light" pitchFamily="34" charset="0"/>
                <a:ea typeface="Segoe UI" pitchFamily="34" charset="0"/>
                <a:cs typeface="Segoe UI" pitchFamily="34" charset="0"/>
              </a:rPr>
              <a:t>®</a:t>
            </a:r>
            <a:r>
              <a:rPr lang="en-US" sz="4400" dirty="0">
                <a:solidFill>
                  <a:schemeClr val="tx1">
                    <a:lumMod val="65000"/>
                    <a:lumOff val="35000"/>
                  </a:schemeClr>
                </a:solidFill>
                <a:latin typeface="Segoe UI Light" pitchFamily="34" charset="0"/>
                <a:ea typeface="Segoe UI" pitchFamily="34" charset="0"/>
                <a:cs typeface="Segoe UI" pitchFamily="34" charset="0"/>
              </a:rPr>
              <a:t> </a:t>
            </a:r>
            <a:r>
              <a:rPr lang="en-US" sz="4800" dirty="0">
                <a:solidFill>
                  <a:schemeClr val="tx1">
                    <a:lumMod val="65000"/>
                    <a:lumOff val="35000"/>
                  </a:schemeClr>
                </a:solidFill>
                <a:latin typeface="Segoe UI Light" pitchFamily="34" charset="0"/>
                <a:ea typeface="Segoe UI" pitchFamily="34" charset="0"/>
                <a:cs typeface="Segoe UI" pitchFamily="34" charset="0"/>
              </a:rPr>
              <a:t>Official Course</a:t>
            </a:r>
          </a:p>
        </p:txBody>
      </p:sp>
      <p:pic>
        <p:nvPicPr>
          <p:cNvPr id="7" name="Picture 6"/>
          <p:cNvPicPr>
            <a:picLocks noChangeAspect="1"/>
          </p:cNvPicPr>
          <p:nvPr/>
        </p:nvPicPr>
        <p:blipFill>
          <a:blip r:embed="rId2" cstate="print">
            <a:duotone>
              <a:prstClr val="black"/>
              <a:schemeClr val="tx1">
                <a:lumMod val="85000"/>
                <a:lumOff val="15000"/>
                <a:tint val="45000"/>
                <a:satMod val="400000"/>
              </a:schemeClr>
            </a:duotone>
            <a:extLst>
              <a:ext uri="{BEBA8EAE-BF5A-486C-A8C5-ECC9F3942E4B}">
                <a14:imgProps xmlns:a14="http://schemas.microsoft.com/office/drawing/2010/main">
                  <a14:imgLayer r:embed="rId3">
                    <a14:imgEffect>
                      <a14:saturation sat="400000"/>
                    </a14:imgEffect>
                  </a14:imgLayer>
                </a14:imgProps>
              </a:ext>
              <a:ext uri="{28A0092B-C50C-407E-A947-70E740481C1C}">
                <a14:useLocalDpi xmlns:a14="http://schemas.microsoft.com/office/drawing/2010/main" val="0"/>
              </a:ext>
            </a:extLst>
          </a:blip>
          <a:stretch>
            <a:fillRect/>
          </a:stretch>
        </p:blipFill>
        <p:spPr>
          <a:xfrm>
            <a:off x="7315200" y="6248400"/>
            <a:ext cx="1413823" cy="230205"/>
          </a:xfrm>
          <a:prstGeom prst="rect">
            <a:avLst/>
          </a:prstGeom>
        </p:spPr>
      </p:pic>
      <p:pic>
        <p:nvPicPr>
          <p:cNvPr id="10" name="Picture 9"/>
          <p:cNvPicPr>
            <a:picLocks/>
          </p:cNvPicPr>
          <p:nvPr/>
        </p:nvPicPr>
        <p:blipFill>
          <a:blip r:embed="rId4" cstate="print">
            <a:extLst>
              <a:ext uri="{28A0092B-C50C-407E-A947-70E740481C1C}">
                <a14:useLocalDpi xmlns:a14="http://schemas.microsoft.com/office/drawing/2010/main" val="0"/>
              </a:ext>
            </a:extLst>
          </a:blip>
          <a:stretch>
            <a:fillRect/>
          </a:stretch>
        </p:blipFill>
        <p:spPr>
          <a:xfrm>
            <a:off x="1" y="2514600"/>
            <a:ext cx="3063240" cy="2514600"/>
          </a:xfrm>
          <a:prstGeom prst="rect">
            <a:avLst/>
          </a:prstGeom>
        </p:spPr>
      </p:pic>
      <p:sp>
        <p:nvSpPr>
          <p:cNvPr id="726019" name="Rectangle 3"/>
          <p:cNvSpPr>
            <a:spLocks noGrp="1" noChangeArrowheads="1"/>
          </p:cNvSpPr>
          <p:nvPr>
            <p:ph type="ctrTitle" sz="quarter" hasCustomPrompt="1"/>
          </p:nvPr>
        </p:nvSpPr>
        <p:spPr>
          <a:xfrm>
            <a:off x="3106782" y="2774735"/>
            <a:ext cx="5732417" cy="1129607"/>
          </a:xfrm>
          <a:ln algn="ctr"/>
        </p:spPr>
        <p:txBody>
          <a:bodyPr wrap="square" tIns="0" rIns="0" bIns="0">
            <a:spAutoFit/>
          </a:bodyPr>
          <a:lstStyle>
            <a:lvl1pPr algn="l">
              <a:spcBef>
                <a:spcPct val="60000"/>
              </a:spcBef>
              <a:buClr>
                <a:schemeClr val="hlink"/>
              </a:buClr>
              <a:buSzPct val="90000"/>
              <a:buFontTx/>
              <a:buNone/>
              <a:defRPr sz="8400" baseline="0">
                <a:solidFill>
                  <a:schemeClr val="bg1"/>
                </a:solidFill>
                <a:latin typeface="Segoe Light" pitchFamily="34" charset="0"/>
              </a:defRPr>
            </a:lvl1pPr>
          </a:lstStyle>
          <a:p>
            <a:r>
              <a:rPr lang="en-US" dirty="0"/>
              <a:t>Course #</a:t>
            </a:r>
          </a:p>
        </p:txBody>
      </p:sp>
      <p:sp>
        <p:nvSpPr>
          <p:cNvPr id="726020" name="Rectangle 4"/>
          <p:cNvSpPr>
            <a:spLocks noGrp="1" noChangeArrowheads="1"/>
          </p:cNvSpPr>
          <p:nvPr>
            <p:ph type="subTitle" sz="quarter" idx="1" hasCustomPrompt="1"/>
          </p:nvPr>
        </p:nvSpPr>
        <p:spPr>
          <a:xfrm>
            <a:off x="3121297" y="3925328"/>
            <a:ext cx="5775960" cy="1103872"/>
          </a:xfrm>
        </p:spPr>
        <p:txBody>
          <a:bodyPr lIns="91440" tIns="45720" rIns="91440" bIns="45720"/>
          <a:lstStyle>
            <a:lvl1pPr marL="0" indent="0" algn="l">
              <a:lnSpc>
                <a:spcPct val="95000"/>
              </a:lnSpc>
              <a:spcBef>
                <a:spcPct val="60000"/>
              </a:spcBef>
              <a:buFontTx/>
              <a:buNone/>
              <a:defRPr sz="2800">
                <a:solidFill>
                  <a:schemeClr val="bg1"/>
                </a:solidFill>
                <a:latin typeface="Segoe UI" pitchFamily="34" charset="0"/>
                <a:ea typeface="Segoe UI" pitchFamily="34" charset="0"/>
                <a:cs typeface="Segoe UI" pitchFamily="34" charset="0"/>
              </a:defRPr>
            </a:lvl1pPr>
          </a:lstStyle>
          <a:p>
            <a:r>
              <a:rPr lang="en-US" dirty="0"/>
              <a:t>Click to edit Course title</a:t>
            </a:r>
          </a:p>
        </p:txBody>
      </p:sp>
    </p:spTree>
    <p:extLst>
      <p:ext uri="{BB962C8B-B14F-4D97-AF65-F5344CB8AC3E}">
        <p14:creationId xmlns:p14="http://schemas.microsoft.com/office/powerpoint/2010/main" val="2293438784"/>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616631296"/>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Tree>
    <p:extLst>
      <p:ext uri="{BB962C8B-B14F-4D97-AF65-F5344CB8AC3E}">
        <p14:creationId xmlns:p14="http://schemas.microsoft.com/office/powerpoint/2010/main" val="2473850500"/>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458788" y="992188"/>
            <a:ext cx="3798887"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410075" y="992188"/>
            <a:ext cx="3800475"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217511621"/>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80772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45025" y="1535113"/>
            <a:ext cx="4041775"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38013135"/>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3175952554"/>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830629803"/>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t"/>
          <a:lstStyle>
            <a:lvl1pPr algn="l">
              <a:defRPr sz="2000" b="0"/>
            </a:lvl1pPr>
          </a:lstStyle>
          <a:p>
            <a:r>
              <a:rPr lang="en-US"/>
              <a:t>Click to edit Master title style</a:t>
            </a:r>
            <a:endParaRPr lang="en-US" dirty="0"/>
          </a:p>
        </p:txBody>
      </p:sp>
      <p:sp>
        <p:nvSpPr>
          <p:cNvPr id="3" name="Content Placeholder 2"/>
          <p:cNvSpPr>
            <a:spLocks noGrp="1"/>
          </p:cNvSpPr>
          <p:nvPr>
            <p:ph idx="1"/>
          </p:nvPr>
        </p:nvSpPr>
        <p:spPr>
          <a:xfrm>
            <a:off x="3575050" y="273050"/>
            <a:ext cx="5111750" cy="5853113"/>
          </a:xfrm>
        </p:spPr>
        <p:txBody>
          <a:bodyPr/>
          <a:lstStyle>
            <a:lvl1pPr>
              <a:defRPr sz="3200">
                <a:solidFill>
                  <a:schemeClr val="bg1"/>
                </a:solidFill>
              </a:defRPr>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2747675271"/>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endParaRPr lang="en-US" noProof="0" dirty="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4268011967"/>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25728185"/>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291263" y="0"/>
            <a:ext cx="1943100" cy="537845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458788" y="0"/>
            <a:ext cx="5680075" cy="5378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26154289"/>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type="tx">
  <p:cSld name="Title an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CA"/>
          </a:p>
        </p:txBody>
      </p:sp>
      <p:sp>
        <p:nvSpPr>
          <p:cNvPr id="3" name="Text Placeholder 2"/>
          <p:cNvSpPr>
            <a:spLocks noGrp="1"/>
          </p:cNvSpPr>
          <p:nvPr>
            <p:ph type="body"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Tree>
    <p:extLst>
      <p:ext uri="{BB962C8B-B14F-4D97-AF65-F5344CB8AC3E}">
        <p14:creationId xmlns:p14="http://schemas.microsoft.com/office/powerpoint/2010/main" val="3740359882"/>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showMasterSp="0" preserve="1">
  <p:cSld name="Title Slide">
    <p:spTree>
      <p:nvGrpSpPr>
        <p:cNvPr id="1" name=""/>
        <p:cNvGrpSpPr/>
        <p:nvPr/>
      </p:nvGrpSpPr>
      <p:grpSpPr>
        <a:xfrm>
          <a:off x="0" y="0"/>
          <a:ext cx="0" cy="0"/>
          <a:chOff x="0" y="0"/>
          <a:chExt cx="0" cy="0"/>
        </a:xfrm>
      </p:grpSpPr>
      <p:sp>
        <p:nvSpPr>
          <p:cNvPr id="5" name="Rectangle 4"/>
          <p:cNvSpPr/>
          <p:nvPr/>
        </p:nvSpPr>
        <p:spPr>
          <a:xfrm>
            <a:off x="14177" y="2514600"/>
            <a:ext cx="9144000" cy="251460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p:cNvSpPr txBox="1"/>
          <p:nvPr/>
        </p:nvSpPr>
        <p:spPr>
          <a:xfrm>
            <a:off x="523875" y="1500426"/>
            <a:ext cx="7477125" cy="861774"/>
          </a:xfrm>
          <a:prstGeom prst="rect">
            <a:avLst/>
          </a:prstGeom>
          <a:noFill/>
        </p:spPr>
        <p:txBody>
          <a:bodyPr wrap="square" rtlCol="0">
            <a:spAutoFit/>
          </a:bodyPr>
          <a:lstStyle/>
          <a:p>
            <a:r>
              <a:rPr lang="en-US" sz="4800" dirty="0">
                <a:solidFill>
                  <a:schemeClr val="tx1">
                    <a:lumMod val="65000"/>
                    <a:lumOff val="35000"/>
                  </a:schemeClr>
                </a:solidFill>
                <a:latin typeface="Segoe UI Light" pitchFamily="34" charset="0"/>
                <a:ea typeface="Segoe UI" pitchFamily="34" charset="0"/>
                <a:cs typeface="Segoe UI" pitchFamily="34" charset="0"/>
              </a:rPr>
              <a:t>Microsoft</a:t>
            </a:r>
            <a:r>
              <a:rPr lang="en-US" baseline="100000" dirty="0">
                <a:solidFill>
                  <a:schemeClr val="tx1">
                    <a:lumMod val="65000"/>
                    <a:lumOff val="35000"/>
                  </a:schemeClr>
                </a:solidFill>
                <a:latin typeface="Segoe UI Light" pitchFamily="34" charset="0"/>
                <a:ea typeface="Segoe UI" pitchFamily="34" charset="0"/>
                <a:cs typeface="Segoe UI" pitchFamily="34" charset="0"/>
              </a:rPr>
              <a:t>®</a:t>
            </a:r>
            <a:r>
              <a:rPr lang="en-US" sz="4400" dirty="0">
                <a:solidFill>
                  <a:schemeClr val="tx1">
                    <a:lumMod val="65000"/>
                    <a:lumOff val="35000"/>
                  </a:schemeClr>
                </a:solidFill>
                <a:latin typeface="Segoe UI Light" pitchFamily="34" charset="0"/>
                <a:ea typeface="Segoe UI" pitchFamily="34" charset="0"/>
                <a:cs typeface="Segoe UI" pitchFamily="34" charset="0"/>
              </a:rPr>
              <a:t> </a:t>
            </a:r>
            <a:r>
              <a:rPr lang="en-US" sz="4800" dirty="0">
                <a:solidFill>
                  <a:schemeClr val="tx1">
                    <a:lumMod val="65000"/>
                    <a:lumOff val="35000"/>
                  </a:schemeClr>
                </a:solidFill>
                <a:latin typeface="Segoe UI Light" pitchFamily="34" charset="0"/>
                <a:ea typeface="Segoe UI" pitchFamily="34" charset="0"/>
                <a:cs typeface="Segoe UI" pitchFamily="34" charset="0"/>
              </a:rPr>
              <a:t>Official Course</a:t>
            </a:r>
          </a:p>
        </p:txBody>
      </p:sp>
      <p:pic>
        <p:nvPicPr>
          <p:cNvPr id="7" name="Picture 6"/>
          <p:cNvPicPr>
            <a:picLocks noChangeAspect="1"/>
          </p:cNvPicPr>
          <p:nvPr/>
        </p:nvPicPr>
        <p:blipFill>
          <a:blip r:embed="rId2" cstate="print">
            <a:duotone>
              <a:prstClr val="black"/>
              <a:schemeClr val="tx1">
                <a:lumMod val="85000"/>
                <a:lumOff val="15000"/>
                <a:tint val="45000"/>
                <a:satMod val="400000"/>
              </a:schemeClr>
            </a:duotone>
            <a:extLst>
              <a:ext uri="{BEBA8EAE-BF5A-486C-A8C5-ECC9F3942E4B}">
                <a14:imgProps xmlns:a14="http://schemas.microsoft.com/office/drawing/2010/main">
                  <a14:imgLayer r:embed="rId3">
                    <a14:imgEffect>
                      <a14:saturation sat="400000"/>
                    </a14:imgEffect>
                  </a14:imgLayer>
                </a14:imgProps>
              </a:ext>
              <a:ext uri="{28A0092B-C50C-407E-A947-70E740481C1C}">
                <a14:useLocalDpi xmlns:a14="http://schemas.microsoft.com/office/drawing/2010/main" val="0"/>
              </a:ext>
            </a:extLst>
          </a:blip>
          <a:stretch>
            <a:fillRect/>
          </a:stretch>
        </p:blipFill>
        <p:spPr>
          <a:xfrm>
            <a:off x="7315200" y="6248400"/>
            <a:ext cx="1413823" cy="230205"/>
          </a:xfrm>
          <a:prstGeom prst="rect">
            <a:avLst/>
          </a:prstGeom>
        </p:spPr>
      </p:pic>
      <p:pic>
        <p:nvPicPr>
          <p:cNvPr id="10" name="Picture 9"/>
          <p:cNvPicPr>
            <a:picLocks/>
          </p:cNvPicPr>
          <p:nvPr/>
        </p:nvPicPr>
        <p:blipFill>
          <a:blip r:embed="rId4" cstate="print">
            <a:extLst>
              <a:ext uri="{28A0092B-C50C-407E-A947-70E740481C1C}">
                <a14:useLocalDpi xmlns:a14="http://schemas.microsoft.com/office/drawing/2010/main" val="0"/>
              </a:ext>
            </a:extLst>
          </a:blip>
          <a:stretch>
            <a:fillRect/>
          </a:stretch>
        </p:blipFill>
        <p:spPr>
          <a:xfrm>
            <a:off x="1" y="2514600"/>
            <a:ext cx="3063240" cy="2514600"/>
          </a:xfrm>
          <a:prstGeom prst="rect">
            <a:avLst/>
          </a:prstGeom>
        </p:spPr>
      </p:pic>
      <p:sp>
        <p:nvSpPr>
          <p:cNvPr id="726019" name="Rectangle 3"/>
          <p:cNvSpPr>
            <a:spLocks noGrp="1" noChangeArrowheads="1"/>
          </p:cNvSpPr>
          <p:nvPr>
            <p:ph type="ctrTitle" sz="quarter" hasCustomPrompt="1"/>
          </p:nvPr>
        </p:nvSpPr>
        <p:spPr>
          <a:xfrm>
            <a:off x="3106782" y="2774735"/>
            <a:ext cx="5732417" cy="1129607"/>
          </a:xfrm>
          <a:ln algn="ctr"/>
        </p:spPr>
        <p:txBody>
          <a:bodyPr wrap="square" tIns="0" rIns="0" bIns="0">
            <a:spAutoFit/>
          </a:bodyPr>
          <a:lstStyle>
            <a:lvl1pPr algn="l">
              <a:spcBef>
                <a:spcPct val="60000"/>
              </a:spcBef>
              <a:buClr>
                <a:schemeClr val="hlink"/>
              </a:buClr>
              <a:buSzPct val="90000"/>
              <a:buFontTx/>
              <a:buNone/>
              <a:defRPr sz="8400" baseline="0">
                <a:solidFill>
                  <a:schemeClr val="bg1"/>
                </a:solidFill>
                <a:latin typeface="Segoe Light" pitchFamily="34" charset="0"/>
              </a:defRPr>
            </a:lvl1pPr>
          </a:lstStyle>
          <a:p>
            <a:r>
              <a:rPr lang="en-US" dirty="0"/>
              <a:t>Course #</a:t>
            </a:r>
          </a:p>
        </p:txBody>
      </p:sp>
      <p:sp>
        <p:nvSpPr>
          <p:cNvPr id="726020" name="Rectangle 4"/>
          <p:cNvSpPr>
            <a:spLocks noGrp="1" noChangeArrowheads="1"/>
          </p:cNvSpPr>
          <p:nvPr>
            <p:ph type="subTitle" sz="quarter" idx="1" hasCustomPrompt="1"/>
          </p:nvPr>
        </p:nvSpPr>
        <p:spPr>
          <a:xfrm>
            <a:off x="3121297" y="3925328"/>
            <a:ext cx="5775960" cy="1103872"/>
          </a:xfrm>
        </p:spPr>
        <p:txBody>
          <a:bodyPr lIns="91440" tIns="45720" rIns="91440" bIns="45720"/>
          <a:lstStyle>
            <a:lvl1pPr marL="0" indent="0" algn="l">
              <a:lnSpc>
                <a:spcPct val="95000"/>
              </a:lnSpc>
              <a:spcBef>
                <a:spcPct val="60000"/>
              </a:spcBef>
              <a:buFontTx/>
              <a:buNone/>
              <a:defRPr sz="2800">
                <a:solidFill>
                  <a:schemeClr val="bg1"/>
                </a:solidFill>
                <a:latin typeface="Segoe UI" pitchFamily="34" charset="0"/>
                <a:ea typeface="Segoe UI" pitchFamily="34" charset="0"/>
                <a:cs typeface="Segoe UI" pitchFamily="34" charset="0"/>
              </a:defRPr>
            </a:lvl1pPr>
          </a:lstStyle>
          <a:p>
            <a:r>
              <a:rPr lang="en-US" dirty="0"/>
              <a:t>Click to edit Course title</a:t>
            </a:r>
          </a:p>
        </p:txBody>
      </p:sp>
    </p:spTree>
    <p:extLst>
      <p:ext uri="{BB962C8B-B14F-4D97-AF65-F5344CB8AC3E}">
        <p14:creationId xmlns:p14="http://schemas.microsoft.com/office/powerpoint/2010/main" val="1543774816"/>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414740634"/>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Tree>
    <p:extLst>
      <p:ext uri="{BB962C8B-B14F-4D97-AF65-F5344CB8AC3E}">
        <p14:creationId xmlns:p14="http://schemas.microsoft.com/office/powerpoint/2010/main" val="3527026817"/>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458788" y="992188"/>
            <a:ext cx="3798887"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410075" y="992188"/>
            <a:ext cx="3800475"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768905438"/>
      </p:ext>
    </p:extLst>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80772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45025" y="1535113"/>
            <a:ext cx="4041775"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2227819805"/>
      </p:ext>
    </p:extLst>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2008413066"/>
      </p:ext>
    </p:extLst>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851901080"/>
      </p:ext>
    </p:extLst>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t"/>
          <a:lstStyle>
            <a:lvl1pPr algn="l">
              <a:defRPr sz="2000" b="0"/>
            </a:lvl1pPr>
          </a:lstStyle>
          <a:p>
            <a:r>
              <a:rPr lang="en-US"/>
              <a:t>Click to edit Master title style</a:t>
            </a:r>
            <a:endParaRPr lang="en-US" dirty="0"/>
          </a:p>
        </p:txBody>
      </p:sp>
      <p:sp>
        <p:nvSpPr>
          <p:cNvPr id="3" name="Content Placeholder 2"/>
          <p:cNvSpPr>
            <a:spLocks noGrp="1"/>
          </p:cNvSpPr>
          <p:nvPr>
            <p:ph idx="1"/>
          </p:nvPr>
        </p:nvSpPr>
        <p:spPr>
          <a:xfrm>
            <a:off x="3575050" y="273050"/>
            <a:ext cx="5111750" cy="5853113"/>
          </a:xfrm>
        </p:spPr>
        <p:txBody>
          <a:bodyPr/>
          <a:lstStyle>
            <a:lvl1pPr>
              <a:defRPr sz="3200">
                <a:solidFill>
                  <a:schemeClr val="bg1"/>
                </a:solidFill>
              </a:defRPr>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2141734751"/>
      </p:ext>
    </p:extLst>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endParaRPr lang="en-US" noProof="0" dirty="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1146341967"/>
      </p:ext>
    </p:extLst>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3079157169"/>
      </p:ext>
    </p:extLst>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291263" y="0"/>
            <a:ext cx="1943100" cy="537845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458788" y="0"/>
            <a:ext cx="5680075" cy="5378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2447627753"/>
      </p:ext>
    </p:extLst>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type="tx">
  <p:cSld name="Title an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CA"/>
          </a:p>
        </p:txBody>
      </p:sp>
      <p:sp>
        <p:nvSpPr>
          <p:cNvPr id="3" name="Text Placeholder 2"/>
          <p:cNvSpPr>
            <a:spLocks noGrp="1"/>
          </p:cNvSpPr>
          <p:nvPr>
            <p:ph type="body"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Tree>
    <p:extLst>
      <p:ext uri="{BB962C8B-B14F-4D97-AF65-F5344CB8AC3E}">
        <p14:creationId xmlns:p14="http://schemas.microsoft.com/office/powerpoint/2010/main" val="1148396393"/>
      </p:ext>
    </p:extLst>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showMasterSp="0" preserve="1">
  <p:cSld name="Title Slide">
    <p:spTree>
      <p:nvGrpSpPr>
        <p:cNvPr id="1" name=""/>
        <p:cNvGrpSpPr/>
        <p:nvPr/>
      </p:nvGrpSpPr>
      <p:grpSpPr>
        <a:xfrm>
          <a:off x="0" y="0"/>
          <a:ext cx="0" cy="0"/>
          <a:chOff x="0" y="0"/>
          <a:chExt cx="0" cy="0"/>
        </a:xfrm>
      </p:grpSpPr>
      <p:sp>
        <p:nvSpPr>
          <p:cNvPr id="5" name="Rectangle 4"/>
          <p:cNvSpPr/>
          <p:nvPr/>
        </p:nvSpPr>
        <p:spPr>
          <a:xfrm>
            <a:off x="14177" y="2514600"/>
            <a:ext cx="9144000" cy="251460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p:cNvSpPr txBox="1"/>
          <p:nvPr/>
        </p:nvSpPr>
        <p:spPr>
          <a:xfrm>
            <a:off x="523875" y="1500426"/>
            <a:ext cx="7477125" cy="861774"/>
          </a:xfrm>
          <a:prstGeom prst="rect">
            <a:avLst/>
          </a:prstGeom>
          <a:noFill/>
        </p:spPr>
        <p:txBody>
          <a:bodyPr wrap="square" rtlCol="0">
            <a:spAutoFit/>
          </a:bodyPr>
          <a:lstStyle/>
          <a:p>
            <a:r>
              <a:rPr lang="en-US" sz="4800" dirty="0">
                <a:solidFill>
                  <a:schemeClr val="tx1">
                    <a:lumMod val="65000"/>
                    <a:lumOff val="35000"/>
                  </a:schemeClr>
                </a:solidFill>
                <a:latin typeface="Segoe UI Light" pitchFamily="34" charset="0"/>
                <a:ea typeface="Segoe UI" pitchFamily="34" charset="0"/>
                <a:cs typeface="Segoe UI" pitchFamily="34" charset="0"/>
              </a:rPr>
              <a:t>Microsoft</a:t>
            </a:r>
            <a:r>
              <a:rPr lang="en-US" baseline="100000" dirty="0">
                <a:solidFill>
                  <a:schemeClr val="tx1">
                    <a:lumMod val="65000"/>
                    <a:lumOff val="35000"/>
                  </a:schemeClr>
                </a:solidFill>
                <a:latin typeface="Segoe UI Light" pitchFamily="34" charset="0"/>
                <a:ea typeface="Segoe UI" pitchFamily="34" charset="0"/>
                <a:cs typeface="Segoe UI" pitchFamily="34" charset="0"/>
              </a:rPr>
              <a:t>®</a:t>
            </a:r>
            <a:r>
              <a:rPr lang="en-US" sz="4400" dirty="0">
                <a:solidFill>
                  <a:schemeClr val="tx1">
                    <a:lumMod val="65000"/>
                    <a:lumOff val="35000"/>
                  </a:schemeClr>
                </a:solidFill>
                <a:latin typeface="Segoe UI Light" pitchFamily="34" charset="0"/>
                <a:ea typeface="Segoe UI" pitchFamily="34" charset="0"/>
                <a:cs typeface="Segoe UI" pitchFamily="34" charset="0"/>
              </a:rPr>
              <a:t> </a:t>
            </a:r>
            <a:r>
              <a:rPr lang="en-US" sz="4800" dirty="0">
                <a:solidFill>
                  <a:schemeClr val="tx1">
                    <a:lumMod val="65000"/>
                    <a:lumOff val="35000"/>
                  </a:schemeClr>
                </a:solidFill>
                <a:latin typeface="Segoe UI Light" pitchFamily="34" charset="0"/>
                <a:ea typeface="Segoe UI" pitchFamily="34" charset="0"/>
                <a:cs typeface="Segoe UI" pitchFamily="34" charset="0"/>
              </a:rPr>
              <a:t>Official Course</a:t>
            </a:r>
          </a:p>
        </p:txBody>
      </p:sp>
      <p:pic>
        <p:nvPicPr>
          <p:cNvPr id="7" name="Picture 6"/>
          <p:cNvPicPr>
            <a:picLocks noChangeAspect="1"/>
          </p:cNvPicPr>
          <p:nvPr/>
        </p:nvPicPr>
        <p:blipFill>
          <a:blip r:embed="rId2" cstate="print">
            <a:duotone>
              <a:prstClr val="black"/>
              <a:schemeClr val="tx1">
                <a:lumMod val="85000"/>
                <a:lumOff val="15000"/>
                <a:tint val="45000"/>
                <a:satMod val="400000"/>
              </a:schemeClr>
            </a:duotone>
            <a:extLst>
              <a:ext uri="{BEBA8EAE-BF5A-486C-A8C5-ECC9F3942E4B}">
                <a14:imgProps xmlns:a14="http://schemas.microsoft.com/office/drawing/2010/main">
                  <a14:imgLayer r:embed="rId3">
                    <a14:imgEffect>
                      <a14:saturation sat="400000"/>
                    </a14:imgEffect>
                  </a14:imgLayer>
                </a14:imgProps>
              </a:ext>
              <a:ext uri="{28A0092B-C50C-407E-A947-70E740481C1C}">
                <a14:useLocalDpi xmlns:a14="http://schemas.microsoft.com/office/drawing/2010/main" val="0"/>
              </a:ext>
            </a:extLst>
          </a:blip>
          <a:stretch>
            <a:fillRect/>
          </a:stretch>
        </p:blipFill>
        <p:spPr>
          <a:xfrm>
            <a:off x="7315200" y="6248400"/>
            <a:ext cx="1413823" cy="230205"/>
          </a:xfrm>
          <a:prstGeom prst="rect">
            <a:avLst/>
          </a:prstGeom>
        </p:spPr>
      </p:pic>
      <p:pic>
        <p:nvPicPr>
          <p:cNvPr id="10" name="Picture 9"/>
          <p:cNvPicPr>
            <a:picLocks/>
          </p:cNvPicPr>
          <p:nvPr/>
        </p:nvPicPr>
        <p:blipFill>
          <a:blip r:embed="rId4" cstate="print">
            <a:extLst>
              <a:ext uri="{28A0092B-C50C-407E-A947-70E740481C1C}">
                <a14:useLocalDpi xmlns:a14="http://schemas.microsoft.com/office/drawing/2010/main" val="0"/>
              </a:ext>
            </a:extLst>
          </a:blip>
          <a:stretch>
            <a:fillRect/>
          </a:stretch>
        </p:blipFill>
        <p:spPr>
          <a:xfrm>
            <a:off x="1" y="2514600"/>
            <a:ext cx="3063240" cy="2514600"/>
          </a:xfrm>
          <a:prstGeom prst="rect">
            <a:avLst/>
          </a:prstGeom>
        </p:spPr>
      </p:pic>
      <p:sp>
        <p:nvSpPr>
          <p:cNvPr id="726019" name="Rectangle 3"/>
          <p:cNvSpPr>
            <a:spLocks noGrp="1" noChangeArrowheads="1"/>
          </p:cNvSpPr>
          <p:nvPr>
            <p:ph type="ctrTitle" sz="quarter" hasCustomPrompt="1"/>
          </p:nvPr>
        </p:nvSpPr>
        <p:spPr>
          <a:xfrm>
            <a:off x="3106782" y="2774735"/>
            <a:ext cx="5732417" cy="1129607"/>
          </a:xfrm>
          <a:ln algn="ctr"/>
        </p:spPr>
        <p:txBody>
          <a:bodyPr wrap="square" tIns="0" rIns="0" bIns="0">
            <a:spAutoFit/>
          </a:bodyPr>
          <a:lstStyle>
            <a:lvl1pPr algn="l">
              <a:spcBef>
                <a:spcPct val="60000"/>
              </a:spcBef>
              <a:buClr>
                <a:schemeClr val="hlink"/>
              </a:buClr>
              <a:buSzPct val="90000"/>
              <a:buFontTx/>
              <a:buNone/>
              <a:defRPr sz="8400" baseline="0">
                <a:solidFill>
                  <a:schemeClr val="bg1"/>
                </a:solidFill>
                <a:latin typeface="Segoe Light" pitchFamily="34" charset="0"/>
              </a:defRPr>
            </a:lvl1pPr>
          </a:lstStyle>
          <a:p>
            <a:r>
              <a:rPr lang="en-US" dirty="0"/>
              <a:t>Course #</a:t>
            </a:r>
          </a:p>
        </p:txBody>
      </p:sp>
      <p:sp>
        <p:nvSpPr>
          <p:cNvPr id="726020" name="Rectangle 4"/>
          <p:cNvSpPr>
            <a:spLocks noGrp="1" noChangeArrowheads="1"/>
          </p:cNvSpPr>
          <p:nvPr>
            <p:ph type="subTitle" sz="quarter" idx="1" hasCustomPrompt="1"/>
          </p:nvPr>
        </p:nvSpPr>
        <p:spPr>
          <a:xfrm>
            <a:off x="3121297" y="3925328"/>
            <a:ext cx="5775960" cy="1103872"/>
          </a:xfrm>
        </p:spPr>
        <p:txBody>
          <a:bodyPr lIns="91440" tIns="45720" rIns="91440" bIns="45720"/>
          <a:lstStyle>
            <a:lvl1pPr marL="0" indent="0" algn="l">
              <a:lnSpc>
                <a:spcPct val="95000"/>
              </a:lnSpc>
              <a:spcBef>
                <a:spcPct val="60000"/>
              </a:spcBef>
              <a:buFontTx/>
              <a:buNone/>
              <a:defRPr sz="2800">
                <a:solidFill>
                  <a:schemeClr val="bg1"/>
                </a:solidFill>
                <a:latin typeface="Segoe UI" pitchFamily="34" charset="0"/>
                <a:ea typeface="Segoe UI" pitchFamily="34" charset="0"/>
                <a:cs typeface="Segoe UI" pitchFamily="34" charset="0"/>
              </a:defRPr>
            </a:lvl1pPr>
          </a:lstStyle>
          <a:p>
            <a:r>
              <a:rPr lang="en-US" dirty="0"/>
              <a:t>Click to edit Course title</a:t>
            </a:r>
          </a:p>
        </p:txBody>
      </p:sp>
    </p:spTree>
    <p:extLst>
      <p:ext uri="{BB962C8B-B14F-4D97-AF65-F5344CB8AC3E}">
        <p14:creationId xmlns:p14="http://schemas.microsoft.com/office/powerpoint/2010/main" val="3058650932"/>
      </p:ext>
    </p:extLst>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47781414"/>
      </p:ext>
    </p:extLst>
  </p:cSld>
  <p:clrMapOvr>
    <a:masterClrMapping/>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Tree>
    <p:extLst>
      <p:ext uri="{BB962C8B-B14F-4D97-AF65-F5344CB8AC3E}">
        <p14:creationId xmlns:p14="http://schemas.microsoft.com/office/powerpoint/2010/main" val="215068536"/>
      </p:ext>
    </p:extLst>
  </p:cSld>
  <p:clrMapOvr>
    <a:masterClrMapping/>
  </p:clrMapOvr>
</p:sldLayout>
</file>

<file path=ppt/slideLayouts/slideLayout7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458788" y="992188"/>
            <a:ext cx="3798887"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410075" y="992188"/>
            <a:ext cx="3800475"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385242159"/>
      </p:ext>
    </p:extLst>
  </p:cSld>
  <p:clrMapOvr>
    <a:masterClrMapping/>
  </p:clrMapOvr>
</p:sldLayout>
</file>

<file path=ppt/slideLayouts/slideLayout7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80772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45025" y="1535113"/>
            <a:ext cx="4041775"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2463400699"/>
      </p:ext>
    </p:extLst>
  </p:cSld>
  <p:clrMapOvr>
    <a:masterClrMapping/>
  </p:clrMapOvr>
</p:sldLayout>
</file>

<file path=ppt/slideLayouts/slideLayout7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2925842158"/>
      </p:ext>
    </p:extLst>
  </p:cSld>
  <p:clrMapOvr>
    <a:masterClrMapping/>
  </p:clrMapOvr>
</p:sldLayout>
</file>

<file path=ppt/slideLayouts/slideLayout7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079169633"/>
      </p:ext>
    </p:extLst>
  </p:cSld>
  <p:clrMapOvr>
    <a:masterClrMapping/>
  </p:clrMapOvr>
</p:sldLayout>
</file>

<file path=ppt/slideLayouts/slideLayout8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t"/>
          <a:lstStyle>
            <a:lvl1pPr algn="l">
              <a:defRPr sz="2000" b="0"/>
            </a:lvl1pPr>
          </a:lstStyle>
          <a:p>
            <a:r>
              <a:rPr lang="en-US"/>
              <a:t>Click to edit Master title style</a:t>
            </a:r>
            <a:endParaRPr lang="en-US" dirty="0"/>
          </a:p>
        </p:txBody>
      </p:sp>
      <p:sp>
        <p:nvSpPr>
          <p:cNvPr id="3" name="Content Placeholder 2"/>
          <p:cNvSpPr>
            <a:spLocks noGrp="1"/>
          </p:cNvSpPr>
          <p:nvPr>
            <p:ph idx="1"/>
          </p:nvPr>
        </p:nvSpPr>
        <p:spPr>
          <a:xfrm>
            <a:off x="3575050" y="273050"/>
            <a:ext cx="5111750" cy="5853113"/>
          </a:xfrm>
        </p:spPr>
        <p:txBody>
          <a:bodyPr/>
          <a:lstStyle>
            <a:lvl1pPr>
              <a:defRPr sz="3200">
                <a:solidFill>
                  <a:schemeClr val="bg1"/>
                </a:solidFill>
              </a:defRPr>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2208699915"/>
      </p:ext>
    </p:extLst>
  </p:cSld>
  <p:clrMapOvr>
    <a:masterClrMapping/>
  </p:clrMapOvr>
</p:sldLayout>
</file>

<file path=ppt/slideLayouts/slideLayout8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endParaRPr lang="en-US" noProof="0" dirty="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318952842"/>
      </p:ext>
    </p:extLst>
  </p:cSld>
  <p:clrMapOvr>
    <a:masterClrMapping/>
  </p:clrMapOvr>
</p:sldLayout>
</file>

<file path=ppt/slideLayouts/slideLayout8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2994929127"/>
      </p:ext>
    </p:extLst>
  </p:cSld>
  <p:clrMapOvr>
    <a:masterClrMapping/>
  </p:clrMapOvr>
</p:sldLayout>
</file>

<file path=ppt/slideLayouts/slideLayout8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291263" y="0"/>
            <a:ext cx="1943100" cy="537845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458788" y="0"/>
            <a:ext cx="5680075" cy="5378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775508301"/>
      </p:ext>
    </p:extLst>
  </p:cSld>
  <p:clrMapOvr>
    <a:masterClrMapping/>
  </p:clrMapOvr>
</p:sldLayout>
</file>

<file path=ppt/slideLayouts/slideLayout84.xml><?xml version="1.0" encoding="utf-8"?>
<p:sldLayout xmlns:a="http://schemas.openxmlformats.org/drawingml/2006/main" xmlns:r="http://schemas.openxmlformats.org/officeDocument/2006/relationships" xmlns:p="http://schemas.openxmlformats.org/presentationml/2006/main" type="tx">
  <p:cSld name="Title an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CA"/>
          </a:p>
        </p:txBody>
      </p:sp>
      <p:sp>
        <p:nvSpPr>
          <p:cNvPr id="3" name="Text Placeholder 2"/>
          <p:cNvSpPr>
            <a:spLocks noGrp="1"/>
          </p:cNvSpPr>
          <p:nvPr>
            <p:ph type="body"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Tree>
    <p:extLst>
      <p:ext uri="{BB962C8B-B14F-4D97-AF65-F5344CB8AC3E}">
        <p14:creationId xmlns:p14="http://schemas.microsoft.com/office/powerpoint/2010/main" val="772524375"/>
      </p:ext>
    </p:extLst>
  </p:cSld>
  <p:clrMapOvr>
    <a:masterClrMapping/>
  </p:clrMapOvr>
</p:sldLayout>
</file>

<file path=ppt/slideLayouts/slideLayout85.xml><?xml version="1.0" encoding="utf-8"?>
<p:sldLayout xmlns:a="http://schemas.openxmlformats.org/drawingml/2006/main" xmlns:r="http://schemas.openxmlformats.org/officeDocument/2006/relationships" xmlns:p="http://schemas.openxmlformats.org/presentationml/2006/main" showMasterSp="0" preserve="1">
  <p:cSld name="Title Slide">
    <p:spTree>
      <p:nvGrpSpPr>
        <p:cNvPr id="1" name=""/>
        <p:cNvGrpSpPr/>
        <p:nvPr/>
      </p:nvGrpSpPr>
      <p:grpSpPr>
        <a:xfrm>
          <a:off x="0" y="0"/>
          <a:ext cx="0" cy="0"/>
          <a:chOff x="0" y="0"/>
          <a:chExt cx="0" cy="0"/>
        </a:xfrm>
      </p:grpSpPr>
      <p:sp>
        <p:nvSpPr>
          <p:cNvPr id="5" name="Rectangle 4"/>
          <p:cNvSpPr/>
          <p:nvPr/>
        </p:nvSpPr>
        <p:spPr>
          <a:xfrm>
            <a:off x="14177" y="2514600"/>
            <a:ext cx="9144000" cy="251460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p:cNvSpPr txBox="1"/>
          <p:nvPr/>
        </p:nvSpPr>
        <p:spPr>
          <a:xfrm>
            <a:off x="523875" y="1500426"/>
            <a:ext cx="7477125" cy="861774"/>
          </a:xfrm>
          <a:prstGeom prst="rect">
            <a:avLst/>
          </a:prstGeom>
          <a:noFill/>
        </p:spPr>
        <p:txBody>
          <a:bodyPr wrap="square" rtlCol="0">
            <a:spAutoFit/>
          </a:bodyPr>
          <a:lstStyle/>
          <a:p>
            <a:r>
              <a:rPr lang="en-US" sz="4800" dirty="0">
                <a:solidFill>
                  <a:schemeClr val="tx1">
                    <a:lumMod val="65000"/>
                    <a:lumOff val="35000"/>
                  </a:schemeClr>
                </a:solidFill>
                <a:latin typeface="Segoe UI Light" pitchFamily="34" charset="0"/>
                <a:ea typeface="Segoe UI" pitchFamily="34" charset="0"/>
                <a:cs typeface="Segoe UI" pitchFamily="34" charset="0"/>
              </a:rPr>
              <a:t>Microsoft</a:t>
            </a:r>
            <a:r>
              <a:rPr lang="en-US" baseline="100000" dirty="0">
                <a:solidFill>
                  <a:schemeClr val="tx1">
                    <a:lumMod val="65000"/>
                    <a:lumOff val="35000"/>
                  </a:schemeClr>
                </a:solidFill>
                <a:latin typeface="Segoe UI Light" pitchFamily="34" charset="0"/>
                <a:ea typeface="Segoe UI" pitchFamily="34" charset="0"/>
                <a:cs typeface="Segoe UI" pitchFamily="34" charset="0"/>
              </a:rPr>
              <a:t>®</a:t>
            </a:r>
            <a:r>
              <a:rPr lang="en-US" sz="4400" dirty="0">
                <a:solidFill>
                  <a:schemeClr val="tx1">
                    <a:lumMod val="65000"/>
                    <a:lumOff val="35000"/>
                  </a:schemeClr>
                </a:solidFill>
                <a:latin typeface="Segoe UI Light" pitchFamily="34" charset="0"/>
                <a:ea typeface="Segoe UI" pitchFamily="34" charset="0"/>
                <a:cs typeface="Segoe UI" pitchFamily="34" charset="0"/>
              </a:rPr>
              <a:t> </a:t>
            </a:r>
            <a:r>
              <a:rPr lang="en-US" sz="4800" dirty="0">
                <a:solidFill>
                  <a:schemeClr val="tx1">
                    <a:lumMod val="65000"/>
                    <a:lumOff val="35000"/>
                  </a:schemeClr>
                </a:solidFill>
                <a:latin typeface="Segoe UI Light" pitchFamily="34" charset="0"/>
                <a:ea typeface="Segoe UI" pitchFamily="34" charset="0"/>
                <a:cs typeface="Segoe UI" pitchFamily="34" charset="0"/>
              </a:rPr>
              <a:t>Official Course</a:t>
            </a:r>
          </a:p>
        </p:txBody>
      </p:sp>
      <p:pic>
        <p:nvPicPr>
          <p:cNvPr id="7" name="Picture 6"/>
          <p:cNvPicPr>
            <a:picLocks noChangeAspect="1"/>
          </p:cNvPicPr>
          <p:nvPr/>
        </p:nvPicPr>
        <p:blipFill>
          <a:blip r:embed="rId2" cstate="print">
            <a:duotone>
              <a:prstClr val="black"/>
              <a:schemeClr val="tx1">
                <a:lumMod val="85000"/>
                <a:lumOff val="15000"/>
                <a:tint val="45000"/>
                <a:satMod val="400000"/>
              </a:schemeClr>
            </a:duotone>
            <a:extLst>
              <a:ext uri="{BEBA8EAE-BF5A-486C-A8C5-ECC9F3942E4B}">
                <a14:imgProps xmlns:a14="http://schemas.microsoft.com/office/drawing/2010/main">
                  <a14:imgLayer r:embed="rId3">
                    <a14:imgEffect>
                      <a14:saturation sat="400000"/>
                    </a14:imgEffect>
                  </a14:imgLayer>
                </a14:imgProps>
              </a:ext>
              <a:ext uri="{28A0092B-C50C-407E-A947-70E740481C1C}">
                <a14:useLocalDpi xmlns:a14="http://schemas.microsoft.com/office/drawing/2010/main" val="0"/>
              </a:ext>
            </a:extLst>
          </a:blip>
          <a:stretch>
            <a:fillRect/>
          </a:stretch>
        </p:blipFill>
        <p:spPr>
          <a:xfrm>
            <a:off x="7315200" y="6248400"/>
            <a:ext cx="1413823" cy="230205"/>
          </a:xfrm>
          <a:prstGeom prst="rect">
            <a:avLst/>
          </a:prstGeom>
        </p:spPr>
      </p:pic>
      <p:pic>
        <p:nvPicPr>
          <p:cNvPr id="10" name="Picture 9"/>
          <p:cNvPicPr>
            <a:picLocks/>
          </p:cNvPicPr>
          <p:nvPr/>
        </p:nvPicPr>
        <p:blipFill>
          <a:blip r:embed="rId4" cstate="print">
            <a:extLst>
              <a:ext uri="{28A0092B-C50C-407E-A947-70E740481C1C}">
                <a14:useLocalDpi xmlns:a14="http://schemas.microsoft.com/office/drawing/2010/main" val="0"/>
              </a:ext>
            </a:extLst>
          </a:blip>
          <a:stretch>
            <a:fillRect/>
          </a:stretch>
        </p:blipFill>
        <p:spPr>
          <a:xfrm>
            <a:off x="1" y="2514600"/>
            <a:ext cx="3063240" cy="2514600"/>
          </a:xfrm>
          <a:prstGeom prst="rect">
            <a:avLst/>
          </a:prstGeom>
        </p:spPr>
      </p:pic>
      <p:sp>
        <p:nvSpPr>
          <p:cNvPr id="726019" name="Rectangle 3"/>
          <p:cNvSpPr>
            <a:spLocks noGrp="1" noChangeArrowheads="1"/>
          </p:cNvSpPr>
          <p:nvPr>
            <p:ph type="ctrTitle" sz="quarter" hasCustomPrompt="1"/>
          </p:nvPr>
        </p:nvSpPr>
        <p:spPr>
          <a:xfrm>
            <a:off x="3106782" y="2774735"/>
            <a:ext cx="5732417" cy="1129607"/>
          </a:xfrm>
          <a:ln algn="ctr"/>
        </p:spPr>
        <p:txBody>
          <a:bodyPr wrap="square" tIns="0" rIns="0" bIns="0">
            <a:spAutoFit/>
          </a:bodyPr>
          <a:lstStyle>
            <a:lvl1pPr algn="l">
              <a:spcBef>
                <a:spcPct val="60000"/>
              </a:spcBef>
              <a:buClr>
                <a:schemeClr val="hlink"/>
              </a:buClr>
              <a:buSzPct val="90000"/>
              <a:buFontTx/>
              <a:buNone/>
              <a:defRPr sz="8400" baseline="0">
                <a:solidFill>
                  <a:schemeClr val="bg1"/>
                </a:solidFill>
                <a:latin typeface="Segoe Light" pitchFamily="34" charset="0"/>
              </a:defRPr>
            </a:lvl1pPr>
          </a:lstStyle>
          <a:p>
            <a:r>
              <a:rPr lang="en-US" dirty="0"/>
              <a:t>Course #</a:t>
            </a:r>
          </a:p>
        </p:txBody>
      </p:sp>
      <p:sp>
        <p:nvSpPr>
          <p:cNvPr id="726020" name="Rectangle 4"/>
          <p:cNvSpPr>
            <a:spLocks noGrp="1" noChangeArrowheads="1"/>
          </p:cNvSpPr>
          <p:nvPr>
            <p:ph type="subTitle" sz="quarter" idx="1" hasCustomPrompt="1"/>
          </p:nvPr>
        </p:nvSpPr>
        <p:spPr>
          <a:xfrm>
            <a:off x="3121297" y="3925328"/>
            <a:ext cx="5775960" cy="1103872"/>
          </a:xfrm>
        </p:spPr>
        <p:txBody>
          <a:bodyPr lIns="91440" tIns="45720" rIns="91440" bIns="45720"/>
          <a:lstStyle>
            <a:lvl1pPr marL="0" indent="0" algn="l">
              <a:lnSpc>
                <a:spcPct val="95000"/>
              </a:lnSpc>
              <a:spcBef>
                <a:spcPct val="60000"/>
              </a:spcBef>
              <a:buFontTx/>
              <a:buNone/>
              <a:defRPr sz="2800">
                <a:solidFill>
                  <a:schemeClr val="bg1"/>
                </a:solidFill>
                <a:latin typeface="Segoe UI" pitchFamily="34" charset="0"/>
                <a:ea typeface="Segoe UI" pitchFamily="34" charset="0"/>
                <a:cs typeface="Segoe UI" pitchFamily="34" charset="0"/>
              </a:defRPr>
            </a:lvl1pPr>
          </a:lstStyle>
          <a:p>
            <a:r>
              <a:rPr lang="en-US" dirty="0"/>
              <a:t>Click to edit Course title</a:t>
            </a:r>
          </a:p>
        </p:txBody>
      </p:sp>
    </p:spTree>
    <p:extLst>
      <p:ext uri="{BB962C8B-B14F-4D97-AF65-F5344CB8AC3E}">
        <p14:creationId xmlns:p14="http://schemas.microsoft.com/office/powerpoint/2010/main" val="3961959603"/>
      </p:ext>
    </p:extLst>
  </p:cSld>
  <p:clrMapOvr>
    <a:masterClrMapping/>
  </p:clrMapOvr>
</p:sldLayout>
</file>

<file path=ppt/slideLayouts/slideLayout86.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2137331171"/>
      </p:ext>
    </p:extLst>
  </p:cSld>
  <p:clrMapOvr>
    <a:masterClrMapping/>
  </p:clrMapOvr>
</p:sldLayout>
</file>

<file path=ppt/slideLayouts/slideLayout87.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Tree>
    <p:extLst>
      <p:ext uri="{BB962C8B-B14F-4D97-AF65-F5344CB8AC3E}">
        <p14:creationId xmlns:p14="http://schemas.microsoft.com/office/powerpoint/2010/main" val="3540353871"/>
      </p:ext>
    </p:extLst>
  </p:cSld>
  <p:clrMapOvr>
    <a:masterClrMapping/>
  </p:clrMapOvr>
</p:sldLayout>
</file>

<file path=ppt/slideLayouts/slideLayout88.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458788" y="992188"/>
            <a:ext cx="3798887"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410075" y="992188"/>
            <a:ext cx="3800475"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3635198563"/>
      </p:ext>
    </p:extLst>
  </p:cSld>
  <p:clrMapOvr>
    <a:masterClrMapping/>
  </p:clrMapOvr>
</p:sldLayout>
</file>

<file path=ppt/slideLayouts/slideLayout89.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80772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45025" y="1535113"/>
            <a:ext cx="4041775"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2405164233"/>
      </p:ext>
    </p:extLst>
  </p:cSld>
  <p:clrMapOvr>
    <a:masterClrMapping/>
  </p:clrMapOvr>
</p:sldLayout>
</file>

<file path=ppt/slideLayouts/slideLayout90.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592539181"/>
      </p:ext>
    </p:extLst>
  </p:cSld>
  <p:clrMapOvr>
    <a:masterClrMapping/>
  </p:clrMapOvr>
</p:sldLayout>
</file>

<file path=ppt/slideLayouts/slideLayout9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978442154"/>
      </p:ext>
    </p:extLst>
  </p:cSld>
  <p:clrMapOvr>
    <a:masterClrMapping/>
  </p:clrMapOvr>
</p:sldLayout>
</file>

<file path=ppt/slideLayouts/slideLayout92.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t"/>
          <a:lstStyle>
            <a:lvl1pPr algn="l">
              <a:defRPr sz="2000" b="0"/>
            </a:lvl1pPr>
          </a:lstStyle>
          <a:p>
            <a:r>
              <a:rPr lang="en-US"/>
              <a:t>Click to edit Master title style</a:t>
            </a:r>
            <a:endParaRPr lang="en-US" dirty="0"/>
          </a:p>
        </p:txBody>
      </p:sp>
      <p:sp>
        <p:nvSpPr>
          <p:cNvPr id="3" name="Content Placeholder 2"/>
          <p:cNvSpPr>
            <a:spLocks noGrp="1"/>
          </p:cNvSpPr>
          <p:nvPr>
            <p:ph idx="1"/>
          </p:nvPr>
        </p:nvSpPr>
        <p:spPr>
          <a:xfrm>
            <a:off x="3575050" y="273050"/>
            <a:ext cx="5111750" cy="5853113"/>
          </a:xfrm>
        </p:spPr>
        <p:txBody>
          <a:bodyPr/>
          <a:lstStyle>
            <a:lvl1pPr>
              <a:defRPr sz="3200">
                <a:solidFill>
                  <a:schemeClr val="bg1"/>
                </a:solidFill>
              </a:defRPr>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3796600853"/>
      </p:ext>
    </p:extLst>
  </p:cSld>
  <p:clrMapOvr>
    <a:masterClrMapping/>
  </p:clrMapOvr>
</p:sldLayout>
</file>

<file path=ppt/slideLayouts/slideLayout93.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endParaRPr lang="en-US" noProof="0" dirty="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1559840136"/>
      </p:ext>
    </p:extLst>
  </p:cSld>
  <p:clrMapOvr>
    <a:masterClrMapping/>
  </p:clrMapOvr>
</p:sldLayout>
</file>

<file path=ppt/slideLayouts/slideLayout94.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290030202"/>
      </p:ext>
    </p:extLst>
  </p:cSld>
  <p:clrMapOvr>
    <a:masterClrMapping/>
  </p:clrMapOvr>
</p:sldLayout>
</file>

<file path=ppt/slideLayouts/slideLayout95.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291263" y="0"/>
            <a:ext cx="1943100" cy="537845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458788" y="0"/>
            <a:ext cx="5680075" cy="5378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2129905686"/>
      </p:ext>
    </p:extLst>
  </p:cSld>
  <p:clrMapOvr>
    <a:masterClrMapping/>
  </p:clrMapOvr>
</p:sldLayout>
</file>

<file path=ppt/slideLayouts/slideLayout96.xml><?xml version="1.0" encoding="utf-8"?>
<p:sldLayout xmlns:a="http://schemas.openxmlformats.org/drawingml/2006/main" xmlns:r="http://schemas.openxmlformats.org/officeDocument/2006/relationships" xmlns:p="http://schemas.openxmlformats.org/presentationml/2006/main" type="tx">
  <p:cSld name="Title an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CA"/>
          </a:p>
        </p:txBody>
      </p:sp>
      <p:sp>
        <p:nvSpPr>
          <p:cNvPr id="3" name="Text Placeholder 2"/>
          <p:cNvSpPr>
            <a:spLocks noGrp="1"/>
          </p:cNvSpPr>
          <p:nvPr>
            <p:ph type="body"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Tree>
    <p:extLst>
      <p:ext uri="{BB962C8B-B14F-4D97-AF65-F5344CB8AC3E}">
        <p14:creationId xmlns:p14="http://schemas.microsoft.com/office/powerpoint/2010/main" val="2775951337"/>
      </p:ext>
    </p:extLst>
  </p:cSld>
  <p:clrMapOvr>
    <a:masterClrMapping/>
  </p:clrMapOvr>
</p:sldLayout>
</file>

<file path=ppt/slideLayouts/slideLayout97.xml><?xml version="1.0" encoding="utf-8"?>
<p:sldLayout xmlns:a="http://schemas.openxmlformats.org/drawingml/2006/main" xmlns:r="http://schemas.openxmlformats.org/officeDocument/2006/relationships" xmlns:p="http://schemas.openxmlformats.org/presentationml/2006/main" showMasterSp="0" preserve="1">
  <p:cSld name="Title Slide">
    <p:spTree>
      <p:nvGrpSpPr>
        <p:cNvPr id="1" name=""/>
        <p:cNvGrpSpPr/>
        <p:nvPr/>
      </p:nvGrpSpPr>
      <p:grpSpPr>
        <a:xfrm>
          <a:off x="0" y="0"/>
          <a:ext cx="0" cy="0"/>
          <a:chOff x="0" y="0"/>
          <a:chExt cx="0" cy="0"/>
        </a:xfrm>
      </p:grpSpPr>
      <p:sp>
        <p:nvSpPr>
          <p:cNvPr id="5" name="Rectangle 4"/>
          <p:cNvSpPr/>
          <p:nvPr/>
        </p:nvSpPr>
        <p:spPr>
          <a:xfrm>
            <a:off x="14177" y="2514600"/>
            <a:ext cx="9144000" cy="251460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p:cNvSpPr txBox="1"/>
          <p:nvPr/>
        </p:nvSpPr>
        <p:spPr>
          <a:xfrm>
            <a:off x="523875" y="1500426"/>
            <a:ext cx="7477125" cy="861774"/>
          </a:xfrm>
          <a:prstGeom prst="rect">
            <a:avLst/>
          </a:prstGeom>
          <a:noFill/>
        </p:spPr>
        <p:txBody>
          <a:bodyPr wrap="square" rtlCol="0">
            <a:spAutoFit/>
          </a:bodyPr>
          <a:lstStyle/>
          <a:p>
            <a:r>
              <a:rPr lang="en-US" sz="4800" dirty="0">
                <a:solidFill>
                  <a:schemeClr val="tx1">
                    <a:lumMod val="65000"/>
                    <a:lumOff val="35000"/>
                  </a:schemeClr>
                </a:solidFill>
                <a:latin typeface="Segoe UI Light" pitchFamily="34" charset="0"/>
                <a:ea typeface="Segoe UI" pitchFamily="34" charset="0"/>
                <a:cs typeface="Segoe UI" pitchFamily="34" charset="0"/>
              </a:rPr>
              <a:t>Microsoft</a:t>
            </a:r>
            <a:r>
              <a:rPr lang="en-US" baseline="100000" dirty="0">
                <a:solidFill>
                  <a:schemeClr val="tx1">
                    <a:lumMod val="65000"/>
                    <a:lumOff val="35000"/>
                  </a:schemeClr>
                </a:solidFill>
                <a:latin typeface="Segoe UI Light" pitchFamily="34" charset="0"/>
                <a:ea typeface="Segoe UI" pitchFamily="34" charset="0"/>
                <a:cs typeface="Segoe UI" pitchFamily="34" charset="0"/>
              </a:rPr>
              <a:t>®</a:t>
            </a:r>
            <a:r>
              <a:rPr lang="en-US" sz="4400" dirty="0">
                <a:solidFill>
                  <a:schemeClr val="tx1">
                    <a:lumMod val="65000"/>
                    <a:lumOff val="35000"/>
                  </a:schemeClr>
                </a:solidFill>
                <a:latin typeface="Segoe UI Light" pitchFamily="34" charset="0"/>
                <a:ea typeface="Segoe UI" pitchFamily="34" charset="0"/>
                <a:cs typeface="Segoe UI" pitchFamily="34" charset="0"/>
              </a:rPr>
              <a:t> </a:t>
            </a:r>
            <a:r>
              <a:rPr lang="en-US" sz="4800" dirty="0">
                <a:solidFill>
                  <a:schemeClr val="tx1">
                    <a:lumMod val="65000"/>
                    <a:lumOff val="35000"/>
                  </a:schemeClr>
                </a:solidFill>
                <a:latin typeface="Segoe UI Light" pitchFamily="34" charset="0"/>
                <a:ea typeface="Segoe UI" pitchFamily="34" charset="0"/>
                <a:cs typeface="Segoe UI" pitchFamily="34" charset="0"/>
              </a:rPr>
              <a:t>Official Course</a:t>
            </a:r>
          </a:p>
        </p:txBody>
      </p:sp>
      <p:pic>
        <p:nvPicPr>
          <p:cNvPr id="7" name="Picture 6"/>
          <p:cNvPicPr>
            <a:picLocks noChangeAspect="1"/>
          </p:cNvPicPr>
          <p:nvPr/>
        </p:nvPicPr>
        <p:blipFill>
          <a:blip r:embed="rId2" cstate="print">
            <a:duotone>
              <a:prstClr val="black"/>
              <a:schemeClr val="tx1">
                <a:lumMod val="85000"/>
                <a:lumOff val="15000"/>
                <a:tint val="45000"/>
                <a:satMod val="400000"/>
              </a:schemeClr>
            </a:duotone>
            <a:extLst>
              <a:ext uri="{BEBA8EAE-BF5A-486C-A8C5-ECC9F3942E4B}">
                <a14:imgProps xmlns:a14="http://schemas.microsoft.com/office/drawing/2010/main">
                  <a14:imgLayer r:embed="rId3">
                    <a14:imgEffect>
                      <a14:saturation sat="400000"/>
                    </a14:imgEffect>
                  </a14:imgLayer>
                </a14:imgProps>
              </a:ext>
              <a:ext uri="{28A0092B-C50C-407E-A947-70E740481C1C}">
                <a14:useLocalDpi xmlns:a14="http://schemas.microsoft.com/office/drawing/2010/main" val="0"/>
              </a:ext>
            </a:extLst>
          </a:blip>
          <a:stretch>
            <a:fillRect/>
          </a:stretch>
        </p:blipFill>
        <p:spPr>
          <a:xfrm>
            <a:off x="7315200" y="6248400"/>
            <a:ext cx="1413823" cy="230205"/>
          </a:xfrm>
          <a:prstGeom prst="rect">
            <a:avLst/>
          </a:prstGeom>
        </p:spPr>
      </p:pic>
      <p:pic>
        <p:nvPicPr>
          <p:cNvPr id="10" name="Picture 9"/>
          <p:cNvPicPr>
            <a:picLocks/>
          </p:cNvPicPr>
          <p:nvPr/>
        </p:nvPicPr>
        <p:blipFill>
          <a:blip r:embed="rId4" cstate="print">
            <a:extLst>
              <a:ext uri="{28A0092B-C50C-407E-A947-70E740481C1C}">
                <a14:useLocalDpi xmlns:a14="http://schemas.microsoft.com/office/drawing/2010/main" val="0"/>
              </a:ext>
            </a:extLst>
          </a:blip>
          <a:stretch>
            <a:fillRect/>
          </a:stretch>
        </p:blipFill>
        <p:spPr>
          <a:xfrm>
            <a:off x="1" y="2514600"/>
            <a:ext cx="3063240" cy="2514600"/>
          </a:xfrm>
          <a:prstGeom prst="rect">
            <a:avLst/>
          </a:prstGeom>
        </p:spPr>
      </p:pic>
      <p:sp>
        <p:nvSpPr>
          <p:cNvPr id="726019" name="Rectangle 3"/>
          <p:cNvSpPr>
            <a:spLocks noGrp="1" noChangeArrowheads="1"/>
          </p:cNvSpPr>
          <p:nvPr>
            <p:ph type="ctrTitle" sz="quarter" hasCustomPrompt="1"/>
          </p:nvPr>
        </p:nvSpPr>
        <p:spPr>
          <a:xfrm>
            <a:off x="3106782" y="2774735"/>
            <a:ext cx="5732417" cy="1129607"/>
          </a:xfrm>
          <a:ln algn="ctr"/>
        </p:spPr>
        <p:txBody>
          <a:bodyPr wrap="square" tIns="0" rIns="0" bIns="0">
            <a:spAutoFit/>
          </a:bodyPr>
          <a:lstStyle>
            <a:lvl1pPr algn="l">
              <a:spcBef>
                <a:spcPct val="60000"/>
              </a:spcBef>
              <a:buClr>
                <a:schemeClr val="hlink"/>
              </a:buClr>
              <a:buSzPct val="90000"/>
              <a:buFontTx/>
              <a:buNone/>
              <a:defRPr sz="8400" baseline="0">
                <a:solidFill>
                  <a:schemeClr val="bg1"/>
                </a:solidFill>
                <a:latin typeface="Segoe Light" pitchFamily="34" charset="0"/>
              </a:defRPr>
            </a:lvl1pPr>
          </a:lstStyle>
          <a:p>
            <a:r>
              <a:rPr lang="en-US" dirty="0"/>
              <a:t>Course #</a:t>
            </a:r>
          </a:p>
        </p:txBody>
      </p:sp>
      <p:sp>
        <p:nvSpPr>
          <p:cNvPr id="726020" name="Rectangle 4"/>
          <p:cNvSpPr>
            <a:spLocks noGrp="1" noChangeArrowheads="1"/>
          </p:cNvSpPr>
          <p:nvPr>
            <p:ph type="subTitle" sz="quarter" idx="1" hasCustomPrompt="1"/>
          </p:nvPr>
        </p:nvSpPr>
        <p:spPr>
          <a:xfrm>
            <a:off x="3121297" y="3925328"/>
            <a:ext cx="5775960" cy="1103872"/>
          </a:xfrm>
        </p:spPr>
        <p:txBody>
          <a:bodyPr lIns="91440" tIns="45720" rIns="91440" bIns="45720"/>
          <a:lstStyle>
            <a:lvl1pPr marL="0" indent="0" algn="l">
              <a:lnSpc>
                <a:spcPct val="95000"/>
              </a:lnSpc>
              <a:spcBef>
                <a:spcPct val="60000"/>
              </a:spcBef>
              <a:buFontTx/>
              <a:buNone/>
              <a:defRPr sz="2800">
                <a:solidFill>
                  <a:schemeClr val="bg1"/>
                </a:solidFill>
                <a:latin typeface="Segoe UI" pitchFamily="34" charset="0"/>
                <a:ea typeface="Segoe UI" pitchFamily="34" charset="0"/>
                <a:cs typeface="Segoe UI" pitchFamily="34" charset="0"/>
              </a:defRPr>
            </a:lvl1pPr>
          </a:lstStyle>
          <a:p>
            <a:r>
              <a:rPr lang="en-US" dirty="0"/>
              <a:t>Click to edit Course title</a:t>
            </a:r>
          </a:p>
        </p:txBody>
      </p:sp>
    </p:spTree>
    <p:extLst>
      <p:ext uri="{BB962C8B-B14F-4D97-AF65-F5344CB8AC3E}">
        <p14:creationId xmlns:p14="http://schemas.microsoft.com/office/powerpoint/2010/main" val="474238080"/>
      </p:ext>
    </p:extLst>
  </p:cSld>
  <p:clrMapOvr>
    <a:masterClrMapping/>
  </p:clrMapOvr>
</p:sldLayout>
</file>

<file path=ppt/slideLayouts/slideLayout98.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2538487499"/>
      </p:ext>
    </p:extLst>
  </p:cSld>
  <p:clrMapOvr>
    <a:masterClrMapping/>
  </p:clrMapOvr>
</p:sldLayout>
</file>

<file path=ppt/slideLayouts/slideLayout99.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Tree>
    <p:extLst>
      <p:ext uri="{BB962C8B-B14F-4D97-AF65-F5344CB8AC3E}">
        <p14:creationId xmlns:p14="http://schemas.microsoft.com/office/powerpoint/2010/main" val="793303465"/>
      </p:ext>
    </p:extLst>
  </p:cSld>
  <p:clrMapOvr>
    <a:masterClrMapping/>
  </p:clrMapOvr>
</p:sldLayout>
</file>

<file path=ppt/slideLayouts/slideLayout100.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458788" y="992188"/>
            <a:ext cx="3798887"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410075" y="992188"/>
            <a:ext cx="3800475"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562595300"/>
      </p:ext>
    </p:extLst>
  </p:cSld>
  <p:clrMapOvr>
    <a:masterClrMapping/>
  </p:clrMapOvr>
</p:sldLayout>
</file>

<file path=ppt/slideLayouts/slideLayout101.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80772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45025" y="1535113"/>
            <a:ext cx="4041775"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3562764025"/>
      </p:ext>
    </p:extLst>
  </p:cSld>
  <p:clrMapOvr>
    <a:masterClrMapping/>
  </p:clrMapOvr>
</p:sldLayout>
</file>

<file path=ppt/slideLayouts/slideLayout102.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4155257966"/>
      </p:ext>
    </p:extLst>
  </p:cSld>
  <p:clrMapOvr>
    <a:masterClrMapping/>
  </p:clrMapOvr>
</p:sldLayout>
</file>

<file path=ppt/slideLayouts/slideLayout10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267698310"/>
      </p:ext>
    </p:extLst>
  </p:cSld>
  <p:clrMapOvr>
    <a:masterClrMapping/>
  </p:clrMapOvr>
</p:sldLayout>
</file>

<file path=ppt/slideLayouts/slideLayout104.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t"/>
          <a:lstStyle>
            <a:lvl1pPr algn="l">
              <a:defRPr sz="2000" b="0"/>
            </a:lvl1pPr>
          </a:lstStyle>
          <a:p>
            <a:r>
              <a:rPr lang="en-US"/>
              <a:t>Click to edit Master title style</a:t>
            </a:r>
            <a:endParaRPr lang="en-US" dirty="0"/>
          </a:p>
        </p:txBody>
      </p:sp>
      <p:sp>
        <p:nvSpPr>
          <p:cNvPr id="3" name="Content Placeholder 2"/>
          <p:cNvSpPr>
            <a:spLocks noGrp="1"/>
          </p:cNvSpPr>
          <p:nvPr>
            <p:ph idx="1"/>
          </p:nvPr>
        </p:nvSpPr>
        <p:spPr>
          <a:xfrm>
            <a:off x="3575050" y="273050"/>
            <a:ext cx="5111750" cy="5853113"/>
          </a:xfrm>
        </p:spPr>
        <p:txBody>
          <a:bodyPr/>
          <a:lstStyle>
            <a:lvl1pPr>
              <a:defRPr sz="3200">
                <a:solidFill>
                  <a:schemeClr val="bg1"/>
                </a:solidFill>
              </a:defRPr>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600413096"/>
      </p:ext>
    </p:extLst>
  </p:cSld>
  <p:clrMapOvr>
    <a:masterClrMapping/>
  </p:clrMapOvr>
</p:sldLayout>
</file>

<file path=ppt/slideLayouts/slideLayout105.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endParaRPr lang="en-US" noProof="0" dirty="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3269956594"/>
      </p:ext>
    </p:extLst>
  </p:cSld>
  <p:clrMapOvr>
    <a:masterClrMapping/>
  </p:clrMapOvr>
</p:sldLayout>
</file>

<file path=ppt/slideLayouts/slideLayout10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236092957"/>
      </p:ext>
    </p:extLst>
  </p:cSld>
  <p:clrMapOvr>
    <a:masterClrMapping/>
  </p:clrMapOvr>
</p:sldLayout>
</file>

<file path=ppt/slideLayouts/slideLayout10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291263" y="0"/>
            <a:ext cx="1943100" cy="537845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458788" y="0"/>
            <a:ext cx="5680075" cy="5378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2759930796"/>
      </p:ext>
    </p:extLst>
  </p:cSld>
  <p:clrMapOvr>
    <a:masterClrMapping/>
  </p:clrMapOvr>
</p:sldLayout>
</file>

<file path=ppt/slideLayouts/slideLayout108.xml><?xml version="1.0" encoding="utf-8"?>
<p:sldLayout xmlns:a="http://schemas.openxmlformats.org/drawingml/2006/main" xmlns:r="http://schemas.openxmlformats.org/officeDocument/2006/relationships" xmlns:p="http://schemas.openxmlformats.org/presentationml/2006/main" type="tx">
  <p:cSld name="Title an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CA"/>
          </a:p>
        </p:txBody>
      </p:sp>
      <p:sp>
        <p:nvSpPr>
          <p:cNvPr id="3" name="Text Placeholder 2"/>
          <p:cNvSpPr>
            <a:spLocks noGrp="1"/>
          </p:cNvSpPr>
          <p:nvPr>
            <p:ph type="body"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Tree>
    <p:extLst>
      <p:ext uri="{BB962C8B-B14F-4D97-AF65-F5344CB8AC3E}">
        <p14:creationId xmlns:p14="http://schemas.microsoft.com/office/powerpoint/2010/main" val="1411867142"/>
      </p:ext>
    </p:extLst>
  </p:cSld>
  <p:clrMapOvr>
    <a:masterClrMapping/>
  </p:clrMapOvr>
</p:sldLayout>
</file>

<file path=ppt/slideLayouts/slideLayout109.xml><?xml version="1.0" encoding="utf-8"?>
<p:sldLayout xmlns:a="http://schemas.openxmlformats.org/drawingml/2006/main" xmlns:r="http://schemas.openxmlformats.org/officeDocument/2006/relationships" xmlns:p="http://schemas.openxmlformats.org/presentationml/2006/main" showMasterSp="0" preserve="1">
  <p:cSld name="Title Slide">
    <p:spTree>
      <p:nvGrpSpPr>
        <p:cNvPr id="1" name=""/>
        <p:cNvGrpSpPr/>
        <p:nvPr/>
      </p:nvGrpSpPr>
      <p:grpSpPr>
        <a:xfrm>
          <a:off x="0" y="0"/>
          <a:ext cx="0" cy="0"/>
          <a:chOff x="0" y="0"/>
          <a:chExt cx="0" cy="0"/>
        </a:xfrm>
      </p:grpSpPr>
      <p:sp>
        <p:nvSpPr>
          <p:cNvPr id="5" name="Rectangle 4"/>
          <p:cNvSpPr/>
          <p:nvPr/>
        </p:nvSpPr>
        <p:spPr>
          <a:xfrm>
            <a:off x="14177" y="2514600"/>
            <a:ext cx="9144000" cy="251460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p:cNvSpPr txBox="1"/>
          <p:nvPr/>
        </p:nvSpPr>
        <p:spPr>
          <a:xfrm>
            <a:off x="523875" y="1500426"/>
            <a:ext cx="7477125" cy="861774"/>
          </a:xfrm>
          <a:prstGeom prst="rect">
            <a:avLst/>
          </a:prstGeom>
          <a:noFill/>
        </p:spPr>
        <p:txBody>
          <a:bodyPr wrap="square" rtlCol="0">
            <a:spAutoFit/>
          </a:bodyPr>
          <a:lstStyle/>
          <a:p>
            <a:r>
              <a:rPr lang="en-US" sz="4800" dirty="0">
                <a:solidFill>
                  <a:schemeClr val="tx1">
                    <a:lumMod val="65000"/>
                    <a:lumOff val="35000"/>
                  </a:schemeClr>
                </a:solidFill>
                <a:latin typeface="Segoe UI Light" pitchFamily="34" charset="0"/>
                <a:ea typeface="Segoe UI" pitchFamily="34" charset="0"/>
                <a:cs typeface="Segoe UI" pitchFamily="34" charset="0"/>
              </a:rPr>
              <a:t>Microsoft</a:t>
            </a:r>
            <a:r>
              <a:rPr lang="en-US" baseline="100000" dirty="0">
                <a:solidFill>
                  <a:schemeClr val="tx1">
                    <a:lumMod val="65000"/>
                    <a:lumOff val="35000"/>
                  </a:schemeClr>
                </a:solidFill>
                <a:latin typeface="Segoe UI Light" pitchFamily="34" charset="0"/>
                <a:ea typeface="Segoe UI" pitchFamily="34" charset="0"/>
                <a:cs typeface="Segoe UI" pitchFamily="34" charset="0"/>
              </a:rPr>
              <a:t>®</a:t>
            </a:r>
            <a:r>
              <a:rPr lang="en-US" sz="4400" dirty="0">
                <a:solidFill>
                  <a:schemeClr val="tx1">
                    <a:lumMod val="65000"/>
                    <a:lumOff val="35000"/>
                  </a:schemeClr>
                </a:solidFill>
                <a:latin typeface="Segoe UI Light" pitchFamily="34" charset="0"/>
                <a:ea typeface="Segoe UI" pitchFamily="34" charset="0"/>
                <a:cs typeface="Segoe UI" pitchFamily="34" charset="0"/>
              </a:rPr>
              <a:t> </a:t>
            </a:r>
            <a:r>
              <a:rPr lang="en-US" sz="4800" dirty="0">
                <a:solidFill>
                  <a:schemeClr val="tx1">
                    <a:lumMod val="65000"/>
                    <a:lumOff val="35000"/>
                  </a:schemeClr>
                </a:solidFill>
                <a:latin typeface="Segoe UI Light" pitchFamily="34" charset="0"/>
                <a:ea typeface="Segoe UI" pitchFamily="34" charset="0"/>
                <a:cs typeface="Segoe UI" pitchFamily="34" charset="0"/>
              </a:rPr>
              <a:t>Official Course</a:t>
            </a:r>
          </a:p>
        </p:txBody>
      </p:sp>
      <p:pic>
        <p:nvPicPr>
          <p:cNvPr id="7" name="Picture 6"/>
          <p:cNvPicPr>
            <a:picLocks noChangeAspect="1"/>
          </p:cNvPicPr>
          <p:nvPr/>
        </p:nvPicPr>
        <p:blipFill>
          <a:blip r:embed="rId2" cstate="print">
            <a:duotone>
              <a:prstClr val="black"/>
              <a:schemeClr val="tx1">
                <a:lumMod val="85000"/>
                <a:lumOff val="15000"/>
                <a:tint val="45000"/>
                <a:satMod val="400000"/>
              </a:schemeClr>
            </a:duotone>
            <a:extLst>
              <a:ext uri="{BEBA8EAE-BF5A-486C-A8C5-ECC9F3942E4B}">
                <a14:imgProps xmlns:a14="http://schemas.microsoft.com/office/drawing/2010/main">
                  <a14:imgLayer r:embed="rId3">
                    <a14:imgEffect>
                      <a14:saturation sat="400000"/>
                    </a14:imgEffect>
                  </a14:imgLayer>
                </a14:imgProps>
              </a:ext>
              <a:ext uri="{28A0092B-C50C-407E-A947-70E740481C1C}">
                <a14:useLocalDpi xmlns:a14="http://schemas.microsoft.com/office/drawing/2010/main" val="0"/>
              </a:ext>
            </a:extLst>
          </a:blip>
          <a:stretch>
            <a:fillRect/>
          </a:stretch>
        </p:blipFill>
        <p:spPr>
          <a:xfrm>
            <a:off x="7315200" y="6248400"/>
            <a:ext cx="1413823" cy="230205"/>
          </a:xfrm>
          <a:prstGeom prst="rect">
            <a:avLst/>
          </a:prstGeom>
        </p:spPr>
      </p:pic>
      <p:pic>
        <p:nvPicPr>
          <p:cNvPr id="10" name="Picture 9"/>
          <p:cNvPicPr>
            <a:picLocks/>
          </p:cNvPicPr>
          <p:nvPr/>
        </p:nvPicPr>
        <p:blipFill>
          <a:blip r:embed="rId4" cstate="print">
            <a:extLst>
              <a:ext uri="{28A0092B-C50C-407E-A947-70E740481C1C}">
                <a14:useLocalDpi xmlns:a14="http://schemas.microsoft.com/office/drawing/2010/main" val="0"/>
              </a:ext>
            </a:extLst>
          </a:blip>
          <a:stretch>
            <a:fillRect/>
          </a:stretch>
        </p:blipFill>
        <p:spPr>
          <a:xfrm>
            <a:off x="1" y="2514600"/>
            <a:ext cx="3063240" cy="2514600"/>
          </a:xfrm>
          <a:prstGeom prst="rect">
            <a:avLst/>
          </a:prstGeom>
        </p:spPr>
      </p:pic>
      <p:sp>
        <p:nvSpPr>
          <p:cNvPr id="726019" name="Rectangle 3"/>
          <p:cNvSpPr>
            <a:spLocks noGrp="1" noChangeArrowheads="1"/>
          </p:cNvSpPr>
          <p:nvPr>
            <p:ph type="ctrTitle" sz="quarter" hasCustomPrompt="1"/>
          </p:nvPr>
        </p:nvSpPr>
        <p:spPr>
          <a:xfrm>
            <a:off x="3106782" y="2774735"/>
            <a:ext cx="5732417" cy="1129607"/>
          </a:xfrm>
          <a:ln algn="ctr"/>
        </p:spPr>
        <p:txBody>
          <a:bodyPr wrap="square" tIns="0" rIns="0" bIns="0">
            <a:spAutoFit/>
          </a:bodyPr>
          <a:lstStyle>
            <a:lvl1pPr algn="l">
              <a:spcBef>
                <a:spcPct val="60000"/>
              </a:spcBef>
              <a:buClr>
                <a:schemeClr val="hlink"/>
              </a:buClr>
              <a:buSzPct val="90000"/>
              <a:buFontTx/>
              <a:buNone/>
              <a:defRPr sz="8400" baseline="0">
                <a:solidFill>
                  <a:schemeClr val="bg1"/>
                </a:solidFill>
                <a:latin typeface="Segoe Light" pitchFamily="34" charset="0"/>
              </a:defRPr>
            </a:lvl1pPr>
          </a:lstStyle>
          <a:p>
            <a:r>
              <a:rPr lang="en-US" dirty="0"/>
              <a:t>Course #</a:t>
            </a:r>
          </a:p>
        </p:txBody>
      </p:sp>
      <p:sp>
        <p:nvSpPr>
          <p:cNvPr id="726020" name="Rectangle 4"/>
          <p:cNvSpPr>
            <a:spLocks noGrp="1" noChangeArrowheads="1"/>
          </p:cNvSpPr>
          <p:nvPr>
            <p:ph type="subTitle" sz="quarter" idx="1" hasCustomPrompt="1"/>
          </p:nvPr>
        </p:nvSpPr>
        <p:spPr>
          <a:xfrm>
            <a:off x="3121297" y="3925328"/>
            <a:ext cx="5775960" cy="1103872"/>
          </a:xfrm>
        </p:spPr>
        <p:txBody>
          <a:bodyPr lIns="91440" tIns="45720" rIns="91440" bIns="45720"/>
          <a:lstStyle>
            <a:lvl1pPr marL="0" indent="0" algn="l">
              <a:lnSpc>
                <a:spcPct val="95000"/>
              </a:lnSpc>
              <a:spcBef>
                <a:spcPct val="60000"/>
              </a:spcBef>
              <a:buFontTx/>
              <a:buNone/>
              <a:defRPr sz="2800">
                <a:solidFill>
                  <a:schemeClr val="bg1"/>
                </a:solidFill>
                <a:latin typeface="Segoe UI" pitchFamily="34" charset="0"/>
                <a:ea typeface="Segoe UI" pitchFamily="34" charset="0"/>
                <a:cs typeface="Segoe UI" pitchFamily="34" charset="0"/>
              </a:defRPr>
            </a:lvl1pPr>
          </a:lstStyle>
          <a:p>
            <a:r>
              <a:rPr lang="en-US" dirty="0"/>
              <a:t>Click to edit Course title</a:t>
            </a:r>
          </a:p>
        </p:txBody>
      </p:sp>
    </p:spTree>
    <p:extLst>
      <p:ext uri="{BB962C8B-B14F-4D97-AF65-F5344CB8AC3E}">
        <p14:creationId xmlns:p14="http://schemas.microsoft.com/office/powerpoint/2010/main" val="3599688139"/>
      </p:ext>
    </p:extLst>
  </p:cSld>
  <p:clrMapOvr>
    <a:masterClrMapping/>
  </p:clrMapOvr>
</p:sldLayout>
</file>

<file path=ppt/slideLayouts/slideLayout110.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2618143555"/>
      </p:ext>
    </p:extLst>
  </p:cSld>
  <p:clrMapOvr>
    <a:masterClrMapping/>
  </p:clrMapOvr>
</p:sldLayout>
</file>

<file path=ppt/slideLayouts/slideLayout111.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Tree>
    <p:extLst>
      <p:ext uri="{BB962C8B-B14F-4D97-AF65-F5344CB8AC3E}">
        <p14:creationId xmlns:p14="http://schemas.microsoft.com/office/powerpoint/2010/main" val="3442430772"/>
      </p:ext>
    </p:extLst>
  </p:cSld>
  <p:clrMapOvr>
    <a:masterClrMapping/>
  </p:clrMapOvr>
</p:sldLayout>
</file>

<file path=ppt/slideLayouts/slideLayout112.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458788" y="992188"/>
            <a:ext cx="3798887"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410075" y="992188"/>
            <a:ext cx="3800475"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027731538"/>
      </p:ext>
    </p:extLst>
  </p:cSld>
  <p:clrMapOvr>
    <a:masterClrMapping/>
  </p:clrMapOvr>
</p:sldLayout>
</file>

<file path=ppt/slideLayouts/slideLayout113.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80772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45025" y="1535113"/>
            <a:ext cx="4041775"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4163831821"/>
      </p:ext>
    </p:extLst>
  </p:cSld>
  <p:clrMapOvr>
    <a:masterClrMapping/>
  </p:clrMapOvr>
</p:sldLayout>
</file>

<file path=ppt/slideLayouts/slideLayout11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60374" y="-2"/>
            <a:ext cx="8520339" cy="740664"/>
          </a:xfrm>
        </p:spPr>
        <p:txBody>
          <a:bodyPr/>
          <a:lstStyle/>
          <a:p>
            <a:r>
              <a:rPr lang="en-US"/>
              <a:t>Click to edit Master title style</a:t>
            </a:r>
          </a:p>
        </p:txBody>
      </p:sp>
    </p:spTree>
    <p:extLst>
      <p:ext uri="{BB962C8B-B14F-4D97-AF65-F5344CB8AC3E}">
        <p14:creationId xmlns:p14="http://schemas.microsoft.com/office/powerpoint/2010/main" val="2820991791"/>
      </p:ext>
    </p:extLst>
  </p:cSld>
  <p:clrMapOvr>
    <a:masterClrMapping/>
  </p:clrMapOvr>
</p:sldLayout>
</file>

<file path=ppt/slideLayouts/slideLayout11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830070915"/>
      </p:ext>
    </p:extLst>
  </p:cSld>
  <p:clrMapOvr>
    <a:masterClrMapping/>
  </p:clrMapOvr>
</p:sldLayout>
</file>

<file path=ppt/slideLayouts/slideLayout116.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t"/>
          <a:lstStyle>
            <a:lvl1pPr algn="l">
              <a:defRPr sz="2000" b="0"/>
            </a:lvl1pPr>
          </a:lstStyle>
          <a:p>
            <a:r>
              <a:rPr lang="en-US"/>
              <a:t>Click to edit Master title style</a:t>
            </a:r>
            <a:endParaRPr lang="en-US" dirty="0"/>
          </a:p>
        </p:txBody>
      </p:sp>
      <p:sp>
        <p:nvSpPr>
          <p:cNvPr id="3" name="Content Placeholder 2"/>
          <p:cNvSpPr>
            <a:spLocks noGrp="1"/>
          </p:cNvSpPr>
          <p:nvPr>
            <p:ph idx="1"/>
          </p:nvPr>
        </p:nvSpPr>
        <p:spPr>
          <a:xfrm>
            <a:off x="3575050" y="273050"/>
            <a:ext cx="5111750" cy="5853113"/>
          </a:xfrm>
        </p:spPr>
        <p:txBody>
          <a:bodyPr/>
          <a:lstStyle>
            <a:lvl1pPr>
              <a:defRPr sz="3200">
                <a:solidFill>
                  <a:schemeClr val="bg1"/>
                </a:solidFill>
              </a:defRPr>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767135782"/>
      </p:ext>
    </p:extLst>
  </p:cSld>
  <p:clrMapOvr>
    <a:masterClrMapping/>
  </p:clrMapOvr>
</p:sldLayout>
</file>

<file path=ppt/slideLayouts/slideLayout117.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endParaRPr lang="en-US" noProof="0" dirty="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4054315881"/>
      </p:ext>
    </p:extLst>
  </p:cSld>
  <p:clrMapOvr>
    <a:masterClrMapping/>
  </p:clrMapOvr>
</p:sldLayout>
</file>

<file path=ppt/slideLayouts/slideLayout118.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2525911709"/>
      </p:ext>
    </p:extLst>
  </p:cSld>
  <p:clrMapOvr>
    <a:masterClrMapping/>
  </p:clrMapOvr>
</p:sldLayout>
</file>

<file path=ppt/slideLayouts/slideLayout119.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291263" y="0"/>
            <a:ext cx="1943100" cy="537845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458788" y="0"/>
            <a:ext cx="5680075" cy="5378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298750495"/>
      </p:ext>
    </p:extLst>
  </p:cSld>
  <p:clrMapOvr>
    <a:masterClrMapping/>
  </p:clrMapOvr>
</p:sldLayout>
</file>

<file path=ppt/slideLayouts/slideLayout120.xml><?xml version="1.0" encoding="utf-8"?>
<p:sldLayout xmlns:a="http://schemas.openxmlformats.org/drawingml/2006/main" xmlns:r="http://schemas.openxmlformats.org/officeDocument/2006/relationships" xmlns:p="http://schemas.openxmlformats.org/presentationml/2006/main" type="tx">
  <p:cSld name="Title an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CA"/>
          </a:p>
        </p:txBody>
      </p:sp>
      <p:sp>
        <p:nvSpPr>
          <p:cNvPr id="3" name="Text Placeholder 2"/>
          <p:cNvSpPr>
            <a:spLocks noGrp="1"/>
          </p:cNvSpPr>
          <p:nvPr>
            <p:ph type="body"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Tree>
    <p:extLst>
      <p:ext uri="{BB962C8B-B14F-4D97-AF65-F5344CB8AC3E}">
        <p14:creationId xmlns:p14="http://schemas.microsoft.com/office/powerpoint/2010/main" val="890011906"/>
      </p:ext>
    </p:extLst>
  </p:cSld>
  <p:clrMapOvr>
    <a:masterClrMapping/>
  </p:clrMapOvr>
</p:sldLayout>
</file>

<file path=ppt/slideLayouts/slideLayout121.xml><?xml version="1.0" encoding="utf-8"?>
<p:sldLayout xmlns:a="http://schemas.openxmlformats.org/drawingml/2006/main" xmlns:r="http://schemas.openxmlformats.org/officeDocument/2006/relationships" xmlns:p="http://schemas.openxmlformats.org/presentationml/2006/main" showMasterSp="0" preserve="1">
  <p:cSld name="Title Slide">
    <p:spTree>
      <p:nvGrpSpPr>
        <p:cNvPr id="1" name=""/>
        <p:cNvGrpSpPr/>
        <p:nvPr/>
      </p:nvGrpSpPr>
      <p:grpSpPr>
        <a:xfrm>
          <a:off x="0" y="0"/>
          <a:ext cx="0" cy="0"/>
          <a:chOff x="0" y="0"/>
          <a:chExt cx="0" cy="0"/>
        </a:xfrm>
      </p:grpSpPr>
      <p:sp>
        <p:nvSpPr>
          <p:cNvPr id="5" name="Rectangle 4"/>
          <p:cNvSpPr/>
          <p:nvPr/>
        </p:nvSpPr>
        <p:spPr>
          <a:xfrm>
            <a:off x="14177" y="2514600"/>
            <a:ext cx="9144000" cy="251460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p:cNvSpPr txBox="1"/>
          <p:nvPr/>
        </p:nvSpPr>
        <p:spPr>
          <a:xfrm>
            <a:off x="523875" y="1500426"/>
            <a:ext cx="7477125" cy="861774"/>
          </a:xfrm>
          <a:prstGeom prst="rect">
            <a:avLst/>
          </a:prstGeom>
          <a:noFill/>
        </p:spPr>
        <p:txBody>
          <a:bodyPr wrap="square" rtlCol="0">
            <a:spAutoFit/>
          </a:bodyPr>
          <a:lstStyle/>
          <a:p>
            <a:r>
              <a:rPr lang="en-US" sz="4800" dirty="0">
                <a:solidFill>
                  <a:schemeClr val="tx1">
                    <a:lumMod val="65000"/>
                    <a:lumOff val="35000"/>
                  </a:schemeClr>
                </a:solidFill>
                <a:latin typeface="Segoe UI Light" pitchFamily="34" charset="0"/>
                <a:ea typeface="Segoe UI" pitchFamily="34" charset="0"/>
                <a:cs typeface="Segoe UI" pitchFamily="34" charset="0"/>
              </a:rPr>
              <a:t>Microsoft</a:t>
            </a:r>
            <a:r>
              <a:rPr lang="en-US" baseline="100000" dirty="0">
                <a:solidFill>
                  <a:schemeClr val="tx1">
                    <a:lumMod val="65000"/>
                    <a:lumOff val="35000"/>
                  </a:schemeClr>
                </a:solidFill>
                <a:latin typeface="Segoe UI Light" pitchFamily="34" charset="0"/>
                <a:ea typeface="Segoe UI" pitchFamily="34" charset="0"/>
                <a:cs typeface="Segoe UI" pitchFamily="34" charset="0"/>
              </a:rPr>
              <a:t>®</a:t>
            </a:r>
            <a:r>
              <a:rPr lang="en-US" sz="4400" dirty="0">
                <a:solidFill>
                  <a:schemeClr val="tx1">
                    <a:lumMod val="65000"/>
                    <a:lumOff val="35000"/>
                  </a:schemeClr>
                </a:solidFill>
                <a:latin typeface="Segoe UI Light" pitchFamily="34" charset="0"/>
                <a:ea typeface="Segoe UI" pitchFamily="34" charset="0"/>
                <a:cs typeface="Segoe UI" pitchFamily="34" charset="0"/>
              </a:rPr>
              <a:t> </a:t>
            </a:r>
            <a:r>
              <a:rPr lang="en-US" sz="4800" dirty="0">
                <a:solidFill>
                  <a:schemeClr val="tx1">
                    <a:lumMod val="65000"/>
                    <a:lumOff val="35000"/>
                  </a:schemeClr>
                </a:solidFill>
                <a:latin typeface="Segoe UI Light" pitchFamily="34" charset="0"/>
                <a:ea typeface="Segoe UI" pitchFamily="34" charset="0"/>
                <a:cs typeface="Segoe UI" pitchFamily="34" charset="0"/>
              </a:rPr>
              <a:t>Official Course</a:t>
            </a:r>
          </a:p>
        </p:txBody>
      </p:sp>
      <p:pic>
        <p:nvPicPr>
          <p:cNvPr id="7" name="Picture 6"/>
          <p:cNvPicPr>
            <a:picLocks noChangeAspect="1"/>
          </p:cNvPicPr>
          <p:nvPr/>
        </p:nvPicPr>
        <p:blipFill>
          <a:blip r:embed="rId2" cstate="print">
            <a:duotone>
              <a:prstClr val="black"/>
              <a:schemeClr val="tx1">
                <a:lumMod val="85000"/>
                <a:lumOff val="15000"/>
                <a:tint val="45000"/>
                <a:satMod val="400000"/>
              </a:schemeClr>
            </a:duotone>
            <a:extLst>
              <a:ext uri="{BEBA8EAE-BF5A-486C-A8C5-ECC9F3942E4B}">
                <a14:imgProps xmlns:a14="http://schemas.microsoft.com/office/drawing/2010/main">
                  <a14:imgLayer r:embed="rId3">
                    <a14:imgEffect>
                      <a14:saturation sat="400000"/>
                    </a14:imgEffect>
                  </a14:imgLayer>
                </a14:imgProps>
              </a:ext>
              <a:ext uri="{28A0092B-C50C-407E-A947-70E740481C1C}">
                <a14:useLocalDpi xmlns:a14="http://schemas.microsoft.com/office/drawing/2010/main" val="0"/>
              </a:ext>
            </a:extLst>
          </a:blip>
          <a:stretch>
            <a:fillRect/>
          </a:stretch>
        </p:blipFill>
        <p:spPr>
          <a:xfrm>
            <a:off x="7315200" y="6248400"/>
            <a:ext cx="1413823" cy="230205"/>
          </a:xfrm>
          <a:prstGeom prst="rect">
            <a:avLst/>
          </a:prstGeom>
        </p:spPr>
      </p:pic>
      <p:pic>
        <p:nvPicPr>
          <p:cNvPr id="10" name="Picture 9"/>
          <p:cNvPicPr>
            <a:picLocks/>
          </p:cNvPicPr>
          <p:nvPr/>
        </p:nvPicPr>
        <p:blipFill>
          <a:blip r:embed="rId4" cstate="print">
            <a:extLst>
              <a:ext uri="{28A0092B-C50C-407E-A947-70E740481C1C}">
                <a14:useLocalDpi xmlns:a14="http://schemas.microsoft.com/office/drawing/2010/main" val="0"/>
              </a:ext>
            </a:extLst>
          </a:blip>
          <a:stretch>
            <a:fillRect/>
          </a:stretch>
        </p:blipFill>
        <p:spPr>
          <a:xfrm>
            <a:off x="1" y="2514600"/>
            <a:ext cx="3063240" cy="2514600"/>
          </a:xfrm>
          <a:prstGeom prst="rect">
            <a:avLst/>
          </a:prstGeom>
        </p:spPr>
      </p:pic>
      <p:sp>
        <p:nvSpPr>
          <p:cNvPr id="726019" name="Rectangle 3"/>
          <p:cNvSpPr>
            <a:spLocks noGrp="1" noChangeArrowheads="1"/>
          </p:cNvSpPr>
          <p:nvPr>
            <p:ph type="ctrTitle" sz="quarter" hasCustomPrompt="1"/>
          </p:nvPr>
        </p:nvSpPr>
        <p:spPr>
          <a:xfrm>
            <a:off x="3106782" y="2774735"/>
            <a:ext cx="5732417" cy="1129607"/>
          </a:xfrm>
          <a:ln algn="ctr"/>
        </p:spPr>
        <p:txBody>
          <a:bodyPr wrap="square" tIns="0" rIns="0" bIns="0">
            <a:spAutoFit/>
          </a:bodyPr>
          <a:lstStyle>
            <a:lvl1pPr algn="l">
              <a:spcBef>
                <a:spcPct val="60000"/>
              </a:spcBef>
              <a:buClr>
                <a:schemeClr val="hlink"/>
              </a:buClr>
              <a:buSzPct val="90000"/>
              <a:buFontTx/>
              <a:buNone/>
              <a:defRPr sz="8400" baseline="0">
                <a:solidFill>
                  <a:schemeClr val="bg1"/>
                </a:solidFill>
                <a:latin typeface="Segoe Light" pitchFamily="34" charset="0"/>
              </a:defRPr>
            </a:lvl1pPr>
          </a:lstStyle>
          <a:p>
            <a:r>
              <a:rPr lang="en-US" dirty="0"/>
              <a:t>Course #</a:t>
            </a:r>
          </a:p>
        </p:txBody>
      </p:sp>
      <p:sp>
        <p:nvSpPr>
          <p:cNvPr id="726020" name="Rectangle 4"/>
          <p:cNvSpPr>
            <a:spLocks noGrp="1" noChangeArrowheads="1"/>
          </p:cNvSpPr>
          <p:nvPr>
            <p:ph type="subTitle" sz="quarter" idx="1" hasCustomPrompt="1"/>
          </p:nvPr>
        </p:nvSpPr>
        <p:spPr>
          <a:xfrm>
            <a:off x="3121297" y="3925328"/>
            <a:ext cx="5775960" cy="1103872"/>
          </a:xfrm>
        </p:spPr>
        <p:txBody>
          <a:bodyPr lIns="91440" tIns="45720" rIns="91440" bIns="45720"/>
          <a:lstStyle>
            <a:lvl1pPr marL="0" indent="0" algn="l">
              <a:lnSpc>
                <a:spcPct val="95000"/>
              </a:lnSpc>
              <a:spcBef>
                <a:spcPct val="60000"/>
              </a:spcBef>
              <a:buFontTx/>
              <a:buNone/>
              <a:defRPr sz="2800">
                <a:solidFill>
                  <a:schemeClr val="bg1"/>
                </a:solidFill>
                <a:latin typeface="Segoe UI" pitchFamily="34" charset="0"/>
                <a:ea typeface="Segoe UI" pitchFamily="34" charset="0"/>
                <a:cs typeface="Segoe UI" pitchFamily="34" charset="0"/>
              </a:defRPr>
            </a:lvl1pPr>
          </a:lstStyle>
          <a:p>
            <a:r>
              <a:rPr lang="en-US" dirty="0"/>
              <a:t>Click to edit Course title</a:t>
            </a:r>
          </a:p>
        </p:txBody>
      </p:sp>
    </p:spTree>
    <p:extLst>
      <p:ext uri="{BB962C8B-B14F-4D97-AF65-F5344CB8AC3E}">
        <p14:creationId xmlns:p14="http://schemas.microsoft.com/office/powerpoint/2010/main" val="758097416"/>
      </p:ext>
    </p:extLst>
  </p:cSld>
  <p:clrMapOvr>
    <a:masterClrMapping/>
  </p:clrMapOvr>
</p:sldLayout>
</file>

<file path=ppt/slideLayouts/slideLayout12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3153731393"/>
      </p:ext>
    </p:extLst>
  </p:cSld>
  <p:clrMapOvr>
    <a:masterClrMapping/>
  </p:clrMapOvr>
</p:sldLayout>
</file>

<file path=ppt/slideLayouts/slideLayout12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Tree>
    <p:extLst>
      <p:ext uri="{BB962C8B-B14F-4D97-AF65-F5344CB8AC3E}">
        <p14:creationId xmlns:p14="http://schemas.microsoft.com/office/powerpoint/2010/main" val="2112679773"/>
      </p:ext>
    </p:extLst>
  </p:cSld>
  <p:clrMapOvr>
    <a:masterClrMapping/>
  </p:clrMapOvr>
</p:sldLayout>
</file>

<file path=ppt/slideLayouts/slideLayout12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458788" y="992188"/>
            <a:ext cx="3798887"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410075" y="992188"/>
            <a:ext cx="3800475"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11568044"/>
      </p:ext>
    </p:extLst>
  </p:cSld>
  <p:clrMapOvr>
    <a:masterClrMapping/>
  </p:clrMapOvr>
</p:sldLayout>
</file>

<file path=ppt/slideLayouts/slideLayout12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80772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45025" y="1535113"/>
            <a:ext cx="4041775"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4088253667"/>
      </p:ext>
    </p:extLst>
  </p:cSld>
  <p:clrMapOvr>
    <a:masterClrMapping/>
  </p:clrMapOvr>
</p:sldLayout>
</file>

<file path=ppt/slideLayouts/slideLayout12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1974932821"/>
      </p:ext>
    </p:extLst>
  </p:cSld>
  <p:clrMapOvr>
    <a:masterClrMapping/>
  </p:clrMapOvr>
</p:sldLayout>
</file>

<file path=ppt/slideLayouts/slideLayout12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568952044"/>
      </p:ext>
    </p:extLst>
  </p:cSld>
  <p:clrMapOvr>
    <a:masterClrMapping/>
  </p:clrMapOvr>
</p:sldLayout>
</file>

<file path=ppt/slideLayouts/slideLayout12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t"/>
          <a:lstStyle>
            <a:lvl1pPr algn="l">
              <a:defRPr sz="2000" b="0"/>
            </a:lvl1pPr>
          </a:lstStyle>
          <a:p>
            <a:r>
              <a:rPr lang="en-US"/>
              <a:t>Click to edit Master title style</a:t>
            </a:r>
            <a:endParaRPr lang="en-US" dirty="0"/>
          </a:p>
        </p:txBody>
      </p:sp>
      <p:sp>
        <p:nvSpPr>
          <p:cNvPr id="3" name="Content Placeholder 2"/>
          <p:cNvSpPr>
            <a:spLocks noGrp="1"/>
          </p:cNvSpPr>
          <p:nvPr>
            <p:ph idx="1"/>
          </p:nvPr>
        </p:nvSpPr>
        <p:spPr>
          <a:xfrm>
            <a:off x="3575050" y="273050"/>
            <a:ext cx="5111750" cy="5853113"/>
          </a:xfrm>
        </p:spPr>
        <p:txBody>
          <a:bodyPr/>
          <a:lstStyle>
            <a:lvl1pPr>
              <a:defRPr sz="3200">
                <a:solidFill>
                  <a:schemeClr val="bg1"/>
                </a:solidFill>
              </a:defRPr>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2898156252"/>
      </p:ext>
    </p:extLst>
  </p:cSld>
  <p:clrMapOvr>
    <a:masterClrMapping/>
  </p:clrMapOvr>
</p:sldLayout>
</file>

<file path=ppt/slideLayouts/slideLayout12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endParaRPr lang="en-US" noProof="0" dirty="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4159016865"/>
      </p:ext>
    </p:extLst>
  </p:cSld>
  <p:clrMapOvr>
    <a:masterClrMapping/>
  </p:clrMapOvr>
</p:sldLayout>
</file>

<file path=ppt/slideLayouts/slideLayout13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670221497"/>
      </p:ext>
    </p:extLst>
  </p:cSld>
  <p:clrMapOvr>
    <a:masterClrMapping/>
  </p:clrMapOvr>
</p:sldLayout>
</file>

<file path=ppt/slideLayouts/slideLayout13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291263" y="0"/>
            <a:ext cx="1943100" cy="537845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458788" y="0"/>
            <a:ext cx="5680075" cy="5378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993284195"/>
      </p:ext>
    </p:extLst>
  </p:cSld>
  <p:clrMapOvr>
    <a:masterClrMapping/>
  </p:clrMapOvr>
</p:sldLayout>
</file>

<file path=ppt/slideLayouts/slideLayout132.xml><?xml version="1.0" encoding="utf-8"?>
<p:sldLayout xmlns:a="http://schemas.openxmlformats.org/drawingml/2006/main" xmlns:r="http://schemas.openxmlformats.org/officeDocument/2006/relationships" xmlns:p="http://schemas.openxmlformats.org/presentationml/2006/main" type="tx">
  <p:cSld name="Title an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CA"/>
          </a:p>
        </p:txBody>
      </p:sp>
      <p:sp>
        <p:nvSpPr>
          <p:cNvPr id="3" name="Text Placeholder 2"/>
          <p:cNvSpPr>
            <a:spLocks noGrp="1"/>
          </p:cNvSpPr>
          <p:nvPr>
            <p:ph type="body"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Tree>
    <p:extLst>
      <p:ext uri="{BB962C8B-B14F-4D97-AF65-F5344CB8AC3E}">
        <p14:creationId xmlns:p14="http://schemas.microsoft.com/office/powerpoint/2010/main" val="1337010922"/>
      </p:ext>
    </p:extLst>
  </p:cSld>
  <p:clrMapOvr>
    <a:masterClrMapping/>
  </p:clrMapOvr>
</p:sldLayout>
</file>

<file path=ppt/slideLayouts/slideLayout133.xml><?xml version="1.0" encoding="utf-8"?>
<p:sldLayout xmlns:a="http://schemas.openxmlformats.org/drawingml/2006/main" xmlns:r="http://schemas.openxmlformats.org/officeDocument/2006/relationships" xmlns:p="http://schemas.openxmlformats.org/presentationml/2006/main" showMasterSp="0" preserve="1">
  <p:cSld name="Title Slide">
    <p:spTree>
      <p:nvGrpSpPr>
        <p:cNvPr id="1" name=""/>
        <p:cNvGrpSpPr/>
        <p:nvPr/>
      </p:nvGrpSpPr>
      <p:grpSpPr>
        <a:xfrm>
          <a:off x="0" y="0"/>
          <a:ext cx="0" cy="0"/>
          <a:chOff x="0" y="0"/>
          <a:chExt cx="0" cy="0"/>
        </a:xfrm>
      </p:grpSpPr>
      <p:sp>
        <p:nvSpPr>
          <p:cNvPr id="5" name="Rectangle 4"/>
          <p:cNvSpPr/>
          <p:nvPr/>
        </p:nvSpPr>
        <p:spPr>
          <a:xfrm>
            <a:off x="14177" y="2514600"/>
            <a:ext cx="9144000" cy="251460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p:cNvSpPr txBox="1"/>
          <p:nvPr/>
        </p:nvSpPr>
        <p:spPr>
          <a:xfrm>
            <a:off x="523875" y="1500426"/>
            <a:ext cx="7477125" cy="861774"/>
          </a:xfrm>
          <a:prstGeom prst="rect">
            <a:avLst/>
          </a:prstGeom>
          <a:noFill/>
        </p:spPr>
        <p:txBody>
          <a:bodyPr wrap="square" rtlCol="0">
            <a:spAutoFit/>
          </a:bodyPr>
          <a:lstStyle/>
          <a:p>
            <a:r>
              <a:rPr lang="en-US" sz="4800" dirty="0">
                <a:solidFill>
                  <a:schemeClr val="tx1">
                    <a:lumMod val="65000"/>
                    <a:lumOff val="35000"/>
                  </a:schemeClr>
                </a:solidFill>
                <a:latin typeface="Segoe UI Light" pitchFamily="34" charset="0"/>
                <a:ea typeface="Segoe UI" pitchFamily="34" charset="0"/>
                <a:cs typeface="Segoe UI" pitchFamily="34" charset="0"/>
              </a:rPr>
              <a:t>Microsoft</a:t>
            </a:r>
            <a:r>
              <a:rPr lang="en-US" baseline="100000" dirty="0">
                <a:solidFill>
                  <a:schemeClr val="tx1">
                    <a:lumMod val="65000"/>
                    <a:lumOff val="35000"/>
                  </a:schemeClr>
                </a:solidFill>
                <a:latin typeface="Segoe UI Light" pitchFamily="34" charset="0"/>
                <a:ea typeface="Segoe UI" pitchFamily="34" charset="0"/>
                <a:cs typeface="Segoe UI" pitchFamily="34" charset="0"/>
              </a:rPr>
              <a:t>®</a:t>
            </a:r>
            <a:r>
              <a:rPr lang="en-US" sz="4400" dirty="0">
                <a:solidFill>
                  <a:schemeClr val="tx1">
                    <a:lumMod val="65000"/>
                    <a:lumOff val="35000"/>
                  </a:schemeClr>
                </a:solidFill>
                <a:latin typeface="Segoe UI Light" pitchFamily="34" charset="0"/>
                <a:ea typeface="Segoe UI" pitchFamily="34" charset="0"/>
                <a:cs typeface="Segoe UI" pitchFamily="34" charset="0"/>
              </a:rPr>
              <a:t> </a:t>
            </a:r>
            <a:r>
              <a:rPr lang="en-US" sz="4800" dirty="0">
                <a:solidFill>
                  <a:schemeClr val="tx1">
                    <a:lumMod val="65000"/>
                    <a:lumOff val="35000"/>
                  </a:schemeClr>
                </a:solidFill>
                <a:latin typeface="Segoe UI Light" pitchFamily="34" charset="0"/>
                <a:ea typeface="Segoe UI" pitchFamily="34" charset="0"/>
                <a:cs typeface="Segoe UI" pitchFamily="34" charset="0"/>
              </a:rPr>
              <a:t>Official Course</a:t>
            </a:r>
          </a:p>
        </p:txBody>
      </p:sp>
      <p:pic>
        <p:nvPicPr>
          <p:cNvPr id="7" name="Picture 6"/>
          <p:cNvPicPr>
            <a:picLocks noChangeAspect="1"/>
          </p:cNvPicPr>
          <p:nvPr/>
        </p:nvPicPr>
        <p:blipFill>
          <a:blip r:embed="rId2" cstate="print">
            <a:duotone>
              <a:prstClr val="black"/>
              <a:schemeClr val="tx1">
                <a:lumMod val="85000"/>
                <a:lumOff val="15000"/>
                <a:tint val="45000"/>
                <a:satMod val="400000"/>
              </a:schemeClr>
            </a:duotone>
            <a:extLst>
              <a:ext uri="{BEBA8EAE-BF5A-486C-A8C5-ECC9F3942E4B}">
                <a14:imgProps xmlns:a14="http://schemas.microsoft.com/office/drawing/2010/main">
                  <a14:imgLayer r:embed="rId3">
                    <a14:imgEffect>
                      <a14:saturation sat="400000"/>
                    </a14:imgEffect>
                  </a14:imgLayer>
                </a14:imgProps>
              </a:ext>
              <a:ext uri="{28A0092B-C50C-407E-A947-70E740481C1C}">
                <a14:useLocalDpi xmlns:a14="http://schemas.microsoft.com/office/drawing/2010/main" val="0"/>
              </a:ext>
            </a:extLst>
          </a:blip>
          <a:stretch>
            <a:fillRect/>
          </a:stretch>
        </p:blipFill>
        <p:spPr>
          <a:xfrm>
            <a:off x="7315200" y="6248400"/>
            <a:ext cx="1413823" cy="230205"/>
          </a:xfrm>
          <a:prstGeom prst="rect">
            <a:avLst/>
          </a:prstGeom>
        </p:spPr>
      </p:pic>
      <p:pic>
        <p:nvPicPr>
          <p:cNvPr id="10" name="Picture 9"/>
          <p:cNvPicPr>
            <a:picLocks/>
          </p:cNvPicPr>
          <p:nvPr/>
        </p:nvPicPr>
        <p:blipFill>
          <a:blip r:embed="rId4" cstate="print">
            <a:extLst>
              <a:ext uri="{28A0092B-C50C-407E-A947-70E740481C1C}">
                <a14:useLocalDpi xmlns:a14="http://schemas.microsoft.com/office/drawing/2010/main" val="0"/>
              </a:ext>
            </a:extLst>
          </a:blip>
          <a:stretch>
            <a:fillRect/>
          </a:stretch>
        </p:blipFill>
        <p:spPr>
          <a:xfrm>
            <a:off x="1" y="2514600"/>
            <a:ext cx="3063240" cy="2514600"/>
          </a:xfrm>
          <a:prstGeom prst="rect">
            <a:avLst/>
          </a:prstGeom>
        </p:spPr>
      </p:pic>
      <p:sp>
        <p:nvSpPr>
          <p:cNvPr id="726019" name="Rectangle 3"/>
          <p:cNvSpPr>
            <a:spLocks noGrp="1" noChangeArrowheads="1"/>
          </p:cNvSpPr>
          <p:nvPr>
            <p:ph type="ctrTitle" sz="quarter" hasCustomPrompt="1"/>
          </p:nvPr>
        </p:nvSpPr>
        <p:spPr>
          <a:xfrm>
            <a:off x="3106782" y="2774735"/>
            <a:ext cx="5732417" cy="1129607"/>
          </a:xfrm>
          <a:ln algn="ctr"/>
        </p:spPr>
        <p:txBody>
          <a:bodyPr wrap="square" tIns="0" rIns="0" bIns="0">
            <a:spAutoFit/>
          </a:bodyPr>
          <a:lstStyle>
            <a:lvl1pPr algn="l">
              <a:spcBef>
                <a:spcPct val="60000"/>
              </a:spcBef>
              <a:buClr>
                <a:schemeClr val="hlink"/>
              </a:buClr>
              <a:buSzPct val="90000"/>
              <a:buFontTx/>
              <a:buNone/>
              <a:defRPr sz="8400" baseline="0">
                <a:solidFill>
                  <a:schemeClr val="bg1"/>
                </a:solidFill>
                <a:latin typeface="Segoe Light" pitchFamily="34" charset="0"/>
              </a:defRPr>
            </a:lvl1pPr>
          </a:lstStyle>
          <a:p>
            <a:r>
              <a:rPr lang="en-US" dirty="0"/>
              <a:t>Course #</a:t>
            </a:r>
          </a:p>
        </p:txBody>
      </p:sp>
      <p:sp>
        <p:nvSpPr>
          <p:cNvPr id="726020" name="Rectangle 4"/>
          <p:cNvSpPr>
            <a:spLocks noGrp="1" noChangeArrowheads="1"/>
          </p:cNvSpPr>
          <p:nvPr>
            <p:ph type="subTitle" sz="quarter" idx="1" hasCustomPrompt="1"/>
          </p:nvPr>
        </p:nvSpPr>
        <p:spPr>
          <a:xfrm>
            <a:off x="3121297" y="3925328"/>
            <a:ext cx="5775960" cy="1103872"/>
          </a:xfrm>
        </p:spPr>
        <p:txBody>
          <a:bodyPr lIns="91440" tIns="45720" rIns="91440" bIns="45720"/>
          <a:lstStyle>
            <a:lvl1pPr marL="0" indent="0" algn="l">
              <a:lnSpc>
                <a:spcPct val="95000"/>
              </a:lnSpc>
              <a:spcBef>
                <a:spcPct val="60000"/>
              </a:spcBef>
              <a:buFontTx/>
              <a:buNone/>
              <a:defRPr sz="2800">
                <a:solidFill>
                  <a:schemeClr val="bg1"/>
                </a:solidFill>
                <a:latin typeface="Segoe UI" pitchFamily="34" charset="0"/>
                <a:ea typeface="Segoe UI" pitchFamily="34" charset="0"/>
                <a:cs typeface="Segoe UI" pitchFamily="34" charset="0"/>
              </a:defRPr>
            </a:lvl1pPr>
          </a:lstStyle>
          <a:p>
            <a:r>
              <a:rPr lang="en-US" dirty="0"/>
              <a:t>Click to edit Course title</a:t>
            </a:r>
          </a:p>
        </p:txBody>
      </p:sp>
    </p:spTree>
    <p:extLst>
      <p:ext uri="{BB962C8B-B14F-4D97-AF65-F5344CB8AC3E}">
        <p14:creationId xmlns:p14="http://schemas.microsoft.com/office/powerpoint/2010/main" val="510166571"/>
      </p:ext>
    </p:extLst>
  </p:cSld>
  <p:clrMapOvr>
    <a:masterClrMapping/>
  </p:clrMapOvr>
</p:sldLayout>
</file>

<file path=ppt/slideLayouts/slideLayout13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896677693"/>
      </p:ext>
    </p:extLst>
  </p:cSld>
  <p:clrMapOvr>
    <a:masterClrMapping/>
  </p:clrMapOvr>
</p:sldLayout>
</file>

<file path=ppt/slideLayouts/slideLayout13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Tree>
    <p:extLst>
      <p:ext uri="{BB962C8B-B14F-4D97-AF65-F5344CB8AC3E}">
        <p14:creationId xmlns:p14="http://schemas.microsoft.com/office/powerpoint/2010/main" val="4102540108"/>
      </p:ext>
    </p:extLst>
  </p:cSld>
  <p:clrMapOvr>
    <a:masterClrMapping/>
  </p:clrMapOvr>
</p:sldLayout>
</file>

<file path=ppt/slideLayouts/slideLayout13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458788" y="992188"/>
            <a:ext cx="3798887"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410075" y="992188"/>
            <a:ext cx="3800475"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4136391638"/>
      </p:ext>
    </p:extLst>
  </p:cSld>
  <p:clrMapOvr>
    <a:masterClrMapping/>
  </p:clrMapOvr>
</p:sldLayout>
</file>

<file path=ppt/slideLayouts/slideLayout13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80772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45025" y="1535113"/>
            <a:ext cx="4041775"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850517199"/>
      </p:ext>
    </p:extLst>
  </p:cSld>
  <p:clrMapOvr>
    <a:masterClrMapping/>
  </p:clrMapOvr>
</p:sldLayout>
</file>

<file path=ppt/slideLayouts/slideLayout13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4179345519"/>
      </p:ext>
    </p:extLst>
  </p:cSld>
  <p:clrMapOvr>
    <a:masterClrMapping/>
  </p:clrMapOvr>
</p:sldLayout>
</file>

<file path=ppt/slideLayouts/slideLayout13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761655734"/>
      </p:ext>
    </p:extLst>
  </p:cSld>
  <p:clrMapOvr>
    <a:masterClrMapping/>
  </p:clrMapOvr>
</p:sldLayout>
</file>

<file path=ppt/slideLayouts/slideLayout14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t"/>
          <a:lstStyle>
            <a:lvl1pPr algn="l">
              <a:defRPr sz="2000" b="0"/>
            </a:lvl1pPr>
          </a:lstStyle>
          <a:p>
            <a:r>
              <a:rPr lang="en-US"/>
              <a:t>Click to edit Master title style</a:t>
            </a:r>
            <a:endParaRPr lang="en-US" dirty="0"/>
          </a:p>
        </p:txBody>
      </p:sp>
      <p:sp>
        <p:nvSpPr>
          <p:cNvPr id="3" name="Content Placeholder 2"/>
          <p:cNvSpPr>
            <a:spLocks noGrp="1"/>
          </p:cNvSpPr>
          <p:nvPr>
            <p:ph idx="1"/>
          </p:nvPr>
        </p:nvSpPr>
        <p:spPr>
          <a:xfrm>
            <a:off x="3575050" y="273050"/>
            <a:ext cx="5111750" cy="5853113"/>
          </a:xfrm>
        </p:spPr>
        <p:txBody>
          <a:bodyPr/>
          <a:lstStyle>
            <a:lvl1pPr>
              <a:defRPr sz="3200">
                <a:solidFill>
                  <a:schemeClr val="bg1"/>
                </a:solidFill>
              </a:defRPr>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3822147032"/>
      </p:ext>
    </p:extLst>
  </p:cSld>
  <p:clrMapOvr>
    <a:masterClrMapping/>
  </p:clrMapOvr>
</p:sldLayout>
</file>

<file path=ppt/slideLayouts/slideLayout14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endParaRPr lang="en-US" noProof="0" dirty="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3084012401"/>
      </p:ext>
    </p:extLst>
  </p:cSld>
  <p:clrMapOvr>
    <a:masterClrMapping/>
  </p:clrMapOvr>
</p:sldLayout>
</file>

<file path=ppt/slideLayouts/slideLayout14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2064452821"/>
      </p:ext>
    </p:extLst>
  </p:cSld>
  <p:clrMapOvr>
    <a:masterClrMapping/>
  </p:clrMapOvr>
</p:sldLayout>
</file>

<file path=ppt/slideLayouts/slideLayout14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291263" y="0"/>
            <a:ext cx="1943100" cy="537845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458788" y="0"/>
            <a:ext cx="5680075" cy="5378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2277442558"/>
      </p:ext>
    </p:extLst>
  </p:cSld>
  <p:clrMapOvr>
    <a:masterClrMapping/>
  </p:clrMapOvr>
</p:sldLayout>
</file>

<file path=ppt/slideLayouts/slideLayout144.xml><?xml version="1.0" encoding="utf-8"?>
<p:sldLayout xmlns:a="http://schemas.openxmlformats.org/drawingml/2006/main" xmlns:r="http://schemas.openxmlformats.org/officeDocument/2006/relationships" xmlns:p="http://schemas.openxmlformats.org/presentationml/2006/main" type="tx">
  <p:cSld name="Title an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CA"/>
          </a:p>
        </p:txBody>
      </p:sp>
      <p:sp>
        <p:nvSpPr>
          <p:cNvPr id="3" name="Text Placeholder 2"/>
          <p:cNvSpPr>
            <a:spLocks noGrp="1"/>
          </p:cNvSpPr>
          <p:nvPr>
            <p:ph type="body"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Tree>
    <p:extLst>
      <p:ext uri="{BB962C8B-B14F-4D97-AF65-F5344CB8AC3E}">
        <p14:creationId xmlns:p14="http://schemas.microsoft.com/office/powerpoint/2010/main" val="1733428101"/>
      </p:ext>
    </p:extLst>
  </p:cSld>
  <p:clrMapOvr>
    <a:masterClrMapping/>
  </p:clrMapOvr>
</p:sldLayout>
</file>

<file path=ppt/slideLayouts/slideLayout145.xml><?xml version="1.0" encoding="utf-8"?>
<p:sldLayout xmlns:a="http://schemas.openxmlformats.org/drawingml/2006/main" xmlns:r="http://schemas.openxmlformats.org/officeDocument/2006/relationships" xmlns:p="http://schemas.openxmlformats.org/presentationml/2006/main" showMasterSp="0" preserve="1">
  <p:cSld name="Title Slide">
    <p:spTree>
      <p:nvGrpSpPr>
        <p:cNvPr id="1" name=""/>
        <p:cNvGrpSpPr/>
        <p:nvPr/>
      </p:nvGrpSpPr>
      <p:grpSpPr>
        <a:xfrm>
          <a:off x="0" y="0"/>
          <a:ext cx="0" cy="0"/>
          <a:chOff x="0" y="0"/>
          <a:chExt cx="0" cy="0"/>
        </a:xfrm>
      </p:grpSpPr>
      <p:sp>
        <p:nvSpPr>
          <p:cNvPr id="5" name="Rectangle 4"/>
          <p:cNvSpPr/>
          <p:nvPr/>
        </p:nvSpPr>
        <p:spPr>
          <a:xfrm>
            <a:off x="14177" y="2514600"/>
            <a:ext cx="9144000" cy="251460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p:cNvSpPr txBox="1"/>
          <p:nvPr/>
        </p:nvSpPr>
        <p:spPr>
          <a:xfrm>
            <a:off x="523875" y="1500426"/>
            <a:ext cx="7477125" cy="861774"/>
          </a:xfrm>
          <a:prstGeom prst="rect">
            <a:avLst/>
          </a:prstGeom>
          <a:noFill/>
        </p:spPr>
        <p:txBody>
          <a:bodyPr wrap="square" rtlCol="0">
            <a:spAutoFit/>
          </a:bodyPr>
          <a:lstStyle/>
          <a:p>
            <a:r>
              <a:rPr lang="en-US" sz="4800" dirty="0">
                <a:solidFill>
                  <a:schemeClr val="tx1">
                    <a:lumMod val="65000"/>
                    <a:lumOff val="35000"/>
                  </a:schemeClr>
                </a:solidFill>
                <a:latin typeface="Segoe UI Light" pitchFamily="34" charset="0"/>
                <a:ea typeface="Segoe UI" pitchFamily="34" charset="0"/>
                <a:cs typeface="Segoe UI" pitchFamily="34" charset="0"/>
              </a:rPr>
              <a:t>Microsoft</a:t>
            </a:r>
            <a:r>
              <a:rPr lang="en-US" baseline="100000" dirty="0">
                <a:solidFill>
                  <a:schemeClr val="tx1">
                    <a:lumMod val="65000"/>
                    <a:lumOff val="35000"/>
                  </a:schemeClr>
                </a:solidFill>
                <a:latin typeface="Segoe UI Light" pitchFamily="34" charset="0"/>
                <a:ea typeface="Segoe UI" pitchFamily="34" charset="0"/>
                <a:cs typeface="Segoe UI" pitchFamily="34" charset="0"/>
              </a:rPr>
              <a:t>®</a:t>
            </a:r>
            <a:r>
              <a:rPr lang="en-US" sz="4400" dirty="0">
                <a:solidFill>
                  <a:schemeClr val="tx1">
                    <a:lumMod val="65000"/>
                    <a:lumOff val="35000"/>
                  </a:schemeClr>
                </a:solidFill>
                <a:latin typeface="Segoe UI Light" pitchFamily="34" charset="0"/>
                <a:ea typeface="Segoe UI" pitchFamily="34" charset="0"/>
                <a:cs typeface="Segoe UI" pitchFamily="34" charset="0"/>
              </a:rPr>
              <a:t> </a:t>
            </a:r>
            <a:r>
              <a:rPr lang="en-US" sz="4800" dirty="0">
                <a:solidFill>
                  <a:schemeClr val="tx1">
                    <a:lumMod val="65000"/>
                    <a:lumOff val="35000"/>
                  </a:schemeClr>
                </a:solidFill>
                <a:latin typeface="Segoe UI Light" pitchFamily="34" charset="0"/>
                <a:ea typeface="Segoe UI" pitchFamily="34" charset="0"/>
                <a:cs typeface="Segoe UI" pitchFamily="34" charset="0"/>
              </a:rPr>
              <a:t>Official Course</a:t>
            </a:r>
          </a:p>
        </p:txBody>
      </p:sp>
      <p:pic>
        <p:nvPicPr>
          <p:cNvPr id="7" name="Picture 6"/>
          <p:cNvPicPr>
            <a:picLocks noChangeAspect="1"/>
          </p:cNvPicPr>
          <p:nvPr/>
        </p:nvPicPr>
        <p:blipFill>
          <a:blip r:embed="rId2" cstate="print">
            <a:duotone>
              <a:prstClr val="black"/>
              <a:schemeClr val="tx1">
                <a:lumMod val="85000"/>
                <a:lumOff val="15000"/>
                <a:tint val="45000"/>
                <a:satMod val="400000"/>
              </a:schemeClr>
            </a:duotone>
            <a:extLst>
              <a:ext uri="{BEBA8EAE-BF5A-486C-A8C5-ECC9F3942E4B}">
                <a14:imgProps xmlns:a14="http://schemas.microsoft.com/office/drawing/2010/main">
                  <a14:imgLayer r:embed="rId3">
                    <a14:imgEffect>
                      <a14:saturation sat="400000"/>
                    </a14:imgEffect>
                  </a14:imgLayer>
                </a14:imgProps>
              </a:ext>
              <a:ext uri="{28A0092B-C50C-407E-A947-70E740481C1C}">
                <a14:useLocalDpi xmlns:a14="http://schemas.microsoft.com/office/drawing/2010/main" val="0"/>
              </a:ext>
            </a:extLst>
          </a:blip>
          <a:stretch>
            <a:fillRect/>
          </a:stretch>
        </p:blipFill>
        <p:spPr>
          <a:xfrm>
            <a:off x="7315200" y="6248400"/>
            <a:ext cx="1413823" cy="230205"/>
          </a:xfrm>
          <a:prstGeom prst="rect">
            <a:avLst/>
          </a:prstGeom>
        </p:spPr>
      </p:pic>
      <p:pic>
        <p:nvPicPr>
          <p:cNvPr id="10" name="Picture 9"/>
          <p:cNvPicPr>
            <a:picLocks/>
          </p:cNvPicPr>
          <p:nvPr/>
        </p:nvPicPr>
        <p:blipFill>
          <a:blip r:embed="rId4" cstate="print">
            <a:extLst>
              <a:ext uri="{28A0092B-C50C-407E-A947-70E740481C1C}">
                <a14:useLocalDpi xmlns:a14="http://schemas.microsoft.com/office/drawing/2010/main" val="0"/>
              </a:ext>
            </a:extLst>
          </a:blip>
          <a:stretch>
            <a:fillRect/>
          </a:stretch>
        </p:blipFill>
        <p:spPr>
          <a:xfrm>
            <a:off x="1" y="2514600"/>
            <a:ext cx="3063240" cy="2514600"/>
          </a:xfrm>
          <a:prstGeom prst="rect">
            <a:avLst/>
          </a:prstGeom>
        </p:spPr>
      </p:pic>
      <p:sp>
        <p:nvSpPr>
          <p:cNvPr id="726019" name="Rectangle 3"/>
          <p:cNvSpPr>
            <a:spLocks noGrp="1" noChangeArrowheads="1"/>
          </p:cNvSpPr>
          <p:nvPr>
            <p:ph type="ctrTitle" sz="quarter" hasCustomPrompt="1"/>
          </p:nvPr>
        </p:nvSpPr>
        <p:spPr>
          <a:xfrm>
            <a:off x="3106782" y="2774735"/>
            <a:ext cx="5732417" cy="1129607"/>
          </a:xfrm>
          <a:ln algn="ctr"/>
        </p:spPr>
        <p:txBody>
          <a:bodyPr wrap="square" tIns="0" rIns="0" bIns="0">
            <a:spAutoFit/>
          </a:bodyPr>
          <a:lstStyle>
            <a:lvl1pPr algn="l">
              <a:spcBef>
                <a:spcPct val="60000"/>
              </a:spcBef>
              <a:buClr>
                <a:schemeClr val="hlink"/>
              </a:buClr>
              <a:buSzPct val="90000"/>
              <a:buFontTx/>
              <a:buNone/>
              <a:defRPr sz="8400" baseline="0">
                <a:solidFill>
                  <a:schemeClr val="bg1"/>
                </a:solidFill>
                <a:latin typeface="Segoe Light" pitchFamily="34" charset="0"/>
              </a:defRPr>
            </a:lvl1pPr>
          </a:lstStyle>
          <a:p>
            <a:r>
              <a:rPr lang="en-US" dirty="0"/>
              <a:t>Course #</a:t>
            </a:r>
          </a:p>
        </p:txBody>
      </p:sp>
      <p:sp>
        <p:nvSpPr>
          <p:cNvPr id="726020" name="Rectangle 4"/>
          <p:cNvSpPr>
            <a:spLocks noGrp="1" noChangeArrowheads="1"/>
          </p:cNvSpPr>
          <p:nvPr>
            <p:ph type="subTitle" sz="quarter" idx="1" hasCustomPrompt="1"/>
          </p:nvPr>
        </p:nvSpPr>
        <p:spPr>
          <a:xfrm>
            <a:off x="3121297" y="3925328"/>
            <a:ext cx="5775960" cy="1103872"/>
          </a:xfrm>
        </p:spPr>
        <p:txBody>
          <a:bodyPr lIns="91440" tIns="45720" rIns="91440" bIns="45720"/>
          <a:lstStyle>
            <a:lvl1pPr marL="0" indent="0" algn="l">
              <a:lnSpc>
                <a:spcPct val="95000"/>
              </a:lnSpc>
              <a:spcBef>
                <a:spcPct val="60000"/>
              </a:spcBef>
              <a:buFontTx/>
              <a:buNone/>
              <a:defRPr sz="2800">
                <a:solidFill>
                  <a:schemeClr val="bg1"/>
                </a:solidFill>
                <a:latin typeface="Segoe UI" pitchFamily="34" charset="0"/>
                <a:ea typeface="Segoe UI" pitchFamily="34" charset="0"/>
                <a:cs typeface="Segoe UI" pitchFamily="34" charset="0"/>
              </a:defRPr>
            </a:lvl1pPr>
          </a:lstStyle>
          <a:p>
            <a:r>
              <a:rPr lang="en-US" dirty="0"/>
              <a:t>Click to edit Course title</a:t>
            </a:r>
          </a:p>
        </p:txBody>
      </p:sp>
    </p:spTree>
    <p:extLst>
      <p:ext uri="{BB962C8B-B14F-4D97-AF65-F5344CB8AC3E}">
        <p14:creationId xmlns:p14="http://schemas.microsoft.com/office/powerpoint/2010/main" val="1643986618"/>
      </p:ext>
    </p:extLst>
  </p:cSld>
  <p:clrMapOvr>
    <a:masterClrMapping/>
  </p:clrMapOvr>
</p:sldLayout>
</file>

<file path=ppt/slideLayouts/slideLayout146.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3130423070"/>
      </p:ext>
    </p:extLst>
  </p:cSld>
  <p:clrMapOvr>
    <a:masterClrMapping/>
  </p:clrMapOvr>
</p:sldLayout>
</file>

<file path=ppt/slideLayouts/slideLayout147.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Tree>
    <p:extLst>
      <p:ext uri="{BB962C8B-B14F-4D97-AF65-F5344CB8AC3E}">
        <p14:creationId xmlns:p14="http://schemas.microsoft.com/office/powerpoint/2010/main" val="1123842944"/>
      </p:ext>
    </p:extLst>
  </p:cSld>
  <p:clrMapOvr>
    <a:masterClrMapping/>
  </p:clrMapOvr>
</p:sldLayout>
</file>

<file path=ppt/slideLayouts/slideLayout148.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458788" y="992188"/>
            <a:ext cx="3798887"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410075" y="992188"/>
            <a:ext cx="3800475"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652998697"/>
      </p:ext>
    </p:extLst>
  </p:cSld>
  <p:clrMapOvr>
    <a:masterClrMapping/>
  </p:clrMapOvr>
</p:sldLayout>
</file>

<file path=ppt/slideLayouts/slideLayout149.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80772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45025" y="1535113"/>
            <a:ext cx="4041775"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2125053956"/>
      </p:ext>
    </p:extLst>
  </p:cSld>
  <p:clrMapOvr>
    <a:masterClrMapping/>
  </p:clrMapOvr>
</p:sldLayout>
</file>

<file path=ppt/slideLayouts/slideLayout150.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58618505"/>
      </p:ext>
    </p:extLst>
  </p:cSld>
  <p:clrMapOvr>
    <a:masterClrMapping/>
  </p:clrMapOvr>
</p:sldLayout>
</file>

<file path=ppt/slideLayouts/slideLayout15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698416521"/>
      </p:ext>
    </p:extLst>
  </p:cSld>
  <p:clrMapOvr>
    <a:masterClrMapping/>
  </p:clrMapOvr>
</p:sldLayout>
</file>

<file path=ppt/slideLayouts/slideLayout152.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t"/>
          <a:lstStyle>
            <a:lvl1pPr algn="l">
              <a:defRPr sz="2000" b="0"/>
            </a:lvl1pPr>
          </a:lstStyle>
          <a:p>
            <a:r>
              <a:rPr lang="en-US"/>
              <a:t>Click to edit Master title style</a:t>
            </a:r>
            <a:endParaRPr lang="en-US" dirty="0"/>
          </a:p>
        </p:txBody>
      </p:sp>
      <p:sp>
        <p:nvSpPr>
          <p:cNvPr id="3" name="Content Placeholder 2"/>
          <p:cNvSpPr>
            <a:spLocks noGrp="1"/>
          </p:cNvSpPr>
          <p:nvPr>
            <p:ph idx="1"/>
          </p:nvPr>
        </p:nvSpPr>
        <p:spPr>
          <a:xfrm>
            <a:off x="3575050" y="273050"/>
            <a:ext cx="5111750" cy="5853113"/>
          </a:xfrm>
        </p:spPr>
        <p:txBody>
          <a:bodyPr/>
          <a:lstStyle>
            <a:lvl1pPr>
              <a:defRPr sz="3200">
                <a:solidFill>
                  <a:schemeClr val="bg1"/>
                </a:solidFill>
              </a:defRPr>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1206491539"/>
      </p:ext>
    </p:extLst>
  </p:cSld>
  <p:clrMapOvr>
    <a:masterClrMapping/>
  </p:clrMapOvr>
</p:sldLayout>
</file>

<file path=ppt/slideLayouts/slideLayout153.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endParaRPr lang="en-US" noProof="0" dirty="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3406893292"/>
      </p:ext>
    </p:extLst>
  </p:cSld>
  <p:clrMapOvr>
    <a:masterClrMapping/>
  </p:clrMapOvr>
</p:sldLayout>
</file>

<file path=ppt/slideLayouts/slideLayout154.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8259506"/>
      </p:ext>
    </p:extLst>
  </p:cSld>
  <p:clrMapOvr>
    <a:masterClrMapping/>
  </p:clrMapOvr>
</p:sldLayout>
</file>

<file path=ppt/slideLayouts/slideLayout155.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291263" y="0"/>
            <a:ext cx="1943100" cy="537845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458788" y="0"/>
            <a:ext cx="5680075" cy="5378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941140890"/>
      </p:ext>
    </p:extLst>
  </p:cSld>
  <p:clrMapOvr>
    <a:masterClrMapping/>
  </p:clrMapOvr>
</p:sldLayout>
</file>

<file path=ppt/slideLayouts/slideLayout156.xml><?xml version="1.0" encoding="utf-8"?>
<p:sldLayout xmlns:a="http://schemas.openxmlformats.org/drawingml/2006/main" xmlns:r="http://schemas.openxmlformats.org/officeDocument/2006/relationships" xmlns:p="http://schemas.openxmlformats.org/presentationml/2006/main" type="tx">
  <p:cSld name="Title an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CA"/>
          </a:p>
        </p:txBody>
      </p:sp>
      <p:sp>
        <p:nvSpPr>
          <p:cNvPr id="3" name="Text Placeholder 2"/>
          <p:cNvSpPr>
            <a:spLocks noGrp="1"/>
          </p:cNvSpPr>
          <p:nvPr>
            <p:ph type="body"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Tree>
    <p:extLst>
      <p:ext uri="{BB962C8B-B14F-4D97-AF65-F5344CB8AC3E}">
        <p14:creationId xmlns:p14="http://schemas.microsoft.com/office/powerpoint/2010/main" val="2551968522"/>
      </p:ext>
    </p:extLst>
  </p:cSld>
  <p:clrMapOvr>
    <a:masterClrMapping/>
  </p:clrMapOvr>
</p:sldLayout>
</file>

<file path=ppt/slideLayouts/slideLayout157.xml><?xml version="1.0" encoding="utf-8"?>
<p:sldLayout xmlns:a="http://schemas.openxmlformats.org/drawingml/2006/main" xmlns:r="http://schemas.openxmlformats.org/officeDocument/2006/relationships" xmlns:p="http://schemas.openxmlformats.org/presentationml/2006/main" showMasterSp="0" preserve="1">
  <p:cSld name="Title Slide">
    <p:spTree>
      <p:nvGrpSpPr>
        <p:cNvPr id="1" name=""/>
        <p:cNvGrpSpPr/>
        <p:nvPr/>
      </p:nvGrpSpPr>
      <p:grpSpPr>
        <a:xfrm>
          <a:off x="0" y="0"/>
          <a:ext cx="0" cy="0"/>
          <a:chOff x="0" y="0"/>
          <a:chExt cx="0" cy="0"/>
        </a:xfrm>
      </p:grpSpPr>
      <p:sp>
        <p:nvSpPr>
          <p:cNvPr id="5" name="Rectangle 4"/>
          <p:cNvSpPr/>
          <p:nvPr/>
        </p:nvSpPr>
        <p:spPr>
          <a:xfrm>
            <a:off x="14177" y="2514600"/>
            <a:ext cx="9144000" cy="251460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p:cNvSpPr txBox="1"/>
          <p:nvPr/>
        </p:nvSpPr>
        <p:spPr>
          <a:xfrm>
            <a:off x="523875" y="1500426"/>
            <a:ext cx="7477125" cy="861774"/>
          </a:xfrm>
          <a:prstGeom prst="rect">
            <a:avLst/>
          </a:prstGeom>
          <a:noFill/>
        </p:spPr>
        <p:txBody>
          <a:bodyPr wrap="square" rtlCol="0">
            <a:spAutoFit/>
          </a:bodyPr>
          <a:lstStyle/>
          <a:p>
            <a:r>
              <a:rPr lang="en-US" sz="4800" dirty="0">
                <a:solidFill>
                  <a:schemeClr val="tx1">
                    <a:lumMod val="65000"/>
                    <a:lumOff val="35000"/>
                  </a:schemeClr>
                </a:solidFill>
                <a:latin typeface="Segoe UI Light" pitchFamily="34" charset="0"/>
                <a:ea typeface="Segoe UI" pitchFamily="34" charset="0"/>
                <a:cs typeface="Segoe UI" pitchFamily="34" charset="0"/>
              </a:rPr>
              <a:t>Microsoft</a:t>
            </a:r>
            <a:r>
              <a:rPr lang="en-US" baseline="100000" dirty="0">
                <a:solidFill>
                  <a:schemeClr val="tx1">
                    <a:lumMod val="65000"/>
                    <a:lumOff val="35000"/>
                  </a:schemeClr>
                </a:solidFill>
                <a:latin typeface="Segoe UI Light" pitchFamily="34" charset="0"/>
                <a:ea typeface="Segoe UI" pitchFamily="34" charset="0"/>
                <a:cs typeface="Segoe UI" pitchFamily="34" charset="0"/>
              </a:rPr>
              <a:t>®</a:t>
            </a:r>
            <a:r>
              <a:rPr lang="en-US" sz="4400" dirty="0">
                <a:solidFill>
                  <a:schemeClr val="tx1">
                    <a:lumMod val="65000"/>
                    <a:lumOff val="35000"/>
                  </a:schemeClr>
                </a:solidFill>
                <a:latin typeface="Segoe UI Light" pitchFamily="34" charset="0"/>
                <a:ea typeface="Segoe UI" pitchFamily="34" charset="0"/>
                <a:cs typeface="Segoe UI" pitchFamily="34" charset="0"/>
              </a:rPr>
              <a:t> </a:t>
            </a:r>
            <a:r>
              <a:rPr lang="en-US" sz="4800" dirty="0">
                <a:solidFill>
                  <a:schemeClr val="tx1">
                    <a:lumMod val="65000"/>
                    <a:lumOff val="35000"/>
                  </a:schemeClr>
                </a:solidFill>
                <a:latin typeface="Segoe UI Light" pitchFamily="34" charset="0"/>
                <a:ea typeface="Segoe UI" pitchFamily="34" charset="0"/>
                <a:cs typeface="Segoe UI" pitchFamily="34" charset="0"/>
              </a:rPr>
              <a:t>Official Course</a:t>
            </a:r>
          </a:p>
        </p:txBody>
      </p:sp>
      <p:pic>
        <p:nvPicPr>
          <p:cNvPr id="7" name="Picture 6"/>
          <p:cNvPicPr>
            <a:picLocks noChangeAspect="1"/>
          </p:cNvPicPr>
          <p:nvPr/>
        </p:nvPicPr>
        <p:blipFill>
          <a:blip r:embed="rId2" cstate="print">
            <a:duotone>
              <a:prstClr val="black"/>
              <a:schemeClr val="tx1">
                <a:lumMod val="85000"/>
                <a:lumOff val="15000"/>
                <a:tint val="45000"/>
                <a:satMod val="400000"/>
              </a:schemeClr>
            </a:duotone>
            <a:extLst>
              <a:ext uri="{BEBA8EAE-BF5A-486C-A8C5-ECC9F3942E4B}">
                <a14:imgProps xmlns:a14="http://schemas.microsoft.com/office/drawing/2010/main">
                  <a14:imgLayer r:embed="rId3">
                    <a14:imgEffect>
                      <a14:saturation sat="400000"/>
                    </a14:imgEffect>
                  </a14:imgLayer>
                </a14:imgProps>
              </a:ext>
              <a:ext uri="{28A0092B-C50C-407E-A947-70E740481C1C}">
                <a14:useLocalDpi xmlns:a14="http://schemas.microsoft.com/office/drawing/2010/main" val="0"/>
              </a:ext>
            </a:extLst>
          </a:blip>
          <a:stretch>
            <a:fillRect/>
          </a:stretch>
        </p:blipFill>
        <p:spPr>
          <a:xfrm>
            <a:off x="7315200" y="6248400"/>
            <a:ext cx="1413823" cy="230205"/>
          </a:xfrm>
          <a:prstGeom prst="rect">
            <a:avLst/>
          </a:prstGeom>
        </p:spPr>
      </p:pic>
      <p:pic>
        <p:nvPicPr>
          <p:cNvPr id="10" name="Picture 9"/>
          <p:cNvPicPr>
            <a:picLocks/>
          </p:cNvPicPr>
          <p:nvPr/>
        </p:nvPicPr>
        <p:blipFill>
          <a:blip r:embed="rId4" cstate="print">
            <a:extLst>
              <a:ext uri="{28A0092B-C50C-407E-A947-70E740481C1C}">
                <a14:useLocalDpi xmlns:a14="http://schemas.microsoft.com/office/drawing/2010/main" val="0"/>
              </a:ext>
            </a:extLst>
          </a:blip>
          <a:stretch>
            <a:fillRect/>
          </a:stretch>
        </p:blipFill>
        <p:spPr>
          <a:xfrm>
            <a:off x="1" y="2514600"/>
            <a:ext cx="3063240" cy="2514600"/>
          </a:xfrm>
          <a:prstGeom prst="rect">
            <a:avLst/>
          </a:prstGeom>
        </p:spPr>
      </p:pic>
      <p:sp>
        <p:nvSpPr>
          <p:cNvPr id="726019" name="Rectangle 3"/>
          <p:cNvSpPr>
            <a:spLocks noGrp="1" noChangeArrowheads="1"/>
          </p:cNvSpPr>
          <p:nvPr>
            <p:ph type="ctrTitle" sz="quarter" hasCustomPrompt="1"/>
          </p:nvPr>
        </p:nvSpPr>
        <p:spPr>
          <a:xfrm>
            <a:off x="3106782" y="2774735"/>
            <a:ext cx="5732417" cy="1129607"/>
          </a:xfrm>
          <a:ln algn="ctr"/>
        </p:spPr>
        <p:txBody>
          <a:bodyPr wrap="square" tIns="0" rIns="0" bIns="0">
            <a:spAutoFit/>
          </a:bodyPr>
          <a:lstStyle>
            <a:lvl1pPr algn="l">
              <a:spcBef>
                <a:spcPct val="60000"/>
              </a:spcBef>
              <a:buClr>
                <a:schemeClr val="hlink"/>
              </a:buClr>
              <a:buSzPct val="90000"/>
              <a:buFontTx/>
              <a:buNone/>
              <a:defRPr sz="8400" baseline="0">
                <a:solidFill>
                  <a:schemeClr val="bg1"/>
                </a:solidFill>
                <a:latin typeface="Segoe Light" pitchFamily="34" charset="0"/>
              </a:defRPr>
            </a:lvl1pPr>
          </a:lstStyle>
          <a:p>
            <a:r>
              <a:rPr lang="en-US" dirty="0"/>
              <a:t>Course #</a:t>
            </a:r>
          </a:p>
        </p:txBody>
      </p:sp>
      <p:sp>
        <p:nvSpPr>
          <p:cNvPr id="726020" name="Rectangle 4"/>
          <p:cNvSpPr>
            <a:spLocks noGrp="1" noChangeArrowheads="1"/>
          </p:cNvSpPr>
          <p:nvPr>
            <p:ph type="subTitle" sz="quarter" idx="1" hasCustomPrompt="1"/>
          </p:nvPr>
        </p:nvSpPr>
        <p:spPr>
          <a:xfrm>
            <a:off x="3121297" y="3925328"/>
            <a:ext cx="5775960" cy="1103872"/>
          </a:xfrm>
        </p:spPr>
        <p:txBody>
          <a:bodyPr lIns="91440" tIns="45720" rIns="91440" bIns="45720"/>
          <a:lstStyle>
            <a:lvl1pPr marL="0" indent="0" algn="l">
              <a:lnSpc>
                <a:spcPct val="95000"/>
              </a:lnSpc>
              <a:spcBef>
                <a:spcPct val="60000"/>
              </a:spcBef>
              <a:buFontTx/>
              <a:buNone/>
              <a:defRPr sz="2800">
                <a:solidFill>
                  <a:schemeClr val="bg1"/>
                </a:solidFill>
                <a:latin typeface="Segoe UI" pitchFamily="34" charset="0"/>
                <a:ea typeface="Segoe UI" pitchFamily="34" charset="0"/>
                <a:cs typeface="Segoe UI" pitchFamily="34" charset="0"/>
              </a:defRPr>
            </a:lvl1pPr>
          </a:lstStyle>
          <a:p>
            <a:r>
              <a:rPr lang="en-US" dirty="0"/>
              <a:t>Click to edit Course title</a:t>
            </a:r>
          </a:p>
        </p:txBody>
      </p:sp>
    </p:spTree>
    <p:extLst>
      <p:ext uri="{BB962C8B-B14F-4D97-AF65-F5344CB8AC3E}">
        <p14:creationId xmlns:p14="http://schemas.microsoft.com/office/powerpoint/2010/main" val="3305328192"/>
      </p:ext>
    </p:extLst>
  </p:cSld>
  <p:clrMapOvr>
    <a:masterClrMapping/>
  </p:clrMapOvr>
</p:sldLayout>
</file>

<file path=ppt/slideLayouts/slideLayout158.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2996186538"/>
      </p:ext>
    </p:extLst>
  </p:cSld>
  <p:clrMapOvr>
    <a:masterClrMapping/>
  </p:clrMapOvr>
</p:sldLayout>
</file>

<file path=ppt/slideLayouts/slideLayout159.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Tree>
    <p:extLst>
      <p:ext uri="{BB962C8B-B14F-4D97-AF65-F5344CB8AC3E}">
        <p14:creationId xmlns:p14="http://schemas.microsoft.com/office/powerpoint/2010/main" val="1876719168"/>
      </p:ext>
    </p:extLst>
  </p:cSld>
  <p:clrMapOvr>
    <a:masterClrMapping/>
  </p:clrMapOvr>
</p:sldLayout>
</file>

<file path=ppt/slideLayouts/slideLayout160.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458788" y="992188"/>
            <a:ext cx="3798887"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410075" y="992188"/>
            <a:ext cx="3800475"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546995231"/>
      </p:ext>
    </p:extLst>
  </p:cSld>
  <p:clrMapOvr>
    <a:masterClrMapping/>
  </p:clrMapOvr>
</p:sldLayout>
</file>

<file path=ppt/slideLayouts/slideLayout161.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80772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45025" y="1535113"/>
            <a:ext cx="4041775"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609035958"/>
      </p:ext>
    </p:extLst>
  </p:cSld>
  <p:clrMapOvr>
    <a:masterClrMapping/>
  </p:clrMapOvr>
</p:sldLayout>
</file>

<file path=ppt/slideLayouts/slideLayout162.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4222276192"/>
      </p:ext>
    </p:extLst>
  </p:cSld>
  <p:clrMapOvr>
    <a:masterClrMapping/>
  </p:clrMapOvr>
</p:sldLayout>
</file>

<file path=ppt/slideLayouts/slideLayout16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491821109"/>
      </p:ext>
    </p:extLst>
  </p:cSld>
  <p:clrMapOvr>
    <a:masterClrMapping/>
  </p:clrMapOvr>
</p:sldLayout>
</file>

<file path=ppt/slideLayouts/slideLayout164.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t"/>
          <a:lstStyle>
            <a:lvl1pPr algn="l">
              <a:defRPr sz="2000" b="0"/>
            </a:lvl1pPr>
          </a:lstStyle>
          <a:p>
            <a:r>
              <a:rPr lang="en-US"/>
              <a:t>Click to edit Master title style</a:t>
            </a:r>
            <a:endParaRPr lang="en-US" dirty="0"/>
          </a:p>
        </p:txBody>
      </p:sp>
      <p:sp>
        <p:nvSpPr>
          <p:cNvPr id="3" name="Content Placeholder 2"/>
          <p:cNvSpPr>
            <a:spLocks noGrp="1"/>
          </p:cNvSpPr>
          <p:nvPr>
            <p:ph idx="1"/>
          </p:nvPr>
        </p:nvSpPr>
        <p:spPr>
          <a:xfrm>
            <a:off x="3575050" y="273050"/>
            <a:ext cx="5111750" cy="5853113"/>
          </a:xfrm>
        </p:spPr>
        <p:txBody>
          <a:bodyPr/>
          <a:lstStyle>
            <a:lvl1pPr>
              <a:defRPr sz="3200">
                <a:solidFill>
                  <a:schemeClr val="bg1"/>
                </a:solidFill>
              </a:defRPr>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465691712"/>
      </p:ext>
    </p:extLst>
  </p:cSld>
  <p:clrMapOvr>
    <a:masterClrMapping/>
  </p:clrMapOvr>
</p:sldLayout>
</file>

<file path=ppt/slideLayouts/slideLayout165.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endParaRPr lang="en-US" noProof="0" dirty="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3092194791"/>
      </p:ext>
    </p:extLst>
  </p:cSld>
  <p:clrMapOvr>
    <a:masterClrMapping/>
  </p:clrMapOvr>
</p:sldLayout>
</file>

<file path=ppt/slideLayouts/slideLayout16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4095334726"/>
      </p:ext>
    </p:extLst>
  </p:cSld>
  <p:clrMapOvr>
    <a:masterClrMapping/>
  </p:clrMapOvr>
</p:sldLayout>
</file>

<file path=ppt/slideLayouts/slideLayout16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291263" y="0"/>
            <a:ext cx="1943100" cy="537845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458788" y="0"/>
            <a:ext cx="5680075" cy="5378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3220606548"/>
      </p:ext>
    </p:extLst>
  </p:cSld>
  <p:clrMapOvr>
    <a:masterClrMapping/>
  </p:clrMapOvr>
</p:sldLayout>
</file>

<file path=ppt/slideLayouts/slideLayout168.xml><?xml version="1.0" encoding="utf-8"?>
<p:sldLayout xmlns:a="http://schemas.openxmlformats.org/drawingml/2006/main" xmlns:r="http://schemas.openxmlformats.org/officeDocument/2006/relationships" xmlns:p="http://schemas.openxmlformats.org/presentationml/2006/main" type="tx">
  <p:cSld name="Title an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CA"/>
          </a:p>
        </p:txBody>
      </p:sp>
      <p:sp>
        <p:nvSpPr>
          <p:cNvPr id="3" name="Text Placeholder 2"/>
          <p:cNvSpPr>
            <a:spLocks noGrp="1"/>
          </p:cNvSpPr>
          <p:nvPr>
            <p:ph type="body"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Tree>
    <p:extLst>
      <p:ext uri="{BB962C8B-B14F-4D97-AF65-F5344CB8AC3E}">
        <p14:creationId xmlns:p14="http://schemas.microsoft.com/office/powerpoint/2010/main" val="2871684453"/>
      </p:ext>
    </p:extLst>
  </p:cSld>
  <p:clrMapOvr>
    <a:masterClrMapping/>
  </p:clrMapOvr>
</p:sldLayout>
</file>

<file path=ppt/slideLayouts/slideLayout169.xml><?xml version="1.0" encoding="utf-8"?>
<p:sldLayout xmlns:a="http://schemas.openxmlformats.org/drawingml/2006/main" xmlns:r="http://schemas.openxmlformats.org/officeDocument/2006/relationships" xmlns:p="http://schemas.openxmlformats.org/presentationml/2006/main" showMasterSp="0" preserve="1">
  <p:cSld name="Title Slide">
    <p:spTree>
      <p:nvGrpSpPr>
        <p:cNvPr id="1" name=""/>
        <p:cNvGrpSpPr/>
        <p:nvPr/>
      </p:nvGrpSpPr>
      <p:grpSpPr>
        <a:xfrm>
          <a:off x="0" y="0"/>
          <a:ext cx="0" cy="0"/>
          <a:chOff x="0" y="0"/>
          <a:chExt cx="0" cy="0"/>
        </a:xfrm>
      </p:grpSpPr>
      <p:sp>
        <p:nvSpPr>
          <p:cNvPr id="5" name="Rectangle 4"/>
          <p:cNvSpPr/>
          <p:nvPr/>
        </p:nvSpPr>
        <p:spPr>
          <a:xfrm>
            <a:off x="14177" y="2514600"/>
            <a:ext cx="9144000" cy="251460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p:cNvSpPr txBox="1"/>
          <p:nvPr/>
        </p:nvSpPr>
        <p:spPr>
          <a:xfrm>
            <a:off x="523875" y="1500426"/>
            <a:ext cx="7477125" cy="861774"/>
          </a:xfrm>
          <a:prstGeom prst="rect">
            <a:avLst/>
          </a:prstGeom>
          <a:noFill/>
        </p:spPr>
        <p:txBody>
          <a:bodyPr wrap="square" rtlCol="0">
            <a:spAutoFit/>
          </a:bodyPr>
          <a:lstStyle/>
          <a:p>
            <a:r>
              <a:rPr lang="en-US" sz="4800" dirty="0">
                <a:solidFill>
                  <a:schemeClr val="tx1">
                    <a:lumMod val="65000"/>
                    <a:lumOff val="35000"/>
                  </a:schemeClr>
                </a:solidFill>
                <a:latin typeface="Segoe UI Light" pitchFamily="34" charset="0"/>
                <a:ea typeface="Segoe UI" pitchFamily="34" charset="0"/>
                <a:cs typeface="Segoe UI" pitchFamily="34" charset="0"/>
              </a:rPr>
              <a:t>Microsoft</a:t>
            </a:r>
            <a:r>
              <a:rPr lang="en-US" baseline="100000" dirty="0">
                <a:solidFill>
                  <a:schemeClr val="tx1">
                    <a:lumMod val="65000"/>
                    <a:lumOff val="35000"/>
                  </a:schemeClr>
                </a:solidFill>
                <a:latin typeface="Segoe UI Light" pitchFamily="34" charset="0"/>
                <a:ea typeface="Segoe UI" pitchFamily="34" charset="0"/>
                <a:cs typeface="Segoe UI" pitchFamily="34" charset="0"/>
              </a:rPr>
              <a:t>®</a:t>
            </a:r>
            <a:r>
              <a:rPr lang="en-US" sz="4400" dirty="0">
                <a:solidFill>
                  <a:schemeClr val="tx1">
                    <a:lumMod val="65000"/>
                    <a:lumOff val="35000"/>
                  </a:schemeClr>
                </a:solidFill>
                <a:latin typeface="Segoe UI Light" pitchFamily="34" charset="0"/>
                <a:ea typeface="Segoe UI" pitchFamily="34" charset="0"/>
                <a:cs typeface="Segoe UI" pitchFamily="34" charset="0"/>
              </a:rPr>
              <a:t> </a:t>
            </a:r>
            <a:r>
              <a:rPr lang="en-US" sz="4800" dirty="0">
                <a:solidFill>
                  <a:schemeClr val="tx1">
                    <a:lumMod val="65000"/>
                    <a:lumOff val="35000"/>
                  </a:schemeClr>
                </a:solidFill>
                <a:latin typeface="Segoe UI Light" pitchFamily="34" charset="0"/>
                <a:ea typeface="Segoe UI" pitchFamily="34" charset="0"/>
                <a:cs typeface="Segoe UI" pitchFamily="34" charset="0"/>
              </a:rPr>
              <a:t>Official Course</a:t>
            </a:r>
          </a:p>
        </p:txBody>
      </p:sp>
      <p:pic>
        <p:nvPicPr>
          <p:cNvPr id="7" name="Picture 6"/>
          <p:cNvPicPr>
            <a:picLocks noChangeAspect="1"/>
          </p:cNvPicPr>
          <p:nvPr/>
        </p:nvPicPr>
        <p:blipFill>
          <a:blip r:embed="rId2" cstate="print">
            <a:duotone>
              <a:prstClr val="black"/>
              <a:schemeClr val="tx1">
                <a:lumMod val="85000"/>
                <a:lumOff val="15000"/>
                <a:tint val="45000"/>
                <a:satMod val="400000"/>
              </a:schemeClr>
            </a:duotone>
            <a:extLst>
              <a:ext uri="{BEBA8EAE-BF5A-486C-A8C5-ECC9F3942E4B}">
                <a14:imgProps xmlns:a14="http://schemas.microsoft.com/office/drawing/2010/main">
                  <a14:imgLayer r:embed="rId3">
                    <a14:imgEffect>
                      <a14:saturation sat="400000"/>
                    </a14:imgEffect>
                  </a14:imgLayer>
                </a14:imgProps>
              </a:ext>
              <a:ext uri="{28A0092B-C50C-407E-A947-70E740481C1C}">
                <a14:useLocalDpi xmlns:a14="http://schemas.microsoft.com/office/drawing/2010/main" val="0"/>
              </a:ext>
            </a:extLst>
          </a:blip>
          <a:stretch>
            <a:fillRect/>
          </a:stretch>
        </p:blipFill>
        <p:spPr>
          <a:xfrm>
            <a:off x="7315200" y="6248400"/>
            <a:ext cx="1413823" cy="230205"/>
          </a:xfrm>
          <a:prstGeom prst="rect">
            <a:avLst/>
          </a:prstGeom>
        </p:spPr>
      </p:pic>
      <p:pic>
        <p:nvPicPr>
          <p:cNvPr id="10" name="Picture 9"/>
          <p:cNvPicPr>
            <a:picLocks/>
          </p:cNvPicPr>
          <p:nvPr/>
        </p:nvPicPr>
        <p:blipFill>
          <a:blip r:embed="rId4" cstate="print">
            <a:extLst>
              <a:ext uri="{28A0092B-C50C-407E-A947-70E740481C1C}">
                <a14:useLocalDpi xmlns:a14="http://schemas.microsoft.com/office/drawing/2010/main" val="0"/>
              </a:ext>
            </a:extLst>
          </a:blip>
          <a:stretch>
            <a:fillRect/>
          </a:stretch>
        </p:blipFill>
        <p:spPr>
          <a:xfrm>
            <a:off x="1" y="2514600"/>
            <a:ext cx="3063240" cy="2514600"/>
          </a:xfrm>
          <a:prstGeom prst="rect">
            <a:avLst/>
          </a:prstGeom>
        </p:spPr>
      </p:pic>
      <p:sp>
        <p:nvSpPr>
          <p:cNvPr id="726019" name="Rectangle 3"/>
          <p:cNvSpPr>
            <a:spLocks noGrp="1" noChangeArrowheads="1"/>
          </p:cNvSpPr>
          <p:nvPr>
            <p:ph type="ctrTitle" sz="quarter" hasCustomPrompt="1"/>
          </p:nvPr>
        </p:nvSpPr>
        <p:spPr>
          <a:xfrm>
            <a:off x="3106782" y="2774735"/>
            <a:ext cx="5732417" cy="1129607"/>
          </a:xfrm>
          <a:ln algn="ctr"/>
        </p:spPr>
        <p:txBody>
          <a:bodyPr wrap="square" tIns="0" rIns="0" bIns="0">
            <a:spAutoFit/>
          </a:bodyPr>
          <a:lstStyle>
            <a:lvl1pPr algn="l">
              <a:spcBef>
                <a:spcPct val="60000"/>
              </a:spcBef>
              <a:buClr>
                <a:schemeClr val="hlink"/>
              </a:buClr>
              <a:buSzPct val="90000"/>
              <a:buFontTx/>
              <a:buNone/>
              <a:defRPr sz="8400" baseline="0">
                <a:solidFill>
                  <a:schemeClr val="bg1"/>
                </a:solidFill>
                <a:latin typeface="Segoe Light" pitchFamily="34" charset="0"/>
              </a:defRPr>
            </a:lvl1pPr>
          </a:lstStyle>
          <a:p>
            <a:r>
              <a:rPr lang="en-US" dirty="0"/>
              <a:t>Course #</a:t>
            </a:r>
          </a:p>
        </p:txBody>
      </p:sp>
      <p:sp>
        <p:nvSpPr>
          <p:cNvPr id="726020" name="Rectangle 4"/>
          <p:cNvSpPr>
            <a:spLocks noGrp="1" noChangeArrowheads="1"/>
          </p:cNvSpPr>
          <p:nvPr>
            <p:ph type="subTitle" sz="quarter" idx="1" hasCustomPrompt="1"/>
          </p:nvPr>
        </p:nvSpPr>
        <p:spPr>
          <a:xfrm>
            <a:off x="3121297" y="3925328"/>
            <a:ext cx="5775960" cy="1103872"/>
          </a:xfrm>
        </p:spPr>
        <p:txBody>
          <a:bodyPr lIns="91440" tIns="45720" rIns="91440" bIns="45720"/>
          <a:lstStyle>
            <a:lvl1pPr marL="0" indent="0" algn="l">
              <a:lnSpc>
                <a:spcPct val="95000"/>
              </a:lnSpc>
              <a:spcBef>
                <a:spcPct val="60000"/>
              </a:spcBef>
              <a:buFontTx/>
              <a:buNone/>
              <a:defRPr sz="2800">
                <a:solidFill>
                  <a:schemeClr val="bg1"/>
                </a:solidFill>
                <a:latin typeface="Segoe UI" pitchFamily="34" charset="0"/>
                <a:ea typeface="Segoe UI" pitchFamily="34" charset="0"/>
                <a:cs typeface="Segoe UI" pitchFamily="34" charset="0"/>
              </a:defRPr>
            </a:lvl1pPr>
          </a:lstStyle>
          <a:p>
            <a:r>
              <a:rPr lang="en-US" dirty="0"/>
              <a:t>Click to edit Course title</a:t>
            </a:r>
          </a:p>
        </p:txBody>
      </p:sp>
    </p:spTree>
    <p:extLst>
      <p:ext uri="{BB962C8B-B14F-4D97-AF65-F5344CB8AC3E}">
        <p14:creationId xmlns:p14="http://schemas.microsoft.com/office/powerpoint/2010/main" val="2367554871"/>
      </p:ext>
    </p:extLst>
  </p:cSld>
  <p:clrMapOvr>
    <a:masterClrMapping/>
  </p:clrMapOvr>
</p:sldLayout>
</file>

<file path=ppt/slideLayouts/slideLayout170.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940561857"/>
      </p:ext>
    </p:extLst>
  </p:cSld>
  <p:clrMapOvr>
    <a:masterClrMapping/>
  </p:clrMapOvr>
</p:sldLayout>
</file>

<file path=ppt/slideLayouts/slideLayout171.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Tree>
    <p:extLst>
      <p:ext uri="{BB962C8B-B14F-4D97-AF65-F5344CB8AC3E}">
        <p14:creationId xmlns:p14="http://schemas.microsoft.com/office/powerpoint/2010/main" val="648481455"/>
      </p:ext>
    </p:extLst>
  </p:cSld>
  <p:clrMapOvr>
    <a:masterClrMapping/>
  </p:clrMapOvr>
</p:sldLayout>
</file>

<file path=ppt/slideLayouts/slideLayout172.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458788" y="992188"/>
            <a:ext cx="3798887"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410075" y="992188"/>
            <a:ext cx="3800475"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879868818"/>
      </p:ext>
    </p:extLst>
  </p:cSld>
  <p:clrMapOvr>
    <a:masterClrMapping/>
  </p:clrMapOvr>
</p:sldLayout>
</file>

<file path=ppt/slideLayouts/slideLayout173.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80772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45025" y="1535113"/>
            <a:ext cx="4041775"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4222575990"/>
      </p:ext>
    </p:extLst>
  </p:cSld>
  <p:clrMapOvr>
    <a:masterClrMapping/>
  </p:clrMapOvr>
</p:sldLayout>
</file>

<file path=ppt/slideLayouts/slideLayout17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3619491711"/>
      </p:ext>
    </p:extLst>
  </p:cSld>
  <p:clrMapOvr>
    <a:masterClrMapping/>
  </p:clrMapOvr>
</p:sldLayout>
</file>

<file path=ppt/slideLayouts/slideLayout17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4201121533"/>
      </p:ext>
    </p:extLst>
  </p:cSld>
  <p:clrMapOvr>
    <a:masterClrMapping/>
  </p:clrMapOvr>
</p:sldLayout>
</file>

<file path=ppt/slideLayouts/slideLayout176.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t"/>
          <a:lstStyle>
            <a:lvl1pPr algn="l">
              <a:defRPr sz="2000" b="0"/>
            </a:lvl1pPr>
          </a:lstStyle>
          <a:p>
            <a:r>
              <a:rPr lang="en-US"/>
              <a:t>Click to edit Master title style</a:t>
            </a:r>
            <a:endParaRPr lang="en-US" dirty="0"/>
          </a:p>
        </p:txBody>
      </p:sp>
      <p:sp>
        <p:nvSpPr>
          <p:cNvPr id="3" name="Content Placeholder 2"/>
          <p:cNvSpPr>
            <a:spLocks noGrp="1"/>
          </p:cNvSpPr>
          <p:nvPr>
            <p:ph idx="1"/>
          </p:nvPr>
        </p:nvSpPr>
        <p:spPr>
          <a:xfrm>
            <a:off x="3575050" y="273050"/>
            <a:ext cx="5111750" cy="5853113"/>
          </a:xfrm>
        </p:spPr>
        <p:txBody>
          <a:bodyPr/>
          <a:lstStyle>
            <a:lvl1pPr>
              <a:defRPr sz="3200">
                <a:solidFill>
                  <a:schemeClr val="bg1"/>
                </a:solidFill>
              </a:defRPr>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1608272577"/>
      </p:ext>
    </p:extLst>
  </p:cSld>
  <p:clrMapOvr>
    <a:masterClrMapping/>
  </p:clrMapOvr>
</p:sldLayout>
</file>

<file path=ppt/slideLayouts/slideLayout177.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endParaRPr lang="en-US" noProof="0" dirty="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3551685713"/>
      </p:ext>
    </p:extLst>
  </p:cSld>
  <p:clrMapOvr>
    <a:masterClrMapping/>
  </p:clrMapOvr>
</p:sldLayout>
</file>

<file path=ppt/slideLayouts/slideLayout178.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237193518"/>
      </p:ext>
    </p:extLst>
  </p:cSld>
  <p:clrMapOvr>
    <a:masterClrMapping/>
  </p:clrMapOvr>
</p:sldLayout>
</file>

<file path=ppt/slideLayouts/slideLayout179.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291263" y="0"/>
            <a:ext cx="1943100" cy="537845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458788" y="0"/>
            <a:ext cx="5680075" cy="5378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854943155"/>
      </p:ext>
    </p:extLst>
  </p:cSld>
  <p:clrMapOvr>
    <a:masterClrMapping/>
  </p:clrMapOvr>
</p:sldLayout>
</file>

<file path=ppt/slideLayouts/slideLayout180.xml><?xml version="1.0" encoding="utf-8"?>
<p:sldLayout xmlns:a="http://schemas.openxmlformats.org/drawingml/2006/main" xmlns:r="http://schemas.openxmlformats.org/officeDocument/2006/relationships" xmlns:p="http://schemas.openxmlformats.org/presentationml/2006/main" type="tx">
  <p:cSld name="Title an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CA"/>
          </a:p>
        </p:txBody>
      </p:sp>
      <p:sp>
        <p:nvSpPr>
          <p:cNvPr id="3" name="Text Placeholder 2"/>
          <p:cNvSpPr>
            <a:spLocks noGrp="1"/>
          </p:cNvSpPr>
          <p:nvPr>
            <p:ph type="body"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Tree>
    <p:extLst>
      <p:ext uri="{BB962C8B-B14F-4D97-AF65-F5344CB8AC3E}">
        <p14:creationId xmlns:p14="http://schemas.microsoft.com/office/powerpoint/2010/main" val="1828189962"/>
      </p:ext>
    </p:extLst>
  </p:cSld>
  <p:clrMapOvr>
    <a:masterClrMapping/>
  </p:clrMapOvr>
</p:sldLayout>
</file>

<file path=ppt/slideLayouts/slideLayout181.xml><?xml version="1.0" encoding="utf-8"?>
<p:sldLayout xmlns:a="http://schemas.openxmlformats.org/drawingml/2006/main" xmlns:r="http://schemas.openxmlformats.org/officeDocument/2006/relationships" xmlns:p="http://schemas.openxmlformats.org/presentationml/2006/main" showMasterSp="0" preserve="1">
  <p:cSld name="Title Slide">
    <p:spTree>
      <p:nvGrpSpPr>
        <p:cNvPr id="1" name=""/>
        <p:cNvGrpSpPr/>
        <p:nvPr/>
      </p:nvGrpSpPr>
      <p:grpSpPr>
        <a:xfrm>
          <a:off x="0" y="0"/>
          <a:ext cx="0" cy="0"/>
          <a:chOff x="0" y="0"/>
          <a:chExt cx="0" cy="0"/>
        </a:xfrm>
      </p:grpSpPr>
      <p:sp>
        <p:nvSpPr>
          <p:cNvPr id="5" name="Rectangle 4"/>
          <p:cNvSpPr/>
          <p:nvPr/>
        </p:nvSpPr>
        <p:spPr>
          <a:xfrm>
            <a:off x="14177" y="2514600"/>
            <a:ext cx="9144000" cy="251460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p:cNvSpPr txBox="1"/>
          <p:nvPr/>
        </p:nvSpPr>
        <p:spPr>
          <a:xfrm>
            <a:off x="523875" y="1500426"/>
            <a:ext cx="7477125" cy="861774"/>
          </a:xfrm>
          <a:prstGeom prst="rect">
            <a:avLst/>
          </a:prstGeom>
          <a:noFill/>
        </p:spPr>
        <p:txBody>
          <a:bodyPr wrap="square" rtlCol="0">
            <a:spAutoFit/>
          </a:bodyPr>
          <a:lstStyle/>
          <a:p>
            <a:r>
              <a:rPr lang="en-US" sz="4800" dirty="0">
                <a:solidFill>
                  <a:schemeClr val="tx1">
                    <a:lumMod val="65000"/>
                    <a:lumOff val="35000"/>
                  </a:schemeClr>
                </a:solidFill>
                <a:latin typeface="Segoe UI Light" pitchFamily="34" charset="0"/>
                <a:ea typeface="Segoe UI" pitchFamily="34" charset="0"/>
                <a:cs typeface="Segoe UI" pitchFamily="34" charset="0"/>
              </a:rPr>
              <a:t>Microsoft</a:t>
            </a:r>
            <a:r>
              <a:rPr lang="en-US" baseline="100000" dirty="0">
                <a:solidFill>
                  <a:schemeClr val="tx1">
                    <a:lumMod val="65000"/>
                    <a:lumOff val="35000"/>
                  </a:schemeClr>
                </a:solidFill>
                <a:latin typeface="Segoe UI Light" pitchFamily="34" charset="0"/>
                <a:ea typeface="Segoe UI" pitchFamily="34" charset="0"/>
                <a:cs typeface="Segoe UI" pitchFamily="34" charset="0"/>
              </a:rPr>
              <a:t>®</a:t>
            </a:r>
            <a:r>
              <a:rPr lang="en-US" sz="4400" dirty="0">
                <a:solidFill>
                  <a:schemeClr val="tx1">
                    <a:lumMod val="65000"/>
                    <a:lumOff val="35000"/>
                  </a:schemeClr>
                </a:solidFill>
                <a:latin typeface="Segoe UI Light" pitchFamily="34" charset="0"/>
                <a:ea typeface="Segoe UI" pitchFamily="34" charset="0"/>
                <a:cs typeface="Segoe UI" pitchFamily="34" charset="0"/>
              </a:rPr>
              <a:t> </a:t>
            </a:r>
            <a:r>
              <a:rPr lang="en-US" sz="4800" dirty="0">
                <a:solidFill>
                  <a:schemeClr val="tx1">
                    <a:lumMod val="65000"/>
                    <a:lumOff val="35000"/>
                  </a:schemeClr>
                </a:solidFill>
                <a:latin typeface="Segoe UI Light" pitchFamily="34" charset="0"/>
                <a:ea typeface="Segoe UI" pitchFamily="34" charset="0"/>
                <a:cs typeface="Segoe UI" pitchFamily="34" charset="0"/>
              </a:rPr>
              <a:t>Official Course</a:t>
            </a:r>
          </a:p>
        </p:txBody>
      </p:sp>
      <p:pic>
        <p:nvPicPr>
          <p:cNvPr id="7" name="Picture 6"/>
          <p:cNvPicPr>
            <a:picLocks noChangeAspect="1"/>
          </p:cNvPicPr>
          <p:nvPr/>
        </p:nvPicPr>
        <p:blipFill>
          <a:blip r:embed="rId2" cstate="print">
            <a:duotone>
              <a:prstClr val="black"/>
              <a:schemeClr val="tx1">
                <a:lumMod val="85000"/>
                <a:lumOff val="15000"/>
                <a:tint val="45000"/>
                <a:satMod val="400000"/>
              </a:schemeClr>
            </a:duotone>
            <a:extLst>
              <a:ext uri="{BEBA8EAE-BF5A-486C-A8C5-ECC9F3942E4B}">
                <a14:imgProps xmlns:a14="http://schemas.microsoft.com/office/drawing/2010/main">
                  <a14:imgLayer r:embed="rId3">
                    <a14:imgEffect>
                      <a14:saturation sat="400000"/>
                    </a14:imgEffect>
                  </a14:imgLayer>
                </a14:imgProps>
              </a:ext>
              <a:ext uri="{28A0092B-C50C-407E-A947-70E740481C1C}">
                <a14:useLocalDpi xmlns:a14="http://schemas.microsoft.com/office/drawing/2010/main" val="0"/>
              </a:ext>
            </a:extLst>
          </a:blip>
          <a:stretch>
            <a:fillRect/>
          </a:stretch>
        </p:blipFill>
        <p:spPr>
          <a:xfrm>
            <a:off x="7315200" y="6248400"/>
            <a:ext cx="1413823" cy="230205"/>
          </a:xfrm>
          <a:prstGeom prst="rect">
            <a:avLst/>
          </a:prstGeom>
        </p:spPr>
      </p:pic>
      <p:pic>
        <p:nvPicPr>
          <p:cNvPr id="10" name="Picture 9"/>
          <p:cNvPicPr>
            <a:picLocks/>
          </p:cNvPicPr>
          <p:nvPr/>
        </p:nvPicPr>
        <p:blipFill>
          <a:blip r:embed="rId4" cstate="print">
            <a:extLst>
              <a:ext uri="{28A0092B-C50C-407E-A947-70E740481C1C}">
                <a14:useLocalDpi xmlns:a14="http://schemas.microsoft.com/office/drawing/2010/main" val="0"/>
              </a:ext>
            </a:extLst>
          </a:blip>
          <a:stretch>
            <a:fillRect/>
          </a:stretch>
        </p:blipFill>
        <p:spPr>
          <a:xfrm>
            <a:off x="1" y="2514600"/>
            <a:ext cx="3063240" cy="2514600"/>
          </a:xfrm>
          <a:prstGeom prst="rect">
            <a:avLst/>
          </a:prstGeom>
        </p:spPr>
      </p:pic>
      <p:sp>
        <p:nvSpPr>
          <p:cNvPr id="726019" name="Rectangle 3"/>
          <p:cNvSpPr>
            <a:spLocks noGrp="1" noChangeArrowheads="1"/>
          </p:cNvSpPr>
          <p:nvPr>
            <p:ph type="ctrTitle" sz="quarter" hasCustomPrompt="1"/>
          </p:nvPr>
        </p:nvSpPr>
        <p:spPr>
          <a:xfrm>
            <a:off x="3106782" y="2774735"/>
            <a:ext cx="5732417" cy="1129607"/>
          </a:xfrm>
          <a:ln algn="ctr"/>
        </p:spPr>
        <p:txBody>
          <a:bodyPr wrap="square" tIns="0" rIns="0" bIns="0">
            <a:spAutoFit/>
          </a:bodyPr>
          <a:lstStyle>
            <a:lvl1pPr algn="l">
              <a:spcBef>
                <a:spcPct val="60000"/>
              </a:spcBef>
              <a:buClr>
                <a:schemeClr val="hlink"/>
              </a:buClr>
              <a:buSzPct val="90000"/>
              <a:buFontTx/>
              <a:buNone/>
              <a:defRPr sz="8400" baseline="0">
                <a:solidFill>
                  <a:schemeClr val="bg1"/>
                </a:solidFill>
                <a:latin typeface="Segoe Light" pitchFamily="34" charset="0"/>
              </a:defRPr>
            </a:lvl1pPr>
          </a:lstStyle>
          <a:p>
            <a:r>
              <a:rPr lang="en-US" dirty="0"/>
              <a:t>Course #</a:t>
            </a:r>
          </a:p>
        </p:txBody>
      </p:sp>
      <p:sp>
        <p:nvSpPr>
          <p:cNvPr id="726020" name="Rectangle 4"/>
          <p:cNvSpPr>
            <a:spLocks noGrp="1" noChangeArrowheads="1"/>
          </p:cNvSpPr>
          <p:nvPr>
            <p:ph type="subTitle" sz="quarter" idx="1" hasCustomPrompt="1"/>
          </p:nvPr>
        </p:nvSpPr>
        <p:spPr>
          <a:xfrm>
            <a:off x="3121297" y="3925328"/>
            <a:ext cx="5775960" cy="1103872"/>
          </a:xfrm>
        </p:spPr>
        <p:txBody>
          <a:bodyPr lIns="91440" tIns="45720" rIns="91440" bIns="45720"/>
          <a:lstStyle>
            <a:lvl1pPr marL="0" indent="0" algn="l">
              <a:lnSpc>
                <a:spcPct val="95000"/>
              </a:lnSpc>
              <a:spcBef>
                <a:spcPct val="60000"/>
              </a:spcBef>
              <a:buFontTx/>
              <a:buNone/>
              <a:defRPr sz="2800">
                <a:solidFill>
                  <a:schemeClr val="bg1"/>
                </a:solidFill>
                <a:latin typeface="Segoe UI" pitchFamily="34" charset="0"/>
                <a:ea typeface="Segoe UI" pitchFamily="34" charset="0"/>
                <a:cs typeface="Segoe UI" pitchFamily="34" charset="0"/>
              </a:defRPr>
            </a:lvl1pPr>
          </a:lstStyle>
          <a:p>
            <a:r>
              <a:rPr lang="en-US" dirty="0"/>
              <a:t>Click to edit Course title</a:t>
            </a:r>
          </a:p>
        </p:txBody>
      </p:sp>
    </p:spTree>
    <p:extLst>
      <p:ext uri="{BB962C8B-B14F-4D97-AF65-F5344CB8AC3E}">
        <p14:creationId xmlns:p14="http://schemas.microsoft.com/office/powerpoint/2010/main" val="2337869624"/>
      </p:ext>
    </p:extLst>
  </p:cSld>
  <p:clrMapOvr>
    <a:masterClrMapping/>
  </p:clrMapOvr>
</p:sldLayout>
</file>

<file path=ppt/slideLayouts/slideLayout18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876450480"/>
      </p:ext>
    </p:extLst>
  </p:cSld>
  <p:clrMapOvr>
    <a:masterClrMapping/>
  </p:clrMapOvr>
</p:sldLayout>
</file>

<file path=ppt/slideLayouts/slideLayout18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Tree>
    <p:extLst>
      <p:ext uri="{BB962C8B-B14F-4D97-AF65-F5344CB8AC3E}">
        <p14:creationId xmlns:p14="http://schemas.microsoft.com/office/powerpoint/2010/main" val="2830124579"/>
      </p:ext>
    </p:extLst>
  </p:cSld>
  <p:clrMapOvr>
    <a:masterClrMapping/>
  </p:clrMapOvr>
</p:sldLayout>
</file>

<file path=ppt/slideLayouts/slideLayout18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458788" y="992188"/>
            <a:ext cx="3798887"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410075" y="992188"/>
            <a:ext cx="3800475"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147562145"/>
      </p:ext>
    </p:extLst>
  </p:cSld>
  <p:clrMapOvr>
    <a:masterClrMapping/>
  </p:clrMapOvr>
</p:sldLayout>
</file>

<file path=ppt/slideLayouts/slideLayout18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80772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45025" y="1535113"/>
            <a:ext cx="4041775"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646968967"/>
      </p:ext>
    </p:extLst>
  </p:cSld>
  <p:clrMapOvr>
    <a:masterClrMapping/>
  </p:clrMapOvr>
</p:sldLayout>
</file>

<file path=ppt/slideLayouts/slideLayout18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2420393907"/>
      </p:ext>
    </p:extLst>
  </p:cSld>
  <p:clrMapOvr>
    <a:masterClrMapping/>
  </p:clrMapOvr>
</p:sldLayout>
</file>

<file path=ppt/slideLayouts/slideLayout18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048495507"/>
      </p:ext>
    </p:extLst>
  </p:cSld>
  <p:clrMapOvr>
    <a:masterClrMapping/>
  </p:clrMapOvr>
</p:sldLayout>
</file>

<file path=ppt/slideLayouts/slideLayout18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t"/>
          <a:lstStyle>
            <a:lvl1pPr algn="l">
              <a:defRPr sz="2000" b="0"/>
            </a:lvl1pPr>
          </a:lstStyle>
          <a:p>
            <a:r>
              <a:rPr lang="en-US"/>
              <a:t>Click to edit Master title style</a:t>
            </a:r>
            <a:endParaRPr lang="en-US" dirty="0"/>
          </a:p>
        </p:txBody>
      </p:sp>
      <p:sp>
        <p:nvSpPr>
          <p:cNvPr id="3" name="Content Placeholder 2"/>
          <p:cNvSpPr>
            <a:spLocks noGrp="1"/>
          </p:cNvSpPr>
          <p:nvPr>
            <p:ph idx="1"/>
          </p:nvPr>
        </p:nvSpPr>
        <p:spPr>
          <a:xfrm>
            <a:off x="3575050" y="273050"/>
            <a:ext cx="5111750" cy="5853113"/>
          </a:xfrm>
        </p:spPr>
        <p:txBody>
          <a:bodyPr/>
          <a:lstStyle>
            <a:lvl1pPr>
              <a:defRPr sz="3200">
                <a:solidFill>
                  <a:schemeClr val="bg1"/>
                </a:solidFill>
              </a:defRPr>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2860364615"/>
      </p:ext>
    </p:extLst>
  </p:cSld>
  <p:clrMapOvr>
    <a:masterClrMapping/>
  </p:clrMapOvr>
</p:sldLayout>
</file>

<file path=ppt/slideLayouts/slideLayout18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endParaRPr lang="en-US" noProof="0" dirty="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2091509385"/>
      </p:ext>
    </p:extLst>
  </p:cSld>
  <p:clrMapOvr>
    <a:masterClrMapping/>
  </p:clrMapOvr>
</p:sldLayout>
</file>

<file path=ppt/slideLayouts/slideLayout19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3618983375"/>
      </p:ext>
    </p:extLst>
  </p:cSld>
  <p:clrMapOvr>
    <a:masterClrMapping/>
  </p:clrMapOvr>
</p:sldLayout>
</file>

<file path=ppt/slideLayouts/slideLayout19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291263" y="0"/>
            <a:ext cx="1943100" cy="537845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458788" y="0"/>
            <a:ext cx="5680075" cy="5378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773084059"/>
      </p:ext>
    </p:extLst>
  </p:cSld>
  <p:clrMapOvr>
    <a:masterClrMapping/>
  </p:clrMapOvr>
</p:sldLayout>
</file>

<file path=ppt/slideLayouts/slideLayout192.xml><?xml version="1.0" encoding="utf-8"?>
<p:sldLayout xmlns:a="http://schemas.openxmlformats.org/drawingml/2006/main" xmlns:r="http://schemas.openxmlformats.org/officeDocument/2006/relationships" xmlns:p="http://schemas.openxmlformats.org/presentationml/2006/main" type="tx">
  <p:cSld name="Title an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CA"/>
          </a:p>
        </p:txBody>
      </p:sp>
      <p:sp>
        <p:nvSpPr>
          <p:cNvPr id="3" name="Text Placeholder 2"/>
          <p:cNvSpPr>
            <a:spLocks noGrp="1"/>
          </p:cNvSpPr>
          <p:nvPr>
            <p:ph type="body"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Tree>
    <p:extLst>
      <p:ext uri="{BB962C8B-B14F-4D97-AF65-F5344CB8AC3E}">
        <p14:creationId xmlns:p14="http://schemas.microsoft.com/office/powerpoint/2010/main" val="1005498245"/>
      </p:ext>
    </p:extLst>
  </p:cSld>
  <p:clrMapOvr>
    <a:masterClrMapping/>
  </p:clrMapOvr>
</p:sldLayout>
</file>

<file path=ppt/slideLayouts/slideLayout193.xml><?xml version="1.0" encoding="utf-8"?>
<p:sldLayout xmlns:a="http://schemas.openxmlformats.org/drawingml/2006/main" xmlns:r="http://schemas.openxmlformats.org/officeDocument/2006/relationships" xmlns:p="http://schemas.openxmlformats.org/presentationml/2006/main" showMasterSp="0" preserve="1">
  <p:cSld name="Title Slide">
    <p:spTree>
      <p:nvGrpSpPr>
        <p:cNvPr id="1" name=""/>
        <p:cNvGrpSpPr/>
        <p:nvPr/>
      </p:nvGrpSpPr>
      <p:grpSpPr>
        <a:xfrm>
          <a:off x="0" y="0"/>
          <a:ext cx="0" cy="0"/>
          <a:chOff x="0" y="0"/>
          <a:chExt cx="0" cy="0"/>
        </a:xfrm>
      </p:grpSpPr>
      <p:sp>
        <p:nvSpPr>
          <p:cNvPr id="5" name="Rectangle 4"/>
          <p:cNvSpPr/>
          <p:nvPr/>
        </p:nvSpPr>
        <p:spPr>
          <a:xfrm>
            <a:off x="14177" y="2514600"/>
            <a:ext cx="9144000" cy="251460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p:cNvSpPr txBox="1"/>
          <p:nvPr/>
        </p:nvSpPr>
        <p:spPr>
          <a:xfrm>
            <a:off x="523875" y="1500426"/>
            <a:ext cx="7477125" cy="861774"/>
          </a:xfrm>
          <a:prstGeom prst="rect">
            <a:avLst/>
          </a:prstGeom>
          <a:noFill/>
        </p:spPr>
        <p:txBody>
          <a:bodyPr wrap="square" rtlCol="0">
            <a:spAutoFit/>
          </a:bodyPr>
          <a:lstStyle/>
          <a:p>
            <a:r>
              <a:rPr lang="en-US" sz="4800" dirty="0">
                <a:solidFill>
                  <a:schemeClr val="tx1">
                    <a:lumMod val="65000"/>
                    <a:lumOff val="35000"/>
                  </a:schemeClr>
                </a:solidFill>
                <a:latin typeface="Segoe UI Light" pitchFamily="34" charset="0"/>
                <a:ea typeface="Segoe UI" pitchFamily="34" charset="0"/>
                <a:cs typeface="Segoe UI" pitchFamily="34" charset="0"/>
              </a:rPr>
              <a:t>Microsoft</a:t>
            </a:r>
            <a:r>
              <a:rPr lang="en-US" baseline="100000" dirty="0">
                <a:solidFill>
                  <a:schemeClr val="tx1">
                    <a:lumMod val="65000"/>
                    <a:lumOff val="35000"/>
                  </a:schemeClr>
                </a:solidFill>
                <a:latin typeface="Segoe UI Light" pitchFamily="34" charset="0"/>
                <a:ea typeface="Segoe UI" pitchFamily="34" charset="0"/>
                <a:cs typeface="Segoe UI" pitchFamily="34" charset="0"/>
              </a:rPr>
              <a:t>®</a:t>
            </a:r>
            <a:r>
              <a:rPr lang="en-US" sz="4400" dirty="0">
                <a:solidFill>
                  <a:schemeClr val="tx1">
                    <a:lumMod val="65000"/>
                    <a:lumOff val="35000"/>
                  </a:schemeClr>
                </a:solidFill>
                <a:latin typeface="Segoe UI Light" pitchFamily="34" charset="0"/>
                <a:ea typeface="Segoe UI" pitchFamily="34" charset="0"/>
                <a:cs typeface="Segoe UI" pitchFamily="34" charset="0"/>
              </a:rPr>
              <a:t> </a:t>
            </a:r>
            <a:r>
              <a:rPr lang="en-US" sz="4800" dirty="0">
                <a:solidFill>
                  <a:schemeClr val="tx1">
                    <a:lumMod val="65000"/>
                    <a:lumOff val="35000"/>
                  </a:schemeClr>
                </a:solidFill>
                <a:latin typeface="Segoe UI Light" pitchFamily="34" charset="0"/>
                <a:ea typeface="Segoe UI" pitchFamily="34" charset="0"/>
                <a:cs typeface="Segoe UI" pitchFamily="34" charset="0"/>
              </a:rPr>
              <a:t>Official Course</a:t>
            </a:r>
          </a:p>
        </p:txBody>
      </p:sp>
      <p:pic>
        <p:nvPicPr>
          <p:cNvPr id="7" name="Picture 6"/>
          <p:cNvPicPr>
            <a:picLocks noChangeAspect="1"/>
          </p:cNvPicPr>
          <p:nvPr/>
        </p:nvPicPr>
        <p:blipFill>
          <a:blip r:embed="rId2" cstate="print">
            <a:duotone>
              <a:prstClr val="black"/>
              <a:schemeClr val="tx1">
                <a:lumMod val="85000"/>
                <a:lumOff val="15000"/>
                <a:tint val="45000"/>
                <a:satMod val="400000"/>
              </a:schemeClr>
            </a:duotone>
            <a:extLst>
              <a:ext uri="{BEBA8EAE-BF5A-486C-A8C5-ECC9F3942E4B}">
                <a14:imgProps xmlns:a14="http://schemas.microsoft.com/office/drawing/2010/main">
                  <a14:imgLayer r:embed="rId3">
                    <a14:imgEffect>
                      <a14:saturation sat="400000"/>
                    </a14:imgEffect>
                  </a14:imgLayer>
                </a14:imgProps>
              </a:ext>
              <a:ext uri="{28A0092B-C50C-407E-A947-70E740481C1C}">
                <a14:useLocalDpi xmlns:a14="http://schemas.microsoft.com/office/drawing/2010/main" val="0"/>
              </a:ext>
            </a:extLst>
          </a:blip>
          <a:stretch>
            <a:fillRect/>
          </a:stretch>
        </p:blipFill>
        <p:spPr>
          <a:xfrm>
            <a:off x="7315200" y="6248400"/>
            <a:ext cx="1413823" cy="230205"/>
          </a:xfrm>
          <a:prstGeom prst="rect">
            <a:avLst/>
          </a:prstGeom>
        </p:spPr>
      </p:pic>
      <p:pic>
        <p:nvPicPr>
          <p:cNvPr id="10" name="Picture 9"/>
          <p:cNvPicPr>
            <a:picLocks/>
          </p:cNvPicPr>
          <p:nvPr/>
        </p:nvPicPr>
        <p:blipFill>
          <a:blip r:embed="rId4" cstate="print">
            <a:extLst>
              <a:ext uri="{28A0092B-C50C-407E-A947-70E740481C1C}">
                <a14:useLocalDpi xmlns:a14="http://schemas.microsoft.com/office/drawing/2010/main" val="0"/>
              </a:ext>
            </a:extLst>
          </a:blip>
          <a:stretch>
            <a:fillRect/>
          </a:stretch>
        </p:blipFill>
        <p:spPr>
          <a:xfrm>
            <a:off x="1" y="2514600"/>
            <a:ext cx="3063240" cy="2514600"/>
          </a:xfrm>
          <a:prstGeom prst="rect">
            <a:avLst/>
          </a:prstGeom>
        </p:spPr>
      </p:pic>
      <p:sp>
        <p:nvSpPr>
          <p:cNvPr id="726019" name="Rectangle 3"/>
          <p:cNvSpPr>
            <a:spLocks noGrp="1" noChangeArrowheads="1"/>
          </p:cNvSpPr>
          <p:nvPr>
            <p:ph type="ctrTitle" sz="quarter" hasCustomPrompt="1"/>
          </p:nvPr>
        </p:nvSpPr>
        <p:spPr>
          <a:xfrm>
            <a:off x="3106782" y="2774735"/>
            <a:ext cx="5732417" cy="1129607"/>
          </a:xfrm>
          <a:ln algn="ctr"/>
        </p:spPr>
        <p:txBody>
          <a:bodyPr wrap="square" tIns="0" rIns="0" bIns="0">
            <a:spAutoFit/>
          </a:bodyPr>
          <a:lstStyle>
            <a:lvl1pPr algn="l">
              <a:spcBef>
                <a:spcPct val="60000"/>
              </a:spcBef>
              <a:buClr>
                <a:schemeClr val="hlink"/>
              </a:buClr>
              <a:buSzPct val="90000"/>
              <a:buFontTx/>
              <a:buNone/>
              <a:defRPr sz="8400" baseline="0">
                <a:solidFill>
                  <a:schemeClr val="bg1"/>
                </a:solidFill>
                <a:latin typeface="Segoe Light" pitchFamily="34" charset="0"/>
              </a:defRPr>
            </a:lvl1pPr>
          </a:lstStyle>
          <a:p>
            <a:r>
              <a:rPr lang="en-US" dirty="0"/>
              <a:t>Course #</a:t>
            </a:r>
          </a:p>
        </p:txBody>
      </p:sp>
      <p:sp>
        <p:nvSpPr>
          <p:cNvPr id="726020" name="Rectangle 4"/>
          <p:cNvSpPr>
            <a:spLocks noGrp="1" noChangeArrowheads="1"/>
          </p:cNvSpPr>
          <p:nvPr>
            <p:ph type="subTitle" sz="quarter" idx="1" hasCustomPrompt="1"/>
          </p:nvPr>
        </p:nvSpPr>
        <p:spPr>
          <a:xfrm>
            <a:off x="3121297" y="3925328"/>
            <a:ext cx="5775960" cy="1103872"/>
          </a:xfrm>
        </p:spPr>
        <p:txBody>
          <a:bodyPr lIns="91440" tIns="45720" rIns="91440" bIns="45720"/>
          <a:lstStyle>
            <a:lvl1pPr marL="0" indent="0" algn="l">
              <a:lnSpc>
                <a:spcPct val="95000"/>
              </a:lnSpc>
              <a:spcBef>
                <a:spcPct val="60000"/>
              </a:spcBef>
              <a:buFontTx/>
              <a:buNone/>
              <a:defRPr sz="2800">
                <a:solidFill>
                  <a:schemeClr val="bg1"/>
                </a:solidFill>
                <a:latin typeface="Segoe UI" pitchFamily="34" charset="0"/>
                <a:ea typeface="Segoe UI" pitchFamily="34" charset="0"/>
                <a:cs typeface="Segoe UI" pitchFamily="34" charset="0"/>
              </a:defRPr>
            </a:lvl1pPr>
          </a:lstStyle>
          <a:p>
            <a:r>
              <a:rPr lang="en-US" dirty="0"/>
              <a:t>Click to edit Course title</a:t>
            </a:r>
          </a:p>
        </p:txBody>
      </p:sp>
    </p:spTree>
    <p:extLst>
      <p:ext uri="{BB962C8B-B14F-4D97-AF65-F5344CB8AC3E}">
        <p14:creationId xmlns:p14="http://schemas.microsoft.com/office/powerpoint/2010/main" val="78496665"/>
      </p:ext>
    </p:extLst>
  </p:cSld>
  <p:clrMapOvr>
    <a:masterClrMapping/>
  </p:clrMapOvr>
</p:sldLayout>
</file>

<file path=ppt/slideLayouts/slideLayout19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3258273312"/>
      </p:ext>
    </p:extLst>
  </p:cSld>
  <p:clrMapOvr>
    <a:masterClrMapping/>
  </p:clrMapOvr>
</p:sldLayout>
</file>

<file path=ppt/slideLayouts/slideLayout19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Tree>
    <p:extLst>
      <p:ext uri="{BB962C8B-B14F-4D97-AF65-F5344CB8AC3E}">
        <p14:creationId xmlns:p14="http://schemas.microsoft.com/office/powerpoint/2010/main" val="3113158532"/>
      </p:ext>
    </p:extLst>
  </p:cSld>
  <p:clrMapOvr>
    <a:masterClrMapping/>
  </p:clrMapOvr>
</p:sldLayout>
</file>

<file path=ppt/slideLayouts/slideLayout19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458788" y="992188"/>
            <a:ext cx="3798887"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410075" y="992188"/>
            <a:ext cx="3800475"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638447166"/>
      </p:ext>
    </p:extLst>
  </p:cSld>
  <p:clrMapOvr>
    <a:masterClrMapping/>
  </p:clrMapOvr>
</p:sldLayout>
</file>

<file path=ppt/slideLayouts/slideLayout19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80772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45025" y="1535113"/>
            <a:ext cx="4041775"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3409835044"/>
      </p:ext>
    </p:extLst>
  </p:cSld>
  <p:clrMapOvr>
    <a:masterClrMapping/>
  </p:clrMapOvr>
</p:sldLayout>
</file>

<file path=ppt/slideLayouts/slideLayout19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4216545179"/>
      </p:ext>
    </p:extLst>
  </p:cSld>
  <p:clrMapOvr>
    <a:masterClrMapping/>
  </p:clrMapOvr>
</p:sldLayout>
</file>

<file path=ppt/slideLayouts/slideLayout19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4176887139"/>
      </p:ext>
    </p:extLst>
  </p:cSld>
  <p:clrMapOvr>
    <a:masterClrMapping/>
  </p:clrMapOvr>
</p:sldLayout>
</file>

<file path=ppt/slideLayouts/slideLayout20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t"/>
          <a:lstStyle>
            <a:lvl1pPr algn="l">
              <a:defRPr sz="2000" b="0"/>
            </a:lvl1pPr>
          </a:lstStyle>
          <a:p>
            <a:r>
              <a:rPr lang="en-US"/>
              <a:t>Click to edit Master title style</a:t>
            </a:r>
            <a:endParaRPr lang="en-US" dirty="0"/>
          </a:p>
        </p:txBody>
      </p:sp>
      <p:sp>
        <p:nvSpPr>
          <p:cNvPr id="3" name="Content Placeholder 2"/>
          <p:cNvSpPr>
            <a:spLocks noGrp="1"/>
          </p:cNvSpPr>
          <p:nvPr>
            <p:ph idx="1"/>
          </p:nvPr>
        </p:nvSpPr>
        <p:spPr>
          <a:xfrm>
            <a:off x="3575050" y="273050"/>
            <a:ext cx="5111750" cy="5853113"/>
          </a:xfrm>
        </p:spPr>
        <p:txBody>
          <a:bodyPr/>
          <a:lstStyle>
            <a:lvl1pPr>
              <a:defRPr sz="3200">
                <a:solidFill>
                  <a:schemeClr val="bg1"/>
                </a:solidFill>
              </a:defRPr>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2332420878"/>
      </p:ext>
    </p:extLst>
  </p:cSld>
  <p:clrMapOvr>
    <a:masterClrMapping/>
  </p:clrMapOvr>
</p:sldLayout>
</file>

<file path=ppt/slideLayouts/slideLayout20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endParaRPr lang="en-US" noProof="0" dirty="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3609459542"/>
      </p:ext>
    </p:extLst>
  </p:cSld>
  <p:clrMapOvr>
    <a:masterClrMapping/>
  </p:clrMapOvr>
</p:sldLayout>
</file>

<file path=ppt/slideLayouts/slideLayout20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570907156"/>
      </p:ext>
    </p:extLst>
  </p:cSld>
  <p:clrMapOvr>
    <a:masterClrMapping/>
  </p:clrMapOvr>
</p:sldLayout>
</file>

<file path=ppt/slideLayouts/slideLayout20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291263" y="0"/>
            <a:ext cx="1943100" cy="537845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458788" y="0"/>
            <a:ext cx="5680075" cy="5378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3982139463"/>
      </p:ext>
    </p:extLst>
  </p:cSld>
  <p:clrMapOvr>
    <a:masterClrMapping/>
  </p:clrMapOvr>
</p:sldLayout>
</file>

<file path=ppt/slideLayouts/slideLayout204.xml><?xml version="1.0" encoding="utf-8"?>
<p:sldLayout xmlns:a="http://schemas.openxmlformats.org/drawingml/2006/main" xmlns:r="http://schemas.openxmlformats.org/officeDocument/2006/relationships" xmlns:p="http://schemas.openxmlformats.org/presentationml/2006/main" type="tx">
  <p:cSld name="Title an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CA"/>
          </a:p>
        </p:txBody>
      </p:sp>
      <p:sp>
        <p:nvSpPr>
          <p:cNvPr id="3" name="Text Placeholder 2"/>
          <p:cNvSpPr>
            <a:spLocks noGrp="1"/>
          </p:cNvSpPr>
          <p:nvPr>
            <p:ph type="body"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Tree>
    <p:extLst>
      <p:ext uri="{BB962C8B-B14F-4D97-AF65-F5344CB8AC3E}">
        <p14:creationId xmlns:p14="http://schemas.microsoft.com/office/powerpoint/2010/main" val="2222675249"/>
      </p:ext>
    </p:extLst>
  </p:cSld>
  <p:clrMapOvr>
    <a:masterClrMapping/>
  </p:clrMapOvr>
</p:sldLayout>
</file>

<file path=ppt/slideLayouts/slideLayout205.xml><?xml version="1.0" encoding="utf-8"?>
<p:sldLayout xmlns:a="http://schemas.openxmlformats.org/drawingml/2006/main" xmlns:r="http://schemas.openxmlformats.org/officeDocument/2006/relationships" xmlns:p="http://schemas.openxmlformats.org/presentationml/2006/main" showMasterSp="0" preserve="1">
  <p:cSld name="Title Slide">
    <p:spTree>
      <p:nvGrpSpPr>
        <p:cNvPr id="1" name=""/>
        <p:cNvGrpSpPr/>
        <p:nvPr/>
      </p:nvGrpSpPr>
      <p:grpSpPr>
        <a:xfrm>
          <a:off x="0" y="0"/>
          <a:ext cx="0" cy="0"/>
          <a:chOff x="0" y="0"/>
          <a:chExt cx="0" cy="0"/>
        </a:xfrm>
      </p:grpSpPr>
      <p:sp>
        <p:nvSpPr>
          <p:cNvPr id="5" name="Rectangle 4"/>
          <p:cNvSpPr/>
          <p:nvPr/>
        </p:nvSpPr>
        <p:spPr>
          <a:xfrm>
            <a:off x="14177" y="2514600"/>
            <a:ext cx="9144000" cy="251460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p:cNvSpPr txBox="1"/>
          <p:nvPr/>
        </p:nvSpPr>
        <p:spPr>
          <a:xfrm>
            <a:off x="523875" y="1500426"/>
            <a:ext cx="7477125" cy="861774"/>
          </a:xfrm>
          <a:prstGeom prst="rect">
            <a:avLst/>
          </a:prstGeom>
          <a:noFill/>
        </p:spPr>
        <p:txBody>
          <a:bodyPr wrap="square" rtlCol="0">
            <a:spAutoFit/>
          </a:bodyPr>
          <a:lstStyle/>
          <a:p>
            <a:r>
              <a:rPr lang="en-US" sz="4800" dirty="0">
                <a:solidFill>
                  <a:schemeClr val="tx1">
                    <a:lumMod val="65000"/>
                    <a:lumOff val="35000"/>
                  </a:schemeClr>
                </a:solidFill>
                <a:latin typeface="Segoe UI Light" pitchFamily="34" charset="0"/>
                <a:ea typeface="Segoe UI" pitchFamily="34" charset="0"/>
                <a:cs typeface="Segoe UI" pitchFamily="34" charset="0"/>
              </a:rPr>
              <a:t>Microsoft</a:t>
            </a:r>
            <a:r>
              <a:rPr lang="en-US" baseline="100000" dirty="0">
                <a:solidFill>
                  <a:schemeClr val="tx1">
                    <a:lumMod val="65000"/>
                    <a:lumOff val="35000"/>
                  </a:schemeClr>
                </a:solidFill>
                <a:latin typeface="Segoe UI Light" pitchFamily="34" charset="0"/>
                <a:ea typeface="Segoe UI" pitchFamily="34" charset="0"/>
                <a:cs typeface="Segoe UI" pitchFamily="34" charset="0"/>
              </a:rPr>
              <a:t>®</a:t>
            </a:r>
            <a:r>
              <a:rPr lang="en-US" sz="4400" dirty="0">
                <a:solidFill>
                  <a:schemeClr val="tx1">
                    <a:lumMod val="65000"/>
                    <a:lumOff val="35000"/>
                  </a:schemeClr>
                </a:solidFill>
                <a:latin typeface="Segoe UI Light" pitchFamily="34" charset="0"/>
                <a:ea typeface="Segoe UI" pitchFamily="34" charset="0"/>
                <a:cs typeface="Segoe UI" pitchFamily="34" charset="0"/>
              </a:rPr>
              <a:t> </a:t>
            </a:r>
            <a:r>
              <a:rPr lang="en-US" sz="4800" dirty="0">
                <a:solidFill>
                  <a:schemeClr val="tx1">
                    <a:lumMod val="65000"/>
                    <a:lumOff val="35000"/>
                  </a:schemeClr>
                </a:solidFill>
                <a:latin typeface="Segoe UI Light" pitchFamily="34" charset="0"/>
                <a:ea typeface="Segoe UI" pitchFamily="34" charset="0"/>
                <a:cs typeface="Segoe UI" pitchFamily="34" charset="0"/>
              </a:rPr>
              <a:t>Official Course</a:t>
            </a:r>
          </a:p>
        </p:txBody>
      </p:sp>
      <p:pic>
        <p:nvPicPr>
          <p:cNvPr id="7" name="Picture 6"/>
          <p:cNvPicPr>
            <a:picLocks noChangeAspect="1"/>
          </p:cNvPicPr>
          <p:nvPr/>
        </p:nvPicPr>
        <p:blipFill>
          <a:blip r:embed="rId2" cstate="print">
            <a:duotone>
              <a:prstClr val="black"/>
              <a:schemeClr val="tx1">
                <a:lumMod val="85000"/>
                <a:lumOff val="15000"/>
                <a:tint val="45000"/>
                <a:satMod val="400000"/>
              </a:schemeClr>
            </a:duotone>
            <a:extLst>
              <a:ext uri="{BEBA8EAE-BF5A-486C-A8C5-ECC9F3942E4B}">
                <a14:imgProps xmlns:a14="http://schemas.microsoft.com/office/drawing/2010/main">
                  <a14:imgLayer r:embed="rId3">
                    <a14:imgEffect>
                      <a14:saturation sat="400000"/>
                    </a14:imgEffect>
                  </a14:imgLayer>
                </a14:imgProps>
              </a:ext>
              <a:ext uri="{28A0092B-C50C-407E-A947-70E740481C1C}">
                <a14:useLocalDpi xmlns:a14="http://schemas.microsoft.com/office/drawing/2010/main" val="0"/>
              </a:ext>
            </a:extLst>
          </a:blip>
          <a:stretch>
            <a:fillRect/>
          </a:stretch>
        </p:blipFill>
        <p:spPr>
          <a:xfrm>
            <a:off x="7315200" y="6248400"/>
            <a:ext cx="1413823" cy="230205"/>
          </a:xfrm>
          <a:prstGeom prst="rect">
            <a:avLst/>
          </a:prstGeom>
        </p:spPr>
      </p:pic>
      <p:pic>
        <p:nvPicPr>
          <p:cNvPr id="10" name="Picture 9"/>
          <p:cNvPicPr>
            <a:picLocks/>
          </p:cNvPicPr>
          <p:nvPr/>
        </p:nvPicPr>
        <p:blipFill>
          <a:blip r:embed="rId4" cstate="print">
            <a:extLst>
              <a:ext uri="{28A0092B-C50C-407E-A947-70E740481C1C}">
                <a14:useLocalDpi xmlns:a14="http://schemas.microsoft.com/office/drawing/2010/main" val="0"/>
              </a:ext>
            </a:extLst>
          </a:blip>
          <a:stretch>
            <a:fillRect/>
          </a:stretch>
        </p:blipFill>
        <p:spPr>
          <a:xfrm>
            <a:off x="1" y="2514600"/>
            <a:ext cx="3063240" cy="2514600"/>
          </a:xfrm>
          <a:prstGeom prst="rect">
            <a:avLst/>
          </a:prstGeom>
        </p:spPr>
      </p:pic>
      <p:sp>
        <p:nvSpPr>
          <p:cNvPr id="726019" name="Rectangle 3"/>
          <p:cNvSpPr>
            <a:spLocks noGrp="1" noChangeArrowheads="1"/>
          </p:cNvSpPr>
          <p:nvPr>
            <p:ph type="ctrTitle" sz="quarter" hasCustomPrompt="1"/>
          </p:nvPr>
        </p:nvSpPr>
        <p:spPr>
          <a:xfrm>
            <a:off x="3106782" y="2774735"/>
            <a:ext cx="5732417" cy="1129607"/>
          </a:xfrm>
          <a:ln algn="ctr"/>
        </p:spPr>
        <p:txBody>
          <a:bodyPr wrap="square" tIns="0" rIns="0" bIns="0">
            <a:spAutoFit/>
          </a:bodyPr>
          <a:lstStyle>
            <a:lvl1pPr algn="l">
              <a:spcBef>
                <a:spcPct val="60000"/>
              </a:spcBef>
              <a:buClr>
                <a:schemeClr val="hlink"/>
              </a:buClr>
              <a:buSzPct val="90000"/>
              <a:buFontTx/>
              <a:buNone/>
              <a:defRPr sz="8400" baseline="0">
                <a:solidFill>
                  <a:schemeClr val="bg1"/>
                </a:solidFill>
                <a:latin typeface="Segoe Light" pitchFamily="34" charset="0"/>
              </a:defRPr>
            </a:lvl1pPr>
          </a:lstStyle>
          <a:p>
            <a:r>
              <a:rPr lang="en-US" dirty="0"/>
              <a:t>Course #</a:t>
            </a:r>
          </a:p>
        </p:txBody>
      </p:sp>
      <p:sp>
        <p:nvSpPr>
          <p:cNvPr id="726020" name="Rectangle 4"/>
          <p:cNvSpPr>
            <a:spLocks noGrp="1" noChangeArrowheads="1"/>
          </p:cNvSpPr>
          <p:nvPr>
            <p:ph type="subTitle" sz="quarter" idx="1" hasCustomPrompt="1"/>
          </p:nvPr>
        </p:nvSpPr>
        <p:spPr>
          <a:xfrm>
            <a:off x="3121297" y="3925328"/>
            <a:ext cx="5775960" cy="1103872"/>
          </a:xfrm>
        </p:spPr>
        <p:txBody>
          <a:bodyPr lIns="91440" tIns="45720" rIns="91440" bIns="45720"/>
          <a:lstStyle>
            <a:lvl1pPr marL="0" indent="0" algn="l">
              <a:lnSpc>
                <a:spcPct val="95000"/>
              </a:lnSpc>
              <a:spcBef>
                <a:spcPct val="60000"/>
              </a:spcBef>
              <a:buFontTx/>
              <a:buNone/>
              <a:defRPr sz="2800">
                <a:solidFill>
                  <a:schemeClr val="bg1"/>
                </a:solidFill>
                <a:latin typeface="Segoe UI" pitchFamily="34" charset="0"/>
                <a:ea typeface="Segoe UI" pitchFamily="34" charset="0"/>
                <a:cs typeface="Segoe UI" pitchFamily="34" charset="0"/>
              </a:defRPr>
            </a:lvl1pPr>
          </a:lstStyle>
          <a:p>
            <a:r>
              <a:rPr lang="en-US" dirty="0"/>
              <a:t>Click to edit Course title</a:t>
            </a:r>
          </a:p>
        </p:txBody>
      </p:sp>
    </p:spTree>
    <p:extLst>
      <p:ext uri="{BB962C8B-B14F-4D97-AF65-F5344CB8AC3E}">
        <p14:creationId xmlns:p14="http://schemas.microsoft.com/office/powerpoint/2010/main" val="2802569206"/>
      </p:ext>
    </p:extLst>
  </p:cSld>
  <p:clrMapOvr>
    <a:masterClrMapping/>
  </p:clrMapOvr>
</p:sldLayout>
</file>

<file path=ppt/slideLayouts/slideLayout206.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099709228"/>
      </p:ext>
    </p:extLst>
  </p:cSld>
  <p:clrMapOvr>
    <a:masterClrMapping/>
  </p:clrMapOvr>
</p:sldLayout>
</file>

<file path=ppt/slideLayouts/slideLayout207.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Tree>
    <p:extLst>
      <p:ext uri="{BB962C8B-B14F-4D97-AF65-F5344CB8AC3E}">
        <p14:creationId xmlns:p14="http://schemas.microsoft.com/office/powerpoint/2010/main" val="727775881"/>
      </p:ext>
    </p:extLst>
  </p:cSld>
  <p:clrMapOvr>
    <a:masterClrMapping/>
  </p:clrMapOvr>
</p:sldLayout>
</file>

<file path=ppt/slideLayouts/slideLayout208.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458788" y="992188"/>
            <a:ext cx="3798887"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410075" y="992188"/>
            <a:ext cx="3800475"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901805727"/>
      </p:ext>
    </p:extLst>
  </p:cSld>
  <p:clrMapOvr>
    <a:masterClrMapping/>
  </p:clrMapOvr>
</p:sldLayout>
</file>

<file path=ppt/slideLayouts/slideLayout209.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80772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45025" y="1535113"/>
            <a:ext cx="4041775"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3943239500"/>
      </p:ext>
    </p:extLst>
  </p:cSld>
  <p:clrMapOvr>
    <a:masterClrMapping/>
  </p:clrMapOvr>
</p:sldLayout>
</file>

<file path=ppt/slideLayouts/slideLayout210.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3900893867"/>
      </p:ext>
    </p:extLst>
  </p:cSld>
  <p:clrMapOvr>
    <a:masterClrMapping/>
  </p:clrMapOvr>
</p:sldLayout>
</file>

<file path=ppt/slideLayouts/slideLayout21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962089814"/>
      </p:ext>
    </p:extLst>
  </p:cSld>
  <p:clrMapOvr>
    <a:masterClrMapping/>
  </p:clrMapOvr>
</p:sldLayout>
</file>

<file path=ppt/slideLayouts/slideLayout212.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t"/>
          <a:lstStyle>
            <a:lvl1pPr algn="l">
              <a:defRPr sz="2000" b="0"/>
            </a:lvl1pPr>
          </a:lstStyle>
          <a:p>
            <a:r>
              <a:rPr lang="en-US"/>
              <a:t>Click to edit Master title style</a:t>
            </a:r>
            <a:endParaRPr lang="en-US" dirty="0"/>
          </a:p>
        </p:txBody>
      </p:sp>
      <p:sp>
        <p:nvSpPr>
          <p:cNvPr id="3" name="Content Placeholder 2"/>
          <p:cNvSpPr>
            <a:spLocks noGrp="1"/>
          </p:cNvSpPr>
          <p:nvPr>
            <p:ph idx="1"/>
          </p:nvPr>
        </p:nvSpPr>
        <p:spPr>
          <a:xfrm>
            <a:off x="3575050" y="273050"/>
            <a:ext cx="5111750" cy="5853113"/>
          </a:xfrm>
        </p:spPr>
        <p:txBody>
          <a:bodyPr/>
          <a:lstStyle>
            <a:lvl1pPr>
              <a:defRPr sz="3200">
                <a:solidFill>
                  <a:schemeClr val="bg1"/>
                </a:solidFill>
              </a:defRPr>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4072748140"/>
      </p:ext>
    </p:extLst>
  </p:cSld>
  <p:clrMapOvr>
    <a:masterClrMapping/>
  </p:clrMapOvr>
</p:sldLayout>
</file>

<file path=ppt/slideLayouts/slideLayout213.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endParaRPr lang="en-US" noProof="0" dirty="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3724267912"/>
      </p:ext>
    </p:extLst>
  </p:cSld>
  <p:clrMapOvr>
    <a:masterClrMapping/>
  </p:clrMapOvr>
</p:sldLayout>
</file>

<file path=ppt/slideLayouts/slideLayout214.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3087588131"/>
      </p:ext>
    </p:extLst>
  </p:cSld>
  <p:clrMapOvr>
    <a:masterClrMapping/>
  </p:clrMapOvr>
</p:sldLayout>
</file>

<file path=ppt/slideLayouts/slideLayout215.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291263" y="0"/>
            <a:ext cx="1943100" cy="537845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458788" y="0"/>
            <a:ext cx="5680075" cy="5378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4124991495"/>
      </p:ext>
    </p:extLst>
  </p:cSld>
  <p:clrMapOvr>
    <a:masterClrMapping/>
  </p:clrMapOvr>
</p:sldLayout>
</file>

<file path=ppt/slideLayouts/slideLayout216.xml><?xml version="1.0" encoding="utf-8"?>
<p:sldLayout xmlns:a="http://schemas.openxmlformats.org/drawingml/2006/main" xmlns:r="http://schemas.openxmlformats.org/officeDocument/2006/relationships" xmlns:p="http://schemas.openxmlformats.org/presentationml/2006/main" type="tx">
  <p:cSld name="Title an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CA"/>
          </a:p>
        </p:txBody>
      </p:sp>
      <p:sp>
        <p:nvSpPr>
          <p:cNvPr id="3" name="Text Placeholder 2"/>
          <p:cNvSpPr>
            <a:spLocks noGrp="1"/>
          </p:cNvSpPr>
          <p:nvPr>
            <p:ph type="body"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Tree>
    <p:extLst>
      <p:ext uri="{BB962C8B-B14F-4D97-AF65-F5344CB8AC3E}">
        <p14:creationId xmlns:p14="http://schemas.microsoft.com/office/powerpoint/2010/main" val="4069626107"/>
      </p:ext>
    </p:extLst>
  </p:cSld>
  <p:clrMapOvr>
    <a:masterClrMapping/>
  </p:clrMapOvr>
</p:sldLayout>
</file>

<file path=ppt/slideLayouts/slideLayout217.xml><?xml version="1.0" encoding="utf-8"?>
<p:sldLayout xmlns:a="http://schemas.openxmlformats.org/drawingml/2006/main" xmlns:r="http://schemas.openxmlformats.org/officeDocument/2006/relationships" xmlns:p="http://schemas.openxmlformats.org/presentationml/2006/main" showMasterSp="0" preserve="1">
  <p:cSld name="Title Slide">
    <p:spTree>
      <p:nvGrpSpPr>
        <p:cNvPr id="1" name=""/>
        <p:cNvGrpSpPr/>
        <p:nvPr/>
      </p:nvGrpSpPr>
      <p:grpSpPr>
        <a:xfrm>
          <a:off x="0" y="0"/>
          <a:ext cx="0" cy="0"/>
          <a:chOff x="0" y="0"/>
          <a:chExt cx="0" cy="0"/>
        </a:xfrm>
      </p:grpSpPr>
      <p:sp>
        <p:nvSpPr>
          <p:cNvPr id="5" name="Rectangle 4"/>
          <p:cNvSpPr/>
          <p:nvPr/>
        </p:nvSpPr>
        <p:spPr>
          <a:xfrm>
            <a:off x="14177" y="2514600"/>
            <a:ext cx="9144000" cy="251460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p:cNvSpPr txBox="1"/>
          <p:nvPr/>
        </p:nvSpPr>
        <p:spPr>
          <a:xfrm>
            <a:off x="523875" y="1500426"/>
            <a:ext cx="7477125" cy="861774"/>
          </a:xfrm>
          <a:prstGeom prst="rect">
            <a:avLst/>
          </a:prstGeom>
          <a:noFill/>
        </p:spPr>
        <p:txBody>
          <a:bodyPr wrap="square" rtlCol="0">
            <a:spAutoFit/>
          </a:bodyPr>
          <a:lstStyle/>
          <a:p>
            <a:r>
              <a:rPr lang="en-US" sz="4800" dirty="0">
                <a:solidFill>
                  <a:schemeClr val="tx1">
                    <a:lumMod val="65000"/>
                    <a:lumOff val="35000"/>
                  </a:schemeClr>
                </a:solidFill>
                <a:latin typeface="Segoe UI Light" pitchFamily="34" charset="0"/>
                <a:ea typeface="Segoe UI" pitchFamily="34" charset="0"/>
                <a:cs typeface="Segoe UI" pitchFamily="34" charset="0"/>
              </a:rPr>
              <a:t>Microsoft</a:t>
            </a:r>
            <a:r>
              <a:rPr lang="en-US" baseline="100000" dirty="0">
                <a:solidFill>
                  <a:schemeClr val="tx1">
                    <a:lumMod val="65000"/>
                    <a:lumOff val="35000"/>
                  </a:schemeClr>
                </a:solidFill>
                <a:latin typeface="Segoe UI Light" pitchFamily="34" charset="0"/>
                <a:ea typeface="Segoe UI" pitchFamily="34" charset="0"/>
                <a:cs typeface="Segoe UI" pitchFamily="34" charset="0"/>
              </a:rPr>
              <a:t>®</a:t>
            </a:r>
            <a:r>
              <a:rPr lang="en-US" sz="4400" dirty="0">
                <a:solidFill>
                  <a:schemeClr val="tx1">
                    <a:lumMod val="65000"/>
                    <a:lumOff val="35000"/>
                  </a:schemeClr>
                </a:solidFill>
                <a:latin typeface="Segoe UI Light" pitchFamily="34" charset="0"/>
                <a:ea typeface="Segoe UI" pitchFamily="34" charset="0"/>
                <a:cs typeface="Segoe UI" pitchFamily="34" charset="0"/>
              </a:rPr>
              <a:t> </a:t>
            </a:r>
            <a:r>
              <a:rPr lang="en-US" sz="4800" dirty="0">
                <a:solidFill>
                  <a:schemeClr val="tx1">
                    <a:lumMod val="65000"/>
                    <a:lumOff val="35000"/>
                  </a:schemeClr>
                </a:solidFill>
                <a:latin typeface="Segoe UI Light" pitchFamily="34" charset="0"/>
                <a:ea typeface="Segoe UI" pitchFamily="34" charset="0"/>
                <a:cs typeface="Segoe UI" pitchFamily="34" charset="0"/>
              </a:rPr>
              <a:t>Official Course</a:t>
            </a:r>
          </a:p>
        </p:txBody>
      </p:sp>
      <p:pic>
        <p:nvPicPr>
          <p:cNvPr id="7" name="Picture 6"/>
          <p:cNvPicPr>
            <a:picLocks noChangeAspect="1"/>
          </p:cNvPicPr>
          <p:nvPr/>
        </p:nvPicPr>
        <p:blipFill>
          <a:blip r:embed="rId2" cstate="print">
            <a:duotone>
              <a:prstClr val="black"/>
              <a:schemeClr val="tx1">
                <a:lumMod val="85000"/>
                <a:lumOff val="15000"/>
                <a:tint val="45000"/>
                <a:satMod val="400000"/>
              </a:schemeClr>
            </a:duotone>
            <a:extLst>
              <a:ext uri="{BEBA8EAE-BF5A-486C-A8C5-ECC9F3942E4B}">
                <a14:imgProps xmlns:a14="http://schemas.microsoft.com/office/drawing/2010/main">
                  <a14:imgLayer r:embed="rId3">
                    <a14:imgEffect>
                      <a14:saturation sat="400000"/>
                    </a14:imgEffect>
                  </a14:imgLayer>
                </a14:imgProps>
              </a:ext>
              <a:ext uri="{28A0092B-C50C-407E-A947-70E740481C1C}">
                <a14:useLocalDpi xmlns:a14="http://schemas.microsoft.com/office/drawing/2010/main" val="0"/>
              </a:ext>
            </a:extLst>
          </a:blip>
          <a:stretch>
            <a:fillRect/>
          </a:stretch>
        </p:blipFill>
        <p:spPr>
          <a:xfrm>
            <a:off x="7315200" y="6248400"/>
            <a:ext cx="1413823" cy="230205"/>
          </a:xfrm>
          <a:prstGeom prst="rect">
            <a:avLst/>
          </a:prstGeom>
        </p:spPr>
      </p:pic>
      <p:pic>
        <p:nvPicPr>
          <p:cNvPr id="10" name="Picture 9"/>
          <p:cNvPicPr>
            <a:picLocks/>
          </p:cNvPicPr>
          <p:nvPr/>
        </p:nvPicPr>
        <p:blipFill>
          <a:blip r:embed="rId4" cstate="print">
            <a:extLst>
              <a:ext uri="{28A0092B-C50C-407E-A947-70E740481C1C}">
                <a14:useLocalDpi xmlns:a14="http://schemas.microsoft.com/office/drawing/2010/main" val="0"/>
              </a:ext>
            </a:extLst>
          </a:blip>
          <a:stretch>
            <a:fillRect/>
          </a:stretch>
        </p:blipFill>
        <p:spPr>
          <a:xfrm>
            <a:off x="1" y="2514600"/>
            <a:ext cx="3063240" cy="2514600"/>
          </a:xfrm>
          <a:prstGeom prst="rect">
            <a:avLst/>
          </a:prstGeom>
        </p:spPr>
      </p:pic>
      <p:sp>
        <p:nvSpPr>
          <p:cNvPr id="726019" name="Rectangle 3"/>
          <p:cNvSpPr>
            <a:spLocks noGrp="1" noChangeArrowheads="1"/>
          </p:cNvSpPr>
          <p:nvPr>
            <p:ph type="ctrTitle" sz="quarter" hasCustomPrompt="1"/>
          </p:nvPr>
        </p:nvSpPr>
        <p:spPr>
          <a:xfrm>
            <a:off x="3106782" y="2774735"/>
            <a:ext cx="5732417" cy="1129607"/>
          </a:xfrm>
          <a:ln algn="ctr"/>
        </p:spPr>
        <p:txBody>
          <a:bodyPr wrap="square" tIns="0" rIns="0" bIns="0">
            <a:spAutoFit/>
          </a:bodyPr>
          <a:lstStyle>
            <a:lvl1pPr algn="l">
              <a:spcBef>
                <a:spcPct val="60000"/>
              </a:spcBef>
              <a:buClr>
                <a:schemeClr val="hlink"/>
              </a:buClr>
              <a:buSzPct val="90000"/>
              <a:buFontTx/>
              <a:buNone/>
              <a:defRPr sz="8400" baseline="0">
                <a:solidFill>
                  <a:schemeClr val="bg1"/>
                </a:solidFill>
                <a:latin typeface="Segoe Light" pitchFamily="34" charset="0"/>
              </a:defRPr>
            </a:lvl1pPr>
          </a:lstStyle>
          <a:p>
            <a:r>
              <a:rPr lang="en-US" dirty="0"/>
              <a:t>Course #</a:t>
            </a:r>
          </a:p>
        </p:txBody>
      </p:sp>
      <p:sp>
        <p:nvSpPr>
          <p:cNvPr id="726020" name="Rectangle 4"/>
          <p:cNvSpPr>
            <a:spLocks noGrp="1" noChangeArrowheads="1"/>
          </p:cNvSpPr>
          <p:nvPr>
            <p:ph type="subTitle" sz="quarter" idx="1" hasCustomPrompt="1"/>
          </p:nvPr>
        </p:nvSpPr>
        <p:spPr>
          <a:xfrm>
            <a:off x="3121297" y="3925328"/>
            <a:ext cx="5775960" cy="1103872"/>
          </a:xfrm>
        </p:spPr>
        <p:txBody>
          <a:bodyPr lIns="91440" tIns="45720" rIns="91440" bIns="45720"/>
          <a:lstStyle>
            <a:lvl1pPr marL="0" indent="0" algn="l">
              <a:lnSpc>
                <a:spcPct val="95000"/>
              </a:lnSpc>
              <a:spcBef>
                <a:spcPct val="60000"/>
              </a:spcBef>
              <a:buFontTx/>
              <a:buNone/>
              <a:defRPr sz="2800">
                <a:solidFill>
                  <a:schemeClr val="bg1"/>
                </a:solidFill>
                <a:latin typeface="Segoe UI" pitchFamily="34" charset="0"/>
                <a:ea typeface="Segoe UI" pitchFamily="34" charset="0"/>
                <a:cs typeface="Segoe UI" pitchFamily="34" charset="0"/>
              </a:defRPr>
            </a:lvl1pPr>
          </a:lstStyle>
          <a:p>
            <a:r>
              <a:rPr lang="en-US" dirty="0"/>
              <a:t>Click to edit Course title</a:t>
            </a:r>
          </a:p>
        </p:txBody>
      </p:sp>
    </p:spTree>
    <p:extLst>
      <p:ext uri="{BB962C8B-B14F-4D97-AF65-F5344CB8AC3E}">
        <p14:creationId xmlns:p14="http://schemas.microsoft.com/office/powerpoint/2010/main" val="1289616152"/>
      </p:ext>
    </p:extLst>
  </p:cSld>
  <p:clrMapOvr>
    <a:masterClrMapping/>
  </p:clrMapOvr>
</p:sldLayout>
</file>

<file path=ppt/slideLayouts/slideLayout218.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2885699517"/>
      </p:ext>
    </p:extLst>
  </p:cSld>
  <p:clrMapOvr>
    <a:masterClrMapping/>
  </p:clrMapOvr>
</p:sldLayout>
</file>

<file path=ppt/slideLayouts/slideLayout219.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Tree>
    <p:extLst>
      <p:ext uri="{BB962C8B-B14F-4D97-AF65-F5344CB8AC3E}">
        <p14:creationId xmlns:p14="http://schemas.microsoft.com/office/powerpoint/2010/main" val="3865692766"/>
      </p:ext>
    </p:extLst>
  </p:cSld>
  <p:clrMapOvr>
    <a:masterClrMapping/>
  </p:clrMapOvr>
</p:sldLayout>
</file>

<file path=ppt/slideLayouts/slideLayout220.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458788" y="992188"/>
            <a:ext cx="3798887"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410075" y="992188"/>
            <a:ext cx="3800475"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2794076449"/>
      </p:ext>
    </p:extLst>
  </p:cSld>
  <p:clrMapOvr>
    <a:masterClrMapping/>
  </p:clrMapOvr>
</p:sldLayout>
</file>

<file path=ppt/slideLayouts/slideLayout221.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80772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45025" y="1535113"/>
            <a:ext cx="4041775"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30283709"/>
      </p:ext>
    </p:extLst>
  </p:cSld>
  <p:clrMapOvr>
    <a:masterClrMapping/>
  </p:clrMapOvr>
</p:sldLayout>
</file>

<file path=ppt/slideLayouts/slideLayout222.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2863268748"/>
      </p:ext>
    </p:extLst>
  </p:cSld>
  <p:clrMapOvr>
    <a:masterClrMapping/>
  </p:clrMapOvr>
</p:sldLayout>
</file>

<file path=ppt/slideLayouts/slideLayout22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340606616"/>
      </p:ext>
    </p:extLst>
  </p:cSld>
  <p:clrMapOvr>
    <a:masterClrMapping/>
  </p:clrMapOvr>
</p:sldLayout>
</file>

<file path=ppt/slideLayouts/slideLayout224.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t"/>
          <a:lstStyle>
            <a:lvl1pPr algn="l">
              <a:defRPr sz="2000" b="0"/>
            </a:lvl1pPr>
          </a:lstStyle>
          <a:p>
            <a:r>
              <a:rPr lang="en-US"/>
              <a:t>Click to edit Master title style</a:t>
            </a:r>
            <a:endParaRPr lang="en-US" dirty="0"/>
          </a:p>
        </p:txBody>
      </p:sp>
      <p:sp>
        <p:nvSpPr>
          <p:cNvPr id="3" name="Content Placeholder 2"/>
          <p:cNvSpPr>
            <a:spLocks noGrp="1"/>
          </p:cNvSpPr>
          <p:nvPr>
            <p:ph idx="1"/>
          </p:nvPr>
        </p:nvSpPr>
        <p:spPr>
          <a:xfrm>
            <a:off x="3575050" y="273050"/>
            <a:ext cx="5111750" cy="5853113"/>
          </a:xfrm>
        </p:spPr>
        <p:txBody>
          <a:bodyPr/>
          <a:lstStyle>
            <a:lvl1pPr>
              <a:defRPr sz="3200">
                <a:solidFill>
                  <a:schemeClr val="bg1"/>
                </a:solidFill>
              </a:defRPr>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1678779488"/>
      </p:ext>
    </p:extLst>
  </p:cSld>
  <p:clrMapOvr>
    <a:masterClrMapping/>
  </p:clrMapOvr>
</p:sldLayout>
</file>

<file path=ppt/slideLayouts/slideLayout225.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endParaRPr lang="en-US" noProof="0" dirty="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4096035252"/>
      </p:ext>
    </p:extLst>
  </p:cSld>
  <p:clrMapOvr>
    <a:masterClrMapping/>
  </p:clrMapOvr>
</p:sldLayout>
</file>

<file path=ppt/slideLayouts/slideLayout22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686352815"/>
      </p:ext>
    </p:extLst>
  </p:cSld>
  <p:clrMapOvr>
    <a:masterClrMapping/>
  </p:clrMapOvr>
</p:sldLayout>
</file>

<file path=ppt/slideLayouts/slideLayout22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291263" y="0"/>
            <a:ext cx="1943100" cy="537845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458788" y="0"/>
            <a:ext cx="5680075" cy="5378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43176322"/>
      </p:ext>
    </p:extLst>
  </p:cSld>
  <p:clrMapOvr>
    <a:masterClrMapping/>
  </p:clrMapOvr>
</p:sldLayout>
</file>

<file path=ppt/slideLayouts/slideLayout228.xml><?xml version="1.0" encoding="utf-8"?>
<p:sldLayout xmlns:a="http://schemas.openxmlformats.org/drawingml/2006/main" xmlns:r="http://schemas.openxmlformats.org/officeDocument/2006/relationships" xmlns:p="http://schemas.openxmlformats.org/presentationml/2006/main" type="tx">
  <p:cSld name="Title an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CA"/>
          </a:p>
        </p:txBody>
      </p:sp>
      <p:sp>
        <p:nvSpPr>
          <p:cNvPr id="3" name="Text Placeholder 2"/>
          <p:cNvSpPr>
            <a:spLocks noGrp="1"/>
          </p:cNvSpPr>
          <p:nvPr>
            <p:ph type="body"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Tree>
    <p:extLst>
      <p:ext uri="{BB962C8B-B14F-4D97-AF65-F5344CB8AC3E}">
        <p14:creationId xmlns:p14="http://schemas.microsoft.com/office/powerpoint/2010/main" val="906475951"/>
      </p:ext>
    </p:extLst>
  </p:cSld>
  <p:clrMapOvr>
    <a:masterClrMapping/>
  </p:clrMapOvr>
</p:sldLayout>
</file>

<file path=ppt/slideLayouts/slideLayout229.xml><?xml version="1.0" encoding="utf-8"?>
<p:sldLayout xmlns:a="http://schemas.openxmlformats.org/drawingml/2006/main" xmlns:r="http://schemas.openxmlformats.org/officeDocument/2006/relationships" xmlns:p="http://schemas.openxmlformats.org/presentationml/2006/main" showMasterSp="0" preserve="1">
  <p:cSld name="Title Slide">
    <p:spTree>
      <p:nvGrpSpPr>
        <p:cNvPr id="1" name=""/>
        <p:cNvGrpSpPr/>
        <p:nvPr/>
      </p:nvGrpSpPr>
      <p:grpSpPr>
        <a:xfrm>
          <a:off x="0" y="0"/>
          <a:ext cx="0" cy="0"/>
          <a:chOff x="0" y="0"/>
          <a:chExt cx="0" cy="0"/>
        </a:xfrm>
      </p:grpSpPr>
      <p:sp>
        <p:nvSpPr>
          <p:cNvPr id="5" name="Rectangle 4"/>
          <p:cNvSpPr/>
          <p:nvPr/>
        </p:nvSpPr>
        <p:spPr>
          <a:xfrm>
            <a:off x="14177" y="2514600"/>
            <a:ext cx="9144000" cy="251460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p:cNvSpPr txBox="1"/>
          <p:nvPr/>
        </p:nvSpPr>
        <p:spPr>
          <a:xfrm>
            <a:off x="523875" y="1500426"/>
            <a:ext cx="7477125" cy="861774"/>
          </a:xfrm>
          <a:prstGeom prst="rect">
            <a:avLst/>
          </a:prstGeom>
          <a:noFill/>
        </p:spPr>
        <p:txBody>
          <a:bodyPr wrap="square" rtlCol="0">
            <a:spAutoFit/>
          </a:bodyPr>
          <a:lstStyle/>
          <a:p>
            <a:r>
              <a:rPr lang="en-US" sz="4800" dirty="0">
                <a:solidFill>
                  <a:schemeClr val="tx1">
                    <a:lumMod val="65000"/>
                    <a:lumOff val="35000"/>
                  </a:schemeClr>
                </a:solidFill>
                <a:latin typeface="Segoe UI Light" pitchFamily="34" charset="0"/>
                <a:ea typeface="Segoe UI" pitchFamily="34" charset="0"/>
                <a:cs typeface="Segoe UI" pitchFamily="34" charset="0"/>
              </a:rPr>
              <a:t>Microsoft</a:t>
            </a:r>
            <a:r>
              <a:rPr lang="en-US" baseline="100000" dirty="0">
                <a:solidFill>
                  <a:schemeClr val="tx1">
                    <a:lumMod val="65000"/>
                    <a:lumOff val="35000"/>
                  </a:schemeClr>
                </a:solidFill>
                <a:latin typeface="Segoe UI Light" pitchFamily="34" charset="0"/>
                <a:ea typeface="Segoe UI" pitchFamily="34" charset="0"/>
                <a:cs typeface="Segoe UI" pitchFamily="34" charset="0"/>
              </a:rPr>
              <a:t>®</a:t>
            </a:r>
            <a:r>
              <a:rPr lang="en-US" sz="4400" dirty="0">
                <a:solidFill>
                  <a:schemeClr val="tx1">
                    <a:lumMod val="65000"/>
                    <a:lumOff val="35000"/>
                  </a:schemeClr>
                </a:solidFill>
                <a:latin typeface="Segoe UI Light" pitchFamily="34" charset="0"/>
                <a:ea typeface="Segoe UI" pitchFamily="34" charset="0"/>
                <a:cs typeface="Segoe UI" pitchFamily="34" charset="0"/>
              </a:rPr>
              <a:t> </a:t>
            </a:r>
            <a:r>
              <a:rPr lang="en-US" sz="4800" dirty="0">
                <a:solidFill>
                  <a:schemeClr val="tx1">
                    <a:lumMod val="65000"/>
                    <a:lumOff val="35000"/>
                  </a:schemeClr>
                </a:solidFill>
                <a:latin typeface="Segoe UI Light" pitchFamily="34" charset="0"/>
                <a:ea typeface="Segoe UI" pitchFamily="34" charset="0"/>
                <a:cs typeface="Segoe UI" pitchFamily="34" charset="0"/>
              </a:rPr>
              <a:t>Official Course</a:t>
            </a:r>
          </a:p>
        </p:txBody>
      </p:sp>
      <p:pic>
        <p:nvPicPr>
          <p:cNvPr id="7" name="Picture 6"/>
          <p:cNvPicPr>
            <a:picLocks noChangeAspect="1"/>
          </p:cNvPicPr>
          <p:nvPr/>
        </p:nvPicPr>
        <p:blipFill>
          <a:blip r:embed="rId2" cstate="print">
            <a:duotone>
              <a:prstClr val="black"/>
              <a:schemeClr val="tx1">
                <a:lumMod val="85000"/>
                <a:lumOff val="15000"/>
                <a:tint val="45000"/>
                <a:satMod val="400000"/>
              </a:schemeClr>
            </a:duotone>
            <a:extLst>
              <a:ext uri="{BEBA8EAE-BF5A-486C-A8C5-ECC9F3942E4B}">
                <a14:imgProps xmlns:a14="http://schemas.microsoft.com/office/drawing/2010/main">
                  <a14:imgLayer r:embed="rId3">
                    <a14:imgEffect>
                      <a14:saturation sat="400000"/>
                    </a14:imgEffect>
                  </a14:imgLayer>
                </a14:imgProps>
              </a:ext>
              <a:ext uri="{28A0092B-C50C-407E-A947-70E740481C1C}">
                <a14:useLocalDpi xmlns:a14="http://schemas.microsoft.com/office/drawing/2010/main" val="0"/>
              </a:ext>
            </a:extLst>
          </a:blip>
          <a:stretch>
            <a:fillRect/>
          </a:stretch>
        </p:blipFill>
        <p:spPr>
          <a:xfrm>
            <a:off x="7315200" y="6248400"/>
            <a:ext cx="1413823" cy="230205"/>
          </a:xfrm>
          <a:prstGeom prst="rect">
            <a:avLst/>
          </a:prstGeom>
        </p:spPr>
      </p:pic>
      <p:pic>
        <p:nvPicPr>
          <p:cNvPr id="10" name="Picture 9"/>
          <p:cNvPicPr>
            <a:picLocks/>
          </p:cNvPicPr>
          <p:nvPr/>
        </p:nvPicPr>
        <p:blipFill>
          <a:blip r:embed="rId4" cstate="print">
            <a:extLst>
              <a:ext uri="{28A0092B-C50C-407E-A947-70E740481C1C}">
                <a14:useLocalDpi xmlns:a14="http://schemas.microsoft.com/office/drawing/2010/main" val="0"/>
              </a:ext>
            </a:extLst>
          </a:blip>
          <a:stretch>
            <a:fillRect/>
          </a:stretch>
        </p:blipFill>
        <p:spPr>
          <a:xfrm>
            <a:off x="1" y="2514600"/>
            <a:ext cx="3063240" cy="2514600"/>
          </a:xfrm>
          <a:prstGeom prst="rect">
            <a:avLst/>
          </a:prstGeom>
        </p:spPr>
      </p:pic>
      <p:sp>
        <p:nvSpPr>
          <p:cNvPr id="726019" name="Rectangle 3"/>
          <p:cNvSpPr>
            <a:spLocks noGrp="1" noChangeArrowheads="1"/>
          </p:cNvSpPr>
          <p:nvPr>
            <p:ph type="ctrTitle" sz="quarter" hasCustomPrompt="1"/>
          </p:nvPr>
        </p:nvSpPr>
        <p:spPr>
          <a:xfrm>
            <a:off x="3106782" y="2774735"/>
            <a:ext cx="5732417" cy="1129607"/>
          </a:xfrm>
          <a:ln algn="ctr"/>
        </p:spPr>
        <p:txBody>
          <a:bodyPr wrap="square" tIns="0" rIns="0" bIns="0">
            <a:spAutoFit/>
          </a:bodyPr>
          <a:lstStyle>
            <a:lvl1pPr algn="l">
              <a:spcBef>
                <a:spcPct val="60000"/>
              </a:spcBef>
              <a:buClr>
                <a:schemeClr val="hlink"/>
              </a:buClr>
              <a:buSzPct val="90000"/>
              <a:buFontTx/>
              <a:buNone/>
              <a:defRPr sz="8400" baseline="0">
                <a:solidFill>
                  <a:schemeClr val="bg1"/>
                </a:solidFill>
                <a:latin typeface="Segoe Light" pitchFamily="34" charset="0"/>
              </a:defRPr>
            </a:lvl1pPr>
          </a:lstStyle>
          <a:p>
            <a:r>
              <a:rPr lang="en-US" dirty="0"/>
              <a:t>Course #</a:t>
            </a:r>
          </a:p>
        </p:txBody>
      </p:sp>
      <p:sp>
        <p:nvSpPr>
          <p:cNvPr id="726020" name="Rectangle 4"/>
          <p:cNvSpPr>
            <a:spLocks noGrp="1" noChangeArrowheads="1"/>
          </p:cNvSpPr>
          <p:nvPr>
            <p:ph type="subTitle" sz="quarter" idx="1" hasCustomPrompt="1"/>
          </p:nvPr>
        </p:nvSpPr>
        <p:spPr>
          <a:xfrm>
            <a:off x="3121297" y="3925328"/>
            <a:ext cx="5775960" cy="1103872"/>
          </a:xfrm>
        </p:spPr>
        <p:txBody>
          <a:bodyPr lIns="91440" tIns="45720" rIns="91440" bIns="45720"/>
          <a:lstStyle>
            <a:lvl1pPr marL="0" indent="0" algn="l">
              <a:lnSpc>
                <a:spcPct val="95000"/>
              </a:lnSpc>
              <a:spcBef>
                <a:spcPct val="60000"/>
              </a:spcBef>
              <a:buFontTx/>
              <a:buNone/>
              <a:defRPr sz="2800">
                <a:solidFill>
                  <a:schemeClr val="bg1"/>
                </a:solidFill>
                <a:latin typeface="Segoe UI" pitchFamily="34" charset="0"/>
                <a:ea typeface="Segoe UI" pitchFamily="34" charset="0"/>
                <a:cs typeface="Segoe UI" pitchFamily="34" charset="0"/>
              </a:defRPr>
            </a:lvl1pPr>
          </a:lstStyle>
          <a:p>
            <a:r>
              <a:rPr lang="en-US" dirty="0"/>
              <a:t>Click to edit Course title</a:t>
            </a:r>
          </a:p>
        </p:txBody>
      </p:sp>
    </p:spTree>
    <p:extLst>
      <p:ext uri="{BB962C8B-B14F-4D97-AF65-F5344CB8AC3E}">
        <p14:creationId xmlns:p14="http://schemas.microsoft.com/office/powerpoint/2010/main" val="3774504463"/>
      </p:ext>
    </p:extLst>
  </p:cSld>
  <p:clrMapOvr>
    <a:masterClrMapping/>
  </p:clrMapOvr>
</p:sldLayout>
</file>

<file path=ppt/slideLayouts/slideLayout230.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360744290"/>
      </p:ext>
    </p:extLst>
  </p:cSld>
  <p:clrMapOvr>
    <a:masterClrMapping/>
  </p:clrMapOvr>
</p:sldLayout>
</file>

<file path=ppt/slideLayouts/slideLayout231.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Tree>
    <p:extLst>
      <p:ext uri="{BB962C8B-B14F-4D97-AF65-F5344CB8AC3E}">
        <p14:creationId xmlns:p14="http://schemas.microsoft.com/office/powerpoint/2010/main" val="1122250459"/>
      </p:ext>
    </p:extLst>
  </p:cSld>
  <p:clrMapOvr>
    <a:masterClrMapping/>
  </p:clrMapOvr>
</p:sldLayout>
</file>

<file path=ppt/slideLayouts/slideLayout232.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458788" y="992188"/>
            <a:ext cx="3798887"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410075" y="992188"/>
            <a:ext cx="3800475"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852556770"/>
      </p:ext>
    </p:extLst>
  </p:cSld>
  <p:clrMapOvr>
    <a:masterClrMapping/>
  </p:clrMapOvr>
</p:sldLayout>
</file>

<file path=ppt/slideLayouts/slideLayout233.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80772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45025" y="1535113"/>
            <a:ext cx="4041775"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4003424272"/>
      </p:ext>
    </p:extLst>
  </p:cSld>
  <p:clrMapOvr>
    <a:masterClrMapping/>
  </p:clrMapOvr>
</p:sldLayout>
</file>

<file path=ppt/slideLayouts/slideLayout23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3217317153"/>
      </p:ext>
    </p:extLst>
  </p:cSld>
  <p:clrMapOvr>
    <a:masterClrMapping/>
  </p:clrMapOvr>
</p:sldLayout>
</file>

<file path=ppt/slideLayouts/slideLayout23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376082103"/>
      </p:ext>
    </p:extLst>
  </p:cSld>
  <p:clrMapOvr>
    <a:masterClrMapping/>
  </p:clrMapOvr>
</p:sldLayout>
</file>

<file path=ppt/slideLayouts/slideLayout236.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t"/>
          <a:lstStyle>
            <a:lvl1pPr algn="l">
              <a:defRPr sz="2000" b="0"/>
            </a:lvl1pPr>
          </a:lstStyle>
          <a:p>
            <a:r>
              <a:rPr lang="en-US"/>
              <a:t>Click to edit Master title style</a:t>
            </a:r>
            <a:endParaRPr lang="en-US" dirty="0"/>
          </a:p>
        </p:txBody>
      </p:sp>
      <p:sp>
        <p:nvSpPr>
          <p:cNvPr id="3" name="Content Placeholder 2"/>
          <p:cNvSpPr>
            <a:spLocks noGrp="1"/>
          </p:cNvSpPr>
          <p:nvPr>
            <p:ph idx="1"/>
          </p:nvPr>
        </p:nvSpPr>
        <p:spPr>
          <a:xfrm>
            <a:off x="3575050" y="273050"/>
            <a:ext cx="5111750" cy="5853113"/>
          </a:xfrm>
        </p:spPr>
        <p:txBody>
          <a:bodyPr/>
          <a:lstStyle>
            <a:lvl1pPr>
              <a:defRPr sz="3200">
                <a:solidFill>
                  <a:schemeClr val="bg1"/>
                </a:solidFill>
              </a:defRPr>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2417664203"/>
      </p:ext>
    </p:extLst>
  </p:cSld>
  <p:clrMapOvr>
    <a:masterClrMapping/>
  </p:clrMapOvr>
</p:sldLayout>
</file>

<file path=ppt/slideLayouts/slideLayout237.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endParaRPr lang="en-US" noProof="0" dirty="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1560112470"/>
      </p:ext>
    </p:extLst>
  </p:cSld>
  <p:clrMapOvr>
    <a:masterClrMapping/>
  </p:clrMapOvr>
</p:sldLayout>
</file>

<file path=ppt/slideLayouts/slideLayout238.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4109919871"/>
      </p:ext>
    </p:extLst>
  </p:cSld>
  <p:clrMapOvr>
    <a:masterClrMapping/>
  </p:clrMapOvr>
</p:sldLayout>
</file>

<file path=ppt/slideLayouts/slideLayout239.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291263" y="0"/>
            <a:ext cx="1943100" cy="537845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458788" y="0"/>
            <a:ext cx="5680075" cy="5378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154115197"/>
      </p:ext>
    </p:extLst>
  </p:cSld>
  <p:clrMapOvr>
    <a:masterClrMapping/>
  </p:clrMapOvr>
</p:sldLayout>
</file>

<file path=ppt/slideLayouts/slideLayout240.xml><?xml version="1.0" encoding="utf-8"?>
<p:sldLayout xmlns:a="http://schemas.openxmlformats.org/drawingml/2006/main" xmlns:r="http://schemas.openxmlformats.org/officeDocument/2006/relationships" xmlns:p="http://schemas.openxmlformats.org/presentationml/2006/main" type="tx">
  <p:cSld name="Title an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CA"/>
          </a:p>
        </p:txBody>
      </p:sp>
      <p:sp>
        <p:nvSpPr>
          <p:cNvPr id="3" name="Text Placeholder 2"/>
          <p:cNvSpPr>
            <a:spLocks noGrp="1"/>
          </p:cNvSpPr>
          <p:nvPr>
            <p:ph type="body"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Tree>
    <p:extLst>
      <p:ext uri="{BB962C8B-B14F-4D97-AF65-F5344CB8AC3E}">
        <p14:creationId xmlns:p14="http://schemas.microsoft.com/office/powerpoint/2010/main" val="3081964596"/>
      </p:ext>
    </p:extLst>
  </p:cSld>
  <p:clrMapOvr>
    <a:masterClrMapping/>
  </p:clrMapOvr>
</p:sldLayout>
</file>

<file path=ppt/slideLayouts/slideLayout241.xml><?xml version="1.0" encoding="utf-8"?>
<p:sldLayout xmlns:a="http://schemas.openxmlformats.org/drawingml/2006/main" xmlns:r="http://schemas.openxmlformats.org/officeDocument/2006/relationships" xmlns:p="http://schemas.openxmlformats.org/presentationml/2006/main" showMasterSp="0" preserve="1">
  <p:cSld name="Title Slide">
    <p:spTree>
      <p:nvGrpSpPr>
        <p:cNvPr id="1" name=""/>
        <p:cNvGrpSpPr/>
        <p:nvPr/>
      </p:nvGrpSpPr>
      <p:grpSpPr>
        <a:xfrm>
          <a:off x="0" y="0"/>
          <a:ext cx="0" cy="0"/>
          <a:chOff x="0" y="0"/>
          <a:chExt cx="0" cy="0"/>
        </a:xfrm>
      </p:grpSpPr>
      <p:sp>
        <p:nvSpPr>
          <p:cNvPr id="5" name="Rectangle 4"/>
          <p:cNvSpPr/>
          <p:nvPr/>
        </p:nvSpPr>
        <p:spPr>
          <a:xfrm>
            <a:off x="14177" y="2514600"/>
            <a:ext cx="9144000" cy="251460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p:cNvSpPr txBox="1"/>
          <p:nvPr/>
        </p:nvSpPr>
        <p:spPr>
          <a:xfrm>
            <a:off x="523875" y="1500426"/>
            <a:ext cx="7477125" cy="861774"/>
          </a:xfrm>
          <a:prstGeom prst="rect">
            <a:avLst/>
          </a:prstGeom>
          <a:noFill/>
        </p:spPr>
        <p:txBody>
          <a:bodyPr wrap="square" rtlCol="0">
            <a:spAutoFit/>
          </a:bodyPr>
          <a:lstStyle/>
          <a:p>
            <a:r>
              <a:rPr lang="en-US" sz="4800" dirty="0">
                <a:solidFill>
                  <a:schemeClr val="tx1">
                    <a:lumMod val="65000"/>
                    <a:lumOff val="35000"/>
                  </a:schemeClr>
                </a:solidFill>
                <a:latin typeface="Segoe UI Light" pitchFamily="34" charset="0"/>
                <a:ea typeface="Segoe UI" pitchFamily="34" charset="0"/>
                <a:cs typeface="Segoe UI" pitchFamily="34" charset="0"/>
              </a:rPr>
              <a:t>Microsoft</a:t>
            </a:r>
            <a:r>
              <a:rPr lang="en-US" baseline="100000" dirty="0">
                <a:solidFill>
                  <a:schemeClr val="tx1">
                    <a:lumMod val="65000"/>
                    <a:lumOff val="35000"/>
                  </a:schemeClr>
                </a:solidFill>
                <a:latin typeface="Segoe UI Light" pitchFamily="34" charset="0"/>
                <a:ea typeface="Segoe UI" pitchFamily="34" charset="0"/>
                <a:cs typeface="Segoe UI" pitchFamily="34" charset="0"/>
              </a:rPr>
              <a:t>®</a:t>
            </a:r>
            <a:r>
              <a:rPr lang="en-US" sz="4400" dirty="0">
                <a:solidFill>
                  <a:schemeClr val="tx1">
                    <a:lumMod val="65000"/>
                    <a:lumOff val="35000"/>
                  </a:schemeClr>
                </a:solidFill>
                <a:latin typeface="Segoe UI Light" pitchFamily="34" charset="0"/>
                <a:ea typeface="Segoe UI" pitchFamily="34" charset="0"/>
                <a:cs typeface="Segoe UI" pitchFamily="34" charset="0"/>
              </a:rPr>
              <a:t> </a:t>
            </a:r>
            <a:r>
              <a:rPr lang="en-US" sz="4800" dirty="0">
                <a:solidFill>
                  <a:schemeClr val="tx1">
                    <a:lumMod val="65000"/>
                    <a:lumOff val="35000"/>
                  </a:schemeClr>
                </a:solidFill>
                <a:latin typeface="Segoe UI Light" pitchFamily="34" charset="0"/>
                <a:ea typeface="Segoe UI" pitchFamily="34" charset="0"/>
                <a:cs typeface="Segoe UI" pitchFamily="34" charset="0"/>
              </a:rPr>
              <a:t>Official Course</a:t>
            </a:r>
          </a:p>
        </p:txBody>
      </p:sp>
      <p:pic>
        <p:nvPicPr>
          <p:cNvPr id="7" name="Picture 6"/>
          <p:cNvPicPr>
            <a:picLocks noChangeAspect="1"/>
          </p:cNvPicPr>
          <p:nvPr/>
        </p:nvPicPr>
        <p:blipFill>
          <a:blip r:embed="rId2" cstate="print">
            <a:duotone>
              <a:prstClr val="black"/>
              <a:schemeClr val="tx1">
                <a:lumMod val="85000"/>
                <a:lumOff val="15000"/>
                <a:tint val="45000"/>
                <a:satMod val="400000"/>
              </a:schemeClr>
            </a:duotone>
            <a:extLst>
              <a:ext uri="{BEBA8EAE-BF5A-486C-A8C5-ECC9F3942E4B}">
                <a14:imgProps xmlns:a14="http://schemas.microsoft.com/office/drawing/2010/main">
                  <a14:imgLayer r:embed="rId3">
                    <a14:imgEffect>
                      <a14:saturation sat="400000"/>
                    </a14:imgEffect>
                  </a14:imgLayer>
                </a14:imgProps>
              </a:ext>
              <a:ext uri="{28A0092B-C50C-407E-A947-70E740481C1C}">
                <a14:useLocalDpi xmlns:a14="http://schemas.microsoft.com/office/drawing/2010/main" val="0"/>
              </a:ext>
            </a:extLst>
          </a:blip>
          <a:stretch>
            <a:fillRect/>
          </a:stretch>
        </p:blipFill>
        <p:spPr>
          <a:xfrm>
            <a:off x="7315200" y="6248400"/>
            <a:ext cx="1413823" cy="230205"/>
          </a:xfrm>
          <a:prstGeom prst="rect">
            <a:avLst/>
          </a:prstGeom>
        </p:spPr>
      </p:pic>
      <p:pic>
        <p:nvPicPr>
          <p:cNvPr id="10" name="Picture 9"/>
          <p:cNvPicPr>
            <a:picLocks/>
          </p:cNvPicPr>
          <p:nvPr/>
        </p:nvPicPr>
        <p:blipFill>
          <a:blip r:embed="rId4" cstate="print">
            <a:extLst>
              <a:ext uri="{28A0092B-C50C-407E-A947-70E740481C1C}">
                <a14:useLocalDpi xmlns:a14="http://schemas.microsoft.com/office/drawing/2010/main" val="0"/>
              </a:ext>
            </a:extLst>
          </a:blip>
          <a:stretch>
            <a:fillRect/>
          </a:stretch>
        </p:blipFill>
        <p:spPr>
          <a:xfrm>
            <a:off x="1" y="2514600"/>
            <a:ext cx="3063240" cy="2514600"/>
          </a:xfrm>
          <a:prstGeom prst="rect">
            <a:avLst/>
          </a:prstGeom>
        </p:spPr>
      </p:pic>
      <p:sp>
        <p:nvSpPr>
          <p:cNvPr id="726019" name="Rectangle 3"/>
          <p:cNvSpPr>
            <a:spLocks noGrp="1" noChangeArrowheads="1"/>
          </p:cNvSpPr>
          <p:nvPr>
            <p:ph type="ctrTitle" sz="quarter" hasCustomPrompt="1"/>
          </p:nvPr>
        </p:nvSpPr>
        <p:spPr>
          <a:xfrm>
            <a:off x="3106782" y="2774735"/>
            <a:ext cx="5732417" cy="1129607"/>
          </a:xfrm>
          <a:ln algn="ctr"/>
        </p:spPr>
        <p:txBody>
          <a:bodyPr wrap="square" tIns="0" rIns="0" bIns="0">
            <a:spAutoFit/>
          </a:bodyPr>
          <a:lstStyle>
            <a:lvl1pPr algn="l">
              <a:spcBef>
                <a:spcPct val="60000"/>
              </a:spcBef>
              <a:buClr>
                <a:schemeClr val="hlink"/>
              </a:buClr>
              <a:buSzPct val="90000"/>
              <a:buFontTx/>
              <a:buNone/>
              <a:defRPr sz="8400" baseline="0">
                <a:solidFill>
                  <a:schemeClr val="bg1"/>
                </a:solidFill>
                <a:latin typeface="Segoe Light" pitchFamily="34" charset="0"/>
              </a:defRPr>
            </a:lvl1pPr>
          </a:lstStyle>
          <a:p>
            <a:r>
              <a:rPr lang="en-US" dirty="0"/>
              <a:t>Course #</a:t>
            </a:r>
          </a:p>
        </p:txBody>
      </p:sp>
      <p:sp>
        <p:nvSpPr>
          <p:cNvPr id="726020" name="Rectangle 4"/>
          <p:cNvSpPr>
            <a:spLocks noGrp="1" noChangeArrowheads="1"/>
          </p:cNvSpPr>
          <p:nvPr>
            <p:ph type="subTitle" sz="quarter" idx="1" hasCustomPrompt="1"/>
          </p:nvPr>
        </p:nvSpPr>
        <p:spPr>
          <a:xfrm>
            <a:off x="3121297" y="3925328"/>
            <a:ext cx="5775960" cy="1103872"/>
          </a:xfrm>
        </p:spPr>
        <p:txBody>
          <a:bodyPr lIns="91440" tIns="45720" rIns="91440" bIns="45720"/>
          <a:lstStyle>
            <a:lvl1pPr marL="0" indent="0" algn="l">
              <a:lnSpc>
                <a:spcPct val="95000"/>
              </a:lnSpc>
              <a:spcBef>
                <a:spcPct val="60000"/>
              </a:spcBef>
              <a:buFontTx/>
              <a:buNone/>
              <a:defRPr sz="2800">
                <a:solidFill>
                  <a:schemeClr val="bg1"/>
                </a:solidFill>
                <a:latin typeface="Segoe UI" pitchFamily="34" charset="0"/>
                <a:ea typeface="Segoe UI" pitchFamily="34" charset="0"/>
                <a:cs typeface="Segoe UI" pitchFamily="34" charset="0"/>
              </a:defRPr>
            </a:lvl1pPr>
          </a:lstStyle>
          <a:p>
            <a:r>
              <a:rPr lang="en-US" dirty="0"/>
              <a:t>Click to edit Course title</a:t>
            </a:r>
          </a:p>
        </p:txBody>
      </p:sp>
    </p:spTree>
    <p:extLst>
      <p:ext uri="{BB962C8B-B14F-4D97-AF65-F5344CB8AC3E}">
        <p14:creationId xmlns:p14="http://schemas.microsoft.com/office/powerpoint/2010/main" val="343818977"/>
      </p:ext>
    </p:extLst>
  </p:cSld>
  <p:clrMapOvr>
    <a:masterClrMapping/>
  </p:clrMapOvr>
</p:sldLayout>
</file>

<file path=ppt/slideLayouts/slideLayout24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290620209"/>
      </p:ext>
    </p:extLst>
  </p:cSld>
  <p:clrMapOvr>
    <a:masterClrMapping/>
  </p:clrMapOvr>
</p:sldLayout>
</file>

<file path=ppt/slideLayouts/slideLayout24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Tree>
    <p:extLst>
      <p:ext uri="{BB962C8B-B14F-4D97-AF65-F5344CB8AC3E}">
        <p14:creationId xmlns:p14="http://schemas.microsoft.com/office/powerpoint/2010/main" val="2671386925"/>
      </p:ext>
    </p:extLst>
  </p:cSld>
  <p:clrMapOvr>
    <a:masterClrMapping/>
  </p:clrMapOvr>
</p:sldLayout>
</file>

<file path=ppt/slideLayouts/slideLayout24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458788" y="992188"/>
            <a:ext cx="3798887"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410075" y="992188"/>
            <a:ext cx="3800475"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2131482479"/>
      </p:ext>
    </p:extLst>
  </p:cSld>
  <p:clrMapOvr>
    <a:masterClrMapping/>
  </p:clrMapOvr>
</p:sldLayout>
</file>

<file path=ppt/slideLayouts/slideLayout24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80772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45025" y="1535113"/>
            <a:ext cx="4041775"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3294437065"/>
      </p:ext>
    </p:extLst>
  </p:cSld>
  <p:clrMapOvr>
    <a:masterClrMapping/>
  </p:clrMapOvr>
</p:sldLayout>
</file>

<file path=ppt/slideLayouts/slideLayout24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2682769337"/>
      </p:ext>
    </p:extLst>
  </p:cSld>
  <p:clrMapOvr>
    <a:masterClrMapping/>
  </p:clrMapOvr>
</p:sldLayout>
</file>

<file path=ppt/slideLayouts/slideLayout24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398485652"/>
      </p:ext>
    </p:extLst>
  </p:cSld>
  <p:clrMapOvr>
    <a:masterClrMapping/>
  </p:clrMapOvr>
</p:sldLayout>
</file>

<file path=ppt/slideLayouts/slideLayout24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t"/>
          <a:lstStyle>
            <a:lvl1pPr algn="l">
              <a:defRPr sz="2000" b="0"/>
            </a:lvl1pPr>
          </a:lstStyle>
          <a:p>
            <a:r>
              <a:rPr lang="en-US"/>
              <a:t>Click to edit Master title style</a:t>
            </a:r>
            <a:endParaRPr lang="en-US" dirty="0"/>
          </a:p>
        </p:txBody>
      </p:sp>
      <p:sp>
        <p:nvSpPr>
          <p:cNvPr id="3" name="Content Placeholder 2"/>
          <p:cNvSpPr>
            <a:spLocks noGrp="1"/>
          </p:cNvSpPr>
          <p:nvPr>
            <p:ph idx="1"/>
          </p:nvPr>
        </p:nvSpPr>
        <p:spPr>
          <a:xfrm>
            <a:off x="3575050" y="273050"/>
            <a:ext cx="5111750" cy="5853113"/>
          </a:xfrm>
        </p:spPr>
        <p:txBody>
          <a:bodyPr/>
          <a:lstStyle>
            <a:lvl1pPr>
              <a:defRPr sz="3200">
                <a:solidFill>
                  <a:schemeClr val="bg1"/>
                </a:solidFill>
              </a:defRPr>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833474954"/>
      </p:ext>
    </p:extLst>
  </p:cSld>
  <p:clrMapOvr>
    <a:masterClrMapping/>
  </p:clrMapOvr>
</p:sldLayout>
</file>

<file path=ppt/slideLayouts/slideLayout24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endParaRPr lang="en-US" noProof="0" dirty="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1942815310"/>
      </p:ext>
    </p:extLst>
  </p:cSld>
  <p:clrMapOvr>
    <a:masterClrMapping/>
  </p:clrMapOvr>
</p:sldLayout>
</file>

<file path=ppt/slideLayouts/slideLayout25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3690112753"/>
      </p:ext>
    </p:extLst>
  </p:cSld>
  <p:clrMapOvr>
    <a:masterClrMapping/>
  </p:clrMapOvr>
</p:sldLayout>
</file>

<file path=ppt/slideLayouts/slideLayout25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291263" y="0"/>
            <a:ext cx="1943100" cy="537845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458788" y="0"/>
            <a:ext cx="5680075" cy="5378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110406175"/>
      </p:ext>
    </p:extLst>
  </p:cSld>
  <p:clrMapOvr>
    <a:masterClrMapping/>
  </p:clrMapOvr>
</p:sldLayout>
</file>

<file path=ppt/slideLayouts/slideLayout252.xml><?xml version="1.0" encoding="utf-8"?>
<p:sldLayout xmlns:a="http://schemas.openxmlformats.org/drawingml/2006/main" xmlns:r="http://schemas.openxmlformats.org/officeDocument/2006/relationships" xmlns:p="http://schemas.openxmlformats.org/presentationml/2006/main" type="tx">
  <p:cSld name="Title an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CA"/>
          </a:p>
        </p:txBody>
      </p:sp>
      <p:sp>
        <p:nvSpPr>
          <p:cNvPr id="3" name="Text Placeholder 2"/>
          <p:cNvSpPr>
            <a:spLocks noGrp="1"/>
          </p:cNvSpPr>
          <p:nvPr>
            <p:ph type="body"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Tree>
    <p:extLst>
      <p:ext uri="{BB962C8B-B14F-4D97-AF65-F5344CB8AC3E}">
        <p14:creationId xmlns:p14="http://schemas.microsoft.com/office/powerpoint/2010/main" val="2165460816"/>
      </p:ext>
    </p:extLst>
  </p:cSld>
  <p:clrMapOvr>
    <a:masterClrMapping/>
  </p:clrMapOvr>
</p:sldLayout>
</file>

<file path=ppt/slideLayouts/slideLayout253.xml><?xml version="1.0" encoding="utf-8"?>
<p:sldLayout xmlns:a="http://schemas.openxmlformats.org/drawingml/2006/main" xmlns:r="http://schemas.openxmlformats.org/officeDocument/2006/relationships" xmlns:p="http://schemas.openxmlformats.org/presentationml/2006/main" showMasterSp="0" preserve="1">
  <p:cSld name="Title Slide">
    <p:spTree>
      <p:nvGrpSpPr>
        <p:cNvPr id="1" name=""/>
        <p:cNvGrpSpPr/>
        <p:nvPr/>
      </p:nvGrpSpPr>
      <p:grpSpPr>
        <a:xfrm>
          <a:off x="0" y="0"/>
          <a:ext cx="0" cy="0"/>
          <a:chOff x="0" y="0"/>
          <a:chExt cx="0" cy="0"/>
        </a:xfrm>
      </p:grpSpPr>
      <p:sp>
        <p:nvSpPr>
          <p:cNvPr id="5" name="Rectangle 4"/>
          <p:cNvSpPr/>
          <p:nvPr/>
        </p:nvSpPr>
        <p:spPr>
          <a:xfrm>
            <a:off x="14177" y="2514600"/>
            <a:ext cx="9144000" cy="251460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p:cNvSpPr txBox="1"/>
          <p:nvPr/>
        </p:nvSpPr>
        <p:spPr>
          <a:xfrm>
            <a:off x="523875" y="1500426"/>
            <a:ext cx="7477125" cy="861774"/>
          </a:xfrm>
          <a:prstGeom prst="rect">
            <a:avLst/>
          </a:prstGeom>
          <a:noFill/>
        </p:spPr>
        <p:txBody>
          <a:bodyPr wrap="square" rtlCol="0">
            <a:spAutoFit/>
          </a:bodyPr>
          <a:lstStyle/>
          <a:p>
            <a:r>
              <a:rPr lang="en-US" sz="4800" dirty="0">
                <a:solidFill>
                  <a:schemeClr val="tx1">
                    <a:lumMod val="65000"/>
                    <a:lumOff val="35000"/>
                  </a:schemeClr>
                </a:solidFill>
                <a:latin typeface="Segoe UI Light" pitchFamily="34" charset="0"/>
                <a:ea typeface="Segoe UI" pitchFamily="34" charset="0"/>
                <a:cs typeface="Segoe UI" pitchFamily="34" charset="0"/>
              </a:rPr>
              <a:t>Microsoft</a:t>
            </a:r>
            <a:r>
              <a:rPr lang="en-US" baseline="100000" dirty="0">
                <a:solidFill>
                  <a:schemeClr val="tx1">
                    <a:lumMod val="65000"/>
                    <a:lumOff val="35000"/>
                  </a:schemeClr>
                </a:solidFill>
                <a:latin typeface="Segoe UI Light" pitchFamily="34" charset="0"/>
                <a:ea typeface="Segoe UI" pitchFamily="34" charset="0"/>
                <a:cs typeface="Segoe UI" pitchFamily="34" charset="0"/>
              </a:rPr>
              <a:t>®</a:t>
            </a:r>
            <a:r>
              <a:rPr lang="en-US" sz="4400" dirty="0">
                <a:solidFill>
                  <a:schemeClr val="tx1">
                    <a:lumMod val="65000"/>
                    <a:lumOff val="35000"/>
                  </a:schemeClr>
                </a:solidFill>
                <a:latin typeface="Segoe UI Light" pitchFamily="34" charset="0"/>
                <a:ea typeface="Segoe UI" pitchFamily="34" charset="0"/>
                <a:cs typeface="Segoe UI" pitchFamily="34" charset="0"/>
              </a:rPr>
              <a:t> </a:t>
            </a:r>
            <a:r>
              <a:rPr lang="en-US" sz="4800" dirty="0">
                <a:solidFill>
                  <a:schemeClr val="tx1">
                    <a:lumMod val="65000"/>
                    <a:lumOff val="35000"/>
                  </a:schemeClr>
                </a:solidFill>
                <a:latin typeface="Segoe UI Light" pitchFamily="34" charset="0"/>
                <a:ea typeface="Segoe UI" pitchFamily="34" charset="0"/>
                <a:cs typeface="Segoe UI" pitchFamily="34" charset="0"/>
              </a:rPr>
              <a:t>Official Course</a:t>
            </a:r>
          </a:p>
        </p:txBody>
      </p:sp>
      <p:pic>
        <p:nvPicPr>
          <p:cNvPr id="7" name="Picture 6"/>
          <p:cNvPicPr>
            <a:picLocks noChangeAspect="1"/>
          </p:cNvPicPr>
          <p:nvPr/>
        </p:nvPicPr>
        <p:blipFill>
          <a:blip r:embed="rId2" cstate="print">
            <a:duotone>
              <a:prstClr val="black"/>
              <a:schemeClr val="tx1">
                <a:lumMod val="85000"/>
                <a:lumOff val="15000"/>
                <a:tint val="45000"/>
                <a:satMod val="400000"/>
              </a:schemeClr>
            </a:duotone>
            <a:extLst>
              <a:ext uri="{BEBA8EAE-BF5A-486C-A8C5-ECC9F3942E4B}">
                <a14:imgProps xmlns:a14="http://schemas.microsoft.com/office/drawing/2010/main">
                  <a14:imgLayer r:embed="rId3">
                    <a14:imgEffect>
                      <a14:saturation sat="400000"/>
                    </a14:imgEffect>
                  </a14:imgLayer>
                </a14:imgProps>
              </a:ext>
              <a:ext uri="{28A0092B-C50C-407E-A947-70E740481C1C}">
                <a14:useLocalDpi xmlns:a14="http://schemas.microsoft.com/office/drawing/2010/main" val="0"/>
              </a:ext>
            </a:extLst>
          </a:blip>
          <a:stretch>
            <a:fillRect/>
          </a:stretch>
        </p:blipFill>
        <p:spPr>
          <a:xfrm>
            <a:off x="7315200" y="6248400"/>
            <a:ext cx="1413823" cy="230205"/>
          </a:xfrm>
          <a:prstGeom prst="rect">
            <a:avLst/>
          </a:prstGeom>
        </p:spPr>
      </p:pic>
      <p:pic>
        <p:nvPicPr>
          <p:cNvPr id="10" name="Picture 9"/>
          <p:cNvPicPr>
            <a:picLocks/>
          </p:cNvPicPr>
          <p:nvPr/>
        </p:nvPicPr>
        <p:blipFill>
          <a:blip r:embed="rId4" cstate="print">
            <a:extLst>
              <a:ext uri="{28A0092B-C50C-407E-A947-70E740481C1C}">
                <a14:useLocalDpi xmlns:a14="http://schemas.microsoft.com/office/drawing/2010/main" val="0"/>
              </a:ext>
            </a:extLst>
          </a:blip>
          <a:stretch>
            <a:fillRect/>
          </a:stretch>
        </p:blipFill>
        <p:spPr>
          <a:xfrm>
            <a:off x="1" y="2514600"/>
            <a:ext cx="3063240" cy="2514600"/>
          </a:xfrm>
          <a:prstGeom prst="rect">
            <a:avLst/>
          </a:prstGeom>
        </p:spPr>
      </p:pic>
      <p:sp>
        <p:nvSpPr>
          <p:cNvPr id="726019" name="Rectangle 3"/>
          <p:cNvSpPr>
            <a:spLocks noGrp="1" noChangeArrowheads="1"/>
          </p:cNvSpPr>
          <p:nvPr>
            <p:ph type="ctrTitle" sz="quarter" hasCustomPrompt="1"/>
          </p:nvPr>
        </p:nvSpPr>
        <p:spPr>
          <a:xfrm>
            <a:off x="3106782" y="2774735"/>
            <a:ext cx="5732417" cy="1129607"/>
          </a:xfrm>
          <a:ln algn="ctr"/>
        </p:spPr>
        <p:txBody>
          <a:bodyPr wrap="square" tIns="0" rIns="0" bIns="0">
            <a:spAutoFit/>
          </a:bodyPr>
          <a:lstStyle>
            <a:lvl1pPr algn="l">
              <a:spcBef>
                <a:spcPct val="60000"/>
              </a:spcBef>
              <a:buClr>
                <a:schemeClr val="hlink"/>
              </a:buClr>
              <a:buSzPct val="90000"/>
              <a:buFontTx/>
              <a:buNone/>
              <a:defRPr sz="8400" baseline="0">
                <a:solidFill>
                  <a:schemeClr val="bg1"/>
                </a:solidFill>
                <a:latin typeface="Segoe Light" pitchFamily="34" charset="0"/>
              </a:defRPr>
            </a:lvl1pPr>
          </a:lstStyle>
          <a:p>
            <a:r>
              <a:rPr lang="en-US" dirty="0"/>
              <a:t>Course #</a:t>
            </a:r>
          </a:p>
        </p:txBody>
      </p:sp>
      <p:sp>
        <p:nvSpPr>
          <p:cNvPr id="726020" name="Rectangle 4"/>
          <p:cNvSpPr>
            <a:spLocks noGrp="1" noChangeArrowheads="1"/>
          </p:cNvSpPr>
          <p:nvPr>
            <p:ph type="subTitle" sz="quarter" idx="1" hasCustomPrompt="1"/>
          </p:nvPr>
        </p:nvSpPr>
        <p:spPr>
          <a:xfrm>
            <a:off x="3121297" y="3925328"/>
            <a:ext cx="5775960" cy="1103872"/>
          </a:xfrm>
        </p:spPr>
        <p:txBody>
          <a:bodyPr lIns="91440" tIns="45720" rIns="91440" bIns="45720"/>
          <a:lstStyle>
            <a:lvl1pPr marL="0" indent="0" algn="l">
              <a:lnSpc>
                <a:spcPct val="95000"/>
              </a:lnSpc>
              <a:spcBef>
                <a:spcPct val="60000"/>
              </a:spcBef>
              <a:buFontTx/>
              <a:buNone/>
              <a:defRPr sz="2800">
                <a:solidFill>
                  <a:schemeClr val="bg1"/>
                </a:solidFill>
                <a:latin typeface="Segoe UI" pitchFamily="34" charset="0"/>
                <a:ea typeface="Segoe UI" pitchFamily="34" charset="0"/>
                <a:cs typeface="Segoe UI" pitchFamily="34" charset="0"/>
              </a:defRPr>
            </a:lvl1pPr>
          </a:lstStyle>
          <a:p>
            <a:r>
              <a:rPr lang="en-US" dirty="0"/>
              <a:t>Click to edit Course title</a:t>
            </a:r>
          </a:p>
        </p:txBody>
      </p:sp>
    </p:spTree>
    <p:extLst>
      <p:ext uri="{BB962C8B-B14F-4D97-AF65-F5344CB8AC3E}">
        <p14:creationId xmlns:p14="http://schemas.microsoft.com/office/powerpoint/2010/main" val="4280971741"/>
      </p:ext>
    </p:extLst>
  </p:cSld>
  <p:clrMapOvr>
    <a:masterClrMapping/>
  </p:clrMapOvr>
</p:sldLayout>
</file>

<file path=ppt/slideLayouts/slideLayout25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462046918"/>
      </p:ext>
    </p:extLst>
  </p:cSld>
  <p:clrMapOvr>
    <a:masterClrMapping/>
  </p:clrMapOvr>
</p:sldLayout>
</file>

<file path=ppt/slideLayouts/slideLayout25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Tree>
    <p:extLst>
      <p:ext uri="{BB962C8B-B14F-4D97-AF65-F5344CB8AC3E}">
        <p14:creationId xmlns:p14="http://schemas.microsoft.com/office/powerpoint/2010/main" val="3211050852"/>
      </p:ext>
    </p:extLst>
  </p:cSld>
  <p:clrMapOvr>
    <a:masterClrMapping/>
  </p:clrMapOvr>
</p:sldLayout>
</file>

<file path=ppt/slideLayouts/slideLayout25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458788" y="992188"/>
            <a:ext cx="3798887"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410075" y="992188"/>
            <a:ext cx="3800475"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2174489939"/>
      </p:ext>
    </p:extLst>
  </p:cSld>
  <p:clrMapOvr>
    <a:masterClrMapping/>
  </p:clrMapOvr>
</p:sldLayout>
</file>

<file path=ppt/slideLayouts/slideLayout25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80772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45025" y="1535113"/>
            <a:ext cx="4041775"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297304673"/>
      </p:ext>
    </p:extLst>
  </p:cSld>
  <p:clrMapOvr>
    <a:masterClrMapping/>
  </p:clrMapOvr>
</p:sldLayout>
</file>

<file path=ppt/slideLayouts/slideLayout25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3135873441"/>
      </p:ext>
    </p:extLst>
  </p:cSld>
  <p:clrMapOvr>
    <a:masterClrMapping/>
  </p:clrMapOvr>
</p:sldLayout>
</file>

<file path=ppt/slideLayouts/slideLayout25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324567630"/>
      </p:ext>
    </p:extLst>
  </p:cSld>
  <p:clrMapOvr>
    <a:masterClrMapping/>
  </p:clrMapOvr>
</p:sldLayout>
</file>

<file path=ppt/slideLayouts/slideLayout26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t"/>
          <a:lstStyle>
            <a:lvl1pPr algn="l">
              <a:defRPr sz="2000" b="0"/>
            </a:lvl1pPr>
          </a:lstStyle>
          <a:p>
            <a:r>
              <a:rPr lang="en-US"/>
              <a:t>Click to edit Master title style</a:t>
            </a:r>
            <a:endParaRPr lang="en-US" dirty="0"/>
          </a:p>
        </p:txBody>
      </p:sp>
      <p:sp>
        <p:nvSpPr>
          <p:cNvPr id="3" name="Content Placeholder 2"/>
          <p:cNvSpPr>
            <a:spLocks noGrp="1"/>
          </p:cNvSpPr>
          <p:nvPr>
            <p:ph idx="1"/>
          </p:nvPr>
        </p:nvSpPr>
        <p:spPr>
          <a:xfrm>
            <a:off x="3575050" y="273050"/>
            <a:ext cx="5111750" cy="5853113"/>
          </a:xfrm>
        </p:spPr>
        <p:txBody>
          <a:bodyPr/>
          <a:lstStyle>
            <a:lvl1pPr>
              <a:defRPr sz="3200">
                <a:solidFill>
                  <a:schemeClr val="bg1"/>
                </a:solidFill>
              </a:defRPr>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3755661525"/>
      </p:ext>
    </p:extLst>
  </p:cSld>
  <p:clrMapOvr>
    <a:masterClrMapping/>
  </p:clrMapOvr>
</p:sldLayout>
</file>

<file path=ppt/slideLayouts/slideLayout26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endParaRPr lang="en-US" noProof="0" dirty="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1166661494"/>
      </p:ext>
    </p:extLst>
  </p:cSld>
  <p:clrMapOvr>
    <a:masterClrMapping/>
  </p:clrMapOvr>
</p:sldLayout>
</file>

<file path=ppt/slideLayouts/slideLayout26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032537786"/>
      </p:ext>
    </p:extLst>
  </p:cSld>
  <p:clrMapOvr>
    <a:masterClrMapping/>
  </p:clrMapOvr>
</p:sldLayout>
</file>

<file path=ppt/slideLayouts/slideLayout26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291263" y="0"/>
            <a:ext cx="1943100" cy="537845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458788" y="0"/>
            <a:ext cx="5680075" cy="5378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7868972"/>
      </p:ext>
    </p:extLst>
  </p:cSld>
  <p:clrMapOvr>
    <a:masterClrMapping/>
  </p:clrMapOvr>
</p:sldLayout>
</file>

<file path=ppt/slideLayouts/slideLayout264.xml><?xml version="1.0" encoding="utf-8"?>
<p:sldLayout xmlns:a="http://schemas.openxmlformats.org/drawingml/2006/main" xmlns:r="http://schemas.openxmlformats.org/officeDocument/2006/relationships" xmlns:p="http://schemas.openxmlformats.org/presentationml/2006/main" type="tx">
  <p:cSld name="Title an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CA"/>
          </a:p>
        </p:txBody>
      </p:sp>
      <p:sp>
        <p:nvSpPr>
          <p:cNvPr id="3" name="Text Placeholder 2"/>
          <p:cNvSpPr>
            <a:spLocks noGrp="1"/>
          </p:cNvSpPr>
          <p:nvPr>
            <p:ph type="body"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Tree>
    <p:extLst>
      <p:ext uri="{BB962C8B-B14F-4D97-AF65-F5344CB8AC3E}">
        <p14:creationId xmlns:p14="http://schemas.microsoft.com/office/powerpoint/2010/main" val="3490536299"/>
      </p:ext>
    </p:extLst>
  </p:cSld>
  <p:clrMapOvr>
    <a:masterClrMapping/>
  </p:clrMapOvr>
</p:sldLayout>
</file>

<file path=ppt/slideLayouts/slideLayout265.xml><?xml version="1.0" encoding="utf-8"?>
<p:sldLayout xmlns:a="http://schemas.openxmlformats.org/drawingml/2006/main" xmlns:r="http://schemas.openxmlformats.org/officeDocument/2006/relationships" xmlns:p="http://schemas.openxmlformats.org/presentationml/2006/main" showMasterSp="0" preserve="1">
  <p:cSld name="Title Slide">
    <p:spTree>
      <p:nvGrpSpPr>
        <p:cNvPr id="1" name=""/>
        <p:cNvGrpSpPr/>
        <p:nvPr/>
      </p:nvGrpSpPr>
      <p:grpSpPr>
        <a:xfrm>
          <a:off x="0" y="0"/>
          <a:ext cx="0" cy="0"/>
          <a:chOff x="0" y="0"/>
          <a:chExt cx="0" cy="0"/>
        </a:xfrm>
      </p:grpSpPr>
      <p:sp>
        <p:nvSpPr>
          <p:cNvPr id="5" name="Rectangle 4"/>
          <p:cNvSpPr/>
          <p:nvPr/>
        </p:nvSpPr>
        <p:spPr>
          <a:xfrm>
            <a:off x="14177" y="2514600"/>
            <a:ext cx="9144000" cy="251460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p:cNvSpPr txBox="1"/>
          <p:nvPr/>
        </p:nvSpPr>
        <p:spPr>
          <a:xfrm>
            <a:off x="523875" y="1500426"/>
            <a:ext cx="7477125" cy="861774"/>
          </a:xfrm>
          <a:prstGeom prst="rect">
            <a:avLst/>
          </a:prstGeom>
          <a:noFill/>
        </p:spPr>
        <p:txBody>
          <a:bodyPr wrap="square" rtlCol="0">
            <a:spAutoFit/>
          </a:bodyPr>
          <a:lstStyle/>
          <a:p>
            <a:r>
              <a:rPr lang="en-US" sz="4800" dirty="0">
                <a:solidFill>
                  <a:schemeClr val="tx1">
                    <a:lumMod val="65000"/>
                    <a:lumOff val="35000"/>
                  </a:schemeClr>
                </a:solidFill>
                <a:latin typeface="Segoe UI Light" pitchFamily="34" charset="0"/>
                <a:ea typeface="Segoe UI" pitchFamily="34" charset="0"/>
                <a:cs typeface="Segoe UI" pitchFamily="34" charset="0"/>
              </a:rPr>
              <a:t>Microsoft</a:t>
            </a:r>
            <a:r>
              <a:rPr lang="en-US" baseline="100000" dirty="0">
                <a:solidFill>
                  <a:schemeClr val="tx1">
                    <a:lumMod val="65000"/>
                    <a:lumOff val="35000"/>
                  </a:schemeClr>
                </a:solidFill>
                <a:latin typeface="Segoe UI Light" pitchFamily="34" charset="0"/>
                <a:ea typeface="Segoe UI" pitchFamily="34" charset="0"/>
                <a:cs typeface="Segoe UI" pitchFamily="34" charset="0"/>
              </a:rPr>
              <a:t>®</a:t>
            </a:r>
            <a:r>
              <a:rPr lang="en-US" sz="4400" dirty="0">
                <a:solidFill>
                  <a:schemeClr val="tx1">
                    <a:lumMod val="65000"/>
                    <a:lumOff val="35000"/>
                  </a:schemeClr>
                </a:solidFill>
                <a:latin typeface="Segoe UI Light" pitchFamily="34" charset="0"/>
                <a:ea typeface="Segoe UI" pitchFamily="34" charset="0"/>
                <a:cs typeface="Segoe UI" pitchFamily="34" charset="0"/>
              </a:rPr>
              <a:t> </a:t>
            </a:r>
            <a:r>
              <a:rPr lang="en-US" sz="4800" dirty="0">
                <a:solidFill>
                  <a:schemeClr val="tx1">
                    <a:lumMod val="65000"/>
                    <a:lumOff val="35000"/>
                  </a:schemeClr>
                </a:solidFill>
                <a:latin typeface="Segoe UI Light" pitchFamily="34" charset="0"/>
                <a:ea typeface="Segoe UI" pitchFamily="34" charset="0"/>
                <a:cs typeface="Segoe UI" pitchFamily="34" charset="0"/>
              </a:rPr>
              <a:t>Official Course</a:t>
            </a:r>
          </a:p>
        </p:txBody>
      </p:sp>
      <p:pic>
        <p:nvPicPr>
          <p:cNvPr id="7" name="Picture 6"/>
          <p:cNvPicPr>
            <a:picLocks noChangeAspect="1"/>
          </p:cNvPicPr>
          <p:nvPr/>
        </p:nvPicPr>
        <p:blipFill>
          <a:blip r:embed="rId2" cstate="print">
            <a:duotone>
              <a:prstClr val="black"/>
              <a:schemeClr val="tx1">
                <a:lumMod val="85000"/>
                <a:lumOff val="15000"/>
                <a:tint val="45000"/>
                <a:satMod val="400000"/>
              </a:schemeClr>
            </a:duotone>
            <a:extLst>
              <a:ext uri="{BEBA8EAE-BF5A-486C-A8C5-ECC9F3942E4B}">
                <a14:imgProps xmlns:a14="http://schemas.microsoft.com/office/drawing/2010/main">
                  <a14:imgLayer r:embed="rId3">
                    <a14:imgEffect>
                      <a14:saturation sat="400000"/>
                    </a14:imgEffect>
                  </a14:imgLayer>
                </a14:imgProps>
              </a:ext>
              <a:ext uri="{28A0092B-C50C-407E-A947-70E740481C1C}">
                <a14:useLocalDpi xmlns:a14="http://schemas.microsoft.com/office/drawing/2010/main" val="0"/>
              </a:ext>
            </a:extLst>
          </a:blip>
          <a:stretch>
            <a:fillRect/>
          </a:stretch>
        </p:blipFill>
        <p:spPr>
          <a:xfrm>
            <a:off x="7315200" y="6248400"/>
            <a:ext cx="1413823" cy="230205"/>
          </a:xfrm>
          <a:prstGeom prst="rect">
            <a:avLst/>
          </a:prstGeom>
        </p:spPr>
      </p:pic>
      <p:pic>
        <p:nvPicPr>
          <p:cNvPr id="10" name="Picture 9"/>
          <p:cNvPicPr>
            <a:picLocks/>
          </p:cNvPicPr>
          <p:nvPr/>
        </p:nvPicPr>
        <p:blipFill>
          <a:blip r:embed="rId4" cstate="print">
            <a:extLst>
              <a:ext uri="{28A0092B-C50C-407E-A947-70E740481C1C}">
                <a14:useLocalDpi xmlns:a14="http://schemas.microsoft.com/office/drawing/2010/main" val="0"/>
              </a:ext>
            </a:extLst>
          </a:blip>
          <a:stretch>
            <a:fillRect/>
          </a:stretch>
        </p:blipFill>
        <p:spPr>
          <a:xfrm>
            <a:off x="1" y="2514600"/>
            <a:ext cx="3063240" cy="2514600"/>
          </a:xfrm>
          <a:prstGeom prst="rect">
            <a:avLst/>
          </a:prstGeom>
        </p:spPr>
      </p:pic>
      <p:sp>
        <p:nvSpPr>
          <p:cNvPr id="726019" name="Rectangle 3"/>
          <p:cNvSpPr>
            <a:spLocks noGrp="1" noChangeArrowheads="1"/>
          </p:cNvSpPr>
          <p:nvPr>
            <p:ph type="ctrTitle" sz="quarter" hasCustomPrompt="1"/>
          </p:nvPr>
        </p:nvSpPr>
        <p:spPr>
          <a:xfrm>
            <a:off x="3106782" y="2774735"/>
            <a:ext cx="5732417" cy="1129607"/>
          </a:xfrm>
          <a:ln algn="ctr"/>
        </p:spPr>
        <p:txBody>
          <a:bodyPr wrap="square" tIns="0" rIns="0" bIns="0">
            <a:spAutoFit/>
          </a:bodyPr>
          <a:lstStyle>
            <a:lvl1pPr algn="l">
              <a:spcBef>
                <a:spcPct val="60000"/>
              </a:spcBef>
              <a:buClr>
                <a:schemeClr val="hlink"/>
              </a:buClr>
              <a:buSzPct val="90000"/>
              <a:buFontTx/>
              <a:buNone/>
              <a:defRPr sz="8400" baseline="0">
                <a:solidFill>
                  <a:schemeClr val="bg1"/>
                </a:solidFill>
                <a:latin typeface="Segoe Light" pitchFamily="34" charset="0"/>
              </a:defRPr>
            </a:lvl1pPr>
          </a:lstStyle>
          <a:p>
            <a:r>
              <a:rPr lang="en-US" dirty="0"/>
              <a:t>Course #</a:t>
            </a:r>
          </a:p>
        </p:txBody>
      </p:sp>
      <p:sp>
        <p:nvSpPr>
          <p:cNvPr id="726020" name="Rectangle 4"/>
          <p:cNvSpPr>
            <a:spLocks noGrp="1" noChangeArrowheads="1"/>
          </p:cNvSpPr>
          <p:nvPr>
            <p:ph type="subTitle" sz="quarter" idx="1" hasCustomPrompt="1"/>
          </p:nvPr>
        </p:nvSpPr>
        <p:spPr>
          <a:xfrm>
            <a:off x="3121297" y="3925328"/>
            <a:ext cx="5775960" cy="1103872"/>
          </a:xfrm>
        </p:spPr>
        <p:txBody>
          <a:bodyPr lIns="91440" tIns="45720" rIns="91440" bIns="45720"/>
          <a:lstStyle>
            <a:lvl1pPr marL="0" indent="0" algn="l">
              <a:lnSpc>
                <a:spcPct val="95000"/>
              </a:lnSpc>
              <a:spcBef>
                <a:spcPct val="60000"/>
              </a:spcBef>
              <a:buFontTx/>
              <a:buNone/>
              <a:defRPr sz="2800">
                <a:solidFill>
                  <a:schemeClr val="bg1"/>
                </a:solidFill>
                <a:latin typeface="Segoe UI" pitchFamily="34" charset="0"/>
                <a:ea typeface="Segoe UI" pitchFamily="34" charset="0"/>
                <a:cs typeface="Segoe UI" pitchFamily="34" charset="0"/>
              </a:defRPr>
            </a:lvl1pPr>
          </a:lstStyle>
          <a:p>
            <a:r>
              <a:rPr lang="en-US" dirty="0"/>
              <a:t>Click to edit Course title</a:t>
            </a:r>
          </a:p>
        </p:txBody>
      </p:sp>
    </p:spTree>
    <p:extLst>
      <p:ext uri="{BB962C8B-B14F-4D97-AF65-F5344CB8AC3E}">
        <p14:creationId xmlns:p14="http://schemas.microsoft.com/office/powerpoint/2010/main" val="1294729848"/>
      </p:ext>
    </p:extLst>
  </p:cSld>
  <p:clrMapOvr>
    <a:masterClrMapping/>
  </p:clrMapOvr>
</p:sldLayout>
</file>

<file path=ppt/slideLayouts/slideLayout266.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3746878434"/>
      </p:ext>
    </p:extLst>
  </p:cSld>
  <p:clrMapOvr>
    <a:masterClrMapping/>
  </p:clrMapOvr>
</p:sldLayout>
</file>

<file path=ppt/slideLayouts/slideLayout267.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Tree>
    <p:extLst>
      <p:ext uri="{BB962C8B-B14F-4D97-AF65-F5344CB8AC3E}">
        <p14:creationId xmlns:p14="http://schemas.microsoft.com/office/powerpoint/2010/main" val="296849005"/>
      </p:ext>
    </p:extLst>
  </p:cSld>
  <p:clrMapOvr>
    <a:masterClrMapping/>
  </p:clrMapOvr>
</p:sldLayout>
</file>

<file path=ppt/slideLayouts/slideLayout268.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458788" y="992188"/>
            <a:ext cx="3798887"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410075" y="992188"/>
            <a:ext cx="3800475"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804199128"/>
      </p:ext>
    </p:extLst>
  </p:cSld>
  <p:clrMapOvr>
    <a:masterClrMapping/>
  </p:clrMapOvr>
</p:sldLayout>
</file>

<file path=ppt/slideLayouts/slideLayout269.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80772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45025" y="1535113"/>
            <a:ext cx="4041775"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3396501985"/>
      </p:ext>
    </p:extLst>
  </p:cSld>
  <p:clrMapOvr>
    <a:masterClrMapping/>
  </p:clrMapOvr>
</p:sldLayout>
</file>

<file path=ppt/slideLayouts/slideLayout270.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839907815"/>
      </p:ext>
    </p:extLst>
  </p:cSld>
  <p:clrMapOvr>
    <a:masterClrMapping/>
  </p:clrMapOvr>
</p:sldLayout>
</file>

<file path=ppt/slideLayouts/slideLayout27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47195623"/>
      </p:ext>
    </p:extLst>
  </p:cSld>
  <p:clrMapOvr>
    <a:masterClrMapping/>
  </p:clrMapOvr>
</p:sldLayout>
</file>

<file path=ppt/slideLayouts/slideLayout272.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t"/>
          <a:lstStyle>
            <a:lvl1pPr algn="l">
              <a:defRPr sz="2000" b="0"/>
            </a:lvl1pPr>
          </a:lstStyle>
          <a:p>
            <a:r>
              <a:rPr lang="en-US"/>
              <a:t>Click to edit Master title style</a:t>
            </a:r>
            <a:endParaRPr lang="en-US" dirty="0"/>
          </a:p>
        </p:txBody>
      </p:sp>
      <p:sp>
        <p:nvSpPr>
          <p:cNvPr id="3" name="Content Placeholder 2"/>
          <p:cNvSpPr>
            <a:spLocks noGrp="1"/>
          </p:cNvSpPr>
          <p:nvPr>
            <p:ph idx="1"/>
          </p:nvPr>
        </p:nvSpPr>
        <p:spPr>
          <a:xfrm>
            <a:off x="3575050" y="273050"/>
            <a:ext cx="5111750" cy="5853113"/>
          </a:xfrm>
        </p:spPr>
        <p:txBody>
          <a:bodyPr/>
          <a:lstStyle>
            <a:lvl1pPr>
              <a:defRPr sz="3200">
                <a:solidFill>
                  <a:schemeClr val="bg1"/>
                </a:solidFill>
              </a:defRPr>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4101646104"/>
      </p:ext>
    </p:extLst>
  </p:cSld>
  <p:clrMapOvr>
    <a:masterClrMapping/>
  </p:clrMapOvr>
</p:sldLayout>
</file>

<file path=ppt/slideLayouts/slideLayout273.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endParaRPr lang="en-US" noProof="0" dirty="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486635650"/>
      </p:ext>
    </p:extLst>
  </p:cSld>
  <p:clrMapOvr>
    <a:masterClrMapping/>
  </p:clrMapOvr>
</p:sldLayout>
</file>

<file path=ppt/slideLayouts/slideLayout274.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237348319"/>
      </p:ext>
    </p:extLst>
  </p:cSld>
  <p:clrMapOvr>
    <a:masterClrMapping/>
  </p:clrMapOvr>
</p:sldLayout>
</file>

<file path=ppt/slideLayouts/slideLayout275.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291263" y="0"/>
            <a:ext cx="1943100" cy="537845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458788" y="0"/>
            <a:ext cx="5680075" cy="5378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2959835919"/>
      </p:ext>
    </p:extLst>
  </p:cSld>
  <p:clrMapOvr>
    <a:masterClrMapping/>
  </p:clrMapOvr>
</p:sldLayout>
</file>

<file path=ppt/slideLayouts/slideLayout276.xml><?xml version="1.0" encoding="utf-8"?>
<p:sldLayout xmlns:a="http://schemas.openxmlformats.org/drawingml/2006/main" xmlns:r="http://schemas.openxmlformats.org/officeDocument/2006/relationships" xmlns:p="http://schemas.openxmlformats.org/presentationml/2006/main" type="tx">
  <p:cSld name="Title an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CA"/>
          </a:p>
        </p:txBody>
      </p:sp>
      <p:sp>
        <p:nvSpPr>
          <p:cNvPr id="3" name="Text Placeholder 2"/>
          <p:cNvSpPr>
            <a:spLocks noGrp="1"/>
          </p:cNvSpPr>
          <p:nvPr>
            <p:ph type="body"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Tree>
    <p:extLst>
      <p:ext uri="{BB962C8B-B14F-4D97-AF65-F5344CB8AC3E}">
        <p14:creationId xmlns:p14="http://schemas.microsoft.com/office/powerpoint/2010/main" val="2102966246"/>
      </p:ext>
    </p:extLst>
  </p:cSld>
  <p:clrMapOvr>
    <a:masterClrMapping/>
  </p:clrMapOvr>
</p:sldLayout>
</file>

<file path=ppt/slideLayouts/slideLayout277.xml><?xml version="1.0" encoding="utf-8"?>
<p:sldLayout xmlns:a="http://schemas.openxmlformats.org/drawingml/2006/main" xmlns:r="http://schemas.openxmlformats.org/officeDocument/2006/relationships" xmlns:p="http://schemas.openxmlformats.org/presentationml/2006/main" showMasterSp="0" preserve="1">
  <p:cSld name="Title Slide">
    <p:spTree>
      <p:nvGrpSpPr>
        <p:cNvPr id="1" name=""/>
        <p:cNvGrpSpPr/>
        <p:nvPr/>
      </p:nvGrpSpPr>
      <p:grpSpPr>
        <a:xfrm>
          <a:off x="0" y="0"/>
          <a:ext cx="0" cy="0"/>
          <a:chOff x="0" y="0"/>
          <a:chExt cx="0" cy="0"/>
        </a:xfrm>
      </p:grpSpPr>
      <p:sp>
        <p:nvSpPr>
          <p:cNvPr id="5" name="Rectangle 4"/>
          <p:cNvSpPr/>
          <p:nvPr/>
        </p:nvSpPr>
        <p:spPr>
          <a:xfrm>
            <a:off x="14177" y="2514600"/>
            <a:ext cx="9144000" cy="251460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p:cNvSpPr txBox="1"/>
          <p:nvPr/>
        </p:nvSpPr>
        <p:spPr>
          <a:xfrm>
            <a:off x="523875" y="1500426"/>
            <a:ext cx="7477125" cy="861774"/>
          </a:xfrm>
          <a:prstGeom prst="rect">
            <a:avLst/>
          </a:prstGeom>
          <a:noFill/>
        </p:spPr>
        <p:txBody>
          <a:bodyPr wrap="square" rtlCol="0">
            <a:spAutoFit/>
          </a:bodyPr>
          <a:lstStyle/>
          <a:p>
            <a:r>
              <a:rPr lang="en-US" sz="4800" dirty="0">
                <a:solidFill>
                  <a:schemeClr val="tx1">
                    <a:lumMod val="65000"/>
                    <a:lumOff val="35000"/>
                  </a:schemeClr>
                </a:solidFill>
                <a:latin typeface="Segoe UI Light" pitchFamily="34" charset="0"/>
                <a:ea typeface="Segoe UI" pitchFamily="34" charset="0"/>
                <a:cs typeface="Segoe UI" pitchFamily="34" charset="0"/>
              </a:rPr>
              <a:t>Microsoft</a:t>
            </a:r>
            <a:r>
              <a:rPr lang="en-US" baseline="100000" dirty="0">
                <a:solidFill>
                  <a:schemeClr val="tx1">
                    <a:lumMod val="65000"/>
                    <a:lumOff val="35000"/>
                  </a:schemeClr>
                </a:solidFill>
                <a:latin typeface="Segoe UI Light" pitchFamily="34" charset="0"/>
                <a:ea typeface="Segoe UI" pitchFamily="34" charset="0"/>
                <a:cs typeface="Segoe UI" pitchFamily="34" charset="0"/>
              </a:rPr>
              <a:t>®</a:t>
            </a:r>
            <a:r>
              <a:rPr lang="en-US" sz="4400" dirty="0">
                <a:solidFill>
                  <a:schemeClr val="tx1">
                    <a:lumMod val="65000"/>
                    <a:lumOff val="35000"/>
                  </a:schemeClr>
                </a:solidFill>
                <a:latin typeface="Segoe UI Light" pitchFamily="34" charset="0"/>
                <a:ea typeface="Segoe UI" pitchFamily="34" charset="0"/>
                <a:cs typeface="Segoe UI" pitchFamily="34" charset="0"/>
              </a:rPr>
              <a:t> </a:t>
            </a:r>
            <a:r>
              <a:rPr lang="en-US" sz="4800" dirty="0">
                <a:solidFill>
                  <a:schemeClr val="tx1">
                    <a:lumMod val="65000"/>
                    <a:lumOff val="35000"/>
                  </a:schemeClr>
                </a:solidFill>
                <a:latin typeface="Segoe UI Light" pitchFamily="34" charset="0"/>
                <a:ea typeface="Segoe UI" pitchFamily="34" charset="0"/>
                <a:cs typeface="Segoe UI" pitchFamily="34" charset="0"/>
              </a:rPr>
              <a:t>Official Course</a:t>
            </a:r>
          </a:p>
        </p:txBody>
      </p:sp>
      <p:pic>
        <p:nvPicPr>
          <p:cNvPr id="7" name="Picture 6"/>
          <p:cNvPicPr>
            <a:picLocks noChangeAspect="1"/>
          </p:cNvPicPr>
          <p:nvPr/>
        </p:nvPicPr>
        <p:blipFill>
          <a:blip r:embed="rId2" cstate="print">
            <a:duotone>
              <a:prstClr val="black"/>
              <a:schemeClr val="tx1">
                <a:lumMod val="85000"/>
                <a:lumOff val="15000"/>
                <a:tint val="45000"/>
                <a:satMod val="400000"/>
              </a:schemeClr>
            </a:duotone>
            <a:extLst>
              <a:ext uri="{BEBA8EAE-BF5A-486C-A8C5-ECC9F3942E4B}">
                <a14:imgProps xmlns:a14="http://schemas.microsoft.com/office/drawing/2010/main">
                  <a14:imgLayer r:embed="rId3">
                    <a14:imgEffect>
                      <a14:saturation sat="400000"/>
                    </a14:imgEffect>
                  </a14:imgLayer>
                </a14:imgProps>
              </a:ext>
              <a:ext uri="{28A0092B-C50C-407E-A947-70E740481C1C}">
                <a14:useLocalDpi xmlns:a14="http://schemas.microsoft.com/office/drawing/2010/main" val="0"/>
              </a:ext>
            </a:extLst>
          </a:blip>
          <a:stretch>
            <a:fillRect/>
          </a:stretch>
        </p:blipFill>
        <p:spPr>
          <a:xfrm>
            <a:off x="7315200" y="6248400"/>
            <a:ext cx="1413823" cy="230205"/>
          </a:xfrm>
          <a:prstGeom prst="rect">
            <a:avLst/>
          </a:prstGeom>
        </p:spPr>
      </p:pic>
      <p:pic>
        <p:nvPicPr>
          <p:cNvPr id="10" name="Picture 9"/>
          <p:cNvPicPr>
            <a:picLocks/>
          </p:cNvPicPr>
          <p:nvPr/>
        </p:nvPicPr>
        <p:blipFill>
          <a:blip r:embed="rId4" cstate="print">
            <a:extLst>
              <a:ext uri="{28A0092B-C50C-407E-A947-70E740481C1C}">
                <a14:useLocalDpi xmlns:a14="http://schemas.microsoft.com/office/drawing/2010/main" val="0"/>
              </a:ext>
            </a:extLst>
          </a:blip>
          <a:stretch>
            <a:fillRect/>
          </a:stretch>
        </p:blipFill>
        <p:spPr>
          <a:xfrm>
            <a:off x="1" y="2514600"/>
            <a:ext cx="3063240" cy="2514600"/>
          </a:xfrm>
          <a:prstGeom prst="rect">
            <a:avLst/>
          </a:prstGeom>
        </p:spPr>
      </p:pic>
      <p:sp>
        <p:nvSpPr>
          <p:cNvPr id="726019" name="Rectangle 3"/>
          <p:cNvSpPr>
            <a:spLocks noGrp="1" noChangeArrowheads="1"/>
          </p:cNvSpPr>
          <p:nvPr>
            <p:ph type="ctrTitle" sz="quarter" hasCustomPrompt="1"/>
          </p:nvPr>
        </p:nvSpPr>
        <p:spPr>
          <a:xfrm>
            <a:off x="3106782" y="2774735"/>
            <a:ext cx="5732417" cy="1129607"/>
          </a:xfrm>
          <a:ln algn="ctr"/>
        </p:spPr>
        <p:txBody>
          <a:bodyPr wrap="square" tIns="0" rIns="0" bIns="0">
            <a:spAutoFit/>
          </a:bodyPr>
          <a:lstStyle>
            <a:lvl1pPr algn="l">
              <a:spcBef>
                <a:spcPct val="60000"/>
              </a:spcBef>
              <a:buClr>
                <a:schemeClr val="hlink"/>
              </a:buClr>
              <a:buSzPct val="90000"/>
              <a:buFontTx/>
              <a:buNone/>
              <a:defRPr sz="8400" baseline="0">
                <a:solidFill>
                  <a:schemeClr val="bg1"/>
                </a:solidFill>
                <a:latin typeface="Segoe Light" pitchFamily="34" charset="0"/>
              </a:defRPr>
            </a:lvl1pPr>
          </a:lstStyle>
          <a:p>
            <a:r>
              <a:rPr lang="en-US" dirty="0"/>
              <a:t>Course #</a:t>
            </a:r>
          </a:p>
        </p:txBody>
      </p:sp>
      <p:sp>
        <p:nvSpPr>
          <p:cNvPr id="726020" name="Rectangle 4"/>
          <p:cNvSpPr>
            <a:spLocks noGrp="1" noChangeArrowheads="1"/>
          </p:cNvSpPr>
          <p:nvPr>
            <p:ph type="subTitle" sz="quarter" idx="1" hasCustomPrompt="1"/>
          </p:nvPr>
        </p:nvSpPr>
        <p:spPr>
          <a:xfrm>
            <a:off x="3121297" y="3925328"/>
            <a:ext cx="5775960" cy="1103872"/>
          </a:xfrm>
        </p:spPr>
        <p:txBody>
          <a:bodyPr lIns="91440" tIns="45720" rIns="91440" bIns="45720"/>
          <a:lstStyle>
            <a:lvl1pPr marL="0" indent="0" algn="l">
              <a:lnSpc>
                <a:spcPct val="95000"/>
              </a:lnSpc>
              <a:spcBef>
                <a:spcPct val="60000"/>
              </a:spcBef>
              <a:buFontTx/>
              <a:buNone/>
              <a:defRPr sz="2800">
                <a:solidFill>
                  <a:schemeClr val="bg1"/>
                </a:solidFill>
                <a:latin typeface="Segoe UI" pitchFamily="34" charset="0"/>
                <a:ea typeface="Segoe UI" pitchFamily="34" charset="0"/>
                <a:cs typeface="Segoe UI" pitchFamily="34" charset="0"/>
              </a:defRPr>
            </a:lvl1pPr>
          </a:lstStyle>
          <a:p>
            <a:r>
              <a:rPr lang="en-US" dirty="0"/>
              <a:t>Click to edit Course title</a:t>
            </a:r>
          </a:p>
        </p:txBody>
      </p:sp>
    </p:spTree>
    <p:extLst>
      <p:ext uri="{BB962C8B-B14F-4D97-AF65-F5344CB8AC3E}">
        <p14:creationId xmlns:p14="http://schemas.microsoft.com/office/powerpoint/2010/main" val="3695791088"/>
      </p:ext>
    </p:extLst>
  </p:cSld>
  <p:clrMapOvr>
    <a:masterClrMapping/>
  </p:clrMapOvr>
</p:sldLayout>
</file>

<file path=ppt/slideLayouts/slideLayout278.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3601550227"/>
      </p:ext>
    </p:extLst>
  </p:cSld>
  <p:clrMapOvr>
    <a:masterClrMapping/>
  </p:clrMapOvr>
</p:sldLayout>
</file>

<file path=ppt/slideLayouts/slideLayout279.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Tree>
    <p:extLst>
      <p:ext uri="{BB962C8B-B14F-4D97-AF65-F5344CB8AC3E}">
        <p14:creationId xmlns:p14="http://schemas.microsoft.com/office/powerpoint/2010/main" val="2180698501"/>
      </p:ext>
    </p:extLst>
  </p:cSld>
  <p:clrMapOvr>
    <a:masterClrMapping/>
  </p:clrMapOvr>
</p:sldLayout>
</file>

<file path=ppt/slideLayouts/slideLayout280.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458788" y="992188"/>
            <a:ext cx="3798887"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410075" y="992188"/>
            <a:ext cx="3800475"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806165821"/>
      </p:ext>
    </p:extLst>
  </p:cSld>
  <p:clrMapOvr>
    <a:masterClrMapping/>
  </p:clrMapOvr>
</p:sldLayout>
</file>

<file path=ppt/slideLayouts/slideLayout281.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80772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45025" y="1535113"/>
            <a:ext cx="4041775"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912255563"/>
      </p:ext>
    </p:extLst>
  </p:cSld>
  <p:clrMapOvr>
    <a:masterClrMapping/>
  </p:clrMapOvr>
</p:sldLayout>
</file>

<file path=ppt/slideLayouts/slideLayout282.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3819810677"/>
      </p:ext>
    </p:extLst>
  </p:cSld>
  <p:clrMapOvr>
    <a:masterClrMapping/>
  </p:clrMapOvr>
</p:sldLayout>
</file>

<file path=ppt/slideLayouts/slideLayout28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211032668"/>
      </p:ext>
    </p:extLst>
  </p:cSld>
  <p:clrMapOvr>
    <a:masterClrMapping/>
  </p:clrMapOvr>
</p:sldLayout>
</file>

<file path=ppt/slideLayouts/slideLayout284.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t"/>
          <a:lstStyle>
            <a:lvl1pPr algn="l">
              <a:defRPr sz="2000" b="0"/>
            </a:lvl1pPr>
          </a:lstStyle>
          <a:p>
            <a:r>
              <a:rPr lang="en-US"/>
              <a:t>Click to edit Master title style</a:t>
            </a:r>
            <a:endParaRPr lang="en-US" dirty="0"/>
          </a:p>
        </p:txBody>
      </p:sp>
      <p:sp>
        <p:nvSpPr>
          <p:cNvPr id="3" name="Content Placeholder 2"/>
          <p:cNvSpPr>
            <a:spLocks noGrp="1"/>
          </p:cNvSpPr>
          <p:nvPr>
            <p:ph idx="1"/>
          </p:nvPr>
        </p:nvSpPr>
        <p:spPr>
          <a:xfrm>
            <a:off x="3575050" y="273050"/>
            <a:ext cx="5111750" cy="5853113"/>
          </a:xfrm>
        </p:spPr>
        <p:txBody>
          <a:bodyPr/>
          <a:lstStyle>
            <a:lvl1pPr>
              <a:defRPr sz="3200">
                <a:solidFill>
                  <a:schemeClr val="bg1"/>
                </a:solidFill>
              </a:defRPr>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481981382"/>
      </p:ext>
    </p:extLst>
  </p:cSld>
  <p:clrMapOvr>
    <a:masterClrMapping/>
  </p:clrMapOvr>
</p:sldLayout>
</file>

<file path=ppt/slideLayouts/slideLayout285.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endParaRPr lang="en-US" noProof="0" dirty="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605390062"/>
      </p:ext>
    </p:extLst>
  </p:cSld>
  <p:clrMapOvr>
    <a:masterClrMapping/>
  </p:clrMapOvr>
</p:sldLayout>
</file>

<file path=ppt/slideLayouts/slideLayout28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2305634259"/>
      </p:ext>
    </p:extLst>
  </p:cSld>
  <p:clrMapOvr>
    <a:masterClrMapping/>
  </p:clrMapOvr>
</p:sldLayout>
</file>

<file path=ppt/slideLayouts/slideLayout28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291263" y="0"/>
            <a:ext cx="1943100" cy="537845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458788" y="0"/>
            <a:ext cx="5680075" cy="5378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273034120"/>
      </p:ext>
    </p:extLst>
  </p:cSld>
  <p:clrMapOvr>
    <a:masterClrMapping/>
  </p:clrMapOvr>
</p:sldLayout>
</file>

<file path=ppt/slideLayouts/slideLayout288.xml><?xml version="1.0" encoding="utf-8"?>
<p:sldLayout xmlns:a="http://schemas.openxmlformats.org/drawingml/2006/main" xmlns:r="http://schemas.openxmlformats.org/officeDocument/2006/relationships" xmlns:p="http://schemas.openxmlformats.org/presentationml/2006/main" type="tx">
  <p:cSld name="Title an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CA"/>
          </a:p>
        </p:txBody>
      </p:sp>
      <p:sp>
        <p:nvSpPr>
          <p:cNvPr id="3" name="Text Placeholder 2"/>
          <p:cNvSpPr>
            <a:spLocks noGrp="1"/>
          </p:cNvSpPr>
          <p:nvPr>
            <p:ph type="body"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Tree>
    <p:extLst>
      <p:ext uri="{BB962C8B-B14F-4D97-AF65-F5344CB8AC3E}">
        <p14:creationId xmlns:p14="http://schemas.microsoft.com/office/powerpoint/2010/main" val="520381925"/>
      </p:ext>
    </p:extLst>
  </p:cSld>
  <p:clrMapOvr>
    <a:masterClrMapping/>
  </p:clrMapOvr>
</p:sldLayout>
</file>

<file path=ppt/slideLayouts/slideLayout289.xml><?xml version="1.0" encoding="utf-8"?>
<p:sldLayout xmlns:a="http://schemas.openxmlformats.org/drawingml/2006/main" xmlns:r="http://schemas.openxmlformats.org/officeDocument/2006/relationships" xmlns:p="http://schemas.openxmlformats.org/presentationml/2006/main" showMasterSp="0" preserve="1">
  <p:cSld name="Title Slide">
    <p:spTree>
      <p:nvGrpSpPr>
        <p:cNvPr id="1" name=""/>
        <p:cNvGrpSpPr/>
        <p:nvPr/>
      </p:nvGrpSpPr>
      <p:grpSpPr>
        <a:xfrm>
          <a:off x="0" y="0"/>
          <a:ext cx="0" cy="0"/>
          <a:chOff x="0" y="0"/>
          <a:chExt cx="0" cy="0"/>
        </a:xfrm>
      </p:grpSpPr>
      <p:sp>
        <p:nvSpPr>
          <p:cNvPr id="5" name="Rectangle 4"/>
          <p:cNvSpPr/>
          <p:nvPr/>
        </p:nvSpPr>
        <p:spPr>
          <a:xfrm>
            <a:off x="14177" y="2514600"/>
            <a:ext cx="9144000" cy="251460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p:cNvSpPr txBox="1"/>
          <p:nvPr/>
        </p:nvSpPr>
        <p:spPr>
          <a:xfrm>
            <a:off x="523875" y="1500426"/>
            <a:ext cx="7477125" cy="861774"/>
          </a:xfrm>
          <a:prstGeom prst="rect">
            <a:avLst/>
          </a:prstGeom>
          <a:noFill/>
        </p:spPr>
        <p:txBody>
          <a:bodyPr wrap="square" rtlCol="0">
            <a:spAutoFit/>
          </a:bodyPr>
          <a:lstStyle/>
          <a:p>
            <a:r>
              <a:rPr lang="en-US" sz="4800" dirty="0">
                <a:solidFill>
                  <a:schemeClr val="tx1">
                    <a:lumMod val="65000"/>
                    <a:lumOff val="35000"/>
                  </a:schemeClr>
                </a:solidFill>
                <a:latin typeface="Segoe UI Light" pitchFamily="34" charset="0"/>
                <a:ea typeface="Segoe UI" pitchFamily="34" charset="0"/>
                <a:cs typeface="Segoe UI" pitchFamily="34" charset="0"/>
              </a:rPr>
              <a:t>Microsoft</a:t>
            </a:r>
            <a:r>
              <a:rPr lang="en-US" baseline="100000" dirty="0">
                <a:solidFill>
                  <a:schemeClr val="tx1">
                    <a:lumMod val="65000"/>
                    <a:lumOff val="35000"/>
                  </a:schemeClr>
                </a:solidFill>
                <a:latin typeface="Segoe UI Light" pitchFamily="34" charset="0"/>
                <a:ea typeface="Segoe UI" pitchFamily="34" charset="0"/>
                <a:cs typeface="Segoe UI" pitchFamily="34" charset="0"/>
              </a:rPr>
              <a:t>®</a:t>
            </a:r>
            <a:r>
              <a:rPr lang="en-US" sz="4400" dirty="0">
                <a:solidFill>
                  <a:schemeClr val="tx1">
                    <a:lumMod val="65000"/>
                    <a:lumOff val="35000"/>
                  </a:schemeClr>
                </a:solidFill>
                <a:latin typeface="Segoe UI Light" pitchFamily="34" charset="0"/>
                <a:ea typeface="Segoe UI" pitchFamily="34" charset="0"/>
                <a:cs typeface="Segoe UI" pitchFamily="34" charset="0"/>
              </a:rPr>
              <a:t> </a:t>
            </a:r>
            <a:r>
              <a:rPr lang="en-US" sz="4800" dirty="0">
                <a:solidFill>
                  <a:schemeClr val="tx1">
                    <a:lumMod val="65000"/>
                    <a:lumOff val="35000"/>
                  </a:schemeClr>
                </a:solidFill>
                <a:latin typeface="Segoe UI Light" pitchFamily="34" charset="0"/>
                <a:ea typeface="Segoe UI" pitchFamily="34" charset="0"/>
                <a:cs typeface="Segoe UI" pitchFamily="34" charset="0"/>
              </a:rPr>
              <a:t>Official Course</a:t>
            </a:r>
          </a:p>
        </p:txBody>
      </p:sp>
      <p:pic>
        <p:nvPicPr>
          <p:cNvPr id="7" name="Picture 6"/>
          <p:cNvPicPr>
            <a:picLocks noChangeAspect="1"/>
          </p:cNvPicPr>
          <p:nvPr/>
        </p:nvPicPr>
        <p:blipFill>
          <a:blip r:embed="rId2" cstate="print">
            <a:duotone>
              <a:prstClr val="black"/>
              <a:schemeClr val="tx1">
                <a:lumMod val="85000"/>
                <a:lumOff val="15000"/>
                <a:tint val="45000"/>
                <a:satMod val="400000"/>
              </a:schemeClr>
            </a:duotone>
            <a:extLst>
              <a:ext uri="{BEBA8EAE-BF5A-486C-A8C5-ECC9F3942E4B}">
                <a14:imgProps xmlns:a14="http://schemas.microsoft.com/office/drawing/2010/main">
                  <a14:imgLayer r:embed="rId3">
                    <a14:imgEffect>
                      <a14:saturation sat="400000"/>
                    </a14:imgEffect>
                  </a14:imgLayer>
                </a14:imgProps>
              </a:ext>
              <a:ext uri="{28A0092B-C50C-407E-A947-70E740481C1C}">
                <a14:useLocalDpi xmlns:a14="http://schemas.microsoft.com/office/drawing/2010/main" val="0"/>
              </a:ext>
            </a:extLst>
          </a:blip>
          <a:stretch>
            <a:fillRect/>
          </a:stretch>
        </p:blipFill>
        <p:spPr>
          <a:xfrm>
            <a:off x="7315200" y="6248400"/>
            <a:ext cx="1413823" cy="230205"/>
          </a:xfrm>
          <a:prstGeom prst="rect">
            <a:avLst/>
          </a:prstGeom>
        </p:spPr>
      </p:pic>
      <p:pic>
        <p:nvPicPr>
          <p:cNvPr id="10" name="Picture 9"/>
          <p:cNvPicPr>
            <a:picLocks/>
          </p:cNvPicPr>
          <p:nvPr/>
        </p:nvPicPr>
        <p:blipFill>
          <a:blip r:embed="rId4" cstate="print">
            <a:extLst>
              <a:ext uri="{28A0092B-C50C-407E-A947-70E740481C1C}">
                <a14:useLocalDpi xmlns:a14="http://schemas.microsoft.com/office/drawing/2010/main" val="0"/>
              </a:ext>
            </a:extLst>
          </a:blip>
          <a:stretch>
            <a:fillRect/>
          </a:stretch>
        </p:blipFill>
        <p:spPr>
          <a:xfrm>
            <a:off x="1" y="2514600"/>
            <a:ext cx="3063240" cy="2514600"/>
          </a:xfrm>
          <a:prstGeom prst="rect">
            <a:avLst/>
          </a:prstGeom>
        </p:spPr>
      </p:pic>
      <p:sp>
        <p:nvSpPr>
          <p:cNvPr id="726019" name="Rectangle 3"/>
          <p:cNvSpPr>
            <a:spLocks noGrp="1" noChangeArrowheads="1"/>
          </p:cNvSpPr>
          <p:nvPr>
            <p:ph type="ctrTitle" sz="quarter" hasCustomPrompt="1"/>
          </p:nvPr>
        </p:nvSpPr>
        <p:spPr>
          <a:xfrm>
            <a:off x="3106782" y="2774735"/>
            <a:ext cx="5732417" cy="1129607"/>
          </a:xfrm>
          <a:ln algn="ctr"/>
        </p:spPr>
        <p:txBody>
          <a:bodyPr wrap="square" tIns="0" rIns="0" bIns="0">
            <a:spAutoFit/>
          </a:bodyPr>
          <a:lstStyle>
            <a:lvl1pPr algn="l">
              <a:spcBef>
                <a:spcPct val="60000"/>
              </a:spcBef>
              <a:buClr>
                <a:schemeClr val="hlink"/>
              </a:buClr>
              <a:buSzPct val="90000"/>
              <a:buFontTx/>
              <a:buNone/>
              <a:defRPr sz="8400" baseline="0">
                <a:solidFill>
                  <a:schemeClr val="bg1"/>
                </a:solidFill>
                <a:latin typeface="Segoe Light" pitchFamily="34" charset="0"/>
              </a:defRPr>
            </a:lvl1pPr>
          </a:lstStyle>
          <a:p>
            <a:r>
              <a:rPr lang="en-US" dirty="0"/>
              <a:t>Course #</a:t>
            </a:r>
          </a:p>
        </p:txBody>
      </p:sp>
      <p:sp>
        <p:nvSpPr>
          <p:cNvPr id="726020" name="Rectangle 4"/>
          <p:cNvSpPr>
            <a:spLocks noGrp="1" noChangeArrowheads="1"/>
          </p:cNvSpPr>
          <p:nvPr>
            <p:ph type="subTitle" sz="quarter" idx="1" hasCustomPrompt="1"/>
          </p:nvPr>
        </p:nvSpPr>
        <p:spPr>
          <a:xfrm>
            <a:off x="3121297" y="3925328"/>
            <a:ext cx="5775960" cy="1103872"/>
          </a:xfrm>
        </p:spPr>
        <p:txBody>
          <a:bodyPr lIns="91440" tIns="45720" rIns="91440" bIns="45720"/>
          <a:lstStyle>
            <a:lvl1pPr marL="0" indent="0" algn="l">
              <a:lnSpc>
                <a:spcPct val="95000"/>
              </a:lnSpc>
              <a:spcBef>
                <a:spcPct val="60000"/>
              </a:spcBef>
              <a:buFontTx/>
              <a:buNone/>
              <a:defRPr sz="2800">
                <a:solidFill>
                  <a:schemeClr val="bg1"/>
                </a:solidFill>
                <a:latin typeface="Segoe UI" pitchFamily="34" charset="0"/>
                <a:ea typeface="Segoe UI" pitchFamily="34" charset="0"/>
                <a:cs typeface="Segoe UI" pitchFamily="34" charset="0"/>
              </a:defRPr>
            </a:lvl1pPr>
          </a:lstStyle>
          <a:p>
            <a:r>
              <a:rPr lang="en-US" dirty="0"/>
              <a:t>Click to edit Course title</a:t>
            </a:r>
          </a:p>
        </p:txBody>
      </p:sp>
    </p:spTree>
    <p:extLst>
      <p:ext uri="{BB962C8B-B14F-4D97-AF65-F5344CB8AC3E}">
        <p14:creationId xmlns:p14="http://schemas.microsoft.com/office/powerpoint/2010/main" val="2311484510"/>
      </p:ext>
    </p:extLst>
  </p:cSld>
  <p:clrMapOvr>
    <a:masterClrMapping/>
  </p:clrMapOvr>
</p:sldLayout>
</file>

<file path=ppt/slideLayouts/slideLayout290.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485758783"/>
      </p:ext>
    </p:extLst>
  </p:cSld>
  <p:clrMapOvr>
    <a:masterClrMapping/>
  </p:clrMapOvr>
</p:sldLayout>
</file>

<file path=ppt/slideLayouts/slideLayout291.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Tree>
    <p:extLst>
      <p:ext uri="{BB962C8B-B14F-4D97-AF65-F5344CB8AC3E}">
        <p14:creationId xmlns:p14="http://schemas.microsoft.com/office/powerpoint/2010/main" val="44649173"/>
      </p:ext>
    </p:extLst>
  </p:cSld>
  <p:clrMapOvr>
    <a:masterClrMapping/>
  </p:clrMapOvr>
</p:sldLayout>
</file>

<file path=ppt/slideLayouts/slideLayout292.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458788" y="992188"/>
            <a:ext cx="3798887"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410075" y="992188"/>
            <a:ext cx="3800475"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711021773"/>
      </p:ext>
    </p:extLst>
  </p:cSld>
  <p:clrMapOvr>
    <a:masterClrMapping/>
  </p:clrMapOvr>
</p:sldLayout>
</file>

<file path=ppt/slideLayouts/slideLayout293.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80772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45025" y="1535113"/>
            <a:ext cx="4041775"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3347733346"/>
      </p:ext>
    </p:extLst>
  </p:cSld>
  <p:clrMapOvr>
    <a:masterClrMapping/>
  </p:clrMapOvr>
</p:sldLayout>
</file>

<file path=ppt/slideLayouts/slideLayout29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1858880915"/>
      </p:ext>
    </p:extLst>
  </p:cSld>
  <p:clrMapOvr>
    <a:masterClrMapping/>
  </p:clrMapOvr>
</p:sldLayout>
</file>

<file path=ppt/slideLayouts/slideLayout29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519674747"/>
      </p:ext>
    </p:extLst>
  </p:cSld>
  <p:clrMapOvr>
    <a:masterClrMapping/>
  </p:clrMapOvr>
</p:sldLayout>
</file>

<file path=ppt/slideLayouts/slideLayout296.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t"/>
          <a:lstStyle>
            <a:lvl1pPr algn="l">
              <a:defRPr sz="2000" b="0"/>
            </a:lvl1pPr>
          </a:lstStyle>
          <a:p>
            <a:r>
              <a:rPr lang="en-US"/>
              <a:t>Click to edit Master title style</a:t>
            </a:r>
            <a:endParaRPr lang="en-US" dirty="0"/>
          </a:p>
        </p:txBody>
      </p:sp>
      <p:sp>
        <p:nvSpPr>
          <p:cNvPr id="3" name="Content Placeholder 2"/>
          <p:cNvSpPr>
            <a:spLocks noGrp="1"/>
          </p:cNvSpPr>
          <p:nvPr>
            <p:ph idx="1"/>
          </p:nvPr>
        </p:nvSpPr>
        <p:spPr>
          <a:xfrm>
            <a:off x="3575050" y="273050"/>
            <a:ext cx="5111750" cy="5853113"/>
          </a:xfrm>
        </p:spPr>
        <p:txBody>
          <a:bodyPr/>
          <a:lstStyle>
            <a:lvl1pPr>
              <a:defRPr sz="3200">
                <a:solidFill>
                  <a:schemeClr val="bg1"/>
                </a:solidFill>
              </a:defRPr>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1809462586"/>
      </p:ext>
    </p:extLst>
  </p:cSld>
  <p:clrMapOvr>
    <a:masterClrMapping/>
  </p:clrMapOvr>
</p:sldLayout>
</file>

<file path=ppt/slideLayouts/slideLayout297.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endParaRPr lang="en-US" noProof="0" dirty="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474962262"/>
      </p:ext>
    </p:extLst>
  </p:cSld>
  <p:clrMapOvr>
    <a:masterClrMapping/>
  </p:clrMapOvr>
</p:sldLayout>
</file>

<file path=ppt/slideLayouts/slideLayout298.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3063317917"/>
      </p:ext>
    </p:extLst>
  </p:cSld>
  <p:clrMapOvr>
    <a:masterClrMapping/>
  </p:clrMapOvr>
</p:sldLayout>
</file>

<file path=ppt/slideLayouts/slideLayout299.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291263" y="0"/>
            <a:ext cx="1943100" cy="537845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458788" y="0"/>
            <a:ext cx="5680075" cy="5378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2887100699"/>
      </p:ext>
    </p:extLst>
  </p:cSld>
  <p:clrMapOvr>
    <a:masterClrMapping/>
  </p:clrMapOvr>
</p:sldLayout>
</file>

<file path=ppt/slideLayouts/slideLayout300.xml><?xml version="1.0" encoding="utf-8"?>
<p:sldLayout xmlns:a="http://schemas.openxmlformats.org/drawingml/2006/main" xmlns:r="http://schemas.openxmlformats.org/officeDocument/2006/relationships" xmlns:p="http://schemas.openxmlformats.org/presentationml/2006/main" type="tx">
  <p:cSld name="Title an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CA"/>
          </a:p>
        </p:txBody>
      </p:sp>
      <p:sp>
        <p:nvSpPr>
          <p:cNvPr id="3" name="Text Placeholder 2"/>
          <p:cNvSpPr>
            <a:spLocks noGrp="1"/>
          </p:cNvSpPr>
          <p:nvPr>
            <p:ph type="body"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Tree>
    <p:extLst>
      <p:ext uri="{BB962C8B-B14F-4D97-AF65-F5344CB8AC3E}">
        <p14:creationId xmlns:p14="http://schemas.microsoft.com/office/powerpoint/2010/main" val="983889132"/>
      </p:ext>
    </p:extLst>
  </p:cSld>
  <p:clrMapOvr>
    <a:masterClrMapping/>
  </p:clrMapOvr>
</p:sldLayout>
</file>

<file path=ppt/slideLayouts/slideLayout301.xml><?xml version="1.0" encoding="utf-8"?>
<p:sldLayout xmlns:a="http://schemas.openxmlformats.org/drawingml/2006/main" xmlns:r="http://schemas.openxmlformats.org/officeDocument/2006/relationships" xmlns:p="http://schemas.openxmlformats.org/presentationml/2006/main" showMasterSp="0" preserve="1">
  <p:cSld name="Title Slide">
    <p:spTree>
      <p:nvGrpSpPr>
        <p:cNvPr id="1" name=""/>
        <p:cNvGrpSpPr/>
        <p:nvPr/>
      </p:nvGrpSpPr>
      <p:grpSpPr>
        <a:xfrm>
          <a:off x="0" y="0"/>
          <a:ext cx="0" cy="0"/>
          <a:chOff x="0" y="0"/>
          <a:chExt cx="0" cy="0"/>
        </a:xfrm>
      </p:grpSpPr>
      <p:sp>
        <p:nvSpPr>
          <p:cNvPr id="5" name="Rectangle 4"/>
          <p:cNvSpPr/>
          <p:nvPr/>
        </p:nvSpPr>
        <p:spPr>
          <a:xfrm>
            <a:off x="14177" y="2514600"/>
            <a:ext cx="9144000" cy="251460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p:cNvSpPr txBox="1"/>
          <p:nvPr/>
        </p:nvSpPr>
        <p:spPr>
          <a:xfrm>
            <a:off x="523875" y="1500426"/>
            <a:ext cx="7477125" cy="861774"/>
          </a:xfrm>
          <a:prstGeom prst="rect">
            <a:avLst/>
          </a:prstGeom>
          <a:noFill/>
        </p:spPr>
        <p:txBody>
          <a:bodyPr wrap="square" rtlCol="0">
            <a:spAutoFit/>
          </a:bodyPr>
          <a:lstStyle/>
          <a:p>
            <a:r>
              <a:rPr lang="en-US" sz="4800" dirty="0">
                <a:solidFill>
                  <a:schemeClr val="tx1">
                    <a:lumMod val="65000"/>
                    <a:lumOff val="35000"/>
                  </a:schemeClr>
                </a:solidFill>
                <a:latin typeface="Segoe UI Light" pitchFamily="34" charset="0"/>
                <a:ea typeface="Segoe UI" pitchFamily="34" charset="0"/>
                <a:cs typeface="Segoe UI" pitchFamily="34" charset="0"/>
              </a:rPr>
              <a:t>Microsoft</a:t>
            </a:r>
            <a:r>
              <a:rPr lang="en-US" baseline="100000" dirty="0">
                <a:solidFill>
                  <a:schemeClr val="tx1">
                    <a:lumMod val="65000"/>
                    <a:lumOff val="35000"/>
                  </a:schemeClr>
                </a:solidFill>
                <a:latin typeface="Segoe UI Light" pitchFamily="34" charset="0"/>
                <a:ea typeface="Segoe UI" pitchFamily="34" charset="0"/>
                <a:cs typeface="Segoe UI" pitchFamily="34" charset="0"/>
              </a:rPr>
              <a:t>®</a:t>
            </a:r>
            <a:r>
              <a:rPr lang="en-US" sz="4400" dirty="0">
                <a:solidFill>
                  <a:schemeClr val="tx1">
                    <a:lumMod val="65000"/>
                    <a:lumOff val="35000"/>
                  </a:schemeClr>
                </a:solidFill>
                <a:latin typeface="Segoe UI Light" pitchFamily="34" charset="0"/>
                <a:ea typeface="Segoe UI" pitchFamily="34" charset="0"/>
                <a:cs typeface="Segoe UI" pitchFamily="34" charset="0"/>
              </a:rPr>
              <a:t> </a:t>
            </a:r>
            <a:r>
              <a:rPr lang="en-US" sz="4800" dirty="0">
                <a:solidFill>
                  <a:schemeClr val="tx1">
                    <a:lumMod val="65000"/>
                    <a:lumOff val="35000"/>
                  </a:schemeClr>
                </a:solidFill>
                <a:latin typeface="Segoe UI Light" pitchFamily="34" charset="0"/>
                <a:ea typeface="Segoe UI" pitchFamily="34" charset="0"/>
                <a:cs typeface="Segoe UI" pitchFamily="34" charset="0"/>
              </a:rPr>
              <a:t>Official Course</a:t>
            </a:r>
          </a:p>
        </p:txBody>
      </p:sp>
      <p:pic>
        <p:nvPicPr>
          <p:cNvPr id="7" name="Picture 6"/>
          <p:cNvPicPr>
            <a:picLocks noChangeAspect="1"/>
          </p:cNvPicPr>
          <p:nvPr/>
        </p:nvPicPr>
        <p:blipFill>
          <a:blip r:embed="rId2" cstate="print">
            <a:duotone>
              <a:prstClr val="black"/>
              <a:schemeClr val="tx1">
                <a:lumMod val="85000"/>
                <a:lumOff val="15000"/>
                <a:tint val="45000"/>
                <a:satMod val="400000"/>
              </a:schemeClr>
            </a:duotone>
            <a:extLst>
              <a:ext uri="{BEBA8EAE-BF5A-486C-A8C5-ECC9F3942E4B}">
                <a14:imgProps xmlns:a14="http://schemas.microsoft.com/office/drawing/2010/main">
                  <a14:imgLayer r:embed="rId3">
                    <a14:imgEffect>
                      <a14:saturation sat="400000"/>
                    </a14:imgEffect>
                  </a14:imgLayer>
                </a14:imgProps>
              </a:ext>
              <a:ext uri="{28A0092B-C50C-407E-A947-70E740481C1C}">
                <a14:useLocalDpi xmlns:a14="http://schemas.microsoft.com/office/drawing/2010/main" val="0"/>
              </a:ext>
            </a:extLst>
          </a:blip>
          <a:stretch>
            <a:fillRect/>
          </a:stretch>
        </p:blipFill>
        <p:spPr>
          <a:xfrm>
            <a:off x="7315200" y="6248400"/>
            <a:ext cx="1413823" cy="230205"/>
          </a:xfrm>
          <a:prstGeom prst="rect">
            <a:avLst/>
          </a:prstGeom>
        </p:spPr>
      </p:pic>
      <p:pic>
        <p:nvPicPr>
          <p:cNvPr id="10" name="Picture 9"/>
          <p:cNvPicPr>
            <a:picLocks/>
          </p:cNvPicPr>
          <p:nvPr/>
        </p:nvPicPr>
        <p:blipFill>
          <a:blip r:embed="rId4" cstate="print">
            <a:extLst>
              <a:ext uri="{28A0092B-C50C-407E-A947-70E740481C1C}">
                <a14:useLocalDpi xmlns:a14="http://schemas.microsoft.com/office/drawing/2010/main" val="0"/>
              </a:ext>
            </a:extLst>
          </a:blip>
          <a:stretch>
            <a:fillRect/>
          </a:stretch>
        </p:blipFill>
        <p:spPr>
          <a:xfrm>
            <a:off x="1" y="2514600"/>
            <a:ext cx="3063240" cy="2514600"/>
          </a:xfrm>
          <a:prstGeom prst="rect">
            <a:avLst/>
          </a:prstGeom>
        </p:spPr>
      </p:pic>
      <p:sp>
        <p:nvSpPr>
          <p:cNvPr id="726019" name="Rectangle 3"/>
          <p:cNvSpPr>
            <a:spLocks noGrp="1" noChangeArrowheads="1"/>
          </p:cNvSpPr>
          <p:nvPr>
            <p:ph type="ctrTitle" sz="quarter" hasCustomPrompt="1"/>
          </p:nvPr>
        </p:nvSpPr>
        <p:spPr>
          <a:xfrm>
            <a:off x="3106782" y="2774735"/>
            <a:ext cx="5732417" cy="1129607"/>
          </a:xfrm>
          <a:ln algn="ctr"/>
        </p:spPr>
        <p:txBody>
          <a:bodyPr wrap="square" tIns="0" rIns="0" bIns="0">
            <a:spAutoFit/>
          </a:bodyPr>
          <a:lstStyle>
            <a:lvl1pPr algn="l">
              <a:spcBef>
                <a:spcPct val="60000"/>
              </a:spcBef>
              <a:buClr>
                <a:schemeClr val="hlink"/>
              </a:buClr>
              <a:buSzPct val="90000"/>
              <a:buFontTx/>
              <a:buNone/>
              <a:defRPr sz="8400" baseline="0">
                <a:solidFill>
                  <a:schemeClr val="bg1"/>
                </a:solidFill>
                <a:latin typeface="Segoe Light" pitchFamily="34" charset="0"/>
              </a:defRPr>
            </a:lvl1pPr>
          </a:lstStyle>
          <a:p>
            <a:r>
              <a:rPr lang="en-US" dirty="0"/>
              <a:t>Course #</a:t>
            </a:r>
          </a:p>
        </p:txBody>
      </p:sp>
      <p:sp>
        <p:nvSpPr>
          <p:cNvPr id="726020" name="Rectangle 4"/>
          <p:cNvSpPr>
            <a:spLocks noGrp="1" noChangeArrowheads="1"/>
          </p:cNvSpPr>
          <p:nvPr>
            <p:ph type="subTitle" sz="quarter" idx="1" hasCustomPrompt="1"/>
          </p:nvPr>
        </p:nvSpPr>
        <p:spPr>
          <a:xfrm>
            <a:off x="3121297" y="3925328"/>
            <a:ext cx="5775960" cy="1103872"/>
          </a:xfrm>
        </p:spPr>
        <p:txBody>
          <a:bodyPr lIns="91440" tIns="45720" rIns="91440" bIns="45720"/>
          <a:lstStyle>
            <a:lvl1pPr marL="0" indent="0" algn="l">
              <a:lnSpc>
                <a:spcPct val="95000"/>
              </a:lnSpc>
              <a:spcBef>
                <a:spcPct val="60000"/>
              </a:spcBef>
              <a:buFontTx/>
              <a:buNone/>
              <a:defRPr sz="2800">
                <a:solidFill>
                  <a:schemeClr val="bg1"/>
                </a:solidFill>
                <a:latin typeface="Segoe UI" pitchFamily="34" charset="0"/>
                <a:ea typeface="Segoe UI" pitchFamily="34" charset="0"/>
                <a:cs typeface="Segoe UI" pitchFamily="34" charset="0"/>
              </a:defRPr>
            </a:lvl1pPr>
          </a:lstStyle>
          <a:p>
            <a:r>
              <a:rPr lang="en-US" dirty="0"/>
              <a:t>Click to edit Course title</a:t>
            </a:r>
          </a:p>
        </p:txBody>
      </p:sp>
    </p:spTree>
    <p:extLst>
      <p:ext uri="{BB962C8B-B14F-4D97-AF65-F5344CB8AC3E}">
        <p14:creationId xmlns:p14="http://schemas.microsoft.com/office/powerpoint/2010/main" val="3422934002"/>
      </p:ext>
    </p:extLst>
  </p:cSld>
  <p:clrMapOvr>
    <a:masterClrMapping/>
  </p:clrMapOvr>
</p:sldLayout>
</file>

<file path=ppt/slideLayouts/slideLayout30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03312519"/>
      </p:ext>
    </p:extLst>
  </p:cSld>
  <p:clrMapOvr>
    <a:masterClrMapping/>
  </p:clrMapOvr>
</p:sldLayout>
</file>

<file path=ppt/slideLayouts/slideLayout30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Tree>
    <p:extLst>
      <p:ext uri="{BB962C8B-B14F-4D97-AF65-F5344CB8AC3E}">
        <p14:creationId xmlns:p14="http://schemas.microsoft.com/office/powerpoint/2010/main" val="3371027841"/>
      </p:ext>
    </p:extLst>
  </p:cSld>
  <p:clrMapOvr>
    <a:masterClrMapping/>
  </p:clrMapOvr>
</p:sldLayout>
</file>

<file path=ppt/slideLayouts/slideLayout30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458788" y="992188"/>
            <a:ext cx="3798887"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410075" y="992188"/>
            <a:ext cx="3800475"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551859176"/>
      </p:ext>
    </p:extLst>
  </p:cSld>
  <p:clrMapOvr>
    <a:masterClrMapping/>
  </p:clrMapOvr>
</p:sldLayout>
</file>

<file path=ppt/slideLayouts/slideLayout30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80772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45025" y="1535113"/>
            <a:ext cx="4041775"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4236862352"/>
      </p:ext>
    </p:extLst>
  </p:cSld>
  <p:clrMapOvr>
    <a:masterClrMapping/>
  </p:clrMapOvr>
</p:sldLayout>
</file>

<file path=ppt/slideLayouts/slideLayout30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4269120318"/>
      </p:ext>
    </p:extLst>
  </p:cSld>
  <p:clrMapOvr>
    <a:masterClrMapping/>
  </p:clrMapOvr>
</p:sldLayout>
</file>

<file path=ppt/slideLayouts/slideLayout30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146728217"/>
      </p:ext>
    </p:extLst>
  </p:cSld>
  <p:clrMapOvr>
    <a:masterClrMapping/>
  </p:clrMapOvr>
</p:sldLayout>
</file>

<file path=ppt/slideLayouts/slideLayout30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t"/>
          <a:lstStyle>
            <a:lvl1pPr algn="l">
              <a:defRPr sz="2000" b="0"/>
            </a:lvl1pPr>
          </a:lstStyle>
          <a:p>
            <a:r>
              <a:rPr lang="en-US"/>
              <a:t>Click to edit Master title style</a:t>
            </a:r>
            <a:endParaRPr lang="en-US" dirty="0"/>
          </a:p>
        </p:txBody>
      </p:sp>
      <p:sp>
        <p:nvSpPr>
          <p:cNvPr id="3" name="Content Placeholder 2"/>
          <p:cNvSpPr>
            <a:spLocks noGrp="1"/>
          </p:cNvSpPr>
          <p:nvPr>
            <p:ph idx="1"/>
          </p:nvPr>
        </p:nvSpPr>
        <p:spPr>
          <a:xfrm>
            <a:off x="3575050" y="273050"/>
            <a:ext cx="5111750" cy="5853113"/>
          </a:xfrm>
        </p:spPr>
        <p:txBody>
          <a:bodyPr/>
          <a:lstStyle>
            <a:lvl1pPr>
              <a:defRPr sz="3200">
                <a:solidFill>
                  <a:schemeClr val="bg1"/>
                </a:solidFill>
              </a:defRPr>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4134074700"/>
      </p:ext>
    </p:extLst>
  </p:cSld>
  <p:clrMapOvr>
    <a:masterClrMapping/>
  </p:clrMapOvr>
</p:sldLayout>
</file>

<file path=ppt/slideLayouts/slideLayout30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endParaRPr lang="en-US" noProof="0" dirty="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1738038899"/>
      </p:ext>
    </p:extLst>
  </p:cSld>
  <p:clrMapOvr>
    <a:masterClrMapping/>
  </p:clrMapOvr>
</p:sldLayout>
</file>

<file path=ppt/slideLayouts/slideLayout3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2566749248"/>
      </p:ext>
    </p:extLst>
  </p:cSld>
  <p:clrMapOvr>
    <a:masterClrMapping/>
  </p:clrMapOvr>
</p:sldLayout>
</file>

<file path=ppt/slideLayouts/slideLayout3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291263" y="0"/>
            <a:ext cx="1943100" cy="537845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458788" y="0"/>
            <a:ext cx="5680075" cy="5378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459293583"/>
      </p:ext>
    </p:extLst>
  </p:cSld>
  <p:clrMapOvr>
    <a:masterClrMapping/>
  </p:clrMapOvr>
</p:sldLayout>
</file>

<file path=ppt/slideLayouts/slideLayout312.xml><?xml version="1.0" encoding="utf-8"?>
<p:sldLayout xmlns:a="http://schemas.openxmlformats.org/drawingml/2006/main" xmlns:r="http://schemas.openxmlformats.org/officeDocument/2006/relationships" xmlns:p="http://schemas.openxmlformats.org/presentationml/2006/main" type="tx">
  <p:cSld name="Title an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CA"/>
          </a:p>
        </p:txBody>
      </p:sp>
      <p:sp>
        <p:nvSpPr>
          <p:cNvPr id="3" name="Text Placeholder 2"/>
          <p:cNvSpPr>
            <a:spLocks noGrp="1"/>
          </p:cNvSpPr>
          <p:nvPr>
            <p:ph type="body"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Tree>
    <p:extLst>
      <p:ext uri="{BB962C8B-B14F-4D97-AF65-F5344CB8AC3E}">
        <p14:creationId xmlns:p14="http://schemas.microsoft.com/office/powerpoint/2010/main" val="1375369331"/>
      </p:ext>
    </p:extLst>
  </p:cSld>
  <p:clrMapOvr>
    <a:masterClrMapping/>
  </p:clrMapOvr>
</p:sldLayout>
</file>

<file path=ppt/slideLayouts/slideLayout313.xml><?xml version="1.0" encoding="utf-8"?>
<p:sldLayout xmlns:a="http://schemas.openxmlformats.org/drawingml/2006/main" xmlns:r="http://schemas.openxmlformats.org/officeDocument/2006/relationships" xmlns:p="http://schemas.openxmlformats.org/presentationml/2006/main" showMasterSp="0" preserve="1">
  <p:cSld name="Title Slide">
    <p:spTree>
      <p:nvGrpSpPr>
        <p:cNvPr id="1" name=""/>
        <p:cNvGrpSpPr/>
        <p:nvPr/>
      </p:nvGrpSpPr>
      <p:grpSpPr>
        <a:xfrm>
          <a:off x="0" y="0"/>
          <a:ext cx="0" cy="0"/>
          <a:chOff x="0" y="0"/>
          <a:chExt cx="0" cy="0"/>
        </a:xfrm>
      </p:grpSpPr>
      <p:sp>
        <p:nvSpPr>
          <p:cNvPr id="5" name="Rectangle 4"/>
          <p:cNvSpPr/>
          <p:nvPr/>
        </p:nvSpPr>
        <p:spPr>
          <a:xfrm>
            <a:off x="14177" y="2514600"/>
            <a:ext cx="9144000" cy="251460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p:cNvSpPr txBox="1"/>
          <p:nvPr/>
        </p:nvSpPr>
        <p:spPr>
          <a:xfrm>
            <a:off x="523875" y="1500426"/>
            <a:ext cx="7477125" cy="861774"/>
          </a:xfrm>
          <a:prstGeom prst="rect">
            <a:avLst/>
          </a:prstGeom>
          <a:noFill/>
        </p:spPr>
        <p:txBody>
          <a:bodyPr wrap="square" rtlCol="0">
            <a:spAutoFit/>
          </a:bodyPr>
          <a:lstStyle/>
          <a:p>
            <a:r>
              <a:rPr lang="en-US" sz="4800" dirty="0">
                <a:solidFill>
                  <a:schemeClr val="tx1">
                    <a:lumMod val="65000"/>
                    <a:lumOff val="35000"/>
                  </a:schemeClr>
                </a:solidFill>
                <a:latin typeface="Segoe UI Light" pitchFamily="34" charset="0"/>
                <a:ea typeface="Segoe UI" pitchFamily="34" charset="0"/>
                <a:cs typeface="Segoe UI" pitchFamily="34" charset="0"/>
              </a:rPr>
              <a:t>Microsoft</a:t>
            </a:r>
            <a:r>
              <a:rPr lang="en-US" baseline="100000" dirty="0">
                <a:solidFill>
                  <a:schemeClr val="tx1">
                    <a:lumMod val="65000"/>
                    <a:lumOff val="35000"/>
                  </a:schemeClr>
                </a:solidFill>
                <a:latin typeface="Segoe UI Light" pitchFamily="34" charset="0"/>
                <a:ea typeface="Segoe UI" pitchFamily="34" charset="0"/>
                <a:cs typeface="Segoe UI" pitchFamily="34" charset="0"/>
              </a:rPr>
              <a:t>®</a:t>
            </a:r>
            <a:r>
              <a:rPr lang="en-US" sz="4400" dirty="0">
                <a:solidFill>
                  <a:schemeClr val="tx1">
                    <a:lumMod val="65000"/>
                    <a:lumOff val="35000"/>
                  </a:schemeClr>
                </a:solidFill>
                <a:latin typeface="Segoe UI Light" pitchFamily="34" charset="0"/>
                <a:ea typeface="Segoe UI" pitchFamily="34" charset="0"/>
                <a:cs typeface="Segoe UI" pitchFamily="34" charset="0"/>
              </a:rPr>
              <a:t> </a:t>
            </a:r>
            <a:r>
              <a:rPr lang="en-US" sz="4800" dirty="0">
                <a:solidFill>
                  <a:schemeClr val="tx1">
                    <a:lumMod val="65000"/>
                    <a:lumOff val="35000"/>
                  </a:schemeClr>
                </a:solidFill>
                <a:latin typeface="Segoe UI Light" pitchFamily="34" charset="0"/>
                <a:ea typeface="Segoe UI" pitchFamily="34" charset="0"/>
                <a:cs typeface="Segoe UI" pitchFamily="34" charset="0"/>
              </a:rPr>
              <a:t>Official Course</a:t>
            </a:r>
          </a:p>
        </p:txBody>
      </p:sp>
      <p:pic>
        <p:nvPicPr>
          <p:cNvPr id="7" name="Picture 6"/>
          <p:cNvPicPr>
            <a:picLocks noChangeAspect="1"/>
          </p:cNvPicPr>
          <p:nvPr/>
        </p:nvPicPr>
        <p:blipFill>
          <a:blip r:embed="rId2" cstate="print">
            <a:duotone>
              <a:prstClr val="black"/>
              <a:schemeClr val="tx1">
                <a:lumMod val="85000"/>
                <a:lumOff val="15000"/>
                <a:tint val="45000"/>
                <a:satMod val="400000"/>
              </a:schemeClr>
            </a:duotone>
            <a:extLst>
              <a:ext uri="{BEBA8EAE-BF5A-486C-A8C5-ECC9F3942E4B}">
                <a14:imgProps xmlns:a14="http://schemas.microsoft.com/office/drawing/2010/main">
                  <a14:imgLayer r:embed="rId3">
                    <a14:imgEffect>
                      <a14:saturation sat="400000"/>
                    </a14:imgEffect>
                  </a14:imgLayer>
                </a14:imgProps>
              </a:ext>
              <a:ext uri="{28A0092B-C50C-407E-A947-70E740481C1C}">
                <a14:useLocalDpi xmlns:a14="http://schemas.microsoft.com/office/drawing/2010/main" val="0"/>
              </a:ext>
            </a:extLst>
          </a:blip>
          <a:stretch>
            <a:fillRect/>
          </a:stretch>
        </p:blipFill>
        <p:spPr>
          <a:xfrm>
            <a:off x="7315200" y="6248400"/>
            <a:ext cx="1413823" cy="230205"/>
          </a:xfrm>
          <a:prstGeom prst="rect">
            <a:avLst/>
          </a:prstGeom>
        </p:spPr>
      </p:pic>
      <p:pic>
        <p:nvPicPr>
          <p:cNvPr id="10" name="Picture 9"/>
          <p:cNvPicPr>
            <a:picLocks/>
          </p:cNvPicPr>
          <p:nvPr/>
        </p:nvPicPr>
        <p:blipFill>
          <a:blip r:embed="rId4" cstate="print">
            <a:extLst>
              <a:ext uri="{28A0092B-C50C-407E-A947-70E740481C1C}">
                <a14:useLocalDpi xmlns:a14="http://schemas.microsoft.com/office/drawing/2010/main" val="0"/>
              </a:ext>
            </a:extLst>
          </a:blip>
          <a:stretch>
            <a:fillRect/>
          </a:stretch>
        </p:blipFill>
        <p:spPr>
          <a:xfrm>
            <a:off x="1" y="2514600"/>
            <a:ext cx="3063240" cy="2514600"/>
          </a:xfrm>
          <a:prstGeom prst="rect">
            <a:avLst/>
          </a:prstGeom>
        </p:spPr>
      </p:pic>
      <p:sp>
        <p:nvSpPr>
          <p:cNvPr id="726019" name="Rectangle 3"/>
          <p:cNvSpPr>
            <a:spLocks noGrp="1" noChangeArrowheads="1"/>
          </p:cNvSpPr>
          <p:nvPr>
            <p:ph type="ctrTitle" sz="quarter" hasCustomPrompt="1"/>
          </p:nvPr>
        </p:nvSpPr>
        <p:spPr>
          <a:xfrm>
            <a:off x="3106782" y="2774735"/>
            <a:ext cx="5732417" cy="1129607"/>
          </a:xfrm>
          <a:ln algn="ctr"/>
        </p:spPr>
        <p:txBody>
          <a:bodyPr wrap="square" tIns="0" rIns="0" bIns="0">
            <a:spAutoFit/>
          </a:bodyPr>
          <a:lstStyle>
            <a:lvl1pPr algn="l">
              <a:spcBef>
                <a:spcPct val="60000"/>
              </a:spcBef>
              <a:buClr>
                <a:schemeClr val="hlink"/>
              </a:buClr>
              <a:buSzPct val="90000"/>
              <a:buFontTx/>
              <a:buNone/>
              <a:defRPr sz="8400" baseline="0">
                <a:solidFill>
                  <a:schemeClr val="bg1"/>
                </a:solidFill>
                <a:latin typeface="Segoe Light" pitchFamily="34" charset="0"/>
              </a:defRPr>
            </a:lvl1pPr>
          </a:lstStyle>
          <a:p>
            <a:r>
              <a:rPr lang="en-US" dirty="0"/>
              <a:t>Course #</a:t>
            </a:r>
          </a:p>
        </p:txBody>
      </p:sp>
      <p:sp>
        <p:nvSpPr>
          <p:cNvPr id="726020" name="Rectangle 4"/>
          <p:cNvSpPr>
            <a:spLocks noGrp="1" noChangeArrowheads="1"/>
          </p:cNvSpPr>
          <p:nvPr>
            <p:ph type="subTitle" sz="quarter" idx="1" hasCustomPrompt="1"/>
          </p:nvPr>
        </p:nvSpPr>
        <p:spPr>
          <a:xfrm>
            <a:off x="3121297" y="3925328"/>
            <a:ext cx="5775960" cy="1103872"/>
          </a:xfrm>
        </p:spPr>
        <p:txBody>
          <a:bodyPr lIns="91440" tIns="45720" rIns="91440" bIns="45720"/>
          <a:lstStyle>
            <a:lvl1pPr marL="0" indent="0" algn="l">
              <a:lnSpc>
                <a:spcPct val="95000"/>
              </a:lnSpc>
              <a:spcBef>
                <a:spcPct val="60000"/>
              </a:spcBef>
              <a:buFontTx/>
              <a:buNone/>
              <a:defRPr sz="2800">
                <a:solidFill>
                  <a:schemeClr val="bg1"/>
                </a:solidFill>
                <a:latin typeface="Segoe UI" pitchFamily="34" charset="0"/>
                <a:ea typeface="Segoe UI" pitchFamily="34" charset="0"/>
                <a:cs typeface="Segoe UI" pitchFamily="34" charset="0"/>
              </a:defRPr>
            </a:lvl1pPr>
          </a:lstStyle>
          <a:p>
            <a:r>
              <a:rPr lang="en-US" dirty="0"/>
              <a:t>Click to edit Course title</a:t>
            </a:r>
          </a:p>
        </p:txBody>
      </p:sp>
    </p:spTree>
    <p:extLst>
      <p:ext uri="{BB962C8B-B14F-4D97-AF65-F5344CB8AC3E}">
        <p14:creationId xmlns:p14="http://schemas.microsoft.com/office/powerpoint/2010/main" val="849641951"/>
      </p:ext>
    </p:extLst>
  </p:cSld>
  <p:clrMapOvr>
    <a:masterClrMapping/>
  </p:clrMapOvr>
</p:sldLayout>
</file>

<file path=ppt/slideLayouts/slideLayout31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2715236900"/>
      </p:ext>
    </p:extLst>
  </p:cSld>
  <p:clrMapOvr>
    <a:masterClrMapping/>
  </p:clrMapOvr>
</p:sldLayout>
</file>

<file path=ppt/slideLayouts/slideLayout31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Tree>
    <p:extLst>
      <p:ext uri="{BB962C8B-B14F-4D97-AF65-F5344CB8AC3E}">
        <p14:creationId xmlns:p14="http://schemas.microsoft.com/office/powerpoint/2010/main" val="1083258421"/>
      </p:ext>
    </p:extLst>
  </p:cSld>
  <p:clrMapOvr>
    <a:masterClrMapping/>
  </p:clrMapOvr>
</p:sldLayout>
</file>

<file path=ppt/slideLayouts/slideLayout31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458788" y="992188"/>
            <a:ext cx="3798887"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410075" y="992188"/>
            <a:ext cx="3800475"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995634150"/>
      </p:ext>
    </p:extLst>
  </p:cSld>
  <p:clrMapOvr>
    <a:masterClrMapping/>
  </p:clrMapOvr>
</p:sldLayout>
</file>

<file path=ppt/slideLayouts/slideLayout31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80772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45025" y="1535113"/>
            <a:ext cx="4041775"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866795220"/>
      </p:ext>
    </p:extLst>
  </p:cSld>
  <p:clrMapOvr>
    <a:masterClrMapping/>
  </p:clrMapOvr>
</p:sldLayout>
</file>

<file path=ppt/slideLayouts/slideLayout31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2159554375"/>
      </p:ext>
    </p:extLst>
  </p:cSld>
  <p:clrMapOvr>
    <a:masterClrMapping/>
  </p:clrMapOvr>
</p:sldLayout>
</file>

<file path=ppt/slideLayouts/slideLayout31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82385952"/>
      </p:ext>
    </p:extLst>
  </p:cSld>
  <p:clrMapOvr>
    <a:masterClrMapping/>
  </p:clrMapOvr>
</p:sldLayout>
</file>

<file path=ppt/slideLayouts/slideLayout32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t"/>
          <a:lstStyle>
            <a:lvl1pPr algn="l">
              <a:defRPr sz="2000" b="0"/>
            </a:lvl1pPr>
          </a:lstStyle>
          <a:p>
            <a:r>
              <a:rPr lang="en-US"/>
              <a:t>Click to edit Master title style</a:t>
            </a:r>
            <a:endParaRPr lang="en-US" dirty="0"/>
          </a:p>
        </p:txBody>
      </p:sp>
      <p:sp>
        <p:nvSpPr>
          <p:cNvPr id="3" name="Content Placeholder 2"/>
          <p:cNvSpPr>
            <a:spLocks noGrp="1"/>
          </p:cNvSpPr>
          <p:nvPr>
            <p:ph idx="1"/>
          </p:nvPr>
        </p:nvSpPr>
        <p:spPr>
          <a:xfrm>
            <a:off x="3575050" y="273050"/>
            <a:ext cx="5111750" cy="5853113"/>
          </a:xfrm>
        </p:spPr>
        <p:txBody>
          <a:bodyPr/>
          <a:lstStyle>
            <a:lvl1pPr>
              <a:defRPr sz="3200">
                <a:solidFill>
                  <a:schemeClr val="bg1"/>
                </a:solidFill>
              </a:defRPr>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1090250541"/>
      </p:ext>
    </p:extLst>
  </p:cSld>
  <p:clrMapOvr>
    <a:masterClrMapping/>
  </p:clrMapOvr>
</p:sldLayout>
</file>

<file path=ppt/slideLayouts/slideLayout32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endParaRPr lang="en-US" noProof="0" dirty="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2007062789"/>
      </p:ext>
    </p:extLst>
  </p:cSld>
  <p:clrMapOvr>
    <a:masterClrMapping/>
  </p:clrMapOvr>
</p:sldLayout>
</file>

<file path=ppt/slideLayouts/slideLayout32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2170238720"/>
      </p:ext>
    </p:extLst>
  </p:cSld>
  <p:clrMapOvr>
    <a:masterClrMapping/>
  </p:clrMapOvr>
</p:sldLayout>
</file>

<file path=ppt/slideLayouts/slideLayout32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291263" y="0"/>
            <a:ext cx="1943100" cy="537845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458788" y="0"/>
            <a:ext cx="5680075" cy="5378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127541455"/>
      </p:ext>
    </p:extLst>
  </p:cSld>
  <p:clrMapOvr>
    <a:masterClrMapping/>
  </p:clrMapOvr>
</p:sldLayout>
</file>

<file path=ppt/slideLayouts/slideLayout324.xml><?xml version="1.0" encoding="utf-8"?>
<p:sldLayout xmlns:a="http://schemas.openxmlformats.org/drawingml/2006/main" xmlns:r="http://schemas.openxmlformats.org/officeDocument/2006/relationships" xmlns:p="http://schemas.openxmlformats.org/presentationml/2006/main" type="tx">
  <p:cSld name="Title an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CA"/>
          </a:p>
        </p:txBody>
      </p:sp>
      <p:sp>
        <p:nvSpPr>
          <p:cNvPr id="3" name="Text Placeholder 2"/>
          <p:cNvSpPr>
            <a:spLocks noGrp="1"/>
          </p:cNvSpPr>
          <p:nvPr>
            <p:ph type="body"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Tree>
    <p:extLst>
      <p:ext uri="{BB962C8B-B14F-4D97-AF65-F5344CB8AC3E}">
        <p14:creationId xmlns:p14="http://schemas.microsoft.com/office/powerpoint/2010/main" val="2434254378"/>
      </p:ext>
    </p:extLst>
  </p:cSld>
  <p:clrMapOvr>
    <a:masterClrMapping/>
  </p:clrMapOvr>
</p:sldLayout>
</file>

<file path=ppt/slideLayouts/slideLayout325.xml><?xml version="1.0" encoding="utf-8"?>
<p:sldLayout xmlns:a="http://schemas.openxmlformats.org/drawingml/2006/main" xmlns:r="http://schemas.openxmlformats.org/officeDocument/2006/relationships" xmlns:p="http://schemas.openxmlformats.org/presentationml/2006/main" showMasterSp="0" preserve="1">
  <p:cSld name="Title Slide">
    <p:spTree>
      <p:nvGrpSpPr>
        <p:cNvPr id="1" name=""/>
        <p:cNvGrpSpPr/>
        <p:nvPr/>
      </p:nvGrpSpPr>
      <p:grpSpPr>
        <a:xfrm>
          <a:off x="0" y="0"/>
          <a:ext cx="0" cy="0"/>
          <a:chOff x="0" y="0"/>
          <a:chExt cx="0" cy="0"/>
        </a:xfrm>
      </p:grpSpPr>
      <p:sp>
        <p:nvSpPr>
          <p:cNvPr id="5" name="Rectangle 4"/>
          <p:cNvSpPr/>
          <p:nvPr/>
        </p:nvSpPr>
        <p:spPr>
          <a:xfrm>
            <a:off x="14177" y="2514600"/>
            <a:ext cx="9144000" cy="251460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p:cNvSpPr txBox="1"/>
          <p:nvPr/>
        </p:nvSpPr>
        <p:spPr>
          <a:xfrm>
            <a:off x="523875" y="1500426"/>
            <a:ext cx="7477125" cy="861774"/>
          </a:xfrm>
          <a:prstGeom prst="rect">
            <a:avLst/>
          </a:prstGeom>
          <a:noFill/>
        </p:spPr>
        <p:txBody>
          <a:bodyPr wrap="square" rtlCol="0">
            <a:spAutoFit/>
          </a:bodyPr>
          <a:lstStyle/>
          <a:p>
            <a:r>
              <a:rPr lang="en-US" sz="4800" dirty="0">
                <a:solidFill>
                  <a:schemeClr val="tx1">
                    <a:lumMod val="65000"/>
                    <a:lumOff val="35000"/>
                  </a:schemeClr>
                </a:solidFill>
                <a:latin typeface="Segoe UI Light" pitchFamily="34" charset="0"/>
                <a:ea typeface="Segoe UI" pitchFamily="34" charset="0"/>
                <a:cs typeface="Segoe UI" pitchFamily="34" charset="0"/>
              </a:rPr>
              <a:t>Microsoft</a:t>
            </a:r>
            <a:r>
              <a:rPr lang="en-US" baseline="100000" dirty="0">
                <a:solidFill>
                  <a:schemeClr val="tx1">
                    <a:lumMod val="65000"/>
                    <a:lumOff val="35000"/>
                  </a:schemeClr>
                </a:solidFill>
                <a:latin typeface="Segoe UI Light" pitchFamily="34" charset="0"/>
                <a:ea typeface="Segoe UI" pitchFamily="34" charset="0"/>
                <a:cs typeface="Segoe UI" pitchFamily="34" charset="0"/>
              </a:rPr>
              <a:t>®</a:t>
            </a:r>
            <a:r>
              <a:rPr lang="en-US" sz="4400" dirty="0">
                <a:solidFill>
                  <a:schemeClr val="tx1">
                    <a:lumMod val="65000"/>
                    <a:lumOff val="35000"/>
                  </a:schemeClr>
                </a:solidFill>
                <a:latin typeface="Segoe UI Light" pitchFamily="34" charset="0"/>
                <a:ea typeface="Segoe UI" pitchFamily="34" charset="0"/>
                <a:cs typeface="Segoe UI" pitchFamily="34" charset="0"/>
              </a:rPr>
              <a:t> </a:t>
            </a:r>
            <a:r>
              <a:rPr lang="en-US" sz="4800" dirty="0">
                <a:solidFill>
                  <a:schemeClr val="tx1">
                    <a:lumMod val="65000"/>
                    <a:lumOff val="35000"/>
                  </a:schemeClr>
                </a:solidFill>
                <a:latin typeface="Segoe UI Light" pitchFamily="34" charset="0"/>
                <a:ea typeface="Segoe UI" pitchFamily="34" charset="0"/>
                <a:cs typeface="Segoe UI" pitchFamily="34" charset="0"/>
              </a:rPr>
              <a:t>Official Course</a:t>
            </a:r>
          </a:p>
        </p:txBody>
      </p:sp>
      <p:pic>
        <p:nvPicPr>
          <p:cNvPr id="7" name="Picture 6"/>
          <p:cNvPicPr>
            <a:picLocks noChangeAspect="1"/>
          </p:cNvPicPr>
          <p:nvPr/>
        </p:nvPicPr>
        <p:blipFill>
          <a:blip r:embed="rId2" cstate="print">
            <a:duotone>
              <a:prstClr val="black"/>
              <a:schemeClr val="tx1">
                <a:lumMod val="85000"/>
                <a:lumOff val="15000"/>
                <a:tint val="45000"/>
                <a:satMod val="400000"/>
              </a:schemeClr>
            </a:duotone>
            <a:extLst>
              <a:ext uri="{BEBA8EAE-BF5A-486C-A8C5-ECC9F3942E4B}">
                <a14:imgProps xmlns:a14="http://schemas.microsoft.com/office/drawing/2010/main">
                  <a14:imgLayer r:embed="rId3">
                    <a14:imgEffect>
                      <a14:saturation sat="400000"/>
                    </a14:imgEffect>
                  </a14:imgLayer>
                </a14:imgProps>
              </a:ext>
              <a:ext uri="{28A0092B-C50C-407E-A947-70E740481C1C}">
                <a14:useLocalDpi xmlns:a14="http://schemas.microsoft.com/office/drawing/2010/main" val="0"/>
              </a:ext>
            </a:extLst>
          </a:blip>
          <a:stretch>
            <a:fillRect/>
          </a:stretch>
        </p:blipFill>
        <p:spPr>
          <a:xfrm>
            <a:off x="7315200" y="6248400"/>
            <a:ext cx="1413823" cy="230205"/>
          </a:xfrm>
          <a:prstGeom prst="rect">
            <a:avLst/>
          </a:prstGeom>
        </p:spPr>
      </p:pic>
      <p:pic>
        <p:nvPicPr>
          <p:cNvPr id="10" name="Picture 9"/>
          <p:cNvPicPr>
            <a:picLocks/>
          </p:cNvPicPr>
          <p:nvPr/>
        </p:nvPicPr>
        <p:blipFill>
          <a:blip r:embed="rId4" cstate="print">
            <a:extLst>
              <a:ext uri="{28A0092B-C50C-407E-A947-70E740481C1C}">
                <a14:useLocalDpi xmlns:a14="http://schemas.microsoft.com/office/drawing/2010/main" val="0"/>
              </a:ext>
            </a:extLst>
          </a:blip>
          <a:stretch>
            <a:fillRect/>
          </a:stretch>
        </p:blipFill>
        <p:spPr>
          <a:xfrm>
            <a:off x="1" y="2514600"/>
            <a:ext cx="3063240" cy="2514600"/>
          </a:xfrm>
          <a:prstGeom prst="rect">
            <a:avLst/>
          </a:prstGeom>
        </p:spPr>
      </p:pic>
      <p:sp>
        <p:nvSpPr>
          <p:cNvPr id="726019" name="Rectangle 3"/>
          <p:cNvSpPr>
            <a:spLocks noGrp="1" noChangeArrowheads="1"/>
          </p:cNvSpPr>
          <p:nvPr>
            <p:ph type="ctrTitle" sz="quarter" hasCustomPrompt="1"/>
          </p:nvPr>
        </p:nvSpPr>
        <p:spPr>
          <a:xfrm>
            <a:off x="3106782" y="2774735"/>
            <a:ext cx="5732417" cy="1129607"/>
          </a:xfrm>
          <a:ln algn="ctr"/>
        </p:spPr>
        <p:txBody>
          <a:bodyPr wrap="square" tIns="0" rIns="0" bIns="0">
            <a:spAutoFit/>
          </a:bodyPr>
          <a:lstStyle>
            <a:lvl1pPr algn="l">
              <a:spcBef>
                <a:spcPct val="60000"/>
              </a:spcBef>
              <a:buClr>
                <a:schemeClr val="hlink"/>
              </a:buClr>
              <a:buSzPct val="90000"/>
              <a:buFontTx/>
              <a:buNone/>
              <a:defRPr sz="8400" baseline="0">
                <a:solidFill>
                  <a:schemeClr val="bg1"/>
                </a:solidFill>
                <a:latin typeface="Segoe Light" pitchFamily="34" charset="0"/>
              </a:defRPr>
            </a:lvl1pPr>
          </a:lstStyle>
          <a:p>
            <a:r>
              <a:rPr lang="en-US" dirty="0"/>
              <a:t>Course #</a:t>
            </a:r>
          </a:p>
        </p:txBody>
      </p:sp>
      <p:sp>
        <p:nvSpPr>
          <p:cNvPr id="726020" name="Rectangle 4"/>
          <p:cNvSpPr>
            <a:spLocks noGrp="1" noChangeArrowheads="1"/>
          </p:cNvSpPr>
          <p:nvPr>
            <p:ph type="subTitle" sz="quarter" idx="1" hasCustomPrompt="1"/>
          </p:nvPr>
        </p:nvSpPr>
        <p:spPr>
          <a:xfrm>
            <a:off x="3121297" y="3925328"/>
            <a:ext cx="5775960" cy="1103872"/>
          </a:xfrm>
        </p:spPr>
        <p:txBody>
          <a:bodyPr lIns="91440" tIns="45720" rIns="91440" bIns="45720"/>
          <a:lstStyle>
            <a:lvl1pPr marL="0" indent="0" algn="l">
              <a:lnSpc>
                <a:spcPct val="95000"/>
              </a:lnSpc>
              <a:spcBef>
                <a:spcPct val="60000"/>
              </a:spcBef>
              <a:buFontTx/>
              <a:buNone/>
              <a:defRPr sz="2800">
                <a:solidFill>
                  <a:schemeClr val="bg1"/>
                </a:solidFill>
                <a:latin typeface="Segoe UI" pitchFamily="34" charset="0"/>
                <a:ea typeface="Segoe UI" pitchFamily="34" charset="0"/>
                <a:cs typeface="Segoe UI" pitchFamily="34" charset="0"/>
              </a:defRPr>
            </a:lvl1pPr>
          </a:lstStyle>
          <a:p>
            <a:r>
              <a:rPr lang="en-US" dirty="0"/>
              <a:t>Click to edit Course title</a:t>
            </a:r>
          </a:p>
        </p:txBody>
      </p:sp>
    </p:spTree>
    <p:extLst>
      <p:ext uri="{BB962C8B-B14F-4D97-AF65-F5344CB8AC3E}">
        <p14:creationId xmlns:p14="http://schemas.microsoft.com/office/powerpoint/2010/main" val="1545079902"/>
      </p:ext>
    </p:extLst>
  </p:cSld>
  <p:clrMapOvr>
    <a:masterClrMapping/>
  </p:clrMapOvr>
</p:sldLayout>
</file>

<file path=ppt/slideLayouts/slideLayout326.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2980789243"/>
      </p:ext>
    </p:extLst>
  </p:cSld>
  <p:clrMapOvr>
    <a:masterClrMapping/>
  </p:clrMapOvr>
</p:sldLayout>
</file>

<file path=ppt/slideLayouts/slideLayout327.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Tree>
    <p:extLst>
      <p:ext uri="{BB962C8B-B14F-4D97-AF65-F5344CB8AC3E}">
        <p14:creationId xmlns:p14="http://schemas.microsoft.com/office/powerpoint/2010/main" val="1202199114"/>
      </p:ext>
    </p:extLst>
  </p:cSld>
  <p:clrMapOvr>
    <a:masterClrMapping/>
  </p:clrMapOvr>
</p:sldLayout>
</file>

<file path=ppt/slideLayouts/slideLayout328.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458788" y="992188"/>
            <a:ext cx="3798887"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410075" y="992188"/>
            <a:ext cx="3800475"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707572957"/>
      </p:ext>
    </p:extLst>
  </p:cSld>
  <p:clrMapOvr>
    <a:masterClrMapping/>
  </p:clrMapOvr>
</p:sldLayout>
</file>

<file path=ppt/slideLayouts/slideLayout329.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80772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45025" y="1535113"/>
            <a:ext cx="4041775"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36745397"/>
      </p:ext>
    </p:extLst>
  </p:cSld>
  <p:clrMapOvr>
    <a:masterClrMapping/>
  </p:clrMapOvr>
</p:sldLayout>
</file>

<file path=ppt/slideLayouts/slideLayout330.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551893258"/>
      </p:ext>
    </p:extLst>
  </p:cSld>
  <p:clrMapOvr>
    <a:masterClrMapping/>
  </p:clrMapOvr>
</p:sldLayout>
</file>

<file path=ppt/slideLayouts/slideLayout33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290772381"/>
      </p:ext>
    </p:extLst>
  </p:cSld>
  <p:clrMapOvr>
    <a:masterClrMapping/>
  </p:clrMapOvr>
</p:sldLayout>
</file>

<file path=ppt/slideLayouts/slideLayout332.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t"/>
          <a:lstStyle>
            <a:lvl1pPr algn="l">
              <a:defRPr sz="2000" b="0"/>
            </a:lvl1pPr>
          </a:lstStyle>
          <a:p>
            <a:r>
              <a:rPr lang="en-US"/>
              <a:t>Click to edit Master title style</a:t>
            </a:r>
            <a:endParaRPr lang="en-US" dirty="0"/>
          </a:p>
        </p:txBody>
      </p:sp>
      <p:sp>
        <p:nvSpPr>
          <p:cNvPr id="3" name="Content Placeholder 2"/>
          <p:cNvSpPr>
            <a:spLocks noGrp="1"/>
          </p:cNvSpPr>
          <p:nvPr>
            <p:ph idx="1"/>
          </p:nvPr>
        </p:nvSpPr>
        <p:spPr>
          <a:xfrm>
            <a:off x="3575050" y="273050"/>
            <a:ext cx="5111750" cy="5853113"/>
          </a:xfrm>
        </p:spPr>
        <p:txBody>
          <a:bodyPr/>
          <a:lstStyle>
            <a:lvl1pPr>
              <a:defRPr sz="3200">
                <a:solidFill>
                  <a:schemeClr val="bg1"/>
                </a:solidFill>
              </a:defRPr>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4165758218"/>
      </p:ext>
    </p:extLst>
  </p:cSld>
  <p:clrMapOvr>
    <a:masterClrMapping/>
  </p:clrMapOvr>
</p:sldLayout>
</file>

<file path=ppt/slideLayouts/slideLayout333.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endParaRPr lang="en-US" noProof="0" dirty="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453246706"/>
      </p:ext>
    </p:extLst>
  </p:cSld>
  <p:clrMapOvr>
    <a:masterClrMapping/>
  </p:clrMapOvr>
</p:sldLayout>
</file>

<file path=ppt/slideLayouts/slideLayout334.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453535701"/>
      </p:ext>
    </p:extLst>
  </p:cSld>
  <p:clrMapOvr>
    <a:masterClrMapping/>
  </p:clrMapOvr>
</p:sldLayout>
</file>

<file path=ppt/slideLayouts/slideLayout335.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291263" y="0"/>
            <a:ext cx="1943100" cy="537845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458788" y="0"/>
            <a:ext cx="5680075" cy="5378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3676320195"/>
      </p:ext>
    </p:extLst>
  </p:cSld>
  <p:clrMapOvr>
    <a:masterClrMapping/>
  </p:clrMapOvr>
</p:sldLayout>
</file>

<file path=ppt/slideLayouts/slideLayout336.xml><?xml version="1.0" encoding="utf-8"?>
<p:sldLayout xmlns:a="http://schemas.openxmlformats.org/drawingml/2006/main" xmlns:r="http://schemas.openxmlformats.org/officeDocument/2006/relationships" xmlns:p="http://schemas.openxmlformats.org/presentationml/2006/main" type="tx">
  <p:cSld name="Title an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CA"/>
          </a:p>
        </p:txBody>
      </p:sp>
      <p:sp>
        <p:nvSpPr>
          <p:cNvPr id="3" name="Text Placeholder 2"/>
          <p:cNvSpPr>
            <a:spLocks noGrp="1"/>
          </p:cNvSpPr>
          <p:nvPr>
            <p:ph type="body"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Tree>
    <p:extLst>
      <p:ext uri="{BB962C8B-B14F-4D97-AF65-F5344CB8AC3E}">
        <p14:creationId xmlns:p14="http://schemas.microsoft.com/office/powerpoint/2010/main" val="3032205128"/>
      </p:ext>
    </p:extLst>
  </p:cSld>
  <p:clrMapOvr>
    <a:masterClrMapping/>
  </p:clrMapOvr>
</p:sldLayout>
</file>

<file path=ppt/slideLayouts/slideLayout337.xml><?xml version="1.0" encoding="utf-8"?>
<p:sldLayout xmlns:a="http://schemas.openxmlformats.org/drawingml/2006/main" xmlns:r="http://schemas.openxmlformats.org/officeDocument/2006/relationships" xmlns:p="http://schemas.openxmlformats.org/presentationml/2006/main" showMasterSp="0" preserve="1">
  <p:cSld name="Title Slide">
    <p:spTree>
      <p:nvGrpSpPr>
        <p:cNvPr id="1" name=""/>
        <p:cNvGrpSpPr/>
        <p:nvPr/>
      </p:nvGrpSpPr>
      <p:grpSpPr>
        <a:xfrm>
          <a:off x="0" y="0"/>
          <a:ext cx="0" cy="0"/>
          <a:chOff x="0" y="0"/>
          <a:chExt cx="0" cy="0"/>
        </a:xfrm>
      </p:grpSpPr>
      <p:sp>
        <p:nvSpPr>
          <p:cNvPr id="5" name="Rectangle 4"/>
          <p:cNvSpPr/>
          <p:nvPr/>
        </p:nvSpPr>
        <p:spPr>
          <a:xfrm>
            <a:off x="14177" y="2514600"/>
            <a:ext cx="9144000" cy="251460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p:cNvSpPr txBox="1"/>
          <p:nvPr/>
        </p:nvSpPr>
        <p:spPr>
          <a:xfrm>
            <a:off x="523875" y="1500426"/>
            <a:ext cx="7477125" cy="861774"/>
          </a:xfrm>
          <a:prstGeom prst="rect">
            <a:avLst/>
          </a:prstGeom>
          <a:noFill/>
        </p:spPr>
        <p:txBody>
          <a:bodyPr wrap="square" rtlCol="0">
            <a:spAutoFit/>
          </a:bodyPr>
          <a:lstStyle/>
          <a:p>
            <a:r>
              <a:rPr lang="en-US" sz="4800" dirty="0">
                <a:solidFill>
                  <a:schemeClr val="tx1">
                    <a:lumMod val="65000"/>
                    <a:lumOff val="35000"/>
                  </a:schemeClr>
                </a:solidFill>
                <a:latin typeface="Segoe UI Light" pitchFamily="34" charset="0"/>
                <a:ea typeface="Segoe UI" pitchFamily="34" charset="0"/>
                <a:cs typeface="Segoe UI" pitchFamily="34" charset="0"/>
              </a:rPr>
              <a:t>Microsoft</a:t>
            </a:r>
            <a:r>
              <a:rPr lang="en-US" baseline="100000" dirty="0">
                <a:solidFill>
                  <a:schemeClr val="tx1">
                    <a:lumMod val="65000"/>
                    <a:lumOff val="35000"/>
                  </a:schemeClr>
                </a:solidFill>
                <a:latin typeface="Segoe UI Light" pitchFamily="34" charset="0"/>
                <a:ea typeface="Segoe UI" pitchFamily="34" charset="0"/>
                <a:cs typeface="Segoe UI" pitchFamily="34" charset="0"/>
              </a:rPr>
              <a:t>®</a:t>
            </a:r>
            <a:r>
              <a:rPr lang="en-US" sz="4400" dirty="0">
                <a:solidFill>
                  <a:schemeClr val="tx1">
                    <a:lumMod val="65000"/>
                    <a:lumOff val="35000"/>
                  </a:schemeClr>
                </a:solidFill>
                <a:latin typeface="Segoe UI Light" pitchFamily="34" charset="0"/>
                <a:ea typeface="Segoe UI" pitchFamily="34" charset="0"/>
                <a:cs typeface="Segoe UI" pitchFamily="34" charset="0"/>
              </a:rPr>
              <a:t> </a:t>
            </a:r>
            <a:r>
              <a:rPr lang="en-US" sz="4800" dirty="0">
                <a:solidFill>
                  <a:schemeClr val="tx1">
                    <a:lumMod val="65000"/>
                    <a:lumOff val="35000"/>
                  </a:schemeClr>
                </a:solidFill>
                <a:latin typeface="Segoe UI Light" pitchFamily="34" charset="0"/>
                <a:ea typeface="Segoe UI" pitchFamily="34" charset="0"/>
                <a:cs typeface="Segoe UI" pitchFamily="34" charset="0"/>
              </a:rPr>
              <a:t>Official Course</a:t>
            </a:r>
          </a:p>
        </p:txBody>
      </p:sp>
      <p:pic>
        <p:nvPicPr>
          <p:cNvPr id="7" name="Picture 6"/>
          <p:cNvPicPr>
            <a:picLocks noChangeAspect="1"/>
          </p:cNvPicPr>
          <p:nvPr/>
        </p:nvPicPr>
        <p:blipFill>
          <a:blip r:embed="rId2" cstate="print">
            <a:duotone>
              <a:prstClr val="black"/>
              <a:schemeClr val="tx1">
                <a:lumMod val="85000"/>
                <a:lumOff val="15000"/>
                <a:tint val="45000"/>
                <a:satMod val="400000"/>
              </a:schemeClr>
            </a:duotone>
            <a:extLst>
              <a:ext uri="{BEBA8EAE-BF5A-486C-A8C5-ECC9F3942E4B}">
                <a14:imgProps xmlns:a14="http://schemas.microsoft.com/office/drawing/2010/main">
                  <a14:imgLayer r:embed="rId3">
                    <a14:imgEffect>
                      <a14:saturation sat="400000"/>
                    </a14:imgEffect>
                  </a14:imgLayer>
                </a14:imgProps>
              </a:ext>
              <a:ext uri="{28A0092B-C50C-407E-A947-70E740481C1C}">
                <a14:useLocalDpi xmlns:a14="http://schemas.microsoft.com/office/drawing/2010/main" val="0"/>
              </a:ext>
            </a:extLst>
          </a:blip>
          <a:stretch>
            <a:fillRect/>
          </a:stretch>
        </p:blipFill>
        <p:spPr>
          <a:xfrm>
            <a:off x="7315200" y="6248400"/>
            <a:ext cx="1413823" cy="230205"/>
          </a:xfrm>
          <a:prstGeom prst="rect">
            <a:avLst/>
          </a:prstGeom>
        </p:spPr>
      </p:pic>
      <p:pic>
        <p:nvPicPr>
          <p:cNvPr id="10" name="Picture 9"/>
          <p:cNvPicPr>
            <a:picLocks/>
          </p:cNvPicPr>
          <p:nvPr/>
        </p:nvPicPr>
        <p:blipFill>
          <a:blip r:embed="rId4" cstate="print">
            <a:extLst>
              <a:ext uri="{28A0092B-C50C-407E-A947-70E740481C1C}">
                <a14:useLocalDpi xmlns:a14="http://schemas.microsoft.com/office/drawing/2010/main" val="0"/>
              </a:ext>
            </a:extLst>
          </a:blip>
          <a:stretch>
            <a:fillRect/>
          </a:stretch>
        </p:blipFill>
        <p:spPr>
          <a:xfrm>
            <a:off x="1" y="2514600"/>
            <a:ext cx="3063240" cy="2514600"/>
          </a:xfrm>
          <a:prstGeom prst="rect">
            <a:avLst/>
          </a:prstGeom>
        </p:spPr>
      </p:pic>
      <p:sp>
        <p:nvSpPr>
          <p:cNvPr id="726019" name="Rectangle 3"/>
          <p:cNvSpPr>
            <a:spLocks noGrp="1" noChangeArrowheads="1"/>
          </p:cNvSpPr>
          <p:nvPr>
            <p:ph type="ctrTitle" sz="quarter" hasCustomPrompt="1"/>
          </p:nvPr>
        </p:nvSpPr>
        <p:spPr>
          <a:xfrm>
            <a:off x="3106782" y="2774735"/>
            <a:ext cx="5732417" cy="1129607"/>
          </a:xfrm>
          <a:ln algn="ctr"/>
        </p:spPr>
        <p:txBody>
          <a:bodyPr wrap="square" tIns="0" rIns="0" bIns="0">
            <a:spAutoFit/>
          </a:bodyPr>
          <a:lstStyle>
            <a:lvl1pPr algn="l">
              <a:spcBef>
                <a:spcPct val="60000"/>
              </a:spcBef>
              <a:buClr>
                <a:schemeClr val="hlink"/>
              </a:buClr>
              <a:buSzPct val="90000"/>
              <a:buFontTx/>
              <a:buNone/>
              <a:defRPr sz="8400" baseline="0">
                <a:solidFill>
                  <a:schemeClr val="bg1"/>
                </a:solidFill>
                <a:latin typeface="Segoe Light" pitchFamily="34" charset="0"/>
              </a:defRPr>
            </a:lvl1pPr>
          </a:lstStyle>
          <a:p>
            <a:r>
              <a:rPr lang="en-US" dirty="0"/>
              <a:t>Course #</a:t>
            </a:r>
          </a:p>
        </p:txBody>
      </p:sp>
      <p:sp>
        <p:nvSpPr>
          <p:cNvPr id="726020" name="Rectangle 4"/>
          <p:cNvSpPr>
            <a:spLocks noGrp="1" noChangeArrowheads="1"/>
          </p:cNvSpPr>
          <p:nvPr>
            <p:ph type="subTitle" sz="quarter" idx="1" hasCustomPrompt="1"/>
          </p:nvPr>
        </p:nvSpPr>
        <p:spPr>
          <a:xfrm>
            <a:off x="3121297" y="3925328"/>
            <a:ext cx="5775960" cy="1103872"/>
          </a:xfrm>
        </p:spPr>
        <p:txBody>
          <a:bodyPr lIns="91440" tIns="45720" rIns="91440" bIns="45720"/>
          <a:lstStyle>
            <a:lvl1pPr marL="0" indent="0" algn="l">
              <a:lnSpc>
                <a:spcPct val="95000"/>
              </a:lnSpc>
              <a:spcBef>
                <a:spcPct val="60000"/>
              </a:spcBef>
              <a:buFontTx/>
              <a:buNone/>
              <a:defRPr sz="2800">
                <a:solidFill>
                  <a:schemeClr val="bg1"/>
                </a:solidFill>
                <a:latin typeface="Segoe UI" pitchFamily="34" charset="0"/>
                <a:ea typeface="Segoe UI" pitchFamily="34" charset="0"/>
                <a:cs typeface="Segoe UI" pitchFamily="34" charset="0"/>
              </a:defRPr>
            </a:lvl1pPr>
          </a:lstStyle>
          <a:p>
            <a:r>
              <a:rPr lang="en-US" dirty="0"/>
              <a:t>Click to edit Course title</a:t>
            </a:r>
          </a:p>
        </p:txBody>
      </p:sp>
    </p:spTree>
    <p:extLst>
      <p:ext uri="{BB962C8B-B14F-4D97-AF65-F5344CB8AC3E}">
        <p14:creationId xmlns:p14="http://schemas.microsoft.com/office/powerpoint/2010/main" val="1309493147"/>
      </p:ext>
    </p:extLst>
  </p:cSld>
  <p:clrMapOvr>
    <a:masterClrMapping/>
  </p:clrMapOvr>
</p:sldLayout>
</file>

<file path=ppt/slideLayouts/slideLayout338.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444333496"/>
      </p:ext>
    </p:extLst>
  </p:cSld>
  <p:clrMapOvr>
    <a:masterClrMapping/>
  </p:clrMapOvr>
</p:sldLayout>
</file>

<file path=ppt/slideLayouts/slideLayout339.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Tree>
    <p:extLst>
      <p:ext uri="{BB962C8B-B14F-4D97-AF65-F5344CB8AC3E}">
        <p14:creationId xmlns:p14="http://schemas.microsoft.com/office/powerpoint/2010/main" val="1787229019"/>
      </p:ext>
    </p:extLst>
  </p:cSld>
  <p:clrMapOvr>
    <a:masterClrMapping/>
  </p:clrMapOvr>
</p:sldLayout>
</file>

<file path=ppt/slideLayouts/slideLayout340.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458788" y="992188"/>
            <a:ext cx="3798887"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410075" y="992188"/>
            <a:ext cx="3800475"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2482921329"/>
      </p:ext>
    </p:extLst>
  </p:cSld>
  <p:clrMapOvr>
    <a:masterClrMapping/>
  </p:clrMapOvr>
</p:sldLayout>
</file>

<file path=ppt/slideLayouts/slideLayout341.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80772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45025" y="1535113"/>
            <a:ext cx="4041775"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561822787"/>
      </p:ext>
    </p:extLst>
  </p:cSld>
  <p:clrMapOvr>
    <a:masterClrMapping/>
  </p:clrMapOvr>
</p:sldLayout>
</file>

<file path=ppt/slideLayouts/slideLayout342.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20859"/>
      </p:ext>
    </p:extLst>
  </p:cSld>
  <p:clrMapOvr>
    <a:masterClrMapping/>
  </p:clrMapOvr>
</p:sldLayout>
</file>

<file path=ppt/slideLayouts/slideLayout34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384650624"/>
      </p:ext>
    </p:extLst>
  </p:cSld>
  <p:clrMapOvr>
    <a:masterClrMapping/>
  </p:clrMapOvr>
</p:sldLayout>
</file>

<file path=ppt/slideLayouts/slideLayout344.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t"/>
          <a:lstStyle>
            <a:lvl1pPr algn="l">
              <a:defRPr sz="2000" b="0"/>
            </a:lvl1pPr>
          </a:lstStyle>
          <a:p>
            <a:r>
              <a:rPr lang="en-US"/>
              <a:t>Click to edit Master title style</a:t>
            </a:r>
            <a:endParaRPr lang="en-US" dirty="0"/>
          </a:p>
        </p:txBody>
      </p:sp>
      <p:sp>
        <p:nvSpPr>
          <p:cNvPr id="3" name="Content Placeholder 2"/>
          <p:cNvSpPr>
            <a:spLocks noGrp="1"/>
          </p:cNvSpPr>
          <p:nvPr>
            <p:ph idx="1"/>
          </p:nvPr>
        </p:nvSpPr>
        <p:spPr>
          <a:xfrm>
            <a:off x="3575050" y="273050"/>
            <a:ext cx="5111750" cy="5853113"/>
          </a:xfrm>
        </p:spPr>
        <p:txBody>
          <a:bodyPr/>
          <a:lstStyle>
            <a:lvl1pPr>
              <a:defRPr sz="3200">
                <a:solidFill>
                  <a:schemeClr val="bg1"/>
                </a:solidFill>
              </a:defRPr>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2681269790"/>
      </p:ext>
    </p:extLst>
  </p:cSld>
  <p:clrMapOvr>
    <a:masterClrMapping/>
  </p:clrMapOvr>
</p:sldLayout>
</file>

<file path=ppt/slideLayouts/slideLayout345.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endParaRPr lang="en-US" noProof="0" dirty="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3027391396"/>
      </p:ext>
    </p:extLst>
  </p:cSld>
  <p:clrMapOvr>
    <a:masterClrMapping/>
  </p:clrMapOvr>
</p:sldLayout>
</file>

<file path=ppt/slideLayouts/slideLayout34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355961793"/>
      </p:ext>
    </p:extLst>
  </p:cSld>
  <p:clrMapOvr>
    <a:masterClrMapping/>
  </p:clrMapOvr>
</p:sldLayout>
</file>

<file path=ppt/slideLayouts/slideLayout34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291263" y="0"/>
            <a:ext cx="1943100" cy="537845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458788" y="0"/>
            <a:ext cx="5680075" cy="5378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573658425"/>
      </p:ext>
    </p:extLst>
  </p:cSld>
  <p:clrMapOvr>
    <a:masterClrMapping/>
  </p:clrMapOvr>
</p:sldLayout>
</file>

<file path=ppt/slideLayouts/slideLayout348.xml><?xml version="1.0" encoding="utf-8"?>
<p:sldLayout xmlns:a="http://schemas.openxmlformats.org/drawingml/2006/main" xmlns:r="http://schemas.openxmlformats.org/officeDocument/2006/relationships" xmlns:p="http://schemas.openxmlformats.org/presentationml/2006/main" type="tx">
  <p:cSld name="Title an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CA"/>
          </a:p>
        </p:txBody>
      </p:sp>
      <p:sp>
        <p:nvSpPr>
          <p:cNvPr id="3" name="Text Placeholder 2"/>
          <p:cNvSpPr>
            <a:spLocks noGrp="1"/>
          </p:cNvSpPr>
          <p:nvPr>
            <p:ph type="body"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Tree>
    <p:extLst>
      <p:ext uri="{BB962C8B-B14F-4D97-AF65-F5344CB8AC3E}">
        <p14:creationId xmlns:p14="http://schemas.microsoft.com/office/powerpoint/2010/main" val="1195915196"/>
      </p:ext>
    </p:extLst>
  </p:cSld>
  <p:clrMapOvr>
    <a:masterClrMapping/>
  </p:clrMapOvr>
</p:sldLayout>
</file>

<file path=ppt/slideLayouts/slideLayout349.xml><?xml version="1.0" encoding="utf-8"?>
<p:sldLayout xmlns:a="http://schemas.openxmlformats.org/drawingml/2006/main" xmlns:r="http://schemas.openxmlformats.org/officeDocument/2006/relationships" xmlns:p="http://schemas.openxmlformats.org/presentationml/2006/main" showMasterSp="0" preserve="1">
  <p:cSld name="Title Slide">
    <p:spTree>
      <p:nvGrpSpPr>
        <p:cNvPr id="1" name=""/>
        <p:cNvGrpSpPr/>
        <p:nvPr/>
      </p:nvGrpSpPr>
      <p:grpSpPr>
        <a:xfrm>
          <a:off x="0" y="0"/>
          <a:ext cx="0" cy="0"/>
          <a:chOff x="0" y="0"/>
          <a:chExt cx="0" cy="0"/>
        </a:xfrm>
      </p:grpSpPr>
      <p:sp>
        <p:nvSpPr>
          <p:cNvPr id="5" name="Rectangle 4"/>
          <p:cNvSpPr/>
          <p:nvPr/>
        </p:nvSpPr>
        <p:spPr>
          <a:xfrm>
            <a:off x="14177" y="2514600"/>
            <a:ext cx="9144000" cy="251460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p:cNvSpPr txBox="1"/>
          <p:nvPr/>
        </p:nvSpPr>
        <p:spPr>
          <a:xfrm>
            <a:off x="523875" y="1500426"/>
            <a:ext cx="7477125" cy="861774"/>
          </a:xfrm>
          <a:prstGeom prst="rect">
            <a:avLst/>
          </a:prstGeom>
          <a:noFill/>
        </p:spPr>
        <p:txBody>
          <a:bodyPr wrap="square" rtlCol="0">
            <a:spAutoFit/>
          </a:bodyPr>
          <a:lstStyle/>
          <a:p>
            <a:r>
              <a:rPr lang="en-US" sz="4800" dirty="0">
                <a:solidFill>
                  <a:schemeClr val="tx1">
                    <a:lumMod val="65000"/>
                    <a:lumOff val="35000"/>
                  </a:schemeClr>
                </a:solidFill>
                <a:latin typeface="Segoe UI Light" pitchFamily="34" charset="0"/>
                <a:ea typeface="Segoe UI" pitchFamily="34" charset="0"/>
                <a:cs typeface="Segoe UI" pitchFamily="34" charset="0"/>
              </a:rPr>
              <a:t>Microsoft</a:t>
            </a:r>
            <a:r>
              <a:rPr lang="en-US" baseline="100000" dirty="0">
                <a:solidFill>
                  <a:schemeClr val="tx1">
                    <a:lumMod val="65000"/>
                    <a:lumOff val="35000"/>
                  </a:schemeClr>
                </a:solidFill>
                <a:latin typeface="Segoe UI Light" pitchFamily="34" charset="0"/>
                <a:ea typeface="Segoe UI" pitchFamily="34" charset="0"/>
                <a:cs typeface="Segoe UI" pitchFamily="34" charset="0"/>
              </a:rPr>
              <a:t>®</a:t>
            </a:r>
            <a:r>
              <a:rPr lang="en-US" sz="4400" dirty="0">
                <a:solidFill>
                  <a:schemeClr val="tx1">
                    <a:lumMod val="65000"/>
                    <a:lumOff val="35000"/>
                  </a:schemeClr>
                </a:solidFill>
                <a:latin typeface="Segoe UI Light" pitchFamily="34" charset="0"/>
                <a:ea typeface="Segoe UI" pitchFamily="34" charset="0"/>
                <a:cs typeface="Segoe UI" pitchFamily="34" charset="0"/>
              </a:rPr>
              <a:t> </a:t>
            </a:r>
            <a:r>
              <a:rPr lang="en-US" sz="4800" dirty="0">
                <a:solidFill>
                  <a:schemeClr val="tx1">
                    <a:lumMod val="65000"/>
                    <a:lumOff val="35000"/>
                  </a:schemeClr>
                </a:solidFill>
                <a:latin typeface="Segoe UI Light" pitchFamily="34" charset="0"/>
                <a:ea typeface="Segoe UI" pitchFamily="34" charset="0"/>
                <a:cs typeface="Segoe UI" pitchFamily="34" charset="0"/>
              </a:rPr>
              <a:t>Official Course</a:t>
            </a:r>
          </a:p>
        </p:txBody>
      </p:sp>
      <p:pic>
        <p:nvPicPr>
          <p:cNvPr id="7" name="Picture 6"/>
          <p:cNvPicPr>
            <a:picLocks noChangeAspect="1"/>
          </p:cNvPicPr>
          <p:nvPr/>
        </p:nvPicPr>
        <p:blipFill>
          <a:blip r:embed="rId2" cstate="print">
            <a:duotone>
              <a:prstClr val="black"/>
              <a:schemeClr val="tx1">
                <a:lumMod val="85000"/>
                <a:lumOff val="15000"/>
                <a:tint val="45000"/>
                <a:satMod val="400000"/>
              </a:schemeClr>
            </a:duotone>
            <a:extLst>
              <a:ext uri="{BEBA8EAE-BF5A-486C-A8C5-ECC9F3942E4B}">
                <a14:imgProps xmlns:a14="http://schemas.microsoft.com/office/drawing/2010/main">
                  <a14:imgLayer r:embed="rId3">
                    <a14:imgEffect>
                      <a14:saturation sat="400000"/>
                    </a14:imgEffect>
                  </a14:imgLayer>
                </a14:imgProps>
              </a:ext>
              <a:ext uri="{28A0092B-C50C-407E-A947-70E740481C1C}">
                <a14:useLocalDpi xmlns:a14="http://schemas.microsoft.com/office/drawing/2010/main" val="0"/>
              </a:ext>
            </a:extLst>
          </a:blip>
          <a:stretch>
            <a:fillRect/>
          </a:stretch>
        </p:blipFill>
        <p:spPr>
          <a:xfrm>
            <a:off x="7315200" y="6248400"/>
            <a:ext cx="1413823" cy="230205"/>
          </a:xfrm>
          <a:prstGeom prst="rect">
            <a:avLst/>
          </a:prstGeom>
        </p:spPr>
      </p:pic>
      <p:pic>
        <p:nvPicPr>
          <p:cNvPr id="10" name="Picture 9"/>
          <p:cNvPicPr>
            <a:picLocks/>
          </p:cNvPicPr>
          <p:nvPr/>
        </p:nvPicPr>
        <p:blipFill>
          <a:blip r:embed="rId4" cstate="print">
            <a:extLst>
              <a:ext uri="{28A0092B-C50C-407E-A947-70E740481C1C}">
                <a14:useLocalDpi xmlns:a14="http://schemas.microsoft.com/office/drawing/2010/main" val="0"/>
              </a:ext>
            </a:extLst>
          </a:blip>
          <a:stretch>
            <a:fillRect/>
          </a:stretch>
        </p:blipFill>
        <p:spPr>
          <a:xfrm>
            <a:off x="1" y="2514600"/>
            <a:ext cx="3063240" cy="2514600"/>
          </a:xfrm>
          <a:prstGeom prst="rect">
            <a:avLst/>
          </a:prstGeom>
        </p:spPr>
      </p:pic>
      <p:sp>
        <p:nvSpPr>
          <p:cNvPr id="726019" name="Rectangle 3"/>
          <p:cNvSpPr>
            <a:spLocks noGrp="1" noChangeArrowheads="1"/>
          </p:cNvSpPr>
          <p:nvPr>
            <p:ph type="ctrTitle" sz="quarter" hasCustomPrompt="1"/>
          </p:nvPr>
        </p:nvSpPr>
        <p:spPr>
          <a:xfrm>
            <a:off x="3106782" y="2774735"/>
            <a:ext cx="5732417" cy="1129607"/>
          </a:xfrm>
          <a:ln algn="ctr"/>
        </p:spPr>
        <p:txBody>
          <a:bodyPr wrap="square" tIns="0" rIns="0" bIns="0">
            <a:spAutoFit/>
          </a:bodyPr>
          <a:lstStyle>
            <a:lvl1pPr algn="l">
              <a:spcBef>
                <a:spcPct val="60000"/>
              </a:spcBef>
              <a:buClr>
                <a:schemeClr val="hlink"/>
              </a:buClr>
              <a:buSzPct val="90000"/>
              <a:buFontTx/>
              <a:buNone/>
              <a:defRPr sz="8400" baseline="0">
                <a:solidFill>
                  <a:schemeClr val="bg1"/>
                </a:solidFill>
                <a:latin typeface="Segoe Light" pitchFamily="34" charset="0"/>
              </a:defRPr>
            </a:lvl1pPr>
          </a:lstStyle>
          <a:p>
            <a:r>
              <a:rPr lang="en-US" dirty="0"/>
              <a:t>Course #</a:t>
            </a:r>
          </a:p>
        </p:txBody>
      </p:sp>
      <p:sp>
        <p:nvSpPr>
          <p:cNvPr id="726020" name="Rectangle 4"/>
          <p:cNvSpPr>
            <a:spLocks noGrp="1" noChangeArrowheads="1"/>
          </p:cNvSpPr>
          <p:nvPr>
            <p:ph type="subTitle" sz="quarter" idx="1" hasCustomPrompt="1"/>
          </p:nvPr>
        </p:nvSpPr>
        <p:spPr>
          <a:xfrm>
            <a:off x="3121297" y="3925328"/>
            <a:ext cx="5775960" cy="1103872"/>
          </a:xfrm>
        </p:spPr>
        <p:txBody>
          <a:bodyPr lIns="91440" tIns="45720" rIns="91440" bIns="45720"/>
          <a:lstStyle>
            <a:lvl1pPr marL="0" indent="0" algn="l">
              <a:lnSpc>
                <a:spcPct val="95000"/>
              </a:lnSpc>
              <a:spcBef>
                <a:spcPct val="60000"/>
              </a:spcBef>
              <a:buFontTx/>
              <a:buNone/>
              <a:defRPr sz="2800">
                <a:solidFill>
                  <a:schemeClr val="bg1"/>
                </a:solidFill>
                <a:latin typeface="Segoe UI" pitchFamily="34" charset="0"/>
                <a:ea typeface="Segoe UI" pitchFamily="34" charset="0"/>
                <a:cs typeface="Segoe UI" pitchFamily="34" charset="0"/>
              </a:defRPr>
            </a:lvl1pPr>
          </a:lstStyle>
          <a:p>
            <a:r>
              <a:rPr lang="en-US" dirty="0"/>
              <a:t>Click to edit Course title</a:t>
            </a:r>
          </a:p>
        </p:txBody>
      </p:sp>
    </p:spTree>
    <p:extLst>
      <p:ext uri="{BB962C8B-B14F-4D97-AF65-F5344CB8AC3E}">
        <p14:creationId xmlns:p14="http://schemas.microsoft.com/office/powerpoint/2010/main" val="2805811516"/>
      </p:ext>
    </p:extLst>
  </p:cSld>
  <p:clrMapOvr>
    <a:masterClrMapping/>
  </p:clrMapOvr>
</p:sldLayout>
</file>

<file path=ppt/slideLayouts/slideLayout350.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45017757"/>
      </p:ext>
    </p:extLst>
  </p:cSld>
  <p:clrMapOvr>
    <a:masterClrMapping/>
  </p:clrMapOvr>
</p:sldLayout>
</file>

<file path=ppt/slideLayouts/slideLayout351.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Tree>
    <p:extLst>
      <p:ext uri="{BB962C8B-B14F-4D97-AF65-F5344CB8AC3E}">
        <p14:creationId xmlns:p14="http://schemas.microsoft.com/office/powerpoint/2010/main" val="2745510532"/>
      </p:ext>
    </p:extLst>
  </p:cSld>
  <p:clrMapOvr>
    <a:masterClrMapping/>
  </p:clrMapOvr>
</p:sldLayout>
</file>

<file path=ppt/slideLayouts/slideLayout352.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458788" y="992188"/>
            <a:ext cx="3798887"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410075" y="992188"/>
            <a:ext cx="3800475"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3043721760"/>
      </p:ext>
    </p:extLst>
  </p:cSld>
  <p:clrMapOvr>
    <a:masterClrMapping/>
  </p:clrMapOvr>
</p:sldLayout>
</file>

<file path=ppt/slideLayouts/slideLayout353.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80772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45025" y="1535113"/>
            <a:ext cx="4041775"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3288059657"/>
      </p:ext>
    </p:extLst>
  </p:cSld>
  <p:clrMapOvr>
    <a:masterClrMapping/>
  </p:clrMapOvr>
</p:sldLayout>
</file>

<file path=ppt/slideLayouts/slideLayout35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964774705"/>
      </p:ext>
    </p:extLst>
  </p:cSld>
  <p:clrMapOvr>
    <a:masterClrMapping/>
  </p:clrMapOvr>
</p:sldLayout>
</file>

<file path=ppt/slideLayouts/slideLayout35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648743026"/>
      </p:ext>
    </p:extLst>
  </p:cSld>
  <p:clrMapOvr>
    <a:masterClrMapping/>
  </p:clrMapOvr>
</p:sldLayout>
</file>

<file path=ppt/slideLayouts/slideLayout356.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t"/>
          <a:lstStyle>
            <a:lvl1pPr algn="l">
              <a:defRPr sz="2000" b="0"/>
            </a:lvl1pPr>
          </a:lstStyle>
          <a:p>
            <a:r>
              <a:rPr lang="en-US"/>
              <a:t>Click to edit Master title style</a:t>
            </a:r>
            <a:endParaRPr lang="en-US" dirty="0"/>
          </a:p>
        </p:txBody>
      </p:sp>
      <p:sp>
        <p:nvSpPr>
          <p:cNvPr id="3" name="Content Placeholder 2"/>
          <p:cNvSpPr>
            <a:spLocks noGrp="1"/>
          </p:cNvSpPr>
          <p:nvPr>
            <p:ph idx="1"/>
          </p:nvPr>
        </p:nvSpPr>
        <p:spPr>
          <a:xfrm>
            <a:off x="3575050" y="273050"/>
            <a:ext cx="5111750" cy="5853113"/>
          </a:xfrm>
        </p:spPr>
        <p:txBody>
          <a:bodyPr/>
          <a:lstStyle>
            <a:lvl1pPr>
              <a:defRPr sz="3200">
                <a:solidFill>
                  <a:schemeClr val="bg1"/>
                </a:solidFill>
              </a:defRPr>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3540849554"/>
      </p:ext>
    </p:extLst>
  </p:cSld>
  <p:clrMapOvr>
    <a:masterClrMapping/>
  </p:clrMapOvr>
</p:sldLayout>
</file>

<file path=ppt/slideLayouts/slideLayout357.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endParaRPr lang="en-US" noProof="0" dirty="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1916754679"/>
      </p:ext>
    </p:extLst>
  </p:cSld>
  <p:clrMapOvr>
    <a:masterClrMapping/>
  </p:clrMapOvr>
</p:sldLayout>
</file>

<file path=ppt/slideLayouts/slideLayout358.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2226899516"/>
      </p:ext>
    </p:extLst>
  </p:cSld>
  <p:clrMapOvr>
    <a:masterClrMapping/>
  </p:clrMapOvr>
</p:sldLayout>
</file>

<file path=ppt/slideLayouts/slideLayout359.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291263" y="0"/>
            <a:ext cx="1943100" cy="537845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458788" y="0"/>
            <a:ext cx="5680075" cy="5378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3654064171"/>
      </p:ext>
    </p:extLst>
  </p:cSld>
  <p:clrMapOvr>
    <a:masterClrMapping/>
  </p:clrMapOvr>
</p:sldLayout>
</file>

<file path=ppt/slideLayouts/slideLayout360.xml><?xml version="1.0" encoding="utf-8"?>
<p:sldLayout xmlns:a="http://schemas.openxmlformats.org/drawingml/2006/main" xmlns:r="http://schemas.openxmlformats.org/officeDocument/2006/relationships" xmlns:p="http://schemas.openxmlformats.org/presentationml/2006/main" type="tx">
  <p:cSld name="Title an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CA"/>
          </a:p>
        </p:txBody>
      </p:sp>
      <p:sp>
        <p:nvSpPr>
          <p:cNvPr id="3" name="Text Placeholder 2"/>
          <p:cNvSpPr>
            <a:spLocks noGrp="1"/>
          </p:cNvSpPr>
          <p:nvPr>
            <p:ph type="body"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Tree>
    <p:extLst>
      <p:ext uri="{BB962C8B-B14F-4D97-AF65-F5344CB8AC3E}">
        <p14:creationId xmlns:p14="http://schemas.microsoft.com/office/powerpoint/2010/main" val="2302558935"/>
      </p:ext>
    </p:extLst>
  </p:cSld>
  <p:clrMapOvr>
    <a:masterClrMapping/>
  </p:clrMapOvr>
</p:sldLayout>
</file>

<file path=ppt/slideLayouts/slideLayout361.xml><?xml version="1.0" encoding="utf-8"?>
<p:sldLayout xmlns:a="http://schemas.openxmlformats.org/drawingml/2006/main" xmlns:r="http://schemas.openxmlformats.org/officeDocument/2006/relationships" xmlns:p="http://schemas.openxmlformats.org/presentationml/2006/main" showMasterSp="0" preserve="1">
  <p:cSld name="Title Slide">
    <p:spTree>
      <p:nvGrpSpPr>
        <p:cNvPr id="1" name=""/>
        <p:cNvGrpSpPr/>
        <p:nvPr/>
      </p:nvGrpSpPr>
      <p:grpSpPr>
        <a:xfrm>
          <a:off x="0" y="0"/>
          <a:ext cx="0" cy="0"/>
          <a:chOff x="0" y="0"/>
          <a:chExt cx="0" cy="0"/>
        </a:xfrm>
      </p:grpSpPr>
      <p:sp>
        <p:nvSpPr>
          <p:cNvPr id="5" name="Rectangle 4"/>
          <p:cNvSpPr/>
          <p:nvPr/>
        </p:nvSpPr>
        <p:spPr>
          <a:xfrm>
            <a:off x="14177" y="2514600"/>
            <a:ext cx="9144000" cy="251460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p:cNvSpPr txBox="1"/>
          <p:nvPr/>
        </p:nvSpPr>
        <p:spPr>
          <a:xfrm>
            <a:off x="523875" y="1500426"/>
            <a:ext cx="7477125" cy="861774"/>
          </a:xfrm>
          <a:prstGeom prst="rect">
            <a:avLst/>
          </a:prstGeom>
          <a:noFill/>
        </p:spPr>
        <p:txBody>
          <a:bodyPr wrap="square" rtlCol="0">
            <a:spAutoFit/>
          </a:bodyPr>
          <a:lstStyle/>
          <a:p>
            <a:r>
              <a:rPr lang="en-US" sz="4800" dirty="0">
                <a:solidFill>
                  <a:schemeClr val="tx1">
                    <a:lumMod val="65000"/>
                    <a:lumOff val="35000"/>
                  </a:schemeClr>
                </a:solidFill>
                <a:latin typeface="Segoe UI Light" pitchFamily="34" charset="0"/>
                <a:ea typeface="Segoe UI" pitchFamily="34" charset="0"/>
                <a:cs typeface="Segoe UI" pitchFamily="34" charset="0"/>
              </a:rPr>
              <a:t>Microsoft</a:t>
            </a:r>
            <a:r>
              <a:rPr lang="en-US" baseline="100000" dirty="0">
                <a:solidFill>
                  <a:schemeClr val="tx1">
                    <a:lumMod val="65000"/>
                    <a:lumOff val="35000"/>
                  </a:schemeClr>
                </a:solidFill>
                <a:latin typeface="Segoe UI Light" pitchFamily="34" charset="0"/>
                <a:ea typeface="Segoe UI" pitchFamily="34" charset="0"/>
                <a:cs typeface="Segoe UI" pitchFamily="34" charset="0"/>
              </a:rPr>
              <a:t>®</a:t>
            </a:r>
            <a:r>
              <a:rPr lang="en-US" sz="4400" dirty="0">
                <a:solidFill>
                  <a:schemeClr val="tx1">
                    <a:lumMod val="65000"/>
                    <a:lumOff val="35000"/>
                  </a:schemeClr>
                </a:solidFill>
                <a:latin typeface="Segoe UI Light" pitchFamily="34" charset="0"/>
                <a:ea typeface="Segoe UI" pitchFamily="34" charset="0"/>
                <a:cs typeface="Segoe UI" pitchFamily="34" charset="0"/>
              </a:rPr>
              <a:t> </a:t>
            </a:r>
            <a:r>
              <a:rPr lang="en-US" sz="4800" dirty="0">
                <a:solidFill>
                  <a:schemeClr val="tx1">
                    <a:lumMod val="65000"/>
                    <a:lumOff val="35000"/>
                  </a:schemeClr>
                </a:solidFill>
                <a:latin typeface="Segoe UI Light" pitchFamily="34" charset="0"/>
                <a:ea typeface="Segoe UI" pitchFamily="34" charset="0"/>
                <a:cs typeface="Segoe UI" pitchFamily="34" charset="0"/>
              </a:rPr>
              <a:t>Official Course</a:t>
            </a:r>
          </a:p>
        </p:txBody>
      </p:sp>
      <p:pic>
        <p:nvPicPr>
          <p:cNvPr id="7" name="Picture 6"/>
          <p:cNvPicPr>
            <a:picLocks noChangeAspect="1"/>
          </p:cNvPicPr>
          <p:nvPr/>
        </p:nvPicPr>
        <p:blipFill>
          <a:blip r:embed="rId2" cstate="print">
            <a:duotone>
              <a:prstClr val="black"/>
              <a:schemeClr val="tx1">
                <a:lumMod val="85000"/>
                <a:lumOff val="15000"/>
                <a:tint val="45000"/>
                <a:satMod val="400000"/>
              </a:schemeClr>
            </a:duotone>
            <a:extLst>
              <a:ext uri="{BEBA8EAE-BF5A-486C-A8C5-ECC9F3942E4B}">
                <a14:imgProps xmlns:a14="http://schemas.microsoft.com/office/drawing/2010/main">
                  <a14:imgLayer r:embed="rId3">
                    <a14:imgEffect>
                      <a14:saturation sat="400000"/>
                    </a14:imgEffect>
                  </a14:imgLayer>
                </a14:imgProps>
              </a:ext>
              <a:ext uri="{28A0092B-C50C-407E-A947-70E740481C1C}">
                <a14:useLocalDpi xmlns:a14="http://schemas.microsoft.com/office/drawing/2010/main" val="0"/>
              </a:ext>
            </a:extLst>
          </a:blip>
          <a:stretch>
            <a:fillRect/>
          </a:stretch>
        </p:blipFill>
        <p:spPr>
          <a:xfrm>
            <a:off x="7315200" y="6248400"/>
            <a:ext cx="1413823" cy="230205"/>
          </a:xfrm>
          <a:prstGeom prst="rect">
            <a:avLst/>
          </a:prstGeom>
        </p:spPr>
      </p:pic>
      <p:pic>
        <p:nvPicPr>
          <p:cNvPr id="10" name="Picture 9"/>
          <p:cNvPicPr>
            <a:picLocks/>
          </p:cNvPicPr>
          <p:nvPr/>
        </p:nvPicPr>
        <p:blipFill>
          <a:blip r:embed="rId4" cstate="print">
            <a:extLst>
              <a:ext uri="{28A0092B-C50C-407E-A947-70E740481C1C}">
                <a14:useLocalDpi xmlns:a14="http://schemas.microsoft.com/office/drawing/2010/main" val="0"/>
              </a:ext>
            </a:extLst>
          </a:blip>
          <a:stretch>
            <a:fillRect/>
          </a:stretch>
        </p:blipFill>
        <p:spPr>
          <a:xfrm>
            <a:off x="1" y="2514600"/>
            <a:ext cx="3063240" cy="2514600"/>
          </a:xfrm>
          <a:prstGeom prst="rect">
            <a:avLst/>
          </a:prstGeom>
        </p:spPr>
      </p:pic>
      <p:sp>
        <p:nvSpPr>
          <p:cNvPr id="726019" name="Rectangle 3"/>
          <p:cNvSpPr>
            <a:spLocks noGrp="1" noChangeArrowheads="1"/>
          </p:cNvSpPr>
          <p:nvPr>
            <p:ph type="ctrTitle" sz="quarter" hasCustomPrompt="1"/>
          </p:nvPr>
        </p:nvSpPr>
        <p:spPr>
          <a:xfrm>
            <a:off x="3106782" y="2774735"/>
            <a:ext cx="5732417" cy="1129607"/>
          </a:xfrm>
          <a:ln algn="ctr"/>
        </p:spPr>
        <p:txBody>
          <a:bodyPr wrap="square" tIns="0" rIns="0" bIns="0">
            <a:spAutoFit/>
          </a:bodyPr>
          <a:lstStyle>
            <a:lvl1pPr algn="l">
              <a:spcBef>
                <a:spcPct val="60000"/>
              </a:spcBef>
              <a:buClr>
                <a:schemeClr val="hlink"/>
              </a:buClr>
              <a:buSzPct val="90000"/>
              <a:buFontTx/>
              <a:buNone/>
              <a:defRPr sz="8400" baseline="0">
                <a:solidFill>
                  <a:schemeClr val="bg1"/>
                </a:solidFill>
                <a:latin typeface="Segoe Light" pitchFamily="34" charset="0"/>
              </a:defRPr>
            </a:lvl1pPr>
          </a:lstStyle>
          <a:p>
            <a:r>
              <a:rPr lang="en-US" dirty="0"/>
              <a:t>Course #</a:t>
            </a:r>
          </a:p>
        </p:txBody>
      </p:sp>
      <p:sp>
        <p:nvSpPr>
          <p:cNvPr id="726020" name="Rectangle 4"/>
          <p:cNvSpPr>
            <a:spLocks noGrp="1" noChangeArrowheads="1"/>
          </p:cNvSpPr>
          <p:nvPr>
            <p:ph type="subTitle" sz="quarter" idx="1" hasCustomPrompt="1"/>
          </p:nvPr>
        </p:nvSpPr>
        <p:spPr>
          <a:xfrm>
            <a:off x="3121297" y="3925328"/>
            <a:ext cx="5775960" cy="1103872"/>
          </a:xfrm>
        </p:spPr>
        <p:txBody>
          <a:bodyPr lIns="91440" tIns="45720" rIns="91440" bIns="45720"/>
          <a:lstStyle>
            <a:lvl1pPr marL="0" indent="0" algn="l">
              <a:lnSpc>
                <a:spcPct val="95000"/>
              </a:lnSpc>
              <a:spcBef>
                <a:spcPct val="60000"/>
              </a:spcBef>
              <a:buFontTx/>
              <a:buNone/>
              <a:defRPr sz="2800">
                <a:solidFill>
                  <a:schemeClr val="bg1"/>
                </a:solidFill>
                <a:latin typeface="Segoe UI" pitchFamily="34" charset="0"/>
                <a:ea typeface="Segoe UI" pitchFamily="34" charset="0"/>
                <a:cs typeface="Segoe UI" pitchFamily="34" charset="0"/>
              </a:defRPr>
            </a:lvl1pPr>
          </a:lstStyle>
          <a:p>
            <a:r>
              <a:rPr lang="en-US" dirty="0"/>
              <a:t>Click to edit Course title</a:t>
            </a:r>
          </a:p>
        </p:txBody>
      </p:sp>
    </p:spTree>
    <p:extLst>
      <p:ext uri="{BB962C8B-B14F-4D97-AF65-F5344CB8AC3E}">
        <p14:creationId xmlns:p14="http://schemas.microsoft.com/office/powerpoint/2010/main" val="800990429"/>
      </p:ext>
    </p:extLst>
  </p:cSld>
  <p:clrMapOvr>
    <a:masterClrMapping/>
  </p:clrMapOvr>
</p:sldLayout>
</file>

<file path=ppt/slideLayouts/slideLayout36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3245124384"/>
      </p:ext>
    </p:extLst>
  </p:cSld>
  <p:clrMapOvr>
    <a:masterClrMapping/>
  </p:clrMapOvr>
</p:sldLayout>
</file>

<file path=ppt/slideLayouts/slideLayout36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Tree>
    <p:extLst>
      <p:ext uri="{BB962C8B-B14F-4D97-AF65-F5344CB8AC3E}">
        <p14:creationId xmlns:p14="http://schemas.microsoft.com/office/powerpoint/2010/main" val="165081230"/>
      </p:ext>
    </p:extLst>
  </p:cSld>
  <p:clrMapOvr>
    <a:masterClrMapping/>
  </p:clrMapOvr>
</p:sldLayout>
</file>

<file path=ppt/slideLayouts/slideLayout36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458788" y="992188"/>
            <a:ext cx="3798887"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410075" y="992188"/>
            <a:ext cx="3800475"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4055349862"/>
      </p:ext>
    </p:extLst>
  </p:cSld>
  <p:clrMapOvr>
    <a:masterClrMapping/>
  </p:clrMapOvr>
</p:sldLayout>
</file>

<file path=ppt/slideLayouts/slideLayout36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80772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45025" y="1535113"/>
            <a:ext cx="4041775"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2797026933"/>
      </p:ext>
    </p:extLst>
  </p:cSld>
  <p:clrMapOvr>
    <a:masterClrMapping/>
  </p:clrMapOvr>
</p:sldLayout>
</file>

<file path=ppt/slideLayouts/slideLayout36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1213676470"/>
      </p:ext>
    </p:extLst>
  </p:cSld>
  <p:clrMapOvr>
    <a:masterClrMapping/>
  </p:clrMapOvr>
</p:sldLayout>
</file>

<file path=ppt/slideLayouts/slideLayout36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869035492"/>
      </p:ext>
    </p:extLst>
  </p:cSld>
  <p:clrMapOvr>
    <a:masterClrMapping/>
  </p:clrMapOvr>
</p:sldLayout>
</file>

<file path=ppt/slideLayouts/slideLayout36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t"/>
          <a:lstStyle>
            <a:lvl1pPr algn="l">
              <a:defRPr sz="2000" b="0"/>
            </a:lvl1pPr>
          </a:lstStyle>
          <a:p>
            <a:r>
              <a:rPr lang="en-US"/>
              <a:t>Click to edit Master title style</a:t>
            </a:r>
            <a:endParaRPr lang="en-US" dirty="0"/>
          </a:p>
        </p:txBody>
      </p:sp>
      <p:sp>
        <p:nvSpPr>
          <p:cNvPr id="3" name="Content Placeholder 2"/>
          <p:cNvSpPr>
            <a:spLocks noGrp="1"/>
          </p:cNvSpPr>
          <p:nvPr>
            <p:ph idx="1"/>
          </p:nvPr>
        </p:nvSpPr>
        <p:spPr>
          <a:xfrm>
            <a:off x="3575050" y="273050"/>
            <a:ext cx="5111750" cy="5853113"/>
          </a:xfrm>
        </p:spPr>
        <p:txBody>
          <a:bodyPr/>
          <a:lstStyle>
            <a:lvl1pPr>
              <a:defRPr sz="3200">
                <a:solidFill>
                  <a:schemeClr val="bg1"/>
                </a:solidFill>
              </a:defRPr>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3713630760"/>
      </p:ext>
    </p:extLst>
  </p:cSld>
  <p:clrMapOvr>
    <a:masterClrMapping/>
  </p:clrMapOvr>
</p:sldLayout>
</file>

<file path=ppt/slideLayouts/slideLayout36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endParaRPr lang="en-US" noProof="0" dirty="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2719757174"/>
      </p:ext>
    </p:extLst>
  </p:cSld>
  <p:clrMapOvr>
    <a:masterClrMapping/>
  </p:clrMapOvr>
</p:sldLayout>
</file>

<file path=ppt/slideLayouts/slideLayout37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3280440473"/>
      </p:ext>
    </p:extLst>
  </p:cSld>
  <p:clrMapOvr>
    <a:masterClrMapping/>
  </p:clrMapOvr>
</p:sldLayout>
</file>

<file path=ppt/slideLayouts/slideLayout37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291263" y="0"/>
            <a:ext cx="1943100" cy="537845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458788" y="0"/>
            <a:ext cx="5680075" cy="5378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950860748"/>
      </p:ext>
    </p:extLst>
  </p:cSld>
  <p:clrMapOvr>
    <a:masterClrMapping/>
  </p:clrMapOvr>
</p:sldLayout>
</file>

<file path=ppt/slideLayouts/slideLayout372.xml><?xml version="1.0" encoding="utf-8"?>
<p:sldLayout xmlns:a="http://schemas.openxmlformats.org/drawingml/2006/main" xmlns:r="http://schemas.openxmlformats.org/officeDocument/2006/relationships" xmlns:p="http://schemas.openxmlformats.org/presentationml/2006/main" type="tx">
  <p:cSld name="Title an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CA"/>
          </a:p>
        </p:txBody>
      </p:sp>
      <p:sp>
        <p:nvSpPr>
          <p:cNvPr id="3" name="Text Placeholder 2"/>
          <p:cNvSpPr>
            <a:spLocks noGrp="1"/>
          </p:cNvSpPr>
          <p:nvPr>
            <p:ph type="body"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Tree>
    <p:extLst>
      <p:ext uri="{BB962C8B-B14F-4D97-AF65-F5344CB8AC3E}">
        <p14:creationId xmlns:p14="http://schemas.microsoft.com/office/powerpoint/2010/main" val="547546735"/>
      </p:ext>
    </p:extLst>
  </p:cSld>
  <p:clrMapOvr>
    <a:masterClrMapping/>
  </p:clrMapOvr>
</p:sldLayout>
</file>

<file path=ppt/slideLayouts/slideLayout373.xml><?xml version="1.0" encoding="utf-8"?>
<p:sldLayout xmlns:a="http://schemas.openxmlformats.org/drawingml/2006/main" xmlns:r="http://schemas.openxmlformats.org/officeDocument/2006/relationships" xmlns:p="http://schemas.openxmlformats.org/presentationml/2006/main" showMasterSp="0" preserve="1">
  <p:cSld name="Title Slide">
    <p:spTree>
      <p:nvGrpSpPr>
        <p:cNvPr id="1" name=""/>
        <p:cNvGrpSpPr/>
        <p:nvPr/>
      </p:nvGrpSpPr>
      <p:grpSpPr>
        <a:xfrm>
          <a:off x="0" y="0"/>
          <a:ext cx="0" cy="0"/>
          <a:chOff x="0" y="0"/>
          <a:chExt cx="0" cy="0"/>
        </a:xfrm>
      </p:grpSpPr>
      <p:sp>
        <p:nvSpPr>
          <p:cNvPr id="5" name="Rectangle 4"/>
          <p:cNvSpPr/>
          <p:nvPr/>
        </p:nvSpPr>
        <p:spPr>
          <a:xfrm>
            <a:off x="14177" y="2514600"/>
            <a:ext cx="9144000" cy="251460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p:cNvSpPr txBox="1"/>
          <p:nvPr/>
        </p:nvSpPr>
        <p:spPr>
          <a:xfrm>
            <a:off x="523875" y="1500426"/>
            <a:ext cx="7477125" cy="861774"/>
          </a:xfrm>
          <a:prstGeom prst="rect">
            <a:avLst/>
          </a:prstGeom>
          <a:noFill/>
        </p:spPr>
        <p:txBody>
          <a:bodyPr wrap="square" rtlCol="0">
            <a:spAutoFit/>
          </a:bodyPr>
          <a:lstStyle/>
          <a:p>
            <a:r>
              <a:rPr lang="en-US" sz="4800" dirty="0">
                <a:solidFill>
                  <a:schemeClr val="tx1">
                    <a:lumMod val="65000"/>
                    <a:lumOff val="35000"/>
                  </a:schemeClr>
                </a:solidFill>
                <a:latin typeface="Segoe UI Light" pitchFamily="34" charset="0"/>
                <a:ea typeface="Segoe UI" pitchFamily="34" charset="0"/>
                <a:cs typeface="Segoe UI" pitchFamily="34" charset="0"/>
              </a:rPr>
              <a:t>Microsoft</a:t>
            </a:r>
            <a:r>
              <a:rPr lang="en-US" baseline="100000" dirty="0">
                <a:solidFill>
                  <a:schemeClr val="tx1">
                    <a:lumMod val="65000"/>
                    <a:lumOff val="35000"/>
                  </a:schemeClr>
                </a:solidFill>
                <a:latin typeface="Segoe UI Light" pitchFamily="34" charset="0"/>
                <a:ea typeface="Segoe UI" pitchFamily="34" charset="0"/>
                <a:cs typeface="Segoe UI" pitchFamily="34" charset="0"/>
              </a:rPr>
              <a:t>®</a:t>
            </a:r>
            <a:r>
              <a:rPr lang="en-US" sz="4400" dirty="0">
                <a:solidFill>
                  <a:schemeClr val="tx1">
                    <a:lumMod val="65000"/>
                    <a:lumOff val="35000"/>
                  </a:schemeClr>
                </a:solidFill>
                <a:latin typeface="Segoe UI Light" pitchFamily="34" charset="0"/>
                <a:ea typeface="Segoe UI" pitchFamily="34" charset="0"/>
                <a:cs typeface="Segoe UI" pitchFamily="34" charset="0"/>
              </a:rPr>
              <a:t> </a:t>
            </a:r>
            <a:r>
              <a:rPr lang="en-US" sz="4800" dirty="0">
                <a:solidFill>
                  <a:schemeClr val="tx1">
                    <a:lumMod val="65000"/>
                    <a:lumOff val="35000"/>
                  </a:schemeClr>
                </a:solidFill>
                <a:latin typeface="Segoe UI Light" pitchFamily="34" charset="0"/>
                <a:ea typeface="Segoe UI" pitchFamily="34" charset="0"/>
                <a:cs typeface="Segoe UI" pitchFamily="34" charset="0"/>
              </a:rPr>
              <a:t>Official Course</a:t>
            </a:r>
          </a:p>
        </p:txBody>
      </p:sp>
      <p:pic>
        <p:nvPicPr>
          <p:cNvPr id="7" name="Picture 6"/>
          <p:cNvPicPr>
            <a:picLocks noChangeAspect="1"/>
          </p:cNvPicPr>
          <p:nvPr/>
        </p:nvPicPr>
        <p:blipFill>
          <a:blip r:embed="rId2" cstate="print">
            <a:duotone>
              <a:prstClr val="black"/>
              <a:schemeClr val="tx1">
                <a:lumMod val="85000"/>
                <a:lumOff val="15000"/>
                <a:tint val="45000"/>
                <a:satMod val="400000"/>
              </a:schemeClr>
            </a:duotone>
            <a:extLst>
              <a:ext uri="{BEBA8EAE-BF5A-486C-A8C5-ECC9F3942E4B}">
                <a14:imgProps xmlns:a14="http://schemas.microsoft.com/office/drawing/2010/main">
                  <a14:imgLayer r:embed="rId3">
                    <a14:imgEffect>
                      <a14:saturation sat="400000"/>
                    </a14:imgEffect>
                  </a14:imgLayer>
                </a14:imgProps>
              </a:ext>
              <a:ext uri="{28A0092B-C50C-407E-A947-70E740481C1C}">
                <a14:useLocalDpi xmlns:a14="http://schemas.microsoft.com/office/drawing/2010/main" val="0"/>
              </a:ext>
            </a:extLst>
          </a:blip>
          <a:stretch>
            <a:fillRect/>
          </a:stretch>
        </p:blipFill>
        <p:spPr>
          <a:xfrm>
            <a:off x="7315200" y="6248400"/>
            <a:ext cx="1413823" cy="230205"/>
          </a:xfrm>
          <a:prstGeom prst="rect">
            <a:avLst/>
          </a:prstGeom>
        </p:spPr>
      </p:pic>
      <p:pic>
        <p:nvPicPr>
          <p:cNvPr id="10" name="Picture 9"/>
          <p:cNvPicPr>
            <a:picLocks/>
          </p:cNvPicPr>
          <p:nvPr/>
        </p:nvPicPr>
        <p:blipFill>
          <a:blip r:embed="rId4" cstate="print">
            <a:extLst>
              <a:ext uri="{28A0092B-C50C-407E-A947-70E740481C1C}">
                <a14:useLocalDpi xmlns:a14="http://schemas.microsoft.com/office/drawing/2010/main" val="0"/>
              </a:ext>
            </a:extLst>
          </a:blip>
          <a:stretch>
            <a:fillRect/>
          </a:stretch>
        </p:blipFill>
        <p:spPr>
          <a:xfrm>
            <a:off x="1" y="2514600"/>
            <a:ext cx="3063240" cy="2514600"/>
          </a:xfrm>
          <a:prstGeom prst="rect">
            <a:avLst/>
          </a:prstGeom>
        </p:spPr>
      </p:pic>
      <p:sp>
        <p:nvSpPr>
          <p:cNvPr id="726019" name="Rectangle 3"/>
          <p:cNvSpPr>
            <a:spLocks noGrp="1" noChangeArrowheads="1"/>
          </p:cNvSpPr>
          <p:nvPr>
            <p:ph type="ctrTitle" sz="quarter" hasCustomPrompt="1"/>
          </p:nvPr>
        </p:nvSpPr>
        <p:spPr>
          <a:xfrm>
            <a:off x="3106782" y="2774735"/>
            <a:ext cx="5732417" cy="1129607"/>
          </a:xfrm>
          <a:ln algn="ctr"/>
        </p:spPr>
        <p:txBody>
          <a:bodyPr wrap="square" tIns="0" rIns="0" bIns="0">
            <a:spAutoFit/>
          </a:bodyPr>
          <a:lstStyle>
            <a:lvl1pPr algn="l">
              <a:spcBef>
                <a:spcPct val="60000"/>
              </a:spcBef>
              <a:buClr>
                <a:schemeClr val="hlink"/>
              </a:buClr>
              <a:buSzPct val="90000"/>
              <a:buFontTx/>
              <a:buNone/>
              <a:defRPr sz="8400" baseline="0">
                <a:solidFill>
                  <a:schemeClr val="bg1"/>
                </a:solidFill>
                <a:latin typeface="Segoe Light" pitchFamily="34" charset="0"/>
              </a:defRPr>
            </a:lvl1pPr>
          </a:lstStyle>
          <a:p>
            <a:r>
              <a:rPr lang="en-US" dirty="0"/>
              <a:t>Course #</a:t>
            </a:r>
          </a:p>
        </p:txBody>
      </p:sp>
      <p:sp>
        <p:nvSpPr>
          <p:cNvPr id="726020" name="Rectangle 4"/>
          <p:cNvSpPr>
            <a:spLocks noGrp="1" noChangeArrowheads="1"/>
          </p:cNvSpPr>
          <p:nvPr>
            <p:ph type="subTitle" sz="quarter" idx="1" hasCustomPrompt="1"/>
          </p:nvPr>
        </p:nvSpPr>
        <p:spPr>
          <a:xfrm>
            <a:off x="3121297" y="3925328"/>
            <a:ext cx="5775960" cy="1103872"/>
          </a:xfrm>
        </p:spPr>
        <p:txBody>
          <a:bodyPr lIns="91440" tIns="45720" rIns="91440" bIns="45720"/>
          <a:lstStyle>
            <a:lvl1pPr marL="0" indent="0" algn="l">
              <a:lnSpc>
                <a:spcPct val="95000"/>
              </a:lnSpc>
              <a:spcBef>
                <a:spcPct val="60000"/>
              </a:spcBef>
              <a:buFontTx/>
              <a:buNone/>
              <a:defRPr sz="2800">
                <a:solidFill>
                  <a:schemeClr val="bg1"/>
                </a:solidFill>
                <a:latin typeface="Segoe UI" pitchFamily="34" charset="0"/>
                <a:ea typeface="Segoe UI" pitchFamily="34" charset="0"/>
                <a:cs typeface="Segoe UI" pitchFamily="34" charset="0"/>
              </a:defRPr>
            </a:lvl1pPr>
          </a:lstStyle>
          <a:p>
            <a:r>
              <a:rPr lang="en-US" dirty="0"/>
              <a:t>Click to edit Course title</a:t>
            </a:r>
          </a:p>
        </p:txBody>
      </p:sp>
    </p:spTree>
    <p:extLst>
      <p:ext uri="{BB962C8B-B14F-4D97-AF65-F5344CB8AC3E}">
        <p14:creationId xmlns:p14="http://schemas.microsoft.com/office/powerpoint/2010/main" val="4146634705"/>
      </p:ext>
    </p:extLst>
  </p:cSld>
  <p:clrMapOvr>
    <a:masterClrMapping/>
  </p:clrMapOvr>
</p:sldLayout>
</file>

<file path=ppt/slideLayouts/slideLayout37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394086154"/>
      </p:ext>
    </p:extLst>
  </p:cSld>
  <p:clrMapOvr>
    <a:masterClrMapping/>
  </p:clrMapOvr>
</p:sldLayout>
</file>

<file path=ppt/slideLayouts/slideLayout37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Tree>
    <p:extLst>
      <p:ext uri="{BB962C8B-B14F-4D97-AF65-F5344CB8AC3E}">
        <p14:creationId xmlns:p14="http://schemas.microsoft.com/office/powerpoint/2010/main" val="2825149936"/>
      </p:ext>
    </p:extLst>
  </p:cSld>
  <p:clrMapOvr>
    <a:masterClrMapping/>
  </p:clrMapOvr>
</p:sldLayout>
</file>

<file path=ppt/slideLayouts/slideLayout37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458788" y="992188"/>
            <a:ext cx="3798887"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410075" y="992188"/>
            <a:ext cx="3800475"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2574693007"/>
      </p:ext>
    </p:extLst>
  </p:cSld>
  <p:clrMapOvr>
    <a:masterClrMapping/>
  </p:clrMapOvr>
</p:sldLayout>
</file>

<file path=ppt/slideLayouts/slideLayout37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80772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45025" y="1535113"/>
            <a:ext cx="4041775"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3382188871"/>
      </p:ext>
    </p:extLst>
  </p:cSld>
  <p:clrMapOvr>
    <a:masterClrMapping/>
  </p:clrMapOvr>
</p:sldLayout>
</file>

<file path=ppt/slideLayouts/slideLayout37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209025473"/>
      </p:ext>
    </p:extLst>
  </p:cSld>
  <p:clrMapOvr>
    <a:masterClrMapping/>
  </p:clrMapOvr>
</p:sldLayout>
</file>

<file path=ppt/slideLayouts/slideLayout37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451587037"/>
      </p:ext>
    </p:extLst>
  </p:cSld>
  <p:clrMapOvr>
    <a:masterClrMapping/>
  </p:clrMapOvr>
</p:sldLayout>
</file>

<file path=ppt/slideLayouts/slideLayout38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t"/>
          <a:lstStyle>
            <a:lvl1pPr algn="l">
              <a:defRPr sz="2000" b="0"/>
            </a:lvl1pPr>
          </a:lstStyle>
          <a:p>
            <a:r>
              <a:rPr lang="en-US"/>
              <a:t>Click to edit Master title style</a:t>
            </a:r>
            <a:endParaRPr lang="en-US" dirty="0"/>
          </a:p>
        </p:txBody>
      </p:sp>
      <p:sp>
        <p:nvSpPr>
          <p:cNvPr id="3" name="Content Placeholder 2"/>
          <p:cNvSpPr>
            <a:spLocks noGrp="1"/>
          </p:cNvSpPr>
          <p:nvPr>
            <p:ph idx="1"/>
          </p:nvPr>
        </p:nvSpPr>
        <p:spPr>
          <a:xfrm>
            <a:off x="3575050" y="273050"/>
            <a:ext cx="5111750" cy="5853113"/>
          </a:xfrm>
        </p:spPr>
        <p:txBody>
          <a:bodyPr/>
          <a:lstStyle>
            <a:lvl1pPr>
              <a:defRPr sz="3200">
                <a:solidFill>
                  <a:schemeClr val="bg1"/>
                </a:solidFill>
              </a:defRPr>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636185295"/>
      </p:ext>
    </p:extLst>
  </p:cSld>
  <p:clrMapOvr>
    <a:masterClrMapping/>
  </p:clrMapOvr>
</p:sldLayout>
</file>

<file path=ppt/slideLayouts/slideLayout38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endParaRPr lang="en-US" noProof="0" dirty="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1301529874"/>
      </p:ext>
    </p:extLst>
  </p:cSld>
  <p:clrMapOvr>
    <a:masterClrMapping/>
  </p:clrMapOvr>
</p:sldLayout>
</file>

<file path=ppt/slideLayouts/slideLayout38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962556024"/>
      </p:ext>
    </p:extLst>
  </p:cSld>
  <p:clrMapOvr>
    <a:masterClrMapping/>
  </p:clrMapOvr>
</p:sldLayout>
</file>

<file path=ppt/slideLayouts/slideLayout38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291263" y="0"/>
            <a:ext cx="1943100" cy="537845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458788" y="0"/>
            <a:ext cx="5680075" cy="5378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2088283064"/>
      </p:ext>
    </p:extLst>
  </p:cSld>
  <p:clrMapOvr>
    <a:masterClrMapping/>
  </p:clrMapOvr>
</p:sldLayout>
</file>

<file path=ppt/slideLayouts/slideLayout384.xml><?xml version="1.0" encoding="utf-8"?>
<p:sldLayout xmlns:a="http://schemas.openxmlformats.org/drawingml/2006/main" xmlns:r="http://schemas.openxmlformats.org/officeDocument/2006/relationships" xmlns:p="http://schemas.openxmlformats.org/presentationml/2006/main" type="tx">
  <p:cSld name="Title an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CA"/>
          </a:p>
        </p:txBody>
      </p:sp>
      <p:sp>
        <p:nvSpPr>
          <p:cNvPr id="3" name="Text Placeholder 2"/>
          <p:cNvSpPr>
            <a:spLocks noGrp="1"/>
          </p:cNvSpPr>
          <p:nvPr>
            <p:ph type="body"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Tree>
    <p:extLst>
      <p:ext uri="{BB962C8B-B14F-4D97-AF65-F5344CB8AC3E}">
        <p14:creationId xmlns:p14="http://schemas.microsoft.com/office/powerpoint/2010/main" val="3946489111"/>
      </p:ext>
    </p:extLst>
  </p:cSld>
  <p:clrMapOvr>
    <a:masterClrMapping/>
  </p:clrMapOvr>
</p:sldLayout>
</file>

<file path=ppt/slideLayouts/slideLayout385.xml><?xml version="1.0" encoding="utf-8"?>
<p:sldLayout xmlns:a="http://schemas.openxmlformats.org/drawingml/2006/main" xmlns:r="http://schemas.openxmlformats.org/officeDocument/2006/relationships" xmlns:p="http://schemas.openxmlformats.org/presentationml/2006/main" showMasterSp="0" preserve="1">
  <p:cSld name="Title Slide">
    <p:spTree>
      <p:nvGrpSpPr>
        <p:cNvPr id="1" name=""/>
        <p:cNvGrpSpPr/>
        <p:nvPr/>
      </p:nvGrpSpPr>
      <p:grpSpPr>
        <a:xfrm>
          <a:off x="0" y="0"/>
          <a:ext cx="0" cy="0"/>
          <a:chOff x="0" y="0"/>
          <a:chExt cx="0" cy="0"/>
        </a:xfrm>
      </p:grpSpPr>
      <p:sp>
        <p:nvSpPr>
          <p:cNvPr id="5" name="Rectangle 4"/>
          <p:cNvSpPr/>
          <p:nvPr/>
        </p:nvSpPr>
        <p:spPr>
          <a:xfrm>
            <a:off x="14177" y="2514600"/>
            <a:ext cx="9144000" cy="251460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p:cNvSpPr txBox="1"/>
          <p:nvPr/>
        </p:nvSpPr>
        <p:spPr>
          <a:xfrm>
            <a:off x="523875" y="1500426"/>
            <a:ext cx="7477125" cy="861774"/>
          </a:xfrm>
          <a:prstGeom prst="rect">
            <a:avLst/>
          </a:prstGeom>
          <a:noFill/>
        </p:spPr>
        <p:txBody>
          <a:bodyPr wrap="square" rtlCol="0">
            <a:spAutoFit/>
          </a:bodyPr>
          <a:lstStyle/>
          <a:p>
            <a:r>
              <a:rPr lang="en-US" sz="4800" dirty="0">
                <a:solidFill>
                  <a:schemeClr val="tx1">
                    <a:lumMod val="65000"/>
                    <a:lumOff val="35000"/>
                  </a:schemeClr>
                </a:solidFill>
                <a:latin typeface="Segoe UI Light" pitchFamily="34" charset="0"/>
                <a:ea typeface="Segoe UI" pitchFamily="34" charset="0"/>
                <a:cs typeface="Segoe UI" pitchFamily="34" charset="0"/>
              </a:rPr>
              <a:t>Microsoft</a:t>
            </a:r>
            <a:r>
              <a:rPr lang="en-US" baseline="100000" dirty="0">
                <a:solidFill>
                  <a:schemeClr val="tx1">
                    <a:lumMod val="65000"/>
                    <a:lumOff val="35000"/>
                  </a:schemeClr>
                </a:solidFill>
                <a:latin typeface="Segoe UI Light" pitchFamily="34" charset="0"/>
                <a:ea typeface="Segoe UI" pitchFamily="34" charset="0"/>
                <a:cs typeface="Segoe UI" pitchFamily="34" charset="0"/>
              </a:rPr>
              <a:t>®</a:t>
            </a:r>
            <a:r>
              <a:rPr lang="en-US" sz="4400" dirty="0">
                <a:solidFill>
                  <a:schemeClr val="tx1">
                    <a:lumMod val="65000"/>
                    <a:lumOff val="35000"/>
                  </a:schemeClr>
                </a:solidFill>
                <a:latin typeface="Segoe UI Light" pitchFamily="34" charset="0"/>
                <a:ea typeface="Segoe UI" pitchFamily="34" charset="0"/>
                <a:cs typeface="Segoe UI" pitchFamily="34" charset="0"/>
              </a:rPr>
              <a:t> </a:t>
            </a:r>
            <a:r>
              <a:rPr lang="en-US" sz="4800" dirty="0">
                <a:solidFill>
                  <a:schemeClr val="tx1">
                    <a:lumMod val="65000"/>
                    <a:lumOff val="35000"/>
                  </a:schemeClr>
                </a:solidFill>
                <a:latin typeface="Segoe UI Light" pitchFamily="34" charset="0"/>
                <a:ea typeface="Segoe UI" pitchFamily="34" charset="0"/>
                <a:cs typeface="Segoe UI" pitchFamily="34" charset="0"/>
              </a:rPr>
              <a:t>Official Course</a:t>
            </a:r>
          </a:p>
        </p:txBody>
      </p:sp>
      <p:pic>
        <p:nvPicPr>
          <p:cNvPr id="7" name="Picture 6"/>
          <p:cNvPicPr>
            <a:picLocks noChangeAspect="1"/>
          </p:cNvPicPr>
          <p:nvPr/>
        </p:nvPicPr>
        <p:blipFill>
          <a:blip r:embed="rId2" cstate="print">
            <a:duotone>
              <a:prstClr val="black"/>
              <a:schemeClr val="tx1">
                <a:lumMod val="85000"/>
                <a:lumOff val="15000"/>
                <a:tint val="45000"/>
                <a:satMod val="400000"/>
              </a:schemeClr>
            </a:duotone>
            <a:extLst>
              <a:ext uri="{BEBA8EAE-BF5A-486C-A8C5-ECC9F3942E4B}">
                <a14:imgProps xmlns:a14="http://schemas.microsoft.com/office/drawing/2010/main">
                  <a14:imgLayer r:embed="rId3">
                    <a14:imgEffect>
                      <a14:saturation sat="400000"/>
                    </a14:imgEffect>
                  </a14:imgLayer>
                </a14:imgProps>
              </a:ext>
              <a:ext uri="{28A0092B-C50C-407E-A947-70E740481C1C}">
                <a14:useLocalDpi xmlns:a14="http://schemas.microsoft.com/office/drawing/2010/main" val="0"/>
              </a:ext>
            </a:extLst>
          </a:blip>
          <a:stretch>
            <a:fillRect/>
          </a:stretch>
        </p:blipFill>
        <p:spPr>
          <a:xfrm>
            <a:off x="7315200" y="6248400"/>
            <a:ext cx="1413823" cy="230205"/>
          </a:xfrm>
          <a:prstGeom prst="rect">
            <a:avLst/>
          </a:prstGeom>
        </p:spPr>
      </p:pic>
      <p:pic>
        <p:nvPicPr>
          <p:cNvPr id="10" name="Picture 9"/>
          <p:cNvPicPr>
            <a:picLocks/>
          </p:cNvPicPr>
          <p:nvPr/>
        </p:nvPicPr>
        <p:blipFill>
          <a:blip r:embed="rId4" cstate="print">
            <a:extLst>
              <a:ext uri="{28A0092B-C50C-407E-A947-70E740481C1C}">
                <a14:useLocalDpi xmlns:a14="http://schemas.microsoft.com/office/drawing/2010/main" val="0"/>
              </a:ext>
            </a:extLst>
          </a:blip>
          <a:stretch>
            <a:fillRect/>
          </a:stretch>
        </p:blipFill>
        <p:spPr>
          <a:xfrm>
            <a:off x="1" y="2514600"/>
            <a:ext cx="3063240" cy="2514600"/>
          </a:xfrm>
          <a:prstGeom prst="rect">
            <a:avLst/>
          </a:prstGeom>
        </p:spPr>
      </p:pic>
      <p:sp>
        <p:nvSpPr>
          <p:cNvPr id="726019" name="Rectangle 3"/>
          <p:cNvSpPr>
            <a:spLocks noGrp="1" noChangeArrowheads="1"/>
          </p:cNvSpPr>
          <p:nvPr>
            <p:ph type="ctrTitle" sz="quarter" hasCustomPrompt="1"/>
          </p:nvPr>
        </p:nvSpPr>
        <p:spPr>
          <a:xfrm>
            <a:off x="3106782" y="2774735"/>
            <a:ext cx="5732417" cy="1129607"/>
          </a:xfrm>
          <a:ln algn="ctr"/>
        </p:spPr>
        <p:txBody>
          <a:bodyPr wrap="square" tIns="0" rIns="0" bIns="0">
            <a:spAutoFit/>
          </a:bodyPr>
          <a:lstStyle>
            <a:lvl1pPr algn="l">
              <a:spcBef>
                <a:spcPct val="60000"/>
              </a:spcBef>
              <a:buClr>
                <a:schemeClr val="hlink"/>
              </a:buClr>
              <a:buSzPct val="90000"/>
              <a:buFontTx/>
              <a:buNone/>
              <a:defRPr sz="8400" baseline="0">
                <a:solidFill>
                  <a:schemeClr val="bg1"/>
                </a:solidFill>
                <a:latin typeface="Segoe Light" pitchFamily="34" charset="0"/>
              </a:defRPr>
            </a:lvl1pPr>
          </a:lstStyle>
          <a:p>
            <a:r>
              <a:rPr lang="en-US" dirty="0"/>
              <a:t>Course #</a:t>
            </a:r>
          </a:p>
        </p:txBody>
      </p:sp>
      <p:sp>
        <p:nvSpPr>
          <p:cNvPr id="726020" name="Rectangle 4"/>
          <p:cNvSpPr>
            <a:spLocks noGrp="1" noChangeArrowheads="1"/>
          </p:cNvSpPr>
          <p:nvPr>
            <p:ph type="subTitle" sz="quarter" idx="1" hasCustomPrompt="1"/>
          </p:nvPr>
        </p:nvSpPr>
        <p:spPr>
          <a:xfrm>
            <a:off x="3121297" y="3925328"/>
            <a:ext cx="5775960" cy="1103872"/>
          </a:xfrm>
        </p:spPr>
        <p:txBody>
          <a:bodyPr lIns="91440" tIns="45720" rIns="91440" bIns="45720"/>
          <a:lstStyle>
            <a:lvl1pPr marL="0" indent="0" algn="l">
              <a:lnSpc>
                <a:spcPct val="95000"/>
              </a:lnSpc>
              <a:spcBef>
                <a:spcPct val="60000"/>
              </a:spcBef>
              <a:buFontTx/>
              <a:buNone/>
              <a:defRPr sz="2800">
                <a:solidFill>
                  <a:schemeClr val="bg1"/>
                </a:solidFill>
                <a:latin typeface="Segoe UI" pitchFamily="34" charset="0"/>
                <a:ea typeface="Segoe UI" pitchFamily="34" charset="0"/>
                <a:cs typeface="Segoe UI" pitchFamily="34" charset="0"/>
              </a:defRPr>
            </a:lvl1pPr>
          </a:lstStyle>
          <a:p>
            <a:r>
              <a:rPr lang="en-US" dirty="0"/>
              <a:t>Click to edit Course title</a:t>
            </a:r>
          </a:p>
        </p:txBody>
      </p:sp>
    </p:spTree>
    <p:extLst>
      <p:ext uri="{BB962C8B-B14F-4D97-AF65-F5344CB8AC3E}">
        <p14:creationId xmlns:p14="http://schemas.microsoft.com/office/powerpoint/2010/main" val="1683514310"/>
      </p:ext>
    </p:extLst>
  </p:cSld>
  <p:clrMapOvr>
    <a:masterClrMapping/>
  </p:clrMapOvr>
</p:sldLayout>
</file>

<file path=ppt/slideLayouts/slideLayout386.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461836670"/>
      </p:ext>
    </p:extLst>
  </p:cSld>
  <p:clrMapOvr>
    <a:masterClrMapping/>
  </p:clrMapOvr>
</p:sldLayout>
</file>

<file path=ppt/slideLayouts/slideLayout387.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Tree>
    <p:extLst>
      <p:ext uri="{BB962C8B-B14F-4D97-AF65-F5344CB8AC3E}">
        <p14:creationId xmlns:p14="http://schemas.microsoft.com/office/powerpoint/2010/main" val="3590375507"/>
      </p:ext>
    </p:extLst>
  </p:cSld>
  <p:clrMapOvr>
    <a:masterClrMapping/>
  </p:clrMapOvr>
</p:sldLayout>
</file>

<file path=ppt/slideLayouts/slideLayout388.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458788" y="992188"/>
            <a:ext cx="3798887"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410075" y="992188"/>
            <a:ext cx="3800475"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629187135"/>
      </p:ext>
    </p:extLst>
  </p:cSld>
  <p:clrMapOvr>
    <a:masterClrMapping/>
  </p:clrMapOvr>
</p:sldLayout>
</file>

<file path=ppt/slideLayouts/slideLayout389.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80772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45025" y="1535113"/>
            <a:ext cx="4041775"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218956387"/>
      </p:ext>
    </p:extLst>
  </p:cSld>
  <p:clrMapOvr>
    <a:masterClrMapping/>
  </p:clrMapOvr>
</p:sldLayout>
</file>

<file path=ppt/slideLayouts/slideLayout390.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6416299"/>
      </p:ext>
    </p:extLst>
  </p:cSld>
  <p:clrMapOvr>
    <a:masterClrMapping/>
  </p:clrMapOvr>
</p:sldLayout>
</file>

<file path=ppt/slideLayouts/slideLayout39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819170298"/>
      </p:ext>
    </p:extLst>
  </p:cSld>
  <p:clrMapOvr>
    <a:masterClrMapping/>
  </p:clrMapOvr>
</p:sldLayout>
</file>

<file path=ppt/slideLayouts/slideLayout392.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t"/>
          <a:lstStyle>
            <a:lvl1pPr algn="l">
              <a:defRPr sz="2000" b="0"/>
            </a:lvl1pPr>
          </a:lstStyle>
          <a:p>
            <a:r>
              <a:rPr lang="en-US"/>
              <a:t>Click to edit Master title style</a:t>
            </a:r>
            <a:endParaRPr lang="en-US" dirty="0"/>
          </a:p>
        </p:txBody>
      </p:sp>
      <p:sp>
        <p:nvSpPr>
          <p:cNvPr id="3" name="Content Placeholder 2"/>
          <p:cNvSpPr>
            <a:spLocks noGrp="1"/>
          </p:cNvSpPr>
          <p:nvPr>
            <p:ph idx="1"/>
          </p:nvPr>
        </p:nvSpPr>
        <p:spPr>
          <a:xfrm>
            <a:off x="3575050" y="273050"/>
            <a:ext cx="5111750" cy="5853113"/>
          </a:xfrm>
        </p:spPr>
        <p:txBody>
          <a:bodyPr/>
          <a:lstStyle>
            <a:lvl1pPr>
              <a:defRPr sz="3200">
                <a:solidFill>
                  <a:schemeClr val="bg1"/>
                </a:solidFill>
              </a:defRPr>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2326992697"/>
      </p:ext>
    </p:extLst>
  </p:cSld>
  <p:clrMapOvr>
    <a:masterClrMapping/>
  </p:clrMapOvr>
</p:sldLayout>
</file>

<file path=ppt/slideLayouts/slideLayout393.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endParaRPr lang="en-US" noProof="0" dirty="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3742124521"/>
      </p:ext>
    </p:extLst>
  </p:cSld>
  <p:clrMapOvr>
    <a:masterClrMapping/>
  </p:clrMapOvr>
</p:sldLayout>
</file>

<file path=ppt/slideLayouts/slideLayout394.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4202357126"/>
      </p:ext>
    </p:extLst>
  </p:cSld>
  <p:clrMapOvr>
    <a:masterClrMapping/>
  </p:clrMapOvr>
</p:sldLayout>
</file>

<file path=ppt/slideLayouts/slideLayout395.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291263" y="0"/>
            <a:ext cx="1943100" cy="537845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458788" y="0"/>
            <a:ext cx="5680075" cy="5378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2786645850"/>
      </p:ext>
    </p:extLst>
  </p:cSld>
  <p:clrMapOvr>
    <a:masterClrMapping/>
  </p:clrMapOvr>
</p:sldLayout>
</file>

<file path=ppt/slideLayouts/slideLayout396.xml><?xml version="1.0" encoding="utf-8"?>
<p:sldLayout xmlns:a="http://schemas.openxmlformats.org/drawingml/2006/main" xmlns:r="http://schemas.openxmlformats.org/officeDocument/2006/relationships" xmlns:p="http://schemas.openxmlformats.org/presentationml/2006/main" type="tx">
  <p:cSld name="Title an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CA"/>
          </a:p>
        </p:txBody>
      </p:sp>
      <p:sp>
        <p:nvSpPr>
          <p:cNvPr id="3" name="Text Placeholder 2"/>
          <p:cNvSpPr>
            <a:spLocks noGrp="1"/>
          </p:cNvSpPr>
          <p:nvPr>
            <p:ph type="body"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Tree>
    <p:extLst>
      <p:ext uri="{BB962C8B-B14F-4D97-AF65-F5344CB8AC3E}">
        <p14:creationId xmlns:p14="http://schemas.microsoft.com/office/powerpoint/2010/main" val="1056097204"/>
      </p:ext>
    </p:extLst>
  </p:cSld>
  <p:clrMapOvr>
    <a:masterClrMapping/>
  </p:clrMapOvr>
</p:sldLayout>
</file>

<file path=ppt/slideLayouts/slideLayout397.xml><?xml version="1.0" encoding="utf-8"?>
<p:sldLayout xmlns:a="http://schemas.openxmlformats.org/drawingml/2006/main" xmlns:r="http://schemas.openxmlformats.org/officeDocument/2006/relationships" xmlns:p="http://schemas.openxmlformats.org/presentationml/2006/main" showMasterSp="0" preserve="1">
  <p:cSld name="Title Slide">
    <p:spTree>
      <p:nvGrpSpPr>
        <p:cNvPr id="1" name=""/>
        <p:cNvGrpSpPr/>
        <p:nvPr/>
      </p:nvGrpSpPr>
      <p:grpSpPr>
        <a:xfrm>
          <a:off x="0" y="0"/>
          <a:ext cx="0" cy="0"/>
          <a:chOff x="0" y="0"/>
          <a:chExt cx="0" cy="0"/>
        </a:xfrm>
      </p:grpSpPr>
      <p:sp>
        <p:nvSpPr>
          <p:cNvPr id="5" name="Rectangle 4"/>
          <p:cNvSpPr/>
          <p:nvPr/>
        </p:nvSpPr>
        <p:spPr>
          <a:xfrm>
            <a:off x="14177" y="2514600"/>
            <a:ext cx="9144000" cy="251460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p:cNvSpPr txBox="1"/>
          <p:nvPr/>
        </p:nvSpPr>
        <p:spPr>
          <a:xfrm>
            <a:off x="523875" y="1500426"/>
            <a:ext cx="7477125" cy="861774"/>
          </a:xfrm>
          <a:prstGeom prst="rect">
            <a:avLst/>
          </a:prstGeom>
          <a:noFill/>
        </p:spPr>
        <p:txBody>
          <a:bodyPr wrap="square" rtlCol="0">
            <a:spAutoFit/>
          </a:bodyPr>
          <a:lstStyle/>
          <a:p>
            <a:r>
              <a:rPr lang="en-US" sz="4800" dirty="0">
                <a:solidFill>
                  <a:schemeClr val="tx1">
                    <a:lumMod val="65000"/>
                    <a:lumOff val="35000"/>
                  </a:schemeClr>
                </a:solidFill>
                <a:latin typeface="Segoe UI Light" pitchFamily="34" charset="0"/>
                <a:ea typeface="Segoe UI" pitchFamily="34" charset="0"/>
                <a:cs typeface="Segoe UI" pitchFamily="34" charset="0"/>
              </a:rPr>
              <a:t>Microsoft</a:t>
            </a:r>
            <a:r>
              <a:rPr lang="en-US" baseline="100000" dirty="0">
                <a:solidFill>
                  <a:schemeClr val="tx1">
                    <a:lumMod val="65000"/>
                    <a:lumOff val="35000"/>
                  </a:schemeClr>
                </a:solidFill>
                <a:latin typeface="Segoe UI Light" pitchFamily="34" charset="0"/>
                <a:ea typeface="Segoe UI" pitchFamily="34" charset="0"/>
                <a:cs typeface="Segoe UI" pitchFamily="34" charset="0"/>
              </a:rPr>
              <a:t>®</a:t>
            </a:r>
            <a:r>
              <a:rPr lang="en-US" sz="4400" dirty="0">
                <a:solidFill>
                  <a:schemeClr val="tx1">
                    <a:lumMod val="65000"/>
                    <a:lumOff val="35000"/>
                  </a:schemeClr>
                </a:solidFill>
                <a:latin typeface="Segoe UI Light" pitchFamily="34" charset="0"/>
                <a:ea typeface="Segoe UI" pitchFamily="34" charset="0"/>
                <a:cs typeface="Segoe UI" pitchFamily="34" charset="0"/>
              </a:rPr>
              <a:t> </a:t>
            </a:r>
            <a:r>
              <a:rPr lang="en-US" sz="4800" dirty="0">
                <a:solidFill>
                  <a:schemeClr val="tx1">
                    <a:lumMod val="65000"/>
                    <a:lumOff val="35000"/>
                  </a:schemeClr>
                </a:solidFill>
                <a:latin typeface="Segoe UI Light" pitchFamily="34" charset="0"/>
                <a:ea typeface="Segoe UI" pitchFamily="34" charset="0"/>
                <a:cs typeface="Segoe UI" pitchFamily="34" charset="0"/>
              </a:rPr>
              <a:t>Official Course</a:t>
            </a:r>
          </a:p>
        </p:txBody>
      </p:sp>
      <p:pic>
        <p:nvPicPr>
          <p:cNvPr id="7" name="Picture 6"/>
          <p:cNvPicPr>
            <a:picLocks noChangeAspect="1"/>
          </p:cNvPicPr>
          <p:nvPr/>
        </p:nvPicPr>
        <p:blipFill>
          <a:blip r:embed="rId2" cstate="print">
            <a:duotone>
              <a:prstClr val="black"/>
              <a:schemeClr val="tx1">
                <a:lumMod val="85000"/>
                <a:lumOff val="15000"/>
                <a:tint val="45000"/>
                <a:satMod val="400000"/>
              </a:schemeClr>
            </a:duotone>
            <a:extLst>
              <a:ext uri="{BEBA8EAE-BF5A-486C-A8C5-ECC9F3942E4B}">
                <a14:imgProps xmlns:a14="http://schemas.microsoft.com/office/drawing/2010/main">
                  <a14:imgLayer r:embed="rId3">
                    <a14:imgEffect>
                      <a14:saturation sat="400000"/>
                    </a14:imgEffect>
                  </a14:imgLayer>
                </a14:imgProps>
              </a:ext>
              <a:ext uri="{28A0092B-C50C-407E-A947-70E740481C1C}">
                <a14:useLocalDpi xmlns:a14="http://schemas.microsoft.com/office/drawing/2010/main" val="0"/>
              </a:ext>
            </a:extLst>
          </a:blip>
          <a:stretch>
            <a:fillRect/>
          </a:stretch>
        </p:blipFill>
        <p:spPr>
          <a:xfrm>
            <a:off x="7315200" y="6248400"/>
            <a:ext cx="1413823" cy="230205"/>
          </a:xfrm>
          <a:prstGeom prst="rect">
            <a:avLst/>
          </a:prstGeom>
        </p:spPr>
      </p:pic>
      <p:pic>
        <p:nvPicPr>
          <p:cNvPr id="10" name="Picture 9"/>
          <p:cNvPicPr>
            <a:picLocks/>
          </p:cNvPicPr>
          <p:nvPr/>
        </p:nvPicPr>
        <p:blipFill>
          <a:blip r:embed="rId4" cstate="print">
            <a:extLst>
              <a:ext uri="{28A0092B-C50C-407E-A947-70E740481C1C}">
                <a14:useLocalDpi xmlns:a14="http://schemas.microsoft.com/office/drawing/2010/main" val="0"/>
              </a:ext>
            </a:extLst>
          </a:blip>
          <a:stretch>
            <a:fillRect/>
          </a:stretch>
        </p:blipFill>
        <p:spPr>
          <a:xfrm>
            <a:off x="1" y="2514600"/>
            <a:ext cx="3063240" cy="2514600"/>
          </a:xfrm>
          <a:prstGeom prst="rect">
            <a:avLst/>
          </a:prstGeom>
        </p:spPr>
      </p:pic>
      <p:sp>
        <p:nvSpPr>
          <p:cNvPr id="726019" name="Rectangle 3"/>
          <p:cNvSpPr>
            <a:spLocks noGrp="1" noChangeArrowheads="1"/>
          </p:cNvSpPr>
          <p:nvPr>
            <p:ph type="ctrTitle" sz="quarter" hasCustomPrompt="1"/>
          </p:nvPr>
        </p:nvSpPr>
        <p:spPr>
          <a:xfrm>
            <a:off x="3106782" y="2774735"/>
            <a:ext cx="5732417" cy="1129607"/>
          </a:xfrm>
          <a:ln algn="ctr"/>
        </p:spPr>
        <p:txBody>
          <a:bodyPr wrap="square" tIns="0" rIns="0" bIns="0">
            <a:spAutoFit/>
          </a:bodyPr>
          <a:lstStyle>
            <a:lvl1pPr algn="l">
              <a:spcBef>
                <a:spcPct val="60000"/>
              </a:spcBef>
              <a:buClr>
                <a:schemeClr val="hlink"/>
              </a:buClr>
              <a:buSzPct val="90000"/>
              <a:buFontTx/>
              <a:buNone/>
              <a:defRPr sz="8400" baseline="0">
                <a:solidFill>
                  <a:schemeClr val="bg1"/>
                </a:solidFill>
                <a:latin typeface="Segoe Light" pitchFamily="34" charset="0"/>
              </a:defRPr>
            </a:lvl1pPr>
          </a:lstStyle>
          <a:p>
            <a:r>
              <a:rPr lang="en-US" dirty="0"/>
              <a:t>Course #</a:t>
            </a:r>
          </a:p>
        </p:txBody>
      </p:sp>
      <p:sp>
        <p:nvSpPr>
          <p:cNvPr id="726020" name="Rectangle 4"/>
          <p:cNvSpPr>
            <a:spLocks noGrp="1" noChangeArrowheads="1"/>
          </p:cNvSpPr>
          <p:nvPr>
            <p:ph type="subTitle" sz="quarter" idx="1" hasCustomPrompt="1"/>
          </p:nvPr>
        </p:nvSpPr>
        <p:spPr>
          <a:xfrm>
            <a:off x="3121297" y="3925328"/>
            <a:ext cx="5775960" cy="1103872"/>
          </a:xfrm>
        </p:spPr>
        <p:txBody>
          <a:bodyPr lIns="91440" tIns="45720" rIns="91440" bIns="45720"/>
          <a:lstStyle>
            <a:lvl1pPr marL="0" indent="0" algn="l">
              <a:lnSpc>
                <a:spcPct val="95000"/>
              </a:lnSpc>
              <a:spcBef>
                <a:spcPct val="60000"/>
              </a:spcBef>
              <a:buFontTx/>
              <a:buNone/>
              <a:defRPr sz="2800">
                <a:solidFill>
                  <a:schemeClr val="bg1"/>
                </a:solidFill>
                <a:latin typeface="Segoe UI" pitchFamily="34" charset="0"/>
                <a:ea typeface="Segoe UI" pitchFamily="34" charset="0"/>
                <a:cs typeface="Segoe UI" pitchFamily="34" charset="0"/>
              </a:defRPr>
            </a:lvl1pPr>
          </a:lstStyle>
          <a:p>
            <a:r>
              <a:rPr lang="en-US" dirty="0"/>
              <a:t>Click to edit Course title</a:t>
            </a:r>
          </a:p>
        </p:txBody>
      </p:sp>
    </p:spTree>
    <p:extLst>
      <p:ext uri="{BB962C8B-B14F-4D97-AF65-F5344CB8AC3E}">
        <p14:creationId xmlns:p14="http://schemas.microsoft.com/office/powerpoint/2010/main" val="3747807974"/>
      </p:ext>
    </p:extLst>
  </p:cSld>
  <p:clrMapOvr>
    <a:masterClrMapping/>
  </p:clrMapOvr>
</p:sldLayout>
</file>

<file path=ppt/slideLayouts/slideLayout398.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2431388937"/>
      </p:ext>
    </p:extLst>
  </p:cSld>
  <p:clrMapOvr>
    <a:masterClrMapping/>
  </p:clrMapOvr>
</p:sldLayout>
</file>

<file path=ppt/slideLayouts/slideLayout399.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Tree>
    <p:extLst>
      <p:ext uri="{BB962C8B-B14F-4D97-AF65-F5344CB8AC3E}">
        <p14:creationId xmlns:p14="http://schemas.microsoft.com/office/powerpoint/2010/main" val="3359746810"/>
      </p:ext>
    </p:extLst>
  </p:cSld>
  <p:clrMapOvr>
    <a:masterClrMapping/>
  </p:clrMapOvr>
</p:sldLayout>
</file>

<file path=ppt/slideLayouts/slideLayout400.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458788" y="992188"/>
            <a:ext cx="3798887"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410075" y="992188"/>
            <a:ext cx="3800475"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2496542237"/>
      </p:ext>
    </p:extLst>
  </p:cSld>
  <p:clrMapOvr>
    <a:masterClrMapping/>
  </p:clrMapOvr>
</p:sldLayout>
</file>

<file path=ppt/slideLayouts/slideLayout401.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80772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45025" y="1535113"/>
            <a:ext cx="4041775"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3165531740"/>
      </p:ext>
    </p:extLst>
  </p:cSld>
  <p:clrMapOvr>
    <a:masterClrMapping/>
  </p:clrMapOvr>
</p:sldLayout>
</file>

<file path=ppt/slideLayouts/slideLayout402.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4015811758"/>
      </p:ext>
    </p:extLst>
  </p:cSld>
  <p:clrMapOvr>
    <a:masterClrMapping/>
  </p:clrMapOvr>
</p:sldLayout>
</file>

<file path=ppt/slideLayouts/slideLayout40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80288169"/>
      </p:ext>
    </p:extLst>
  </p:cSld>
  <p:clrMapOvr>
    <a:masterClrMapping/>
  </p:clrMapOvr>
</p:sldLayout>
</file>

<file path=ppt/slideLayouts/slideLayout404.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t"/>
          <a:lstStyle>
            <a:lvl1pPr algn="l">
              <a:defRPr sz="2000" b="0"/>
            </a:lvl1pPr>
          </a:lstStyle>
          <a:p>
            <a:r>
              <a:rPr lang="en-US"/>
              <a:t>Click to edit Master title style</a:t>
            </a:r>
            <a:endParaRPr lang="en-US" dirty="0"/>
          </a:p>
        </p:txBody>
      </p:sp>
      <p:sp>
        <p:nvSpPr>
          <p:cNvPr id="3" name="Content Placeholder 2"/>
          <p:cNvSpPr>
            <a:spLocks noGrp="1"/>
          </p:cNvSpPr>
          <p:nvPr>
            <p:ph idx="1"/>
          </p:nvPr>
        </p:nvSpPr>
        <p:spPr>
          <a:xfrm>
            <a:off x="3575050" y="273050"/>
            <a:ext cx="5111750" cy="5853113"/>
          </a:xfrm>
        </p:spPr>
        <p:txBody>
          <a:bodyPr/>
          <a:lstStyle>
            <a:lvl1pPr>
              <a:defRPr sz="3200">
                <a:solidFill>
                  <a:schemeClr val="bg1"/>
                </a:solidFill>
              </a:defRPr>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518551257"/>
      </p:ext>
    </p:extLst>
  </p:cSld>
  <p:clrMapOvr>
    <a:masterClrMapping/>
  </p:clrMapOvr>
</p:sldLayout>
</file>

<file path=ppt/slideLayouts/slideLayout405.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endParaRPr lang="en-US" noProof="0" dirty="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645401566"/>
      </p:ext>
    </p:extLst>
  </p:cSld>
  <p:clrMapOvr>
    <a:masterClrMapping/>
  </p:clrMapOvr>
</p:sldLayout>
</file>

<file path=ppt/slideLayouts/slideLayout40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2266342063"/>
      </p:ext>
    </p:extLst>
  </p:cSld>
  <p:clrMapOvr>
    <a:masterClrMapping/>
  </p:clrMapOvr>
</p:sldLayout>
</file>

<file path=ppt/slideLayouts/slideLayout40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291263" y="0"/>
            <a:ext cx="1943100" cy="537845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458788" y="0"/>
            <a:ext cx="5680075" cy="5378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827654196"/>
      </p:ext>
    </p:extLst>
  </p:cSld>
  <p:clrMapOvr>
    <a:masterClrMapping/>
  </p:clrMapOvr>
</p:sldLayout>
</file>

<file path=ppt/slideLayouts/slideLayout408.xml><?xml version="1.0" encoding="utf-8"?>
<p:sldLayout xmlns:a="http://schemas.openxmlformats.org/drawingml/2006/main" xmlns:r="http://schemas.openxmlformats.org/officeDocument/2006/relationships" xmlns:p="http://schemas.openxmlformats.org/presentationml/2006/main" type="tx">
  <p:cSld name="Title an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CA"/>
          </a:p>
        </p:txBody>
      </p:sp>
      <p:sp>
        <p:nvSpPr>
          <p:cNvPr id="3" name="Text Placeholder 2"/>
          <p:cNvSpPr>
            <a:spLocks noGrp="1"/>
          </p:cNvSpPr>
          <p:nvPr>
            <p:ph type="body"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Tree>
    <p:extLst>
      <p:ext uri="{BB962C8B-B14F-4D97-AF65-F5344CB8AC3E}">
        <p14:creationId xmlns:p14="http://schemas.microsoft.com/office/powerpoint/2010/main" val="4206548811"/>
      </p:ext>
    </p:extLst>
  </p:cSld>
  <p:clrMapOvr>
    <a:masterClrMapping/>
  </p:clrMapOvr>
</p:sldLayout>
</file>

<file path=ppt/slideLayouts/slideLayout409.xml><?xml version="1.0" encoding="utf-8"?>
<p:sldLayout xmlns:a="http://schemas.openxmlformats.org/drawingml/2006/main" xmlns:r="http://schemas.openxmlformats.org/officeDocument/2006/relationships" xmlns:p="http://schemas.openxmlformats.org/presentationml/2006/main" showMasterSp="0" preserve="1">
  <p:cSld name="Title Slide">
    <p:spTree>
      <p:nvGrpSpPr>
        <p:cNvPr id="1" name=""/>
        <p:cNvGrpSpPr/>
        <p:nvPr/>
      </p:nvGrpSpPr>
      <p:grpSpPr>
        <a:xfrm>
          <a:off x="0" y="0"/>
          <a:ext cx="0" cy="0"/>
          <a:chOff x="0" y="0"/>
          <a:chExt cx="0" cy="0"/>
        </a:xfrm>
      </p:grpSpPr>
      <p:sp>
        <p:nvSpPr>
          <p:cNvPr id="5" name="Rectangle 4"/>
          <p:cNvSpPr/>
          <p:nvPr/>
        </p:nvSpPr>
        <p:spPr>
          <a:xfrm>
            <a:off x="14177" y="2514600"/>
            <a:ext cx="9144000" cy="251460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p:cNvSpPr txBox="1"/>
          <p:nvPr/>
        </p:nvSpPr>
        <p:spPr>
          <a:xfrm>
            <a:off x="523875" y="1500426"/>
            <a:ext cx="7477125" cy="861774"/>
          </a:xfrm>
          <a:prstGeom prst="rect">
            <a:avLst/>
          </a:prstGeom>
          <a:noFill/>
        </p:spPr>
        <p:txBody>
          <a:bodyPr wrap="square" rtlCol="0">
            <a:spAutoFit/>
          </a:bodyPr>
          <a:lstStyle/>
          <a:p>
            <a:r>
              <a:rPr lang="en-US" sz="4800" dirty="0">
                <a:solidFill>
                  <a:schemeClr val="tx1">
                    <a:lumMod val="65000"/>
                    <a:lumOff val="35000"/>
                  </a:schemeClr>
                </a:solidFill>
                <a:latin typeface="Segoe UI Light" pitchFamily="34" charset="0"/>
                <a:ea typeface="Segoe UI" pitchFamily="34" charset="0"/>
                <a:cs typeface="Segoe UI" pitchFamily="34" charset="0"/>
              </a:rPr>
              <a:t>Microsoft</a:t>
            </a:r>
            <a:r>
              <a:rPr lang="en-US" baseline="100000" dirty="0">
                <a:solidFill>
                  <a:schemeClr val="tx1">
                    <a:lumMod val="65000"/>
                    <a:lumOff val="35000"/>
                  </a:schemeClr>
                </a:solidFill>
                <a:latin typeface="Segoe UI Light" pitchFamily="34" charset="0"/>
                <a:ea typeface="Segoe UI" pitchFamily="34" charset="0"/>
                <a:cs typeface="Segoe UI" pitchFamily="34" charset="0"/>
              </a:rPr>
              <a:t>®</a:t>
            </a:r>
            <a:r>
              <a:rPr lang="en-US" sz="4400" dirty="0">
                <a:solidFill>
                  <a:schemeClr val="tx1">
                    <a:lumMod val="65000"/>
                    <a:lumOff val="35000"/>
                  </a:schemeClr>
                </a:solidFill>
                <a:latin typeface="Segoe UI Light" pitchFamily="34" charset="0"/>
                <a:ea typeface="Segoe UI" pitchFamily="34" charset="0"/>
                <a:cs typeface="Segoe UI" pitchFamily="34" charset="0"/>
              </a:rPr>
              <a:t> </a:t>
            </a:r>
            <a:r>
              <a:rPr lang="en-US" sz="4800" dirty="0">
                <a:solidFill>
                  <a:schemeClr val="tx1">
                    <a:lumMod val="65000"/>
                    <a:lumOff val="35000"/>
                  </a:schemeClr>
                </a:solidFill>
                <a:latin typeface="Segoe UI Light" pitchFamily="34" charset="0"/>
                <a:ea typeface="Segoe UI" pitchFamily="34" charset="0"/>
                <a:cs typeface="Segoe UI" pitchFamily="34" charset="0"/>
              </a:rPr>
              <a:t>Official Course</a:t>
            </a:r>
          </a:p>
        </p:txBody>
      </p:sp>
      <p:pic>
        <p:nvPicPr>
          <p:cNvPr id="7" name="Picture 6"/>
          <p:cNvPicPr>
            <a:picLocks noChangeAspect="1"/>
          </p:cNvPicPr>
          <p:nvPr/>
        </p:nvPicPr>
        <p:blipFill>
          <a:blip r:embed="rId2" cstate="print">
            <a:duotone>
              <a:prstClr val="black"/>
              <a:schemeClr val="tx1">
                <a:lumMod val="85000"/>
                <a:lumOff val="15000"/>
                <a:tint val="45000"/>
                <a:satMod val="400000"/>
              </a:schemeClr>
            </a:duotone>
            <a:extLst>
              <a:ext uri="{BEBA8EAE-BF5A-486C-A8C5-ECC9F3942E4B}">
                <a14:imgProps xmlns:a14="http://schemas.microsoft.com/office/drawing/2010/main">
                  <a14:imgLayer r:embed="rId3">
                    <a14:imgEffect>
                      <a14:saturation sat="400000"/>
                    </a14:imgEffect>
                  </a14:imgLayer>
                </a14:imgProps>
              </a:ext>
              <a:ext uri="{28A0092B-C50C-407E-A947-70E740481C1C}">
                <a14:useLocalDpi xmlns:a14="http://schemas.microsoft.com/office/drawing/2010/main" val="0"/>
              </a:ext>
            </a:extLst>
          </a:blip>
          <a:stretch>
            <a:fillRect/>
          </a:stretch>
        </p:blipFill>
        <p:spPr>
          <a:xfrm>
            <a:off x="7315200" y="6248400"/>
            <a:ext cx="1413823" cy="230205"/>
          </a:xfrm>
          <a:prstGeom prst="rect">
            <a:avLst/>
          </a:prstGeom>
        </p:spPr>
      </p:pic>
      <p:pic>
        <p:nvPicPr>
          <p:cNvPr id="10" name="Picture 9"/>
          <p:cNvPicPr>
            <a:picLocks/>
          </p:cNvPicPr>
          <p:nvPr/>
        </p:nvPicPr>
        <p:blipFill>
          <a:blip r:embed="rId4" cstate="print">
            <a:extLst>
              <a:ext uri="{28A0092B-C50C-407E-A947-70E740481C1C}">
                <a14:useLocalDpi xmlns:a14="http://schemas.microsoft.com/office/drawing/2010/main" val="0"/>
              </a:ext>
            </a:extLst>
          </a:blip>
          <a:stretch>
            <a:fillRect/>
          </a:stretch>
        </p:blipFill>
        <p:spPr>
          <a:xfrm>
            <a:off x="1" y="2514600"/>
            <a:ext cx="3063240" cy="2514600"/>
          </a:xfrm>
          <a:prstGeom prst="rect">
            <a:avLst/>
          </a:prstGeom>
        </p:spPr>
      </p:pic>
      <p:sp>
        <p:nvSpPr>
          <p:cNvPr id="726019" name="Rectangle 3"/>
          <p:cNvSpPr>
            <a:spLocks noGrp="1" noChangeArrowheads="1"/>
          </p:cNvSpPr>
          <p:nvPr>
            <p:ph type="ctrTitle" sz="quarter" hasCustomPrompt="1"/>
          </p:nvPr>
        </p:nvSpPr>
        <p:spPr>
          <a:xfrm>
            <a:off x="3106782" y="2774735"/>
            <a:ext cx="5732417" cy="1129607"/>
          </a:xfrm>
          <a:ln algn="ctr"/>
        </p:spPr>
        <p:txBody>
          <a:bodyPr wrap="square" tIns="0" rIns="0" bIns="0">
            <a:spAutoFit/>
          </a:bodyPr>
          <a:lstStyle>
            <a:lvl1pPr algn="l">
              <a:spcBef>
                <a:spcPct val="60000"/>
              </a:spcBef>
              <a:buClr>
                <a:schemeClr val="hlink"/>
              </a:buClr>
              <a:buSzPct val="90000"/>
              <a:buFontTx/>
              <a:buNone/>
              <a:defRPr sz="8400" baseline="0">
                <a:solidFill>
                  <a:schemeClr val="bg1"/>
                </a:solidFill>
                <a:latin typeface="Segoe Light" pitchFamily="34" charset="0"/>
              </a:defRPr>
            </a:lvl1pPr>
          </a:lstStyle>
          <a:p>
            <a:r>
              <a:rPr lang="en-US" dirty="0"/>
              <a:t>Course #</a:t>
            </a:r>
          </a:p>
        </p:txBody>
      </p:sp>
      <p:sp>
        <p:nvSpPr>
          <p:cNvPr id="726020" name="Rectangle 4"/>
          <p:cNvSpPr>
            <a:spLocks noGrp="1" noChangeArrowheads="1"/>
          </p:cNvSpPr>
          <p:nvPr>
            <p:ph type="subTitle" sz="quarter" idx="1" hasCustomPrompt="1"/>
          </p:nvPr>
        </p:nvSpPr>
        <p:spPr>
          <a:xfrm>
            <a:off x="3121297" y="3925328"/>
            <a:ext cx="5775960" cy="1103872"/>
          </a:xfrm>
        </p:spPr>
        <p:txBody>
          <a:bodyPr lIns="91440" tIns="45720" rIns="91440" bIns="45720"/>
          <a:lstStyle>
            <a:lvl1pPr marL="0" indent="0" algn="l">
              <a:lnSpc>
                <a:spcPct val="95000"/>
              </a:lnSpc>
              <a:spcBef>
                <a:spcPct val="60000"/>
              </a:spcBef>
              <a:buFontTx/>
              <a:buNone/>
              <a:defRPr sz="2800">
                <a:solidFill>
                  <a:schemeClr val="bg1"/>
                </a:solidFill>
                <a:latin typeface="Segoe UI" pitchFamily="34" charset="0"/>
                <a:ea typeface="Segoe UI" pitchFamily="34" charset="0"/>
                <a:cs typeface="Segoe UI" pitchFamily="34" charset="0"/>
              </a:defRPr>
            </a:lvl1pPr>
          </a:lstStyle>
          <a:p>
            <a:r>
              <a:rPr lang="en-US" dirty="0"/>
              <a:t>Click to edit Course title</a:t>
            </a:r>
          </a:p>
        </p:txBody>
      </p:sp>
    </p:spTree>
    <p:extLst>
      <p:ext uri="{BB962C8B-B14F-4D97-AF65-F5344CB8AC3E}">
        <p14:creationId xmlns:p14="http://schemas.microsoft.com/office/powerpoint/2010/main" val="1746105766"/>
      </p:ext>
    </p:extLst>
  </p:cSld>
  <p:clrMapOvr>
    <a:masterClrMapping/>
  </p:clrMapOvr>
</p:sldLayout>
</file>

<file path=ppt/slideLayouts/slideLayout410.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717636455"/>
      </p:ext>
    </p:extLst>
  </p:cSld>
  <p:clrMapOvr>
    <a:masterClrMapping/>
  </p:clrMapOvr>
</p:sldLayout>
</file>

<file path=ppt/slideLayouts/slideLayout411.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Tree>
    <p:extLst>
      <p:ext uri="{BB962C8B-B14F-4D97-AF65-F5344CB8AC3E}">
        <p14:creationId xmlns:p14="http://schemas.microsoft.com/office/powerpoint/2010/main" val="675253888"/>
      </p:ext>
    </p:extLst>
  </p:cSld>
  <p:clrMapOvr>
    <a:masterClrMapping/>
  </p:clrMapOvr>
</p:sldLayout>
</file>

<file path=ppt/slideLayouts/slideLayout412.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458788" y="992188"/>
            <a:ext cx="3798887"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410075" y="992188"/>
            <a:ext cx="3800475"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464917802"/>
      </p:ext>
    </p:extLst>
  </p:cSld>
  <p:clrMapOvr>
    <a:masterClrMapping/>
  </p:clrMapOvr>
</p:sldLayout>
</file>

<file path=ppt/slideLayouts/slideLayout413.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80772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45025" y="1535113"/>
            <a:ext cx="4041775"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635114740"/>
      </p:ext>
    </p:extLst>
  </p:cSld>
  <p:clrMapOvr>
    <a:masterClrMapping/>
  </p:clrMapOvr>
</p:sldLayout>
</file>

<file path=ppt/slideLayouts/slideLayout41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3455975583"/>
      </p:ext>
    </p:extLst>
  </p:cSld>
  <p:clrMapOvr>
    <a:masterClrMapping/>
  </p:clrMapOvr>
</p:sldLayout>
</file>

<file path=ppt/slideLayouts/slideLayout41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570194755"/>
      </p:ext>
    </p:extLst>
  </p:cSld>
  <p:clrMapOvr>
    <a:masterClrMapping/>
  </p:clrMapOvr>
</p:sldLayout>
</file>

<file path=ppt/slideLayouts/slideLayout416.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t"/>
          <a:lstStyle>
            <a:lvl1pPr algn="l">
              <a:defRPr sz="2000" b="0"/>
            </a:lvl1pPr>
          </a:lstStyle>
          <a:p>
            <a:r>
              <a:rPr lang="en-US"/>
              <a:t>Click to edit Master title style</a:t>
            </a:r>
            <a:endParaRPr lang="en-US" dirty="0"/>
          </a:p>
        </p:txBody>
      </p:sp>
      <p:sp>
        <p:nvSpPr>
          <p:cNvPr id="3" name="Content Placeholder 2"/>
          <p:cNvSpPr>
            <a:spLocks noGrp="1"/>
          </p:cNvSpPr>
          <p:nvPr>
            <p:ph idx="1"/>
          </p:nvPr>
        </p:nvSpPr>
        <p:spPr>
          <a:xfrm>
            <a:off x="3575050" y="273050"/>
            <a:ext cx="5111750" cy="5853113"/>
          </a:xfrm>
        </p:spPr>
        <p:txBody>
          <a:bodyPr/>
          <a:lstStyle>
            <a:lvl1pPr>
              <a:defRPr sz="3200">
                <a:solidFill>
                  <a:schemeClr val="bg1"/>
                </a:solidFill>
              </a:defRPr>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1226275842"/>
      </p:ext>
    </p:extLst>
  </p:cSld>
  <p:clrMapOvr>
    <a:masterClrMapping/>
  </p:clrMapOvr>
</p:sldLayout>
</file>

<file path=ppt/slideLayouts/slideLayout417.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endParaRPr lang="en-US" noProof="0" dirty="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2712098379"/>
      </p:ext>
    </p:extLst>
  </p:cSld>
  <p:clrMapOvr>
    <a:masterClrMapping/>
  </p:clrMapOvr>
</p:sldLayout>
</file>

<file path=ppt/slideLayouts/slideLayout418.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284030087"/>
      </p:ext>
    </p:extLst>
  </p:cSld>
  <p:clrMapOvr>
    <a:masterClrMapping/>
  </p:clrMapOvr>
</p:sldLayout>
</file>

<file path=ppt/slideLayouts/slideLayout419.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291263" y="0"/>
            <a:ext cx="1943100" cy="537845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458788" y="0"/>
            <a:ext cx="5680075" cy="5378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46824495"/>
      </p:ext>
    </p:extLst>
  </p:cSld>
  <p:clrMapOvr>
    <a:masterClrMapping/>
  </p:clrMapOvr>
</p:sldLayout>
</file>

<file path=ppt/slideLayouts/slideLayout420.xml><?xml version="1.0" encoding="utf-8"?>
<p:sldLayout xmlns:a="http://schemas.openxmlformats.org/drawingml/2006/main" xmlns:r="http://schemas.openxmlformats.org/officeDocument/2006/relationships" xmlns:p="http://schemas.openxmlformats.org/presentationml/2006/main" type="tx">
  <p:cSld name="Title an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CA"/>
          </a:p>
        </p:txBody>
      </p:sp>
      <p:sp>
        <p:nvSpPr>
          <p:cNvPr id="3" name="Text Placeholder 2"/>
          <p:cNvSpPr>
            <a:spLocks noGrp="1"/>
          </p:cNvSpPr>
          <p:nvPr>
            <p:ph type="body"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Tree>
    <p:extLst>
      <p:ext uri="{BB962C8B-B14F-4D97-AF65-F5344CB8AC3E}">
        <p14:creationId xmlns:p14="http://schemas.microsoft.com/office/powerpoint/2010/main" val="636296819"/>
      </p:ext>
    </p:extLst>
  </p:cSld>
  <p:clrMapOvr>
    <a:masterClrMapping/>
  </p:clrMapOvr>
</p:sldLayout>
</file>

<file path=ppt/slideLayouts/slideLayout421.xml><?xml version="1.0" encoding="utf-8"?>
<p:sldLayout xmlns:a="http://schemas.openxmlformats.org/drawingml/2006/main" xmlns:r="http://schemas.openxmlformats.org/officeDocument/2006/relationships" xmlns:p="http://schemas.openxmlformats.org/presentationml/2006/main" showMasterSp="0" preserve="1">
  <p:cSld name="Title Slide">
    <p:spTree>
      <p:nvGrpSpPr>
        <p:cNvPr id="1" name=""/>
        <p:cNvGrpSpPr/>
        <p:nvPr/>
      </p:nvGrpSpPr>
      <p:grpSpPr>
        <a:xfrm>
          <a:off x="0" y="0"/>
          <a:ext cx="0" cy="0"/>
          <a:chOff x="0" y="0"/>
          <a:chExt cx="0" cy="0"/>
        </a:xfrm>
      </p:grpSpPr>
      <p:sp>
        <p:nvSpPr>
          <p:cNvPr id="5" name="Rectangle 4"/>
          <p:cNvSpPr/>
          <p:nvPr/>
        </p:nvSpPr>
        <p:spPr>
          <a:xfrm>
            <a:off x="14177" y="2514600"/>
            <a:ext cx="9144000" cy="251460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p:cNvSpPr txBox="1"/>
          <p:nvPr/>
        </p:nvSpPr>
        <p:spPr>
          <a:xfrm>
            <a:off x="523875" y="1500426"/>
            <a:ext cx="7477125" cy="861774"/>
          </a:xfrm>
          <a:prstGeom prst="rect">
            <a:avLst/>
          </a:prstGeom>
          <a:noFill/>
        </p:spPr>
        <p:txBody>
          <a:bodyPr wrap="square" rtlCol="0">
            <a:spAutoFit/>
          </a:bodyPr>
          <a:lstStyle/>
          <a:p>
            <a:r>
              <a:rPr lang="en-US" sz="4800" dirty="0">
                <a:solidFill>
                  <a:schemeClr val="tx1">
                    <a:lumMod val="65000"/>
                    <a:lumOff val="35000"/>
                  </a:schemeClr>
                </a:solidFill>
                <a:latin typeface="Segoe UI Light" pitchFamily="34" charset="0"/>
                <a:ea typeface="Segoe UI" pitchFamily="34" charset="0"/>
                <a:cs typeface="Segoe UI" pitchFamily="34" charset="0"/>
              </a:rPr>
              <a:t>Microsoft</a:t>
            </a:r>
            <a:r>
              <a:rPr lang="en-US" baseline="100000" dirty="0">
                <a:solidFill>
                  <a:schemeClr val="tx1">
                    <a:lumMod val="65000"/>
                    <a:lumOff val="35000"/>
                  </a:schemeClr>
                </a:solidFill>
                <a:latin typeface="Segoe UI Light" pitchFamily="34" charset="0"/>
                <a:ea typeface="Segoe UI" pitchFamily="34" charset="0"/>
                <a:cs typeface="Segoe UI" pitchFamily="34" charset="0"/>
              </a:rPr>
              <a:t>®</a:t>
            </a:r>
            <a:r>
              <a:rPr lang="en-US" sz="4400" dirty="0">
                <a:solidFill>
                  <a:schemeClr val="tx1">
                    <a:lumMod val="65000"/>
                    <a:lumOff val="35000"/>
                  </a:schemeClr>
                </a:solidFill>
                <a:latin typeface="Segoe UI Light" pitchFamily="34" charset="0"/>
                <a:ea typeface="Segoe UI" pitchFamily="34" charset="0"/>
                <a:cs typeface="Segoe UI" pitchFamily="34" charset="0"/>
              </a:rPr>
              <a:t> </a:t>
            </a:r>
            <a:r>
              <a:rPr lang="en-US" sz="4800" dirty="0">
                <a:solidFill>
                  <a:schemeClr val="tx1">
                    <a:lumMod val="65000"/>
                    <a:lumOff val="35000"/>
                  </a:schemeClr>
                </a:solidFill>
                <a:latin typeface="Segoe UI Light" pitchFamily="34" charset="0"/>
                <a:ea typeface="Segoe UI" pitchFamily="34" charset="0"/>
                <a:cs typeface="Segoe UI" pitchFamily="34" charset="0"/>
              </a:rPr>
              <a:t>Official Course</a:t>
            </a:r>
          </a:p>
        </p:txBody>
      </p:sp>
      <p:pic>
        <p:nvPicPr>
          <p:cNvPr id="7" name="Picture 6"/>
          <p:cNvPicPr>
            <a:picLocks noChangeAspect="1"/>
          </p:cNvPicPr>
          <p:nvPr/>
        </p:nvPicPr>
        <p:blipFill>
          <a:blip r:embed="rId2" cstate="print">
            <a:duotone>
              <a:prstClr val="black"/>
              <a:schemeClr val="tx1">
                <a:lumMod val="85000"/>
                <a:lumOff val="15000"/>
                <a:tint val="45000"/>
                <a:satMod val="400000"/>
              </a:schemeClr>
            </a:duotone>
            <a:extLst>
              <a:ext uri="{BEBA8EAE-BF5A-486C-A8C5-ECC9F3942E4B}">
                <a14:imgProps xmlns:a14="http://schemas.microsoft.com/office/drawing/2010/main">
                  <a14:imgLayer r:embed="rId3">
                    <a14:imgEffect>
                      <a14:saturation sat="400000"/>
                    </a14:imgEffect>
                  </a14:imgLayer>
                </a14:imgProps>
              </a:ext>
              <a:ext uri="{28A0092B-C50C-407E-A947-70E740481C1C}">
                <a14:useLocalDpi xmlns:a14="http://schemas.microsoft.com/office/drawing/2010/main" val="0"/>
              </a:ext>
            </a:extLst>
          </a:blip>
          <a:stretch>
            <a:fillRect/>
          </a:stretch>
        </p:blipFill>
        <p:spPr>
          <a:xfrm>
            <a:off x="7315200" y="6248400"/>
            <a:ext cx="1413823" cy="230205"/>
          </a:xfrm>
          <a:prstGeom prst="rect">
            <a:avLst/>
          </a:prstGeom>
        </p:spPr>
      </p:pic>
      <p:pic>
        <p:nvPicPr>
          <p:cNvPr id="10" name="Picture 9"/>
          <p:cNvPicPr>
            <a:picLocks/>
          </p:cNvPicPr>
          <p:nvPr/>
        </p:nvPicPr>
        <p:blipFill>
          <a:blip r:embed="rId4" cstate="print">
            <a:extLst>
              <a:ext uri="{28A0092B-C50C-407E-A947-70E740481C1C}">
                <a14:useLocalDpi xmlns:a14="http://schemas.microsoft.com/office/drawing/2010/main" val="0"/>
              </a:ext>
            </a:extLst>
          </a:blip>
          <a:stretch>
            <a:fillRect/>
          </a:stretch>
        </p:blipFill>
        <p:spPr>
          <a:xfrm>
            <a:off x="1" y="2514600"/>
            <a:ext cx="3063240" cy="2514600"/>
          </a:xfrm>
          <a:prstGeom prst="rect">
            <a:avLst/>
          </a:prstGeom>
        </p:spPr>
      </p:pic>
      <p:sp>
        <p:nvSpPr>
          <p:cNvPr id="726019" name="Rectangle 3"/>
          <p:cNvSpPr>
            <a:spLocks noGrp="1" noChangeArrowheads="1"/>
          </p:cNvSpPr>
          <p:nvPr>
            <p:ph type="ctrTitle" sz="quarter" hasCustomPrompt="1"/>
          </p:nvPr>
        </p:nvSpPr>
        <p:spPr>
          <a:xfrm>
            <a:off x="3106782" y="2774735"/>
            <a:ext cx="5732417" cy="1129607"/>
          </a:xfrm>
          <a:ln algn="ctr"/>
        </p:spPr>
        <p:txBody>
          <a:bodyPr wrap="square" tIns="0" rIns="0" bIns="0">
            <a:spAutoFit/>
          </a:bodyPr>
          <a:lstStyle>
            <a:lvl1pPr algn="l">
              <a:spcBef>
                <a:spcPct val="60000"/>
              </a:spcBef>
              <a:buClr>
                <a:schemeClr val="hlink"/>
              </a:buClr>
              <a:buSzPct val="90000"/>
              <a:buFontTx/>
              <a:buNone/>
              <a:defRPr sz="8400" baseline="0">
                <a:solidFill>
                  <a:schemeClr val="bg1"/>
                </a:solidFill>
                <a:latin typeface="Segoe Light" pitchFamily="34" charset="0"/>
              </a:defRPr>
            </a:lvl1pPr>
          </a:lstStyle>
          <a:p>
            <a:r>
              <a:rPr lang="en-US" dirty="0"/>
              <a:t>Course #</a:t>
            </a:r>
          </a:p>
        </p:txBody>
      </p:sp>
      <p:sp>
        <p:nvSpPr>
          <p:cNvPr id="726020" name="Rectangle 4"/>
          <p:cNvSpPr>
            <a:spLocks noGrp="1" noChangeArrowheads="1"/>
          </p:cNvSpPr>
          <p:nvPr>
            <p:ph type="subTitle" sz="quarter" idx="1" hasCustomPrompt="1"/>
          </p:nvPr>
        </p:nvSpPr>
        <p:spPr>
          <a:xfrm>
            <a:off x="3121297" y="3925328"/>
            <a:ext cx="5775960" cy="1103872"/>
          </a:xfrm>
        </p:spPr>
        <p:txBody>
          <a:bodyPr lIns="91440" tIns="45720" rIns="91440" bIns="45720"/>
          <a:lstStyle>
            <a:lvl1pPr marL="0" indent="0" algn="l">
              <a:lnSpc>
                <a:spcPct val="95000"/>
              </a:lnSpc>
              <a:spcBef>
                <a:spcPct val="60000"/>
              </a:spcBef>
              <a:buFontTx/>
              <a:buNone/>
              <a:defRPr sz="2800">
                <a:solidFill>
                  <a:schemeClr val="bg1"/>
                </a:solidFill>
                <a:latin typeface="Segoe UI" pitchFamily="34" charset="0"/>
                <a:ea typeface="Segoe UI" pitchFamily="34" charset="0"/>
                <a:cs typeface="Segoe UI" pitchFamily="34" charset="0"/>
              </a:defRPr>
            </a:lvl1pPr>
          </a:lstStyle>
          <a:p>
            <a:r>
              <a:rPr lang="en-US" dirty="0"/>
              <a:t>Click to edit Course title</a:t>
            </a:r>
          </a:p>
        </p:txBody>
      </p:sp>
    </p:spTree>
    <p:extLst>
      <p:ext uri="{BB962C8B-B14F-4D97-AF65-F5344CB8AC3E}">
        <p14:creationId xmlns:p14="http://schemas.microsoft.com/office/powerpoint/2010/main" val="1140598339"/>
      </p:ext>
    </p:extLst>
  </p:cSld>
  <p:clrMapOvr>
    <a:masterClrMapping/>
  </p:clrMapOvr>
</p:sldLayout>
</file>

<file path=ppt/slideLayouts/slideLayout42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817578877"/>
      </p:ext>
    </p:extLst>
  </p:cSld>
  <p:clrMapOvr>
    <a:masterClrMapping/>
  </p:clrMapOvr>
</p:sldLayout>
</file>

<file path=ppt/slideLayouts/slideLayout42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Tree>
    <p:extLst>
      <p:ext uri="{BB962C8B-B14F-4D97-AF65-F5344CB8AC3E}">
        <p14:creationId xmlns:p14="http://schemas.microsoft.com/office/powerpoint/2010/main" val="3591756630"/>
      </p:ext>
    </p:extLst>
  </p:cSld>
  <p:clrMapOvr>
    <a:masterClrMapping/>
  </p:clrMapOvr>
</p:sldLayout>
</file>

<file path=ppt/slideLayouts/slideLayout42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458788" y="992188"/>
            <a:ext cx="3798887"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410075" y="992188"/>
            <a:ext cx="3800475"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2058392951"/>
      </p:ext>
    </p:extLst>
  </p:cSld>
  <p:clrMapOvr>
    <a:masterClrMapping/>
  </p:clrMapOvr>
</p:sldLayout>
</file>

<file path=ppt/slideLayouts/slideLayout42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80772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45025" y="1535113"/>
            <a:ext cx="4041775"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2705182502"/>
      </p:ext>
    </p:extLst>
  </p:cSld>
  <p:clrMapOvr>
    <a:masterClrMapping/>
  </p:clrMapOvr>
</p:sldLayout>
</file>

<file path=ppt/slideLayouts/slideLayout42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2007588937"/>
      </p:ext>
    </p:extLst>
  </p:cSld>
  <p:clrMapOvr>
    <a:masterClrMapping/>
  </p:clrMapOvr>
</p:sldLayout>
</file>

<file path=ppt/slideLayouts/slideLayout42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657410197"/>
      </p:ext>
    </p:extLst>
  </p:cSld>
  <p:clrMapOvr>
    <a:masterClrMapping/>
  </p:clrMapOvr>
</p:sldLayout>
</file>

<file path=ppt/slideLayouts/slideLayout42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t"/>
          <a:lstStyle>
            <a:lvl1pPr algn="l">
              <a:defRPr sz="2000" b="0"/>
            </a:lvl1pPr>
          </a:lstStyle>
          <a:p>
            <a:r>
              <a:rPr lang="en-US"/>
              <a:t>Click to edit Master title style</a:t>
            </a:r>
            <a:endParaRPr lang="en-US" dirty="0"/>
          </a:p>
        </p:txBody>
      </p:sp>
      <p:sp>
        <p:nvSpPr>
          <p:cNvPr id="3" name="Content Placeholder 2"/>
          <p:cNvSpPr>
            <a:spLocks noGrp="1"/>
          </p:cNvSpPr>
          <p:nvPr>
            <p:ph idx="1"/>
          </p:nvPr>
        </p:nvSpPr>
        <p:spPr>
          <a:xfrm>
            <a:off x="3575050" y="273050"/>
            <a:ext cx="5111750" cy="5853113"/>
          </a:xfrm>
        </p:spPr>
        <p:txBody>
          <a:bodyPr/>
          <a:lstStyle>
            <a:lvl1pPr>
              <a:defRPr sz="3200">
                <a:solidFill>
                  <a:schemeClr val="bg1"/>
                </a:solidFill>
              </a:defRPr>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3336079908"/>
      </p:ext>
    </p:extLst>
  </p:cSld>
  <p:clrMapOvr>
    <a:masterClrMapping/>
  </p:clrMapOvr>
</p:sldLayout>
</file>

<file path=ppt/slideLayouts/slideLayout42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endParaRPr lang="en-US" noProof="0" dirty="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2711799674"/>
      </p:ext>
    </p:extLst>
  </p:cSld>
  <p:clrMapOvr>
    <a:masterClrMapping/>
  </p:clrMapOvr>
</p:sldLayout>
</file>

<file path=ppt/slideLayouts/slideLayout43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722227848"/>
      </p:ext>
    </p:extLst>
  </p:cSld>
  <p:clrMapOvr>
    <a:masterClrMapping/>
  </p:clrMapOvr>
</p:sldLayout>
</file>

<file path=ppt/slideLayouts/slideLayout43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291263" y="0"/>
            <a:ext cx="1943100" cy="537845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458788" y="0"/>
            <a:ext cx="5680075" cy="5378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2356971919"/>
      </p:ext>
    </p:extLst>
  </p:cSld>
  <p:clrMapOvr>
    <a:masterClrMapping/>
  </p:clrMapOvr>
</p:sldLayout>
</file>

<file path=ppt/slideLayouts/slideLayout432.xml><?xml version="1.0" encoding="utf-8"?>
<p:sldLayout xmlns:a="http://schemas.openxmlformats.org/drawingml/2006/main" xmlns:r="http://schemas.openxmlformats.org/officeDocument/2006/relationships" xmlns:p="http://schemas.openxmlformats.org/presentationml/2006/main" type="tx">
  <p:cSld name="Title an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CA"/>
          </a:p>
        </p:txBody>
      </p:sp>
      <p:sp>
        <p:nvSpPr>
          <p:cNvPr id="3" name="Text Placeholder 2"/>
          <p:cNvSpPr>
            <a:spLocks noGrp="1"/>
          </p:cNvSpPr>
          <p:nvPr>
            <p:ph type="body"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Tree>
    <p:extLst>
      <p:ext uri="{BB962C8B-B14F-4D97-AF65-F5344CB8AC3E}">
        <p14:creationId xmlns:p14="http://schemas.microsoft.com/office/powerpoint/2010/main" val="1431885100"/>
      </p:ext>
    </p:extLst>
  </p:cSld>
  <p:clrMapOvr>
    <a:masterClrMapping/>
  </p:clrMapOvr>
</p:sldLayout>
</file>

<file path=ppt/slideLayouts/slideLayout433.xml><?xml version="1.0" encoding="utf-8"?>
<p:sldLayout xmlns:a="http://schemas.openxmlformats.org/drawingml/2006/main" xmlns:r="http://schemas.openxmlformats.org/officeDocument/2006/relationships" xmlns:p="http://schemas.openxmlformats.org/presentationml/2006/main" showMasterSp="0" preserve="1">
  <p:cSld name="Title Slide">
    <p:spTree>
      <p:nvGrpSpPr>
        <p:cNvPr id="1" name=""/>
        <p:cNvGrpSpPr/>
        <p:nvPr/>
      </p:nvGrpSpPr>
      <p:grpSpPr>
        <a:xfrm>
          <a:off x="0" y="0"/>
          <a:ext cx="0" cy="0"/>
          <a:chOff x="0" y="0"/>
          <a:chExt cx="0" cy="0"/>
        </a:xfrm>
      </p:grpSpPr>
      <p:sp>
        <p:nvSpPr>
          <p:cNvPr id="5" name="Rectangle 4"/>
          <p:cNvSpPr/>
          <p:nvPr/>
        </p:nvSpPr>
        <p:spPr>
          <a:xfrm>
            <a:off x="14177" y="2514600"/>
            <a:ext cx="9144000" cy="251460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p:cNvSpPr txBox="1"/>
          <p:nvPr/>
        </p:nvSpPr>
        <p:spPr>
          <a:xfrm>
            <a:off x="523875" y="1500426"/>
            <a:ext cx="7477125" cy="861774"/>
          </a:xfrm>
          <a:prstGeom prst="rect">
            <a:avLst/>
          </a:prstGeom>
          <a:noFill/>
        </p:spPr>
        <p:txBody>
          <a:bodyPr wrap="square" rtlCol="0">
            <a:spAutoFit/>
          </a:bodyPr>
          <a:lstStyle/>
          <a:p>
            <a:r>
              <a:rPr lang="en-US" sz="4800" dirty="0">
                <a:solidFill>
                  <a:schemeClr val="tx1">
                    <a:lumMod val="65000"/>
                    <a:lumOff val="35000"/>
                  </a:schemeClr>
                </a:solidFill>
                <a:latin typeface="Segoe UI Light" pitchFamily="34" charset="0"/>
                <a:ea typeface="Segoe UI" pitchFamily="34" charset="0"/>
                <a:cs typeface="Segoe UI" pitchFamily="34" charset="0"/>
              </a:rPr>
              <a:t>Microsoft</a:t>
            </a:r>
            <a:r>
              <a:rPr lang="en-US" baseline="100000" dirty="0">
                <a:solidFill>
                  <a:schemeClr val="tx1">
                    <a:lumMod val="65000"/>
                    <a:lumOff val="35000"/>
                  </a:schemeClr>
                </a:solidFill>
                <a:latin typeface="Segoe UI Light" pitchFamily="34" charset="0"/>
                <a:ea typeface="Segoe UI" pitchFamily="34" charset="0"/>
                <a:cs typeface="Segoe UI" pitchFamily="34" charset="0"/>
              </a:rPr>
              <a:t>®</a:t>
            </a:r>
            <a:r>
              <a:rPr lang="en-US" sz="4400" dirty="0">
                <a:solidFill>
                  <a:schemeClr val="tx1">
                    <a:lumMod val="65000"/>
                    <a:lumOff val="35000"/>
                  </a:schemeClr>
                </a:solidFill>
                <a:latin typeface="Segoe UI Light" pitchFamily="34" charset="0"/>
                <a:ea typeface="Segoe UI" pitchFamily="34" charset="0"/>
                <a:cs typeface="Segoe UI" pitchFamily="34" charset="0"/>
              </a:rPr>
              <a:t> </a:t>
            </a:r>
            <a:r>
              <a:rPr lang="en-US" sz="4800" dirty="0">
                <a:solidFill>
                  <a:schemeClr val="tx1">
                    <a:lumMod val="65000"/>
                    <a:lumOff val="35000"/>
                  </a:schemeClr>
                </a:solidFill>
                <a:latin typeface="Segoe UI Light" pitchFamily="34" charset="0"/>
                <a:ea typeface="Segoe UI" pitchFamily="34" charset="0"/>
                <a:cs typeface="Segoe UI" pitchFamily="34" charset="0"/>
              </a:rPr>
              <a:t>Official Course</a:t>
            </a:r>
          </a:p>
        </p:txBody>
      </p:sp>
      <p:pic>
        <p:nvPicPr>
          <p:cNvPr id="7" name="Picture 6"/>
          <p:cNvPicPr>
            <a:picLocks noChangeAspect="1"/>
          </p:cNvPicPr>
          <p:nvPr/>
        </p:nvPicPr>
        <p:blipFill>
          <a:blip r:embed="rId2" cstate="print">
            <a:duotone>
              <a:prstClr val="black"/>
              <a:schemeClr val="tx1">
                <a:lumMod val="85000"/>
                <a:lumOff val="15000"/>
                <a:tint val="45000"/>
                <a:satMod val="400000"/>
              </a:schemeClr>
            </a:duotone>
            <a:extLst>
              <a:ext uri="{BEBA8EAE-BF5A-486C-A8C5-ECC9F3942E4B}">
                <a14:imgProps xmlns:a14="http://schemas.microsoft.com/office/drawing/2010/main">
                  <a14:imgLayer r:embed="rId3">
                    <a14:imgEffect>
                      <a14:saturation sat="400000"/>
                    </a14:imgEffect>
                  </a14:imgLayer>
                </a14:imgProps>
              </a:ext>
              <a:ext uri="{28A0092B-C50C-407E-A947-70E740481C1C}">
                <a14:useLocalDpi xmlns:a14="http://schemas.microsoft.com/office/drawing/2010/main" val="0"/>
              </a:ext>
            </a:extLst>
          </a:blip>
          <a:stretch>
            <a:fillRect/>
          </a:stretch>
        </p:blipFill>
        <p:spPr>
          <a:xfrm>
            <a:off x="7315200" y="6248400"/>
            <a:ext cx="1413823" cy="230205"/>
          </a:xfrm>
          <a:prstGeom prst="rect">
            <a:avLst/>
          </a:prstGeom>
        </p:spPr>
      </p:pic>
      <p:pic>
        <p:nvPicPr>
          <p:cNvPr id="10" name="Picture 9"/>
          <p:cNvPicPr>
            <a:picLocks/>
          </p:cNvPicPr>
          <p:nvPr/>
        </p:nvPicPr>
        <p:blipFill>
          <a:blip r:embed="rId4" cstate="print">
            <a:extLst>
              <a:ext uri="{28A0092B-C50C-407E-A947-70E740481C1C}">
                <a14:useLocalDpi xmlns:a14="http://schemas.microsoft.com/office/drawing/2010/main" val="0"/>
              </a:ext>
            </a:extLst>
          </a:blip>
          <a:stretch>
            <a:fillRect/>
          </a:stretch>
        </p:blipFill>
        <p:spPr>
          <a:xfrm>
            <a:off x="1" y="2514600"/>
            <a:ext cx="3063240" cy="2514600"/>
          </a:xfrm>
          <a:prstGeom prst="rect">
            <a:avLst/>
          </a:prstGeom>
        </p:spPr>
      </p:pic>
      <p:sp>
        <p:nvSpPr>
          <p:cNvPr id="726019" name="Rectangle 3"/>
          <p:cNvSpPr>
            <a:spLocks noGrp="1" noChangeArrowheads="1"/>
          </p:cNvSpPr>
          <p:nvPr>
            <p:ph type="ctrTitle" sz="quarter" hasCustomPrompt="1"/>
          </p:nvPr>
        </p:nvSpPr>
        <p:spPr>
          <a:xfrm>
            <a:off x="3106782" y="2774735"/>
            <a:ext cx="5732417" cy="1129607"/>
          </a:xfrm>
          <a:ln algn="ctr"/>
        </p:spPr>
        <p:txBody>
          <a:bodyPr wrap="square" tIns="0" rIns="0" bIns="0">
            <a:spAutoFit/>
          </a:bodyPr>
          <a:lstStyle>
            <a:lvl1pPr algn="l">
              <a:spcBef>
                <a:spcPct val="60000"/>
              </a:spcBef>
              <a:buClr>
                <a:schemeClr val="hlink"/>
              </a:buClr>
              <a:buSzPct val="90000"/>
              <a:buFontTx/>
              <a:buNone/>
              <a:defRPr sz="8400" baseline="0">
                <a:solidFill>
                  <a:schemeClr val="bg1"/>
                </a:solidFill>
                <a:latin typeface="Segoe Light" pitchFamily="34" charset="0"/>
              </a:defRPr>
            </a:lvl1pPr>
          </a:lstStyle>
          <a:p>
            <a:r>
              <a:rPr lang="en-US" dirty="0"/>
              <a:t>Course #</a:t>
            </a:r>
          </a:p>
        </p:txBody>
      </p:sp>
      <p:sp>
        <p:nvSpPr>
          <p:cNvPr id="726020" name="Rectangle 4"/>
          <p:cNvSpPr>
            <a:spLocks noGrp="1" noChangeArrowheads="1"/>
          </p:cNvSpPr>
          <p:nvPr>
            <p:ph type="subTitle" sz="quarter" idx="1" hasCustomPrompt="1"/>
          </p:nvPr>
        </p:nvSpPr>
        <p:spPr>
          <a:xfrm>
            <a:off x="3121297" y="3925328"/>
            <a:ext cx="5775960" cy="1103872"/>
          </a:xfrm>
        </p:spPr>
        <p:txBody>
          <a:bodyPr lIns="91440" tIns="45720" rIns="91440" bIns="45720"/>
          <a:lstStyle>
            <a:lvl1pPr marL="0" indent="0" algn="l">
              <a:lnSpc>
                <a:spcPct val="95000"/>
              </a:lnSpc>
              <a:spcBef>
                <a:spcPct val="60000"/>
              </a:spcBef>
              <a:buFontTx/>
              <a:buNone/>
              <a:defRPr sz="2800">
                <a:solidFill>
                  <a:schemeClr val="bg1"/>
                </a:solidFill>
                <a:latin typeface="Segoe UI" pitchFamily="34" charset="0"/>
                <a:ea typeface="Segoe UI" pitchFamily="34" charset="0"/>
                <a:cs typeface="Segoe UI" pitchFamily="34" charset="0"/>
              </a:defRPr>
            </a:lvl1pPr>
          </a:lstStyle>
          <a:p>
            <a:r>
              <a:rPr lang="en-US" dirty="0"/>
              <a:t>Click to edit Course title</a:t>
            </a:r>
          </a:p>
        </p:txBody>
      </p:sp>
    </p:spTree>
    <p:extLst>
      <p:ext uri="{BB962C8B-B14F-4D97-AF65-F5344CB8AC3E}">
        <p14:creationId xmlns:p14="http://schemas.microsoft.com/office/powerpoint/2010/main" val="1991958357"/>
      </p:ext>
    </p:extLst>
  </p:cSld>
  <p:clrMapOvr>
    <a:masterClrMapping/>
  </p:clrMapOvr>
</p:sldLayout>
</file>

<file path=ppt/slideLayouts/slideLayout43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683471306"/>
      </p:ext>
    </p:extLst>
  </p:cSld>
  <p:clrMapOvr>
    <a:masterClrMapping/>
  </p:clrMapOvr>
</p:sldLayout>
</file>

<file path=ppt/slideLayouts/slideLayout43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Tree>
    <p:extLst>
      <p:ext uri="{BB962C8B-B14F-4D97-AF65-F5344CB8AC3E}">
        <p14:creationId xmlns:p14="http://schemas.microsoft.com/office/powerpoint/2010/main" val="2452724261"/>
      </p:ext>
    </p:extLst>
  </p:cSld>
  <p:clrMapOvr>
    <a:masterClrMapping/>
  </p:clrMapOvr>
</p:sldLayout>
</file>

<file path=ppt/slideLayouts/slideLayout43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458788" y="992188"/>
            <a:ext cx="3798887"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410075" y="992188"/>
            <a:ext cx="3800475"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2911316051"/>
      </p:ext>
    </p:extLst>
  </p:cSld>
  <p:clrMapOvr>
    <a:masterClrMapping/>
  </p:clrMapOvr>
</p:sldLayout>
</file>

<file path=ppt/slideLayouts/slideLayout43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80772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45025" y="1535113"/>
            <a:ext cx="4041775"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4101122812"/>
      </p:ext>
    </p:extLst>
  </p:cSld>
  <p:clrMapOvr>
    <a:masterClrMapping/>
  </p:clrMapOvr>
</p:sldLayout>
</file>

<file path=ppt/slideLayouts/slideLayout43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3349776920"/>
      </p:ext>
    </p:extLst>
  </p:cSld>
  <p:clrMapOvr>
    <a:masterClrMapping/>
  </p:clrMapOvr>
</p:sldLayout>
</file>

<file path=ppt/slideLayouts/slideLayout43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958891383"/>
      </p:ext>
    </p:extLst>
  </p:cSld>
  <p:clrMapOvr>
    <a:masterClrMapping/>
  </p:clrMapOvr>
</p:sldLayout>
</file>

<file path=ppt/slideLayouts/slideLayout44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t"/>
          <a:lstStyle>
            <a:lvl1pPr algn="l">
              <a:defRPr sz="2000" b="0"/>
            </a:lvl1pPr>
          </a:lstStyle>
          <a:p>
            <a:r>
              <a:rPr lang="en-US"/>
              <a:t>Click to edit Master title style</a:t>
            </a:r>
            <a:endParaRPr lang="en-US" dirty="0"/>
          </a:p>
        </p:txBody>
      </p:sp>
      <p:sp>
        <p:nvSpPr>
          <p:cNvPr id="3" name="Content Placeholder 2"/>
          <p:cNvSpPr>
            <a:spLocks noGrp="1"/>
          </p:cNvSpPr>
          <p:nvPr>
            <p:ph idx="1"/>
          </p:nvPr>
        </p:nvSpPr>
        <p:spPr>
          <a:xfrm>
            <a:off x="3575050" y="273050"/>
            <a:ext cx="5111750" cy="5853113"/>
          </a:xfrm>
        </p:spPr>
        <p:txBody>
          <a:bodyPr/>
          <a:lstStyle>
            <a:lvl1pPr>
              <a:defRPr sz="3200">
                <a:solidFill>
                  <a:schemeClr val="bg1"/>
                </a:solidFill>
              </a:defRPr>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1589257065"/>
      </p:ext>
    </p:extLst>
  </p:cSld>
  <p:clrMapOvr>
    <a:masterClrMapping/>
  </p:clrMapOvr>
</p:sldLayout>
</file>

<file path=ppt/slideLayouts/slideLayout44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endParaRPr lang="en-US" noProof="0" dirty="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3945050737"/>
      </p:ext>
    </p:extLst>
  </p:cSld>
  <p:clrMapOvr>
    <a:masterClrMapping/>
  </p:clrMapOvr>
</p:sldLayout>
</file>

<file path=ppt/slideLayouts/slideLayout44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2634971794"/>
      </p:ext>
    </p:extLst>
  </p:cSld>
  <p:clrMapOvr>
    <a:masterClrMapping/>
  </p:clrMapOvr>
</p:sldLayout>
</file>

<file path=ppt/slideLayouts/slideLayout44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291263" y="0"/>
            <a:ext cx="1943100" cy="537845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458788" y="0"/>
            <a:ext cx="5680075" cy="5378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4118413066"/>
      </p:ext>
    </p:extLst>
  </p:cSld>
  <p:clrMapOvr>
    <a:masterClrMapping/>
  </p:clrMapOvr>
</p:sldLayout>
</file>

<file path=ppt/slideLayouts/slideLayout444.xml><?xml version="1.0" encoding="utf-8"?>
<p:sldLayout xmlns:a="http://schemas.openxmlformats.org/drawingml/2006/main" xmlns:r="http://schemas.openxmlformats.org/officeDocument/2006/relationships" xmlns:p="http://schemas.openxmlformats.org/presentationml/2006/main" type="tx">
  <p:cSld name="Title an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CA"/>
          </a:p>
        </p:txBody>
      </p:sp>
      <p:sp>
        <p:nvSpPr>
          <p:cNvPr id="3" name="Text Placeholder 2"/>
          <p:cNvSpPr>
            <a:spLocks noGrp="1"/>
          </p:cNvSpPr>
          <p:nvPr>
            <p:ph type="body"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Tree>
    <p:extLst>
      <p:ext uri="{BB962C8B-B14F-4D97-AF65-F5344CB8AC3E}">
        <p14:creationId xmlns:p14="http://schemas.microsoft.com/office/powerpoint/2010/main" val="4151927441"/>
      </p:ext>
    </p:extLst>
  </p:cSld>
  <p:clrMapOvr>
    <a:masterClrMapping/>
  </p:clrMapOvr>
</p:sldLayout>
</file>

<file path=ppt/slideLayouts/slideLayout445.xml><?xml version="1.0" encoding="utf-8"?>
<p:sldLayout xmlns:a="http://schemas.openxmlformats.org/drawingml/2006/main" xmlns:r="http://schemas.openxmlformats.org/officeDocument/2006/relationships" xmlns:p="http://schemas.openxmlformats.org/presentationml/2006/main" showMasterSp="0" preserve="1">
  <p:cSld name="Title Slide">
    <p:spTree>
      <p:nvGrpSpPr>
        <p:cNvPr id="1" name=""/>
        <p:cNvGrpSpPr/>
        <p:nvPr/>
      </p:nvGrpSpPr>
      <p:grpSpPr>
        <a:xfrm>
          <a:off x="0" y="0"/>
          <a:ext cx="0" cy="0"/>
          <a:chOff x="0" y="0"/>
          <a:chExt cx="0" cy="0"/>
        </a:xfrm>
      </p:grpSpPr>
      <p:sp>
        <p:nvSpPr>
          <p:cNvPr id="5" name="Rectangle 4"/>
          <p:cNvSpPr/>
          <p:nvPr/>
        </p:nvSpPr>
        <p:spPr>
          <a:xfrm>
            <a:off x="14177" y="2514600"/>
            <a:ext cx="9144000" cy="251460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p:cNvSpPr txBox="1"/>
          <p:nvPr/>
        </p:nvSpPr>
        <p:spPr>
          <a:xfrm>
            <a:off x="523875" y="1500426"/>
            <a:ext cx="7477125" cy="861774"/>
          </a:xfrm>
          <a:prstGeom prst="rect">
            <a:avLst/>
          </a:prstGeom>
          <a:noFill/>
        </p:spPr>
        <p:txBody>
          <a:bodyPr wrap="square" rtlCol="0">
            <a:spAutoFit/>
          </a:bodyPr>
          <a:lstStyle/>
          <a:p>
            <a:r>
              <a:rPr lang="en-US" sz="4800" dirty="0">
                <a:solidFill>
                  <a:schemeClr val="tx1">
                    <a:lumMod val="65000"/>
                    <a:lumOff val="35000"/>
                  </a:schemeClr>
                </a:solidFill>
                <a:latin typeface="Segoe UI Light" pitchFamily="34" charset="0"/>
                <a:ea typeface="Segoe UI" pitchFamily="34" charset="0"/>
                <a:cs typeface="Segoe UI" pitchFamily="34" charset="0"/>
              </a:rPr>
              <a:t>Microsoft</a:t>
            </a:r>
            <a:r>
              <a:rPr lang="en-US" baseline="100000" dirty="0">
                <a:solidFill>
                  <a:schemeClr val="tx1">
                    <a:lumMod val="65000"/>
                    <a:lumOff val="35000"/>
                  </a:schemeClr>
                </a:solidFill>
                <a:latin typeface="Segoe UI Light" pitchFamily="34" charset="0"/>
                <a:ea typeface="Segoe UI" pitchFamily="34" charset="0"/>
                <a:cs typeface="Segoe UI" pitchFamily="34" charset="0"/>
              </a:rPr>
              <a:t>®</a:t>
            </a:r>
            <a:r>
              <a:rPr lang="en-US" sz="4400" dirty="0">
                <a:solidFill>
                  <a:schemeClr val="tx1">
                    <a:lumMod val="65000"/>
                    <a:lumOff val="35000"/>
                  </a:schemeClr>
                </a:solidFill>
                <a:latin typeface="Segoe UI Light" pitchFamily="34" charset="0"/>
                <a:ea typeface="Segoe UI" pitchFamily="34" charset="0"/>
                <a:cs typeface="Segoe UI" pitchFamily="34" charset="0"/>
              </a:rPr>
              <a:t> </a:t>
            </a:r>
            <a:r>
              <a:rPr lang="en-US" sz="4800" dirty="0">
                <a:solidFill>
                  <a:schemeClr val="tx1">
                    <a:lumMod val="65000"/>
                    <a:lumOff val="35000"/>
                  </a:schemeClr>
                </a:solidFill>
                <a:latin typeface="Segoe UI Light" pitchFamily="34" charset="0"/>
                <a:ea typeface="Segoe UI" pitchFamily="34" charset="0"/>
                <a:cs typeface="Segoe UI" pitchFamily="34" charset="0"/>
              </a:rPr>
              <a:t>Official Course</a:t>
            </a:r>
          </a:p>
        </p:txBody>
      </p:sp>
      <p:pic>
        <p:nvPicPr>
          <p:cNvPr id="7" name="Picture 6"/>
          <p:cNvPicPr>
            <a:picLocks noChangeAspect="1"/>
          </p:cNvPicPr>
          <p:nvPr/>
        </p:nvPicPr>
        <p:blipFill>
          <a:blip r:embed="rId2" cstate="print">
            <a:duotone>
              <a:prstClr val="black"/>
              <a:schemeClr val="tx1">
                <a:lumMod val="85000"/>
                <a:lumOff val="15000"/>
                <a:tint val="45000"/>
                <a:satMod val="400000"/>
              </a:schemeClr>
            </a:duotone>
            <a:extLst>
              <a:ext uri="{BEBA8EAE-BF5A-486C-A8C5-ECC9F3942E4B}">
                <a14:imgProps xmlns:a14="http://schemas.microsoft.com/office/drawing/2010/main">
                  <a14:imgLayer r:embed="rId3">
                    <a14:imgEffect>
                      <a14:saturation sat="400000"/>
                    </a14:imgEffect>
                  </a14:imgLayer>
                </a14:imgProps>
              </a:ext>
              <a:ext uri="{28A0092B-C50C-407E-A947-70E740481C1C}">
                <a14:useLocalDpi xmlns:a14="http://schemas.microsoft.com/office/drawing/2010/main" val="0"/>
              </a:ext>
            </a:extLst>
          </a:blip>
          <a:stretch>
            <a:fillRect/>
          </a:stretch>
        </p:blipFill>
        <p:spPr>
          <a:xfrm>
            <a:off x="7315200" y="6248400"/>
            <a:ext cx="1413823" cy="230205"/>
          </a:xfrm>
          <a:prstGeom prst="rect">
            <a:avLst/>
          </a:prstGeom>
        </p:spPr>
      </p:pic>
      <p:pic>
        <p:nvPicPr>
          <p:cNvPr id="10" name="Picture 9"/>
          <p:cNvPicPr>
            <a:picLocks/>
          </p:cNvPicPr>
          <p:nvPr/>
        </p:nvPicPr>
        <p:blipFill>
          <a:blip r:embed="rId4" cstate="print">
            <a:extLst>
              <a:ext uri="{28A0092B-C50C-407E-A947-70E740481C1C}">
                <a14:useLocalDpi xmlns:a14="http://schemas.microsoft.com/office/drawing/2010/main" val="0"/>
              </a:ext>
            </a:extLst>
          </a:blip>
          <a:stretch>
            <a:fillRect/>
          </a:stretch>
        </p:blipFill>
        <p:spPr>
          <a:xfrm>
            <a:off x="1" y="2514600"/>
            <a:ext cx="3063240" cy="2514600"/>
          </a:xfrm>
          <a:prstGeom prst="rect">
            <a:avLst/>
          </a:prstGeom>
        </p:spPr>
      </p:pic>
      <p:sp>
        <p:nvSpPr>
          <p:cNvPr id="726019" name="Rectangle 3"/>
          <p:cNvSpPr>
            <a:spLocks noGrp="1" noChangeArrowheads="1"/>
          </p:cNvSpPr>
          <p:nvPr>
            <p:ph type="ctrTitle" sz="quarter" hasCustomPrompt="1"/>
          </p:nvPr>
        </p:nvSpPr>
        <p:spPr>
          <a:xfrm>
            <a:off x="3106782" y="2774735"/>
            <a:ext cx="5732417" cy="1129607"/>
          </a:xfrm>
          <a:ln algn="ctr"/>
        </p:spPr>
        <p:txBody>
          <a:bodyPr wrap="square" tIns="0" rIns="0" bIns="0">
            <a:spAutoFit/>
          </a:bodyPr>
          <a:lstStyle>
            <a:lvl1pPr algn="l">
              <a:spcBef>
                <a:spcPct val="60000"/>
              </a:spcBef>
              <a:buClr>
                <a:schemeClr val="hlink"/>
              </a:buClr>
              <a:buSzPct val="90000"/>
              <a:buFontTx/>
              <a:buNone/>
              <a:defRPr sz="8400" baseline="0">
                <a:solidFill>
                  <a:schemeClr val="bg1"/>
                </a:solidFill>
                <a:latin typeface="Segoe Light" pitchFamily="34" charset="0"/>
              </a:defRPr>
            </a:lvl1pPr>
          </a:lstStyle>
          <a:p>
            <a:r>
              <a:rPr lang="en-US" dirty="0"/>
              <a:t>Course #</a:t>
            </a:r>
          </a:p>
        </p:txBody>
      </p:sp>
      <p:sp>
        <p:nvSpPr>
          <p:cNvPr id="726020" name="Rectangle 4"/>
          <p:cNvSpPr>
            <a:spLocks noGrp="1" noChangeArrowheads="1"/>
          </p:cNvSpPr>
          <p:nvPr>
            <p:ph type="subTitle" sz="quarter" idx="1" hasCustomPrompt="1"/>
          </p:nvPr>
        </p:nvSpPr>
        <p:spPr>
          <a:xfrm>
            <a:off x="3121297" y="3925328"/>
            <a:ext cx="5775960" cy="1103872"/>
          </a:xfrm>
        </p:spPr>
        <p:txBody>
          <a:bodyPr lIns="91440" tIns="45720" rIns="91440" bIns="45720"/>
          <a:lstStyle>
            <a:lvl1pPr marL="0" indent="0" algn="l">
              <a:lnSpc>
                <a:spcPct val="95000"/>
              </a:lnSpc>
              <a:spcBef>
                <a:spcPct val="60000"/>
              </a:spcBef>
              <a:buFontTx/>
              <a:buNone/>
              <a:defRPr sz="2800">
                <a:solidFill>
                  <a:schemeClr val="bg1"/>
                </a:solidFill>
                <a:latin typeface="Segoe UI" pitchFamily="34" charset="0"/>
                <a:ea typeface="Segoe UI" pitchFamily="34" charset="0"/>
                <a:cs typeface="Segoe UI" pitchFamily="34" charset="0"/>
              </a:defRPr>
            </a:lvl1pPr>
          </a:lstStyle>
          <a:p>
            <a:r>
              <a:rPr lang="en-US" dirty="0"/>
              <a:t>Click to edit Course title</a:t>
            </a:r>
          </a:p>
        </p:txBody>
      </p:sp>
    </p:spTree>
    <p:extLst>
      <p:ext uri="{BB962C8B-B14F-4D97-AF65-F5344CB8AC3E}">
        <p14:creationId xmlns:p14="http://schemas.microsoft.com/office/powerpoint/2010/main" val="371484404"/>
      </p:ext>
    </p:extLst>
  </p:cSld>
  <p:clrMapOvr>
    <a:masterClrMapping/>
  </p:clrMapOvr>
</p:sldLayout>
</file>

<file path=ppt/slideLayouts/slideLayout446.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746794724"/>
      </p:ext>
    </p:extLst>
  </p:cSld>
  <p:clrMapOvr>
    <a:masterClrMapping/>
  </p:clrMapOvr>
</p:sldLayout>
</file>

<file path=ppt/slideLayouts/slideLayout447.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Tree>
    <p:extLst>
      <p:ext uri="{BB962C8B-B14F-4D97-AF65-F5344CB8AC3E}">
        <p14:creationId xmlns:p14="http://schemas.microsoft.com/office/powerpoint/2010/main" val="1531810666"/>
      </p:ext>
    </p:extLst>
  </p:cSld>
  <p:clrMapOvr>
    <a:masterClrMapping/>
  </p:clrMapOvr>
</p:sldLayout>
</file>

<file path=ppt/slideLayouts/slideLayout448.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458788" y="992188"/>
            <a:ext cx="3798887"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410075" y="992188"/>
            <a:ext cx="3800475"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944206811"/>
      </p:ext>
    </p:extLst>
  </p:cSld>
  <p:clrMapOvr>
    <a:masterClrMapping/>
  </p:clrMapOvr>
</p:sldLayout>
</file>

<file path=ppt/slideLayouts/slideLayout449.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80772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45025" y="1535113"/>
            <a:ext cx="4041775"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2946289627"/>
      </p:ext>
    </p:extLst>
  </p:cSld>
  <p:clrMapOvr>
    <a:masterClrMapping/>
  </p:clrMapOvr>
</p:sldLayout>
</file>

<file path=ppt/slideLayouts/slideLayout450.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3796743927"/>
      </p:ext>
    </p:extLst>
  </p:cSld>
  <p:clrMapOvr>
    <a:masterClrMapping/>
  </p:clrMapOvr>
</p:sldLayout>
</file>

<file path=ppt/slideLayouts/slideLayout45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197954004"/>
      </p:ext>
    </p:extLst>
  </p:cSld>
  <p:clrMapOvr>
    <a:masterClrMapping/>
  </p:clrMapOvr>
</p:sldLayout>
</file>

<file path=ppt/slideLayouts/slideLayout452.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t"/>
          <a:lstStyle>
            <a:lvl1pPr algn="l">
              <a:defRPr sz="2000" b="0"/>
            </a:lvl1pPr>
          </a:lstStyle>
          <a:p>
            <a:r>
              <a:rPr lang="en-US"/>
              <a:t>Click to edit Master title style</a:t>
            </a:r>
            <a:endParaRPr lang="en-US" dirty="0"/>
          </a:p>
        </p:txBody>
      </p:sp>
      <p:sp>
        <p:nvSpPr>
          <p:cNvPr id="3" name="Content Placeholder 2"/>
          <p:cNvSpPr>
            <a:spLocks noGrp="1"/>
          </p:cNvSpPr>
          <p:nvPr>
            <p:ph idx="1"/>
          </p:nvPr>
        </p:nvSpPr>
        <p:spPr>
          <a:xfrm>
            <a:off x="3575050" y="273050"/>
            <a:ext cx="5111750" cy="5853113"/>
          </a:xfrm>
        </p:spPr>
        <p:txBody>
          <a:bodyPr/>
          <a:lstStyle>
            <a:lvl1pPr>
              <a:defRPr sz="3200">
                <a:solidFill>
                  <a:schemeClr val="bg1"/>
                </a:solidFill>
              </a:defRPr>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401194717"/>
      </p:ext>
    </p:extLst>
  </p:cSld>
  <p:clrMapOvr>
    <a:masterClrMapping/>
  </p:clrMapOvr>
</p:sldLayout>
</file>

<file path=ppt/slideLayouts/slideLayout453.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endParaRPr lang="en-US" noProof="0" dirty="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1226527309"/>
      </p:ext>
    </p:extLst>
  </p:cSld>
  <p:clrMapOvr>
    <a:masterClrMapping/>
  </p:clrMapOvr>
</p:sldLayout>
</file>

<file path=ppt/slideLayouts/slideLayout454.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2545347907"/>
      </p:ext>
    </p:extLst>
  </p:cSld>
  <p:clrMapOvr>
    <a:masterClrMapping/>
  </p:clrMapOvr>
</p:sldLayout>
</file>

<file path=ppt/slideLayouts/slideLayout455.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291263" y="0"/>
            <a:ext cx="1943100" cy="537845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458788" y="0"/>
            <a:ext cx="5680075" cy="5378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2182721769"/>
      </p:ext>
    </p:extLst>
  </p:cSld>
  <p:clrMapOvr>
    <a:masterClrMapping/>
  </p:clrMapOvr>
</p:sldLayout>
</file>

<file path=ppt/slideLayouts/slideLayout456.xml><?xml version="1.0" encoding="utf-8"?>
<p:sldLayout xmlns:a="http://schemas.openxmlformats.org/drawingml/2006/main" xmlns:r="http://schemas.openxmlformats.org/officeDocument/2006/relationships" xmlns:p="http://schemas.openxmlformats.org/presentationml/2006/main" type="tx">
  <p:cSld name="Title an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CA"/>
          </a:p>
        </p:txBody>
      </p:sp>
      <p:sp>
        <p:nvSpPr>
          <p:cNvPr id="3" name="Text Placeholder 2"/>
          <p:cNvSpPr>
            <a:spLocks noGrp="1"/>
          </p:cNvSpPr>
          <p:nvPr>
            <p:ph type="body"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Tree>
    <p:extLst>
      <p:ext uri="{BB962C8B-B14F-4D97-AF65-F5344CB8AC3E}">
        <p14:creationId xmlns:p14="http://schemas.microsoft.com/office/powerpoint/2010/main" val="2793582100"/>
      </p:ext>
    </p:extLst>
  </p:cSld>
  <p:clrMapOvr>
    <a:masterClrMapping/>
  </p:clrMapOvr>
</p:sldLayout>
</file>

<file path=ppt/slideLayouts/slideLayout457.xml><?xml version="1.0" encoding="utf-8"?>
<p:sldLayout xmlns:a="http://schemas.openxmlformats.org/drawingml/2006/main" xmlns:r="http://schemas.openxmlformats.org/officeDocument/2006/relationships" xmlns:p="http://schemas.openxmlformats.org/presentationml/2006/main" showMasterSp="0" preserve="1">
  <p:cSld name="Title Slide">
    <p:spTree>
      <p:nvGrpSpPr>
        <p:cNvPr id="1" name=""/>
        <p:cNvGrpSpPr/>
        <p:nvPr/>
      </p:nvGrpSpPr>
      <p:grpSpPr>
        <a:xfrm>
          <a:off x="0" y="0"/>
          <a:ext cx="0" cy="0"/>
          <a:chOff x="0" y="0"/>
          <a:chExt cx="0" cy="0"/>
        </a:xfrm>
      </p:grpSpPr>
      <p:sp>
        <p:nvSpPr>
          <p:cNvPr id="5" name="Rectangle 4"/>
          <p:cNvSpPr/>
          <p:nvPr/>
        </p:nvSpPr>
        <p:spPr>
          <a:xfrm>
            <a:off x="14177" y="2514600"/>
            <a:ext cx="9144000" cy="251460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p:cNvSpPr txBox="1"/>
          <p:nvPr/>
        </p:nvSpPr>
        <p:spPr>
          <a:xfrm>
            <a:off x="523875" y="1500426"/>
            <a:ext cx="7477125" cy="861774"/>
          </a:xfrm>
          <a:prstGeom prst="rect">
            <a:avLst/>
          </a:prstGeom>
          <a:noFill/>
        </p:spPr>
        <p:txBody>
          <a:bodyPr wrap="square" rtlCol="0">
            <a:spAutoFit/>
          </a:bodyPr>
          <a:lstStyle/>
          <a:p>
            <a:r>
              <a:rPr lang="en-US" sz="4800" dirty="0">
                <a:solidFill>
                  <a:schemeClr val="tx1">
                    <a:lumMod val="65000"/>
                    <a:lumOff val="35000"/>
                  </a:schemeClr>
                </a:solidFill>
                <a:latin typeface="Segoe UI Light" pitchFamily="34" charset="0"/>
                <a:ea typeface="Segoe UI" pitchFamily="34" charset="0"/>
                <a:cs typeface="Segoe UI" pitchFamily="34" charset="0"/>
              </a:rPr>
              <a:t>Microsoft</a:t>
            </a:r>
            <a:r>
              <a:rPr lang="en-US" baseline="100000" dirty="0">
                <a:solidFill>
                  <a:schemeClr val="tx1">
                    <a:lumMod val="65000"/>
                    <a:lumOff val="35000"/>
                  </a:schemeClr>
                </a:solidFill>
                <a:latin typeface="Segoe UI Light" pitchFamily="34" charset="0"/>
                <a:ea typeface="Segoe UI" pitchFamily="34" charset="0"/>
                <a:cs typeface="Segoe UI" pitchFamily="34" charset="0"/>
              </a:rPr>
              <a:t>®</a:t>
            </a:r>
            <a:r>
              <a:rPr lang="en-US" sz="4400" dirty="0">
                <a:solidFill>
                  <a:schemeClr val="tx1">
                    <a:lumMod val="65000"/>
                    <a:lumOff val="35000"/>
                  </a:schemeClr>
                </a:solidFill>
                <a:latin typeface="Segoe UI Light" pitchFamily="34" charset="0"/>
                <a:ea typeface="Segoe UI" pitchFamily="34" charset="0"/>
                <a:cs typeface="Segoe UI" pitchFamily="34" charset="0"/>
              </a:rPr>
              <a:t> </a:t>
            </a:r>
            <a:r>
              <a:rPr lang="en-US" sz="4800" dirty="0">
                <a:solidFill>
                  <a:schemeClr val="tx1">
                    <a:lumMod val="65000"/>
                    <a:lumOff val="35000"/>
                  </a:schemeClr>
                </a:solidFill>
                <a:latin typeface="Segoe UI Light" pitchFamily="34" charset="0"/>
                <a:ea typeface="Segoe UI" pitchFamily="34" charset="0"/>
                <a:cs typeface="Segoe UI" pitchFamily="34" charset="0"/>
              </a:rPr>
              <a:t>Official Course</a:t>
            </a:r>
          </a:p>
        </p:txBody>
      </p:sp>
      <p:pic>
        <p:nvPicPr>
          <p:cNvPr id="7" name="Picture 6"/>
          <p:cNvPicPr>
            <a:picLocks noChangeAspect="1"/>
          </p:cNvPicPr>
          <p:nvPr/>
        </p:nvPicPr>
        <p:blipFill>
          <a:blip r:embed="rId2" cstate="print">
            <a:duotone>
              <a:prstClr val="black"/>
              <a:schemeClr val="tx1">
                <a:lumMod val="85000"/>
                <a:lumOff val="15000"/>
                <a:tint val="45000"/>
                <a:satMod val="400000"/>
              </a:schemeClr>
            </a:duotone>
            <a:extLst>
              <a:ext uri="{BEBA8EAE-BF5A-486C-A8C5-ECC9F3942E4B}">
                <a14:imgProps xmlns:a14="http://schemas.microsoft.com/office/drawing/2010/main">
                  <a14:imgLayer r:embed="rId3">
                    <a14:imgEffect>
                      <a14:saturation sat="400000"/>
                    </a14:imgEffect>
                  </a14:imgLayer>
                </a14:imgProps>
              </a:ext>
              <a:ext uri="{28A0092B-C50C-407E-A947-70E740481C1C}">
                <a14:useLocalDpi xmlns:a14="http://schemas.microsoft.com/office/drawing/2010/main" val="0"/>
              </a:ext>
            </a:extLst>
          </a:blip>
          <a:stretch>
            <a:fillRect/>
          </a:stretch>
        </p:blipFill>
        <p:spPr>
          <a:xfrm>
            <a:off x="7315200" y="6248400"/>
            <a:ext cx="1413823" cy="230205"/>
          </a:xfrm>
          <a:prstGeom prst="rect">
            <a:avLst/>
          </a:prstGeom>
        </p:spPr>
      </p:pic>
      <p:pic>
        <p:nvPicPr>
          <p:cNvPr id="10" name="Picture 9"/>
          <p:cNvPicPr>
            <a:picLocks/>
          </p:cNvPicPr>
          <p:nvPr/>
        </p:nvPicPr>
        <p:blipFill>
          <a:blip r:embed="rId4" cstate="print">
            <a:extLst>
              <a:ext uri="{28A0092B-C50C-407E-A947-70E740481C1C}">
                <a14:useLocalDpi xmlns:a14="http://schemas.microsoft.com/office/drawing/2010/main" val="0"/>
              </a:ext>
            </a:extLst>
          </a:blip>
          <a:stretch>
            <a:fillRect/>
          </a:stretch>
        </p:blipFill>
        <p:spPr>
          <a:xfrm>
            <a:off x="1" y="2514600"/>
            <a:ext cx="3063240" cy="2514600"/>
          </a:xfrm>
          <a:prstGeom prst="rect">
            <a:avLst/>
          </a:prstGeom>
        </p:spPr>
      </p:pic>
      <p:sp>
        <p:nvSpPr>
          <p:cNvPr id="726019" name="Rectangle 3"/>
          <p:cNvSpPr>
            <a:spLocks noGrp="1" noChangeArrowheads="1"/>
          </p:cNvSpPr>
          <p:nvPr>
            <p:ph type="ctrTitle" sz="quarter" hasCustomPrompt="1"/>
          </p:nvPr>
        </p:nvSpPr>
        <p:spPr>
          <a:xfrm>
            <a:off x="3106782" y="2774735"/>
            <a:ext cx="5732417" cy="1129607"/>
          </a:xfrm>
          <a:ln algn="ctr"/>
        </p:spPr>
        <p:txBody>
          <a:bodyPr wrap="square" tIns="0" rIns="0" bIns="0">
            <a:spAutoFit/>
          </a:bodyPr>
          <a:lstStyle>
            <a:lvl1pPr algn="l">
              <a:spcBef>
                <a:spcPct val="60000"/>
              </a:spcBef>
              <a:buClr>
                <a:schemeClr val="hlink"/>
              </a:buClr>
              <a:buSzPct val="90000"/>
              <a:buFontTx/>
              <a:buNone/>
              <a:defRPr sz="8400" baseline="0">
                <a:solidFill>
                  <a:schemeClr val="bg1"/>
                </a:solidFill>
                <a:latin typeface="Segoe Light" pitchFamily="34" charset="0"/>
              </a:defRPr>
            </a:lvl1pPr>
          </a:lstStyle>
          <a:p>
            <a:r>
              <a:rPr lang="en-US" dirty="0"/>
              <a:t>Course #</a:t>
            </a:r>
          </a:p>
        </p:txBody>
      </p:sp>
      <p:sp>
        <p:nvSpPr>
          <p:cNvPr id="726020" name="Rectangle 4"/>
          <p:cNvSpPr>
            <a:spLocks noGrp="1" noChangeArrowheads="1"/>
          </p:cNvSpPr>
          <p:nvPr>
            <p:ph type="subTitle" sz="quarter" idx="1" hasCustomPrompt="1"/>
          </p:nvPr>
        </p:nvSpPr>
        <p:spPr>
          <a:xfrm>
            <a:off x="3121297" y="3925328"/>
            <a:ext cx="5775960" cy="1103872"/>
          </a:xfrm>
        </p:spPr>
        <p:txBody>
          <a:bodyPr lIns="91440" tIns="45720" rIns="91440" bIns="45720"/>
          <a:lstStyle>
            <a:lvl1pPr marL="0" indent="0" algn="l">
              <a:lnSpc>
                <a:spcPct val="95000"/>
              </a:lnSpc>
              <a:spcBef>
                <a:spcPct val="60000"/>
              </a:spcBef>
              <a:buFontTx/>
              <a:buNone/>
              <a:defRPr sz="2800">
                <a:solidFill>
                  <a:schemeClr val="bg1"/>
                </a:solidFill>
                <a:latin typeface="Segoe UI" pitchFamily="34" charset="0"/>
                <a:ea typeface="Segoe UI" pitchFamily="34" charset="0"/>
                <a:cs typeface="Segoe UI" pitchFamily="34" charset="0"/>
              </a:defRPr>
            </a:lvl1pPr>
          </a:lstStyle>
          <a:p>
            <a:r>
              <a:rPr lang="en-US" dirty="0"/>
              <a:t>Click to edit Course title</a:t>
            </a:r>
          </a:p>
        </p:txBody>
      </p:sp>
    </p:spTree>
    <p:extLst>
      <p:ext uri="{BB962C8B-B14F-4D97-AF65-F5344CB8AC3E}">
        <p14:creationId xmlns:p14="http://schemas.microsoft.com/office/powerpoint/2010/main" val="2768268072"/>
      </p:ext>
    </p:extLst>
  </p:cSld>
  <p:clrMapOvr>
    <a:masterClrMapping/>
  </p:clrMapOvr>
</p:sldLayout>
</file>

<file path=ppt/slideLayouts/slideLayout458.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4264270506"/>
      </p:ext>
    </p:extLst>
  </p:cSld>
  <p:clrMapOvr>
    <a:masterClrMapping/>
  </p:clrMapOvr>
</p:sldLayout>
</file>

<file path=ppt/slideLayouts/slideLayout459.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Tree>
    <p:extLst>
      <p:ext uri="{BB962C8B-B14F-4D97-AF65-F5344CB8AC3E}">
        <p14:creationId xmlns:p14="http://schemas.microsoft.com/office/powerpoint/2010/main" val="3466812347"/>
      </p:ext>
    </p:extLst>
  </p:cSld>
  <p:clrMapOvr>
    <a:masterClrMapping/>
  </p:clrMapOvr>
</p:sldLayout>
</file>

<file path=ppt/slideLayouts/slideLayout460.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458788" y="992188"/>
            <a:ext cx="3798887"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410075" y="992188"/>
            <a:ext cx="3800475"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3421783092"/>
      </p:ext>
    </p:extLst>
  </p:cSld>
  <p:clrMapOvr>
    <a:masterClrMapping/>
  </p:clrMapOvr>
</p:sldLayout>
</file>

<file path=ppt/slideLayouts/slideLayout461.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80772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45025" y="1535113"/>
            <a:ext cx="4041775"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3576119003"/>
      </p:ext>
    </p:extLst>
  </p:cSld>
  <p:clrMapOvr>
    <a:masterClrMapping/>
  </p:clrMapOvr>
</p:sldLayout>
</file>

<file path=ppt/slideLayouts/slideLayout462.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4039208144"/>
      </p:ext>
    </p:extLst>
  </p:cSld>
  <p:clrMapOvr>
    <a:masterClrMapping/>
  </p:clrMapOvr>
</p:sldLayout>
</file>

<file path=ppt/slideLayouts/slideLayout46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28470921"/>
      </p:ext>
    </p:extLst>
  </p:cSld>
  <p:clrMapOvr>
    <a:masterClrMapping/>
  </p:clrMapOvr>
</p:sldLayout>
</file>

<file path=ppt/slideLayouts/slideLayout464.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t"/>
          <a:lstStyle>
            <a:lvl1pPr algn="l">
              <a:defRPr sz="2000" b="0"/>
            </a:lvl1pPr>
          </a:lstStyle>
          <a:p>
            <a:r>
              <a:rPr lang="en-US"/>
              <a:t>Click to edit Master title style</a:t>
            </a:r>
            <a:endParaRPr lang="en-US" dirty="0"/>
          </a:p>
        </p:txBody>
      </p:sp>
      <p:sp>
        <p:nvSpPr>
          <p:cNvPr id="3" name="Content Placeholder 2"/>
          <p:cNvSpPr>
            <a:spLocks noGrp="1"/>
          </p:cNvSpPr>
          <p:nvPr>
            <p:ph idx="1"/>
          </p:nvPr>
        </p:nvSpPr>
        <p:spPr>
          <a:xfrm>
            <a:off x="3575050" y="273050"/>
            <a:ext cx="5111750" cy="5853113"/>
          </a:xfrm>
        </p:spPr>
        <p:txBody>
          <a:bodyPr/>
          <a:lstStyle>
            <a:lvl1pPr>
              <a:defRPr sz="3200">
                <a:solidFill>
                  <a:schemeClr val="bg1"/>
                </a:solidFill>
              </a:defRPr>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2572568964"/>
      </p:ext>
    </p:extLst>
  </p:cSld>
  <p:clrMapOvr>
    <a:masterClrMapping/>
  </p:clrMapOvr>
</p:sldLayout>
</file>

<file path=ppt/slideLayouts/slideLayout465.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endParaRPr lang="en-US" noProof="0" dirty="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1228899426"/>
      </p:ext>
    </p:extLst>
  </p:cSld>
  <p:clrMapOvr>
    <a:masterClrMapping/>
  </p:clrMapOvr>
</p:sldLayout>
</file>

<file path=ppt/slideLayouts/slideLayout46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594113744"/>
      </p:ext>
    </p:extLst>
  </p:cSld>
  <p:clrMapOvr>
    <a:masterClrMapping/>
  </p:clrMapOvr>
</p:sldLayout>
</file>

<file path=ppt/slideLayouts/slideLayout46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291263" y="0"/>
            <a:ext cx="1943100" cy="537845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458788" y="0"/>
            <a:ext cx="5680075" cy="5378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367119561"/>
      </p:ext>
    </p:extLst>
  </p:cSld>
  <p:clrMapOvr>
    <a:masterClrMapping/>
  </p:clrMapOvr>
</p:sldLayout>
</file>

<file path=ppt/slideLayouts/slideLayout468.xml><?xml version="1.0" encoding="utf-8"?>
<p:sldLayout xmlns:a="http://schemas.openxmlformats.org/drawingml/2006/main" xmlns:r="http://schemas.openxmlformats.org/officeDocument/2006/relationships" xmlns:p="http://schemas.openxmlformats.org/presentationml/2006/main" type="tx">
  <p:cSld name="Title an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CA"/>
          </a:p>
        </p:txBody>
      </p:sp>
      <p:sp>
        <p:nvSpPr>
          <p:cNvPr id="3" name="Text Placeholder 2"/>
          <p:cNvSpPr>
            <a:spLocks noGrp="1"/>
          </p:cNvSpPr>
          <p:nvPr>
            <p:ph type="body"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Tree>
    <p:extLst>
      <p:ext uri="{BB962C8B-B14F-4D97-AF65-F5344CB8AC3E}">
        <p14:creationId xmlns:p14="http://schemas.microsoft.com/office/powerpoint/2010/main" val="3766019423"/>
      </p:ext>
    </p:extLst>
  </p:cSld>
  <p:clrMapOvr>
    <a:masterClrMapping/>
  </p:clrMapOvr>
</p:sldLayout>
</file>

<file path=ppt/slideLayouts/slideLayout469.xml><?xml version="1.0" encoding="utf-8"?>
<p:sldLayout xmlns:a="http://schemas.openxmlformats.org/drawingml/2006/main" xmlns:r="http://schemas.openxmlformats.org/officeDocument/2006/relationships" xmlns:p="http://schemas.openxmlformats.org/presentationml/2006/main" showMasterSp="0" preserve="1">
  <p:cSld name="Title Slide">
    <p:spTree>
      <p:nvGrpSpPr>
        <p:cNvPr id="1" name=""/>
        <p:cNvGrpSpPr/>
        <p:nvPr/>
      </p:nvGrpSpPr>
      <p:grpSpPr>
        <a:xfrm>
          <a:off x="0" y="0"/>
          <a:ext cx="0" cy="0"/>
          <a:chOff x="0" y="0"/>
          <a:chExt cx="0" cy="0"/>
        </a:xfrm>
      </p:grpSpPr>
      <p:sp>
        <p:nvSpPr>
          <p:cNvPr id="5" name="Rectangle 4"/>
          <p:cNvSpPr/>
          <p:nvPr/>
        </p:nvSpPr>
        <p:spPr>
          <a:xfrm>
            <a:off x="14177" y="2514600"/>
            <a:ext cx="9144000" cy="251460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p:cNvSpPr txBox="1"/>
          <p:nvPr/>
        </p:nvSpPr>
        <p:spPr>
          <a:xfrm>
            <a:off x="523875" y="1500426"/>
            <a:ext cx="7477125" cy="861774"/>
          </a:xfrm>
          <a:prstGeom prst="rect">
            <a:avLst/>
          </a:prstGeom>
          <a:noFill/>
        </p:spPr>
        <p:txBody>
          <a:bodyPr wrap="square" rtlCol="0">
            <a:spAutoFit/>
          </a:bodyPr>
          <a:lstStyle/>
          <a:p>
            <a:r>
              <a:rPr lang="en-US" sz="4800" dirty="0">
                <a:solidFill>
                  <a:schemeClr val="tx1">
                    <a:lumMod val="65000"/>
                    <a:lumOff val="35000"/>
                  </a:schemeClr>
                </a:solidFill>
                <a:latin typeface="Segoe UI Light" pitchFamily="34" charset="0"/>
                <a:ea typeface="Segoe UI" pitchFamily="34" charset="0"/>
                <a:cs typeface="Segoe UI" pitchFamily="34" charset="0"/>
              </a:rPr>
              <a:t>Microsoft</a:t>
            </a:r>
            <a:r>
              <a:rPr lang="en-US" baseline="100000" dirty="0">
                <a:solidFill>
                  <a:schemeClr val="tx1">
                    <a:lumMod val="65000"/>
                    <a:lumOff val="35000"/>
                  </a:schemeClr>
                </a:solidFill>
                <a:latin typeface="Segoe UI Light" pitchFamily="34" charset="0"/>
                <a:ea typeface="Segoe UI" pitchFamily="34" charset="0"/>
                <a:cs typeface="Segoe UI" pitchFamily="34" charset="0"/>
              </a:rPr>
              <a:t>®</a:t>
            </a:r>
            <a:r>
              <a:rPr lang="en-US" sz="4400" dirty="0">
                <a:solidFill>
                  <a:schemeClr val="tx1">
                    <a:lumMod val="65000"/>
                    <a:lumOff val="35000"/>
                  </a:schemeClr>
                </a:solidFill>
                <a:latin typeface="Segoe UI Light" pitchFamily="34" charset="0"/>
                <a:ea typeface="Segoe UI" pitchFamily="34" charset="0"/>
                <a:cs typeface="Segoe UI" pitchFamily="34" charset="0"/>
              </a:rPr>
              <a:t> </a:t>
            </a:r>
            <a:r>
              <a:rPr lang="en-US" sz="4800" dirty="0">
                <a:solidFill>
                  <a:schemeClr val="tx1">
                    <a:lumMod val="65000"/>
                    <a:lumOff val="35000"/>
                  </a:schemeClr>
                </a:solidFill>
                <a:latin typeface="Segoe UI Light" pitchFamily="34" charset="0"/>
                <a:ea typeface="Segoe UI" pitchFamily="34" charset="0"/>
                <a:cs typeface="Segoe UI" pitchFamily="34" charset="0"/>
              </a:rPr>
              <a:t>Official Course</a:t>
            </a:r>
          </a:p>
        </p:txBody>
      </p:sp>
      <p:pic>
        <p:nvPicPr>
          <p:cNvPr id="7" name="Picture 6"/>
          <p:cNvPicPr>
            <a:picLocks noChangeAspect="1"/>
          </p:cNvPicPr>
          <p:nvPr/>
        </p:nvPicPr>
        <p:blipFill>
          <a:blip r:embed="rId2" cstate="print">
            <a:duotone>
              <a:prstClr val="black"/>
              <a:schemeClr val="tx1">
                <a:lumMod val="85000"/>
                <a:lumOff val="15000"/>
                <a:tint val="45000"/>
                <a:satMod val="400000"/>
              </a:schemeClr>
            </a:duotone>
            <a:extLst>
              <a:ext uri="{BEBA8EAE-BF5A-486C-A8C5-ECC9F3942E4B}">
                <a14:imgProps xmlns:a14="http://schemas.microsoft.com/office/drawing/2010/main">
                  <a14:imgLayer r:embed="rId3">
                    <a14:imgEffect>
                      <a14:saturation sat="400000"/>
                    </a14:imgEffect>
                  </a14:imgLayer>
                </a14:imgProps>
              </a:ext>
              <a:ext uri="{28A0092B-C50C-407E-A947-70E740481C1C}">
                <a14:useLocalDpi xmlns:a14="http://schemas.microsoft.com/office/drawing/2010/main" val="0"/>
              </a:ext>
            </a:extLst>
          </a:blip>
          <a:stretch>
            <a:fillRect/>
          </a:stretch>
        </p:blipFill>
        <p:spPr>
          <a:xfrm>
            <a:off x="7315200" y="6248400"/>
            <a:ext cx="1413823" cy="230205"/>
          </a:xfrm>
          <a:prstGeom prst="rect">
            <a:avLst/>
          </a:prstGeom>
        </p:spPr>
      </p:pic>
      <p:pic>
        <p:nvPicPr>
          <p:cNvPr id="10" name="Picture 9"/>
          <p:cNvPicPr>
            <a:picLocks/>
          </p:cNvPicPr>
          <p:nvPr/>
        </p:nvPicPr>
        <p:blipFill>
          <a:blip r:embed="rId4" cstate="print">
            <a:extLst>
              <a:ext uri="{28A0092B-C50C-407E-A947-70E740481C1C}">
                <a14:useLocalDpi xmlns:a14="http://schemas.microsoft.com/office/drawing/2010/main" val="0"/>
              </a:ext>
            </a:extLst>
          </a:blip>
          <a:stretch>
            <a:fillRect/>
          </a:stretch>
        </p:blipFill>
        <p:spPr>
          <a:xfrm>
            <a:off x="1" y="2514600"/>
            <a:ext cx="3063240" cy="2514600"/>
          </a:xfrm>
          <a:prstGeom prst="rect">
            <a:avLst/>
          </a:prstGeom>
        </p:spPr>
      </p:pic>
      <p:sp>
        <p:nvSpPr>
          <p:cNvPr id="726019" name="Rectangle 3"/>
          <p:cNvSpPr>
            <a:spLocks noGrp="1" noChangeArrowheads="1"/>
          </p:cNvSpPr>
          <p:nvPr>
            <p:ph type="ctrTitle" sz="quarter" hasCustomPrompt="1"/>
          </p:nvPr>
        </p:nvSpPr>
        <p:spPr>
          <a:xfrm>
            <a:off x="3106782" y="2774735"/>
            <a:ext cx="5732417" cy="1129607"/>
          </a:xfrm>
          <a:ln algn="ctr"/>
        </p:spPr>
        <p:txBody>
          <a:bodyPr wrap="square" tIns="0" rIns="0" bIns="0">
            <a:spAutoFit/>
          </a:bodyPr>
          <a:lstStyle>
            <a:lvl1pPr algn="l">
              <a:spcBef>
                <a:spcPct val="60000"/>
              </a:spcBef>
              <a:buClr>
                <a:schemeClr val="hlink"/>
              </a:buClr>
              <a:buSzPct val="90000"/>
              <a:buFontTx/>
              <a:buNone/>
              <a:defRPr sz="8400" baseline="0">
                <a:solidFill>
                  <a:schemeClr val="bg1"/>
                </a:solidFill>
                <a:latin typeface="Segoe Light" pitchFamily="34" charset="0"/>
              </a:defRPr>
            </a:lvl1pPr>
          </a:lstStyle>
          <a:p>
            <a:r>
              <a:rPr lang="en-US" dirty="0"/>
              <a:t>Course #</a:t>
            </a:r>
          </a:p>
        </p:txBody>
      </p:sp>
      <p:sp>
        <p:nvSpPr>
          <p:cNvPr id="726020" name="Rectangle 4"/>
          <p:cNvSpPr>
            <a:spLocks noGrp="1" noChangeArrowheads="1"/>
          </p:cNvSpPr>
          <p:nvPr>
            <p:ph type="subTitle" sz="quarter" idx="1" hasCustomPrompt="1"/>
          </p:nvPr>
        </p:nvSpPr>
        <p:spPr>
          <a:xfrm>
            <a:off x="3121297" y="3925328"/>
            <a:ext cx="5775960" cy="1103872"/>
          </a:xfrm>
        </p:spPr>
        <p:txBody>
          <a:bodyPr lIns="91440" tIns="45720" rIns="91440" bIns="45720"/>
          <a:lstStyle>
            <a:lvl1pPr marL="0" indent="0" algn="l">
              <a:lnSpc>
                <a:spcPct val="95000"/>
              </a:lnSpc>
              <a:spcBef>
                <a:spcPct val="60000"/>
              </a:spcBef>
              <a:buFontTx/>
              <a:buNone/>
              <a:defRPr sz="2800">
                <a:solidFill>
                  <a:schemeClr val="bg1"/>
                </a:solidFill>
                <a:latin typeface="Segoe UI" pitchFamily="34" charset="0"/>
                <a:ea typeface="Segoe UI" pitchFamily="34" charset="0"/>
                <a:cs typeface="Segoe UI" pitchFamily="34" charset="0"/>
              </a:defRPr>
            </a:lvl1pPr>
          </a:lstStyle>
          <a:p>
            <a:r>
              <a:rPr lang="en-US" dirty="0"/>
              <a:t>Click to edit Course title</a:t>
            </a:r>
          </a:p>
        </p:txBody>
      </p:sp>
    </p:spTree>
    <p:extLst>
      <p:ext uri="{BB962C8B-B14F-4D97-AF65-F5344CB8AC3E}">
        <p14:creationId xmlns:p14="http://schemas.microsoft.com/office/powerpoint/2010/main" val="1569329141"/>
      </p:ext>
    </p:extLst>
  </p:cSld>
  <p:clrMapOvr>
    <a:masterClrMapping/>
  </p:clrMapOvr>
</p:sldLayout>
</file>

<file path=ppt/slideLayouts/slideLayout470.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3568042031"/>
      </p:ext>
    </p:extLst>
  </p:cSld>
  <p:clrMapOvr>
    <a:masterClrMapping/>
  </p:clrMapOvr>
</p:sldLayout>
</file>

<file path=ppt/slideLayouts/slideLayout471.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Tree>
    <p:extLst>
      <p:ext uri="{BB962C8B-B14F-4D97-AF65-F5344CB8AC3E}">
        <p14:creationId xmlns:p14="http://schemas.microsoft.com/office/powerpoint/2010/main" val="56464879"/>
      </p:ext>
    </p:extLst>
  </p:cSld>
  <p:clrMapOvr>
    <a:masterClrMapping/>
  </p:clrMapOvr>
</p:sldLayout>
</file>

<file path=ppt/slideLayouts/slideLayout472.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458788" y="992188"/>
            <a:ext cx="3798887"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410075" y="992188"/>
            <a:ext cx="3800475"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2911592703"/>
      </p:ext>
    </p:extLst>
  </p:cSld>
  <p:clrMapOvr>
    <a:masterClrMapping/>
  </p:clrMapOvr>
</p:sldLayout>
</file>

<file path=ppt/slideLayouts/slideLayout473.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80772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45025" y="1535113"/>
            <a:ext cx="4041775"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65643899"/>
      </p:ext>
    </p:extLst>
  </p:cSld>
  <p:clrMapOvr>
    <a:masterClrMapping/>
  </p:clrMapOvr>
</p:sldLayout>
</file>

<file path=ppt/slideLayouts/slideLayout47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1897400666"/>
      </p:ext>
    </p:extLst>
  </p:cSld>
  <p:clrMapOvr>
    <a:masterClrMapping/>
  </p:clrMapOvr>
</p:sldLayout>
</file>

<file path=ppt/slideLayouts/slideLayout47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417713026"/>
      </p:ext>
    </p:extLst>
  </p:cSld>
  <p:clrMapOvr>
    <a:masterClrMapping/>
  </p:clrMapOvr>
</p:sldLayout>
</file>

<file path=ppt/slideLayouts/slideLayout476.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t"/>
          <a:lstStyle>
            <a:lvl1pPr algn="l">
              <a:defRPr sz="2000" b="0"/>
            </a:lvl1pPr>
          </a:lstStyle>
          <a:p>
            <a:r>
              <a:rPr lang="en-US"/>
              <a:t>Click to edit Master title style</a:t>
            </a:r>
            <a:endParaRPr lang="en-US" dirty="0"/>
          </a:p>
        </p:txBody>
      </p:sp>
      <p:sp>
        <p:nvSpPr>
          <p:cNvPr id="3" name="Content Placeholder 2"/>
          <p:cNvSpPr>
            <a:spLocks noGrp="1"/>
          </p:cNvSpPr>
          <p:nvPr>
            <p:ph idx="1"/>
          </p:nvPr>
        </p:nvSpPr>
        <p:spPr>
          <a:xfrm>
            <a:off x="3575050" y="273050"/>
            <a:ext cx="5111750" cy="5853113"/>
          </a:xfrm>
        </p:spPr>
        <p:txBody>
          <a:bodyPr/>
          <a:lstStyle>
            <a:lvl1pPr>
              <a:defRPr sz="3200">
                <a:solidFill>
                  <a:schemeClr val="bg1"/>
                </a:solidFill>
              </a:defRPr>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1599582849"/>
      </p:ext>
    </p:extLst>
  </p:cSld>
  <p:clrMapOvr>
    <a:masterClrMapping/>
  </p:clrMapOvr>
</p:sldLayout>
</file>

<file path=ppt/slideLayouts/slideLayout477.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endParaRPr lang="en-US" noProof="0" dirty="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1253889891"/>
      </p:ext>
    </p:extLst>
  </p:cSld>
  <p:clrMapOvr>
    <a:masterClrMapping/>
  </p:clrMapOvr>
</p:sldLayout>
</file>

<file path=ppt/slideLayouts/slideLayout478.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3829117663"/>
      </p:ext>
    </p:extLst>
  </p:cSld>
  <p:clrMapOvr>
    <a:masterClrMapping/>
  </p:clrMapOvr>
</p:sldLayout>
</file>

<file path=ppt/slideLayouts/slideLayout479.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291263" y="0"/>
            <a:ext cx="1943100" cy="537845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458788" y="0"/>
            <a:ext cx="5680075" cy="5378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74131845"/>
      </p:ext>
    </p:extLst>
  </p:cSld>
  <p:clrMapOvr>
    <a:masterClrMapping/>
  </p:clrMapOvr>
</p:sldLayout>
</file>

<file path=ppt/slideLayouts/slideLayout480.xml><?xml version="1.0" encoding="utf-8"?>
<p:sldLayout xmlns:a="http://schemas.openxmlformats.org/drawingml/2006/main" xmlns:r="http://schemas.openxmlformats.org/officeDocument/2006/relationships" xmlns:p="http://schemas.openxmlformats.org/presentationml/2006/main" type="tx">
  <p:cSld name="Title an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CA"/>
          </a:p>
        </p:txBody>
      </p:sp>
      <p:sp>
        <p:nvSpPr>
          <p:cNvPr id="3" name="Text Placeholder 2"/>
          <p:cNvSpPr>
            <a:spLocks noGrp="1"/>
          </p:cNvSpPr>
          <p:nvPr>
            <p:ph type="body"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Tree>
    <p:extLst>
      <p:ext uri="{BB962C8B-B14F-4D97-AF65-F5344CB8AC3E}">
        <p14:creationId xmlns:p14="http://schemas.microsoft.com/office/powerpoint/2010/main" val="1255118932"/>
      </p:ext>
    </p:extLst>
  </p:cSld>
  <p:clrMapOvr>
    <a:masterClrMapping/>
  </p:clrMapOvr>
</p:sldLayout>
</file>

<file path=ppt/slideLayouts/slideLayout481.xml><?xml version="1.0" encoding="utf-8"?>
<p:sldLayout xmlns:a="http://schemas.openxmlformats.org/drawingml/2006/main" xmlns:r="http://schemas.openxmlformats.org/officeDocument/2006/relationships" xmlns:p="http://schemas.openxmlformats.org/presentationml/2006/main" showMasterSp="0" preserve="1">
  <p:cSld name="Title Slide">
    <p:spTree>
      <p:nvGrpSpPr>
        <p:cNvPr id="1" name=""/>
        <p:cNvGrpSpPr/>
        <p:nvPr/>
      </p:nvGrpSpPr>
      <p:grpSpPr>
        <a:xfrm>
          <a:off x="0" y="0"/>
          <a:ext cx="0" cy="0"/>
          <a:chOff x="0" y="0"/>
          <a:chExt cx="0" cy="0"/>
        </a:xfrm>
      </p:grpSpPr>
      <p:sp>
        <p:nvSpPr>
          <p:cNvPr id="5" name="Rectangle 4"/>
          <p:cNvSpPr/>
          <p:nvPr/>
        </p:nvSpPr>
        <p:spPr>
          <a:xfrm>
            <a:off x="14177" y="2514600"/>
            <a:ext cx="9144000" cy="251460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p:cNvSpPr txBox="1"/>
          <p:nvPr/>
        </p:nvSpPr>
        <p:spPr>
          <a:xfrm>
            <a:off x="523875" y="1500426"/>
            <a:ext cx="7477125" cy="861774"/>
          </a:xfrm>
          <a:prstGeom prst="rect">
            <a:avLst/>
          </a:prstGeom>
          <a:noFill/>
        </p:spPr>
        <p:txBody>
          <a:bodyPr wrap="square" rtlCol="0">
            <a:spAutoFit/>
          </a:bodyPr>
          <a:lstStyle/>
          <a:p>
            <a:r>
              <a:rPr lang="en-US" sz="4800" dirty="0">
                <a:solidFill>
                  <a:schemeClr val="tx1">
                    <a:lumMod val="65000"/>
                    <a:lumOff val="35000"/>
                  </a:schemeClr>
                </a:solidFill>
                <a:latin typeface="Segoe UI Light" pitchFamily="34" charset="0"/>
                <a:ea typeface="Segoe UI" pitchFamily="34" charset="0"/>
                <a:cs typeface="Segoe UI" pitchFamily="34" charset="0"/>
              </a:rPr>
              <a:t>Microsoft</a:t>
            </a:r>
            <a:r>
              <a:rPr lang="en-US" baseline="100000" dirty="0">
                <a:solidFill>
                  <a:schemeClr val="tx1">
                    <a:lumMod val="65000"/>
                    <a:lumOff val="35000"/>
                  </a:schemeClr>
                </a:solidFill>
                <a:latin typeface="Segoe UI Light" pitchFamily="34" charset="0"/>
                <a:ea typeface="Segoe UI" pitchFamily="34" charset="0"/>
                <a:cs typeface="Segoe UI" pitchFamily="34" charset="0"/>
              </a:rPr>
              <a:t>®</a:t>
            </a:r>
            <a:r>
              <a:rPr lang="en-US" sz="4400" dirty="0">
                <a:solidFill>
                  <a:schemeClr val="tx1">
                    <a:lumMod val="65000"/>
                    <a:lumOff val="35000"/>
                  </a:schemeClr>
                </a:solidFill>
                <a:latin typeface="Segoe UI Light" pitchFamily="34" charset="0"/>
                <a:ea typeface="Segoe UI" pitchFamily="34" charset="0"/>
                <a:cs typeface="Segoe UI" pitchFamily="34" charset="0"/>
              </a:rPr>
              <a:t> </a:t>
            </a:r>
            <a:r>
              <a:rPr lang="en-US" sz="4800" dirty="0">
                <a:solidFill>
                  <a:schemeClr val="tx1">
                    <a:lumMod val="65000"/>
                    <a:lumOff val="35000"/>
                  </a:schemeClr>
                </a:solidFill>
                <a:latin typeface="Segoe UI Light" pitchFamily="34" charset="0"/>
                <a:ea typeface="Segoe UI" pitchFamily="34" charset="0"/>
                <a:cs typeface="Segoe UI" pitchFamily="34" charset="0"/>
              </a:rPr>
              <a:t>Official Course</a:t>
            </a:r>
          </a:p>
        </p:txBody>
      </p:sp>
      <p:pic>
        <p:nvPicPr>
          <p:cNvPr id="7" name="Picture 6"/>
          <p:cNvPicPr>
            <a:picLocks noChangeAspect="1"/>
          </p:cNvPicPr>
          <p:nvPr/>
        </p:nvPicPr>
        <p:blipFill>
          <a:blip r:embed="rId2" cstate="print">
            <a:duotone>
              <a:prstClr val="black"/>
              <a:schemeClr val="tx1">
                <a:lumMod val="85000"/>
                <a:lumOff val="15000"/>
                <a:tint val="45000"/>
                <a:satMod val="400000"/>
              </a:schemeClr>
            </a:duotone>
            <a:extLst>
              <a:ext uri="{BEBA8EAE-BF5A-486C-A8C5-ECC9F3942E4B}">
                <a14:imgProps xmlns:a14="http://schemas.microsoft.com/office/drawing/2010/main">
                  <a14:imgLayer r:embed="rId3">
                    <a14:imgEffect>
                      <a14:saturation sat="400000"/>
                    </a14:imgEffect>
                  </a14:imgLayer>
                </a14:imgProps>
              </a:ext>
              <a:ext uri="{28A0092B-C50C-407E-A947-70E740481C1C}">
                <a14:useLocalDpi xmlns:a14="http://schemas.microsoft.com/office/drawing/2010/main" val="0"/>
              </a:ext>
            </a:extLst>
          </a:blip>
          <a:stretch>
            <a:fillRect/>
          </a:stretch>
        </p:blipFill>
        <p:spPr>
          <a:xfrm>
            <a:off x="7315200" y="6248400"/>
            <a:ext cx="1413823" cy="230205"/>
          </a:xfrm>
          <a:prstGeom prst="rect">
            <a:avLst/>
          </a:prstGeom>
        </p:spPr>
      </p:pic>
      <p:pic>
        <p:nvPicPr>
          <p:cNvPr id="10" name="Picture 9"/>
          <p:cNvPicPr>
            <a:picLocks/>
          </p:cNvPicPr>
          <p:nvPr/>
        </p:nvPicPr>
        <p:blipFill>
          <a:blip r:embed="rId4" cstate="print">
            <a:extLst>
              <a:ext uri="{28A0092B-C50C-407E-A947-70E740481C1C}">
                <a14:useLocalDpi xmlns:a14="http://schemas.microsoft.com/office/drawing/2010/main" val="0"/>
              </a:ext>
            </a:extLst>
          </a:blip>
          <a:stretch>
            <a:fillRect/>
          </a:stretch>
        </p:blipFill>
        <p:spPr>
          <a:xfrm>
            <a:off x="1" y="2514600"/>
            <a:ext cx="3063240" cy="2514600"/>
          </a:xfrm>
          <a:prstGeom prst="rect">
            <a:avLst/>
          </a:prstGeom>
        </p:spPr>
      </p:pic>
      <p:sp>
        <p:nvSpPr>
          <p:cNvPr id="726019" name="Rectangle 3"/>
          <p:cNvSpPr>
            <a:spLocks noGrp="1" noChangeArrowheads="1"/>
          </p:cNvSpPr>
          <p:nvPr>
            <p:ph type="ctrTitle" sz="quarter" hasCustomPrompt="1"/>
          </p:nvPr>
        </p:nvSpPr>
        <p:spPr>
          <a:xfrm>
            <a:off x="3106782" y="2774735"/>
            <a:ext cx="5732417" cy="1129607"/>
          </a:xfrm>
          <a:ln algn="ctr"/>
        </p:spPr>
        <p:txBody>
          <a:bodyPr wrap="square" tIns="0" rIns="0" bIns="0">
            <a:spAutoFit/>
          </a:bodyPr>
          <a:lstStyle>
            <a:lvl1pPr algn="l">
              <a:spcBef>
                <a:spcPct val="60000"/>
              </a:spcBef>
              <a:buClr>
                <a:schemeClr val="hlink"/>
              </a:buClr>
              <a:buSzPct val="90000"/>
              <a:buFontTx/>
              <a:buNone/>
              <a:defRPr sz="8400" baseline="0">
                <a:solidFill>
                  <a:schemeClr val="bg1"/>
                </a:solidFill>
                <a:latin typeface="Segoe Light" pitchFamily="34" charset="0"/>
              </a:defRPr>
            </a:lvl1pPr>
          </a:lstStyle>
          <a:p>
            <a:r>
              <a:rPr lang="en-US" dirty="0"/>
              <a:t>Course #</a:t>
            </a:r>
          </a:p>
        </p:txBody>
      </p:sp>
      <p:sp>
        <p:nvSpPr>
          <p:cNvPr id="726020" name="Rectangle 4"/>
          <p:cNvSpPr>
            <a:spLocks noGrp="1" noChangeArrowheads="1"/>
          </p:cNvSpPr>
          <p:nvPr>
            <p:ph type="subTitle" sz="quarter" idx="1" hasCustomPrompt="1"/>
          </p:nvPr>
        </p:nvSpPr>
        <p:spPr>
          <a:xfrm>
            <a:off x="3121297" y="3925328"/>
            <a:ext cx="5775960" cy="1103872"/>
          </a:xfrm>
        </p:spPr>
        <p:txBody>
          <a:bodyPr lIns="91440" tIns="45720" rIns="91440" bIns="45720"/>
          <a:lstStyle>
            <a:lvl1pPr marL="0" indent="0" algn="l">
              <a:lnSpc>
                <a:spcPct val="95000"/>
              </a:lnSpc>
              <a:spcBef>
                <a:spcPct val="60000"/>
              </a:spcBef>
              <a:buFontTx/>
              <a:buNone/>
              <a:defRPr sz="2800">
                <a:solidFill>
                  <a:schemeClr val="bg1"/>
                </a:solidFill>
                <a:latin typeface="Segoe UI" pitchFamily="34" charset="0"/>
                <a:ea typeface="Segoe UI" pitchFamily="34" charset="0"/>
                <a:cs typeface="Segoe UI" pitchFamily="34" charset="0"/>
              </a:defRPr>
            </a:lvl1pPr>
          </a:lstStyle>
          <a:p>
            <a:r>
              <a:rPr lang="en-US" dirty="0"/>
              <a:t>Click to edit Course title</a:t>
            </a:r>
          </a:p>
        </p:txBody>
      </p:sp>
    </p:spTree>
    <p:extLst>
      <p:ext uri="{BB962C8B-B14F-4D97-AF65-F5344CB8AC3E}">
        <p14:creationId xmlns:p14="http://schemas.microsoft.com/office/powerpoint/2010/main" val="615496417"/>
      </p:ext>
    </p:extLst>
  </p:cSld>
  <p:clrMapOvr>
    <a:masterClrMapping/>
  </p:clrMapOvr>
</p:sldLayout>
</file>

<file path=ppt/slideLayouts/slideLayout48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4175343593"/>
      </p:ext>
    </p:extLst>
  </p:cSld>
  <p:clrMapOvr>
    <a:masterClrMapping/>
  </p:clrMapOvr>
</p:sldLayout>
</file>

<file path=ppt/slideLayouts/slideLayout48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Tree>
    <p:extLst>
      <p:ext uri="{BB962C8B-B14F-4D97-AF65-F5344CB8AC3E}">
        <p14:creationId xmlns:p14="http://schemas.microsoft.com/office/powerpoint/2010/main" val="240152510"/>
      </p:ext>
    </p:extLst>
  </p:cSld>
  <p:clrMapOvr>
    <a:masterClrMapping/>
  </p:clrMapOvr>
</p:sldLayout>
</file>

<file path=ppt/slideLayouts/slideLayout48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458788" y="992188"/>
            <a:ext cx="3798887"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410075" y="992188"/>
            <a:ext cx="3800475"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3051020380"/>
      </p:ext>
    </p:extLst>
  </p:cSld>
  <p:clrMapOvr>
    <a:masterClrMapping/>
  </p:clrMapOvr>
</p:sldLayout>
</file>

<file path=ppt/slideLayouts/slideLayout48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80772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45025" y="1535113"/>
            <a:ext cx="4041775"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985122405"/>
      </p:ext>
    </p:extLst>
  </p:cSld>
  <p:clrMapOvr>
    <a:masterClrMapping/>
  </p:clrMapOvr>
</p:sldLayout>
</file>

<file path=ppt/slideLayouts/slideLayout48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1977665233"/>
      </p:ext>
    </p:extLst>
  </p:cSld>
  <p:clrMapOvr>
    <a:masterClrMapping/>
  </p:clrMapOvr>
</p:sldLayout>
</file>

<file path=ppt/slideLayouts/slideLayout48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428031551"/>
      </p:ext>
    </p:extLst>
  </p:cSld>
  <p:clrMapOvr>
    <a:masterClrMapping/>
  </p:clrMapOvr>
</p:sldLayout>
</file>

<file path=ppt/slideLayouts/slideLayout48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t"/>
          <a:lstStyle>
            <a:lvl1pPr algn="l">
              <a:defRPr sz="2000" b="0"/>
            </a:lvl1pPr>
          </a:lstStyle>
          <a:p>
            <a:r>
              <a:rPr lang="en-US"/>
              <a:t>Click to edit Master title style</a:t>
            </a:r>
            <a:endParaRPr lang="en-US" dirty="0"/>
          </a:p>
        </p:txBody>
      </p:sp>
      <p:sp>
        <p:nvSpPr>
          <p:cNvPr id="3" name="Content Placeholder 2"/>
          <p:cNvSpPr>
            <a:spLocks noGrp="1"/>
          </p:cNvSpPr>
          <p:nvPr>
            <p:ph idx="1"/>
          </p:nvPr>
        </p:nvSpPr>
        <p:spPr>
          <a:xfrm>
            <a:off x="3575050" y="273050"/>
            <a:ext cx="5111750" cy="5853113"/>
          </a:xfrm>
        </p:spPr>
        <p:txBody>
          <a:bodyPr/>
          <a:lstStyle>
            <a:lvl1pPr>
              <a:defRPr sz="3200">
                <a:solidFill>
                  <a:schemeClr val="bg1"/>
                </a:solidFill>
              </a:defRPr>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332576331"/>
      </p:ext>
    </p:extLst>
  </p:cSld>
  <p:clrMapOvr>
    <a:masterClrMapping/>
  </p:clrMapOvr>
</p:sldLayout>
</file>

<file path=ppt/slideLayouts/slideLayout48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endParaRPr lang="en-US" noProof="0" dirty="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997988168"/>
      </p:ext>
    </p:extLst>
  </p:cSld>
  <p:clrMapOvr>
    <a:masterClrMapping/>
  </p:clrMapOvr>
</p:sldLayout>
</file>

<file path=ppt/slideLayouts/slideLayout49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780889075"/>
      </p:ext>
    </p:extLst>
  </p:cSld>
  <p:clrMapOvr>
    <a:masterClrMapping/>
  </p:clrMapOvr>
</p:sldLayout>
</file>

<file path=ppt/slideLayouts/slideLayout49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291263" y="0"/>
            <a:ext cx="1943100" cy="537845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458788" y="0"/>
            <a:ext cx="5680075" cy="5378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4065086547"/>
      </p:ext>
    </p:extLst>
  </p:cSld>
  <p:clrMapOvr>
    <a:masterClrMapping/>
  </p:clrMapOvr>
</p:sldLayout>
</file>

<file path=ppt/slideLayouts/slideLayout492.xml><?xml version="1.0" encoding="utf-8"?>
<p:sldLayout xmlns:a="http://schemas.openxmlformats.org/drawingml/2006/main" xmlns:r="http://schemas.openxmlformats.org/officeDocument/2006/relationships" xmlns:p="http://schemas.openxmlformats.org/presentationml/2006/main" type="tx">
  <p:cSld name="Title an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CA"/>
          </a:p>
        </p:txBody>
      </p:sp>
      <p:sp>
        <p:nvSpPr>
          <p:cNvPr id="3" name="Text Placeholder 2"/>
          <p:cNvSpPr>
            <a:spLocks noGrp="1"/>
          </p:cNvSpPr>
          <p:nvPr>
            <p:ph type="body"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Tree>
    <p:extLst>
      <p:ext uri="{BB962C8B-B14F-4D97-AF65-F5344CB8AC3E}">
        <p14:creationId xmlns:p14="http://schemas.microsoft.com/office/powerpoint/2010/main" val="1405413681"/>
      </p:ext>
    </p:extLst>
  </p:cSld>
  <p:clrMapOvr>
    <a:masterClrMapping/>
  </p:clrMapOvr>
</p:sldLayout>
</file>

<file path=ppt/slideLayouts/slideLayout493.xml><?xml version="1.0" encoding="utf-8"?>
<p:sldLayout xmlns:a="http://schemas.openxmlformats.org/drawingml/2006/main" xmlns:r="http://schemas.openxmlformats.org/officeDocument/2006/relationships" xmlns:p="http://schemas.openxmlformats.org/presentationml/2006/main" showMasterSp="0" preserve="1">
  <p:cSld name="Title Slide">
    <p:spTree>
      <p:nvGrpSpPr>
        <p:cNvPr id="1" name=""/>
        <p:cNvGrpSpPr/>
        <p:nvPr/>
      </p:nvGrpSpPr>
      <p:grpSpPr>
        <a:xfrm>
          <a:off x="0" y="0"/>
          <a:ext cx="0" cy="0"/>
          <a:chOff x="0" y="0"/>
          <a:chExt cx="0" cy="0"/>
        </a:xfrm>
      </p:grpSpPr>
      <p:sp>
        <p:nvSpPr>
          <p:cNvPr id="5" name="Rectangle 4"/>
          <p:cNvSpPr/>
          <p:nvPr/>
        </p:nvSpPr>
        <p:spPr>
          <a:xfrm>
            <a:off x="14177" y="2514600"/>
            <a:ext cx="9144000" cy="251460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p:cNvSpPr txBox="1"/>
          <p:nvPr/>
        </p:nvSpPr>
        <p:spPr>
          <a:xfrm>
            <a:off x="523875" y="1500426"/>
            <a:ext cx="7477125" cy="861774"/>
          </a:xfrm>
          <a:prstGeom prst="rect">
            <a:avLst/>
          </a:prstGeom>
          <a:noFill/>
        </p:spPr>
        <p:txBody>
          <a:bodyPr wrap="square" rtlCol="0">
            <a:spAutoFit/>
          </a:bodyPr>
          <a:lstStyle/>
          <a:p>
            <a:r>
              <a:rPr lang="en-US" sz="4800" dirty="0">
                <a:solidFill>
                  <a:schemeClr val="tx1">
                    <a:lumMod val="65000"/>
                    <a:lumOff val="35000"/>
                  </a:schemeClr>
                </a:solidFill>
                <a:latin typeface="Segoe UI Light" pitchFamily="34" charset="0"/>
                <a:ea typeface="Segoe UI" pitchFamily="34" charset="0"/>
                <a:cs typeface="Segoe UI" pitchFamily="34" charset="0"/>
              </a:rPr>
              <a:t>Microsoft</a:t>
            </a:r>
            <a:r>
              <a:rPr lang="en-US" baseline="100000" dirty="0">
                <a:solidFill>
                  <a:schemeClr val="tx1">
                    <a:lumMod val="65000"/>
                    <a:lumOff val="35000"/>
                  </a:schemeClr>
                </a:solidFill>
                <a:latin typeface="Segoe UI Light" pitchFamily="34" charset="0"/>
                <a:ea typeface="Segoe UI" pitchFamily="34" charset="0"/>
                <a:cs typeface="Segoe UI" pitchFamily="34" charset="0"/>
              </a:rPr>
              <a:t>®</a:t>
            </a:r>
            <a:r>
              <a:rPr lang="en-US" sz="4400" dirty="0">
                <a:solidFill>
                  <a:schemeClr val="tx1">
                    <a:lumMod val="65000"/>
                    <a:lumOff val="35000"/>
                  </a:schemeClr>
                </a:solidFill>
                <a:latin typeface="Segoe UI Light" pitchFamily="34" charset="0"/>
                <a:ea typeface="Segoe UI" pitchFamily="34" charset="0"/>
                <a:cs typeface="Segoe UI" pitchFamily="34" charset="0"/>
              </a:rPr>
              <a:t> </a:t>
            </a:r>
            <a:r>
              <a:rPr lang="en-US" sz="4800" dirty="0">
                <a:solidFill>
                  <a:schemeClr val="tx1">
                    <a:lumMod val="65000"/>
                    <a:lumOff val="35000"/>
                  </a:schemeClr>
                </a:solidFill>
                <a:latin typeface="Segoe UI Light" pitchFamily="34" charset="0"/>
                <a:ea typeface="Segoe UI" pitchFamily="34" charset="0"/>
                <a:cs typeface="Segoe UI" pitchFamily="34" charset="0"/>
              </a:rPr>
              <a:t>Official Course</a:t>
            </a:r>
          </a:p>
        </p:txBody>
      </p:sp>
      <p:pic>
        <p:nvPicPr>
          <p:cNvPr id="7" name="Picture 6"/>
          <p:cNvPicPr>
            <a:picLocks noChangeAspect="1"/>
          </p:cNvPicPr>
          <p:nvPr/>
        </p:nvPicPr>
        <p:blipFill>
          <a:blip r:embed="rId2" cstate="print">
            <a:duotone>
              <a:prstClr val="black"/>
              <a:schemeClr val="tx1">
                <a:lumMod val="85000"/>
                <a:lumOff val="15000"/>
                <a:tint val="45000"/>
                <a:satMod val="400000"/>
              </a:schemeClr>
            </a:duotone>
            <a:extLst>
              <a:ext uri="{BEBA8EAE-BF5A-486C-A8C5-ECC9F3942E4B}">
                <a14:imgProps xmlns:a14="http://schemas.microsoft.com/office/drawing/2010/main">
                  <a14:imgLayer r:embed="rId3">
                    <a14:imgEffect>
                      <a14:saturation sat="400000"/>
                    </a14:imgEffect>
                  </a14:imgLayer>
                </a14:imgProps>
              </a:ext>
              <a:ext uri="{28A0092B-C50C-407E-A947-70E740481C1C}">
                <a14:useLocalDpi xmlns:a14="http://schemas.microsoft.com/office/drawing/2010/main" val="0"/>
              </a:ext>
            </a:extLst>
          </a:blip>
          <a:stretch>
            <a:fillRect/>
          </a:stretch>
        </p:blipFill>
        <p:spPr>
          <a:xfrm>
            <a:off x="7315200" y="6248400"/>
            <a:ext cx="1413823" cy="230205"/>
          </a:xfrm>
          <a:prstGeom prst="rect">
            <a:avLst/>
          </a:prstGeom>
        </p:spPr>
      </p:pic>
      <p:pic>
        <p:nvPicPr>
          <p:cNvPr id="10" name="Picture 9"/>
          <p:cNvPicPr>
            <a:picLocks/>
          </p:cNvPicPr>
          <p:nvPr/>
        </p:nvPicPr>
        <p:blipFill>
          <a:blip r:embed="rId4" cstate="print">
            <a:extLst>
              <a:ext uri="{28A0092B-C50C-407E-A947-70E740481C1C}">
                <a14:useLocalDpi xmlns:a14="http://schemas.microsoft.com/office/drawing/2010/main" val="0"/>
              </a:ext>
            </a:extLst>
          </a:blip>
          <a:stretch>
            <a:fillRect/>
          </a:stretch>
        </p:blipFill>
        <p:spPr>
          <a:xfrm>
            <a:off x="1" y="2514600"/>
            <a:ext cx="3063240" cy="2514600"/>
          </a:xfrm>
          <a:prstGeom prst="rect">
            <a:avLst/>
          </a:prstGeom>
        </p:spPr>
      </p:pic>
      <p:sp>
        <p:nvSpPr>
          <p:cNvPr id="726019" name="Rectangle 3"/>
          <p:cNvSpPr>
            <a:spLocks noGrp="1" noChangeArrowheads="1"/>
          </p:cNvSpPr>
          <p:nvPr>
            <p:ph type="ctrTitle" sz="quarter" hasCustomPrompt="1"/>
          </p:nvPr>
        </p:nvSpPr>
        <p:spPr>
          <a:xfrm>
            <a:off x="3106782" y="2774735"/>
            <a:ext cx="5732417" cy="1129607"/>
          </a:xfrm>
          <a:ln algn="ctr"/>
        </p:spPr>
        <p:txBody>
          <a:bodyPr wrap="square" tIns="0" rIns="0" bIns="0">
            <a:spAutoFit/>
          </a:bodyPr>
          <a:lstStyle>
            <a:lvl1pPr algn="l">
              <a:spcBef>
                <a:spcPct val="60000"/>
              </a:spcBef>
              <a:buClr>
                <a:schemeClr val="hlink"/>
              </a:buClr>
              <a:buSzPct val="90000"/>
              <a:buFontTx/>
              <a:buNone/>
              <a:defRPr sz="8400" baseline="0">
                <a:solidFill>
                  <a:schemeClr val="bg1"/>
                </a:solidFill>
                <a:latin typeface="Segoe Light" pitchFamily="34" charset="0"/>
              </a:defRPr>
            </a:lvl1pPr>
          </a:lstStyle>
          <a:p>
            <a:r>
              <a:rPr lang="en-US" dirty="0"/>
              <a:t>Course #</a:t>
            </a:r>
          </a:p>
        </p:txBody>
      </p:sp>
      <p:sp>
        <p:nvSpPr>
          <p:cNvPr id="726020" name="Rectangle 4"/>
          <p:cNvSpPr>
            <a:spLocks noGrp="1" noChangeArrowheads="1"/>
          </p:cNvSpPr>
          <p:nvPr>
            <p:ph type="subTitle" sz="quarter" idx="1" hasCustomPrompt="1"/>
          </p:nvPr>
        </p:nvSpPr>
        <p:spPr>
          <a:xfrm>
            <a:off x="3121297" y="3925328"/>
            <a:ext cx="5775960" cy="1103872"/>
          </a:xfrm>
        </p:spPr>
        <p:txBody>
          <a:bodyPr lIns="91440" tIns="45720" rIns="91440" bIns="45720"/>
          <a:lstStyle>
            <a:lvl1pPr marL="0" indent="0" algn="l">
              <a:lnSpc>
                <a:spcPct val="95000"/>
              </a:lnSpc>
              <a:spcBef>
                <a:spcPct val="60000"/>
              </a:spcBef>
              <a:buFontTx/>
              <a:buNone/>
              <a:defRPr sz="2800">
                <a:solidFill>
                  <a:schemeClr val="bg1"/>
                </a:solidFill>
                <a:latin typeface="Segoe UI" pitchFamily="34" charset="0"/>
                <a:ea typeface="Segoe UI" pitchFamily="34" charset="0"/>
                <a:cs typeface="Segoe UI" pitchFamily="34" charset="0"/>
              </a:defRPr>
            </a:lvl1pPr>
          </a:lstStyle>
          <a:p>
            <a:r>
              <a:rPr lang="en-US" dirty="0"/>
              <a:t>Click to edit Course title</a:t>
            </a:r>
          </a:p>
        </p:txBody>
      </p:sp>
    </p:spTree>
    <p:extLst>
      <p:ext uri="{BB962C8B-B14F-4D97-AF65-F5344CB8AC3E}">
        <p14:creationId xmlns:p14="http://schemas.microsoft.com/office/powerpoint/2010/main" val="2580610917"/>
      </p:ext>
    </p:extLst>
  </p:cSld>
  <p:clrMapOvr>
    <a:masterClrMapping/>
  </p:clrMapOvr>
</p:sldLayout>
</file>

<file path=ppt/slideLayouts/slideLayout49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182294632"/>
      </p:ext>
    </p:extLst>
  </p:cSld>
  <p:clrMapOvr>
    <a:masterClrMapping/>
  </p:clrMapOvr>
</p:sldLayout>
</file>

<file path=ppt/slideLayouts/slideLayout49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Tree>
    <p:extLst>
      <p:ext uri="{BB962C8B-B14F-4D97-AF65-F5344CB8AC3E}">
        <p14:creationId xmlns:p14="http://schemas.microsoft.com/office/powerpoint/2010/main" val="3427331385"/>
      </p:ext>
    </p:extLst>
  </p:cSld>
  <p:clrMapOvr>
    <a:masterClrMapping/>
  </p:clrMapOvr>
</p:sldLayout>
</file>

<file path=ppt/slideLayouts/slideLayout49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458788" y="992188"/>
            <a:ext cx="3798887"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410075" y="992188"/>
            <a:ext cx="3800475"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4204420213"/>
      </p:ext>
    </p:extLst>
  </p:cSld>
  <p:clrMapOvr>
    <a:masterClrMapping/>
  </p:clrMapOvr>
</p:sldLayout>
</file>

<file path=ppt/slideLayouts/slideLayout49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80772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45025" y="1535113"/>
            <a:ext cx="4041775"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2304501226"/>
      </p:ext>
    </p:extLst>
  </p:cSld>
  <p:clrMapOvr>
    <a:masterClrMapping/>
  </p:clrMapOvr>
</p:sldLayout>
</file>

<file path=ppt/slideLayouts/slideLayout49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3019567177"/>
      </p:ext>
    </p:extLst>
  </p:cSld>
  <p:clrMapOvr>
    <a:masterClrMapping/>
  </p:clrMapOvr>
</p:sldLayout>
</file>

<file path=ppt/slideLayouts/slideLayout49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886568566"/>
      </p:ext>
    </p:extLst>
  </p:cSld>
  <p:clrMapOvr>
    <a:masterClrMapping/>
  </p:clrMapOvr>
</p:sldLayout>
</file>

<file path=ppt/slideLayouts/slideLayout50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t"/>
          <a:lstStyle>
            <a:lvl1pPr algn="l">
              <a:defRPr sz="2000" b="0"/>
            </a:lvl1pPr>
          </a:lstStyle>
          <a:p>
            <a:r>
              <a:rPr lang="en-US"/>
              <a:t>Click to edit Master title style</a:t>
            </a:r>
            <a:endParaRPr lang="en-US" dirty="0"/>
          </a:p>
        </p:txBody>
      </p:sp>
      <p:sp>
        <p:nvSpPr>
          <p:cNvPr id="3" name="Content Placeholder 2"/>
          <p:cNvSpPr>
            <a:spLocks noGrp="1"/>
          </p:cNvSpPr>
          <p:nvPr>
            <p:ph idx="1"/>
          </p:nvPr>
        </p:nvSpPr>
        <p:spPr>
          <a:xfrm>
            <a:off x="3575050" y="273050"/>
            <a:ext cx="5111750" cy="5853113"/>
          </a:xfrm>
        </p:spPr>
        <p:txBody>
          <a:bodyPr/>
          <a:lstStyle>
            <a:lvl1pPr>
              <a:defRPr sz="3200">
                <a:solidFill>
                  <a:schemeClr val="bg1"/>
                </a:solidFill>
              </a:defRPr>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3013336591"/>
      </p:ext>
    </p:extLst>
  </p:cSld>
  <p:clrMapOvr>
    <a:masterClrMapping/>
  </p:clrMapOvr>
</p:sldLayout>
</file>

<file path=ppt/slideLayouts/slideLayout50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endParaRPr lang="en-US" noProof="0" dirty="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748388718"/>
      </p:ext>
    </p:extLst>
  </p:cSld>
  <p:clrMapOvr>
    <a:masterClrMapping/>
  </p:clrMapOvr>
</p:sldLayout>
</file>

<file path=ppt/slideLayouts/slideLayout50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907860967"/>
      </p:ext>
    </p:extLst>
  </p:cSld>
  <p:clrMapOvr>
    <a:masterClrMapping/>
  </p:clrMapOvr>
</p:sldLayout>
</file>

<file path=ppt/slideLayouts/slideLayout50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291263" y="0"/>
            <a:ext cx="1943100" cy="537845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458788" y="0"/>
            <a:ext cx="5680075" cy="5378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907287555"/>
      </p:ext>
    </p:extLst>
  </p:cSld>
  <p:clrMapOvr>
    <a:masterClrMapping/>
  </p:clrMapOvr>
</p:sldLayout>
</file>

<file path=ppt/slideLayouts/slideLayout504.xml><?xml version="1.0" encoding="utf-8"?>
<p:sldLayout xmlns:a="http://schemas.openxmlformats.org/drawingml/2006/main" xmlns:r="http://schemas.openxmlformats.org/officeDocument/2006/relationships" xmlns:p="http://schemas.openxmlformats.org/presentationml/2006/main" type="tx">
  <p:cSld name="Title an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CA"/>
          </a:p>
        </p:txBody>
      </p:sp>
      <p:sp>
        <p:nvSpPr>
          <p:cNvPr id="3" name="Text Placeholder 2"/>
          <p:cNvSpPr>
            <a:spLocks noGrp="1"/>
          </p:cNvSpPr>
          <p:nvPr>
            <p:ph type="body"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Tree>
    <p:extLst>
      <p:ext uri="{BB962C8B-B14F-4D97-AF65-F5344CB8AC3E}">
        <p14:creationId xmlns:p14="http://schemas.microsoft.com/office/powerpoint/2010/main" val="1887889042"/>
      </p:ext>
    </p:extLst>
  </p:cSld>
  <p:clrMapOvr>
    <a:masterClrMapping/>
  </p:clrMapOvr>
</p:sldLayout>
</file>

<file path=ppt/slideLayouts/slideLayout505.xml><?xml version="1.0" encoding="utf-8"?>
<p:sldLayout xmlns:a="http://schemas.openxmlformats.org/drawingml/2006/main" xmlns:r="http://schemas.openxmlformats.org/officeDocument/2006/relationships" xmlns:p="http://schemas.openxmlformats.org/presentationml/2006/main" showMasterSp="0" preserve="1">
  <p:cSld name="Title Slide">
    <p:spTree>
      <p:nvGrpSpPr>
        <p:cNvPr id="1" name=""/>
        <p:cNvGrpSpPr/>
        <p:nvPr/>
      </p:nvGrpSpPr>
      <p:grpSpPr>
        <a:xfrm>
          <a:off x="0" y="0"/>
          <a:ext cx="0" cy="0"/>
          <a:chOff x="0" y="0"/>
          <a:chExt cx="0" cy="0"/>
        </a:xfrm>
      </p:grpSpPr>
      <p:sp>
        <p:nvSpPr>
          <p:cNvPr id="5" name="Rectangle 4"/>
          <p:cNvSpPr/>
          <p:nvPr/>
        </p:nvSpPr>
        <p:spPr>
          <a:xfrm>
            <a:off x="14177" y="2514600"/>
            <a:ext cx="9144000" cy="251460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p:cNvSpPr txBox="1"/>
          <p:nvPr/>
        </p:nvSpPr>
        <p:spPr>
          <a:xfrm>
            <a:off x="523875" y="1500426"/>
            <a:ext cx="7477125" cy="861774"/>
          </a:xfrm>
          <a:prstGeom prst="rect">
            <a:avLst/>
          </a:prstGeom>
          <a:noFill/>
        </p:spPr>
        <p:txBody>
          <a:bodyPr wrap="square" rtlCol="0">
            <a:spAutoFit/>
          </a:bodyPr>
          <a:lstStyle/>
          <a:p>
            <a:r>
              <a:rPr lang="en-US" sz="4800" dirty="0">
                <a:solidFill>
                  <a:schemeClr val="tx1">
                    <a:lumMod val="65000"/>
                    <a:lumOff val="35000"/>
                  </a:schemeClr>
                </a:solidFill>
                <a:latin typeface="Segoe UI Light" pitchFamily="34" charset="0"/>
                <a:ea typeface="Segoe UI" pitchFamily="34" charset="0"/>
                <a:cs typeface="Segoe UI" pitchFamily="34" charset="0"/>
              </a:rPr>
              <a:t>Microsoft</a:t>
            </a:r>
            <a:r>
              <a:rPr lang="en-US" baseline="100000" dirty="0">
                <a:solidFill>
                  <a:schemeClr val="tx1">
                    <a:lumMod val="65000"/>
                    <a:lumOff val="35000"/>
                  </a:schemeClr>
                </a:solidFill>
                <a:latin typeface="Segoe UI Light" pitchFamily="34" charset="0"/>
                <a:ea typeface="Segoe UI" pitchFamily="34" charset="0"/>
                <a:cs typeface="Segoe UI" pitchFamily="34" charset="0"/>
              </a:rPr>
              <a:t>®</a:t>
            </a:r>
            <a:r>
              <a:rPr lang="en-US" sz="4400" dirty="0">
                <a:solidFill>
                  <a:schemeClr val="tx1">
                    <a:lumMod val="65000"/>
                    <a:lumOff val="35000"/>
                  </a:schemeClr>
                </a:solidFill>
                <a:latin typeface="Segoe UI Light" pitchFamily="34" charset="0"/>
                <a:ea typeface="Segoe UI" pitchFamily="34" charset="0"/>
                <a:cs typeface="Segoe UI" pitchFamily="34" charset="0"/>
              </a:rPr>
              <a:t> </a:t>
            </a:r>
            <a:r>
              <a:rPr lang="en-US" sz="4800" dirty="0">
                <a:solidFill>
                  <a:schemeClr val="tx1">
                    <a:lumMod val="65000"/>
                    <a:lumOff val="35000"/>
                  </a:schemeClr>
                </a:solidFill>
                <a:latin typeface="Segoe UI Light" pitchFamily="34" charset="0"/>
                <a:ea typeface="Segoe UI" pitchFamily="34" charset="0"/>
                <a:cs typeface="Segoe UI" pitchFamily="34" charset="0"/>
              </a:rPr>
              <a:t>Official Course</a:t>
            </a:r>
          </a:p>
        </p:txBody>
      </p:sp>
      <p:pic>
        <p:nvPicPr>
          <p:cNvPr id="7" name="Picture 6"/>
          <p:cNvPicPr>
            <a:picLocks noChangeAspect="1"/>
          </p:cNvPicPr>
          <p:nvPr/>
        </p:nvPicPr>
        <p:blipFill>
          <a:blip r:embed="rId2" cstate="print">
            <a:duotone>
              <a:prstClr val="black"/>
              <a:schemeClr val="tx1">
                <a:lumMod val="85000"/>
                <a:lumOff val="15000"/>
                <a:tint val="45000"/>
                <a:satMod val="400000"/>
              </a:schemeClr>
            </a:duotone>
            <a:extLst>
              <a:ext uri="{BEBA8EAE-BF5A-486C-A8C5-ECC9F3942E4B}">
                <a14:imgProps xmlns:a14="http://schemas.microsoft.com/office/drawing/2010/main">
                  <a14:imgLayer r:embed="rId3">
                    <a14:imgEffect>
                      <a14:saturation sat="400000"/>
                    </a14:imgEffect>
                  </a14:imgLayer>
                </a14:imgProps>
              </a:ext>
              <a:ext uri="{28A0092B-C50C-407E-A947-70E740481C1C}">
                <a14:useLocalDpi xmlns:a14="http://schemas.microsoft.com/office/drawing/2010/main" val="0"/>
              </a:ext>
            </a:extLst>
          </a:blip>
          <a:stretch>
            <a:fillRect/>
          </a:stretch>
        </p:blipFill>
        <p:spPr>
          <a:xfrm>
            <a:off x="7315200" y="6248400"/>
            <a:ext cx="1413823" cy="230205"/>
          </a:xfrm>
          <a:prstGeom prst="rect">
            <a:avLst/>
          </a:prstGeom>
        </p:spPr>
      </p:pic>
      <p:pic>
        <p:nvPicPr>
          <p:cNvPr id="10" name="Picture 9"/>
          <p:cNvPicPr>
            <a:picLocks/>
          </p:cNvPicPr>
          <p:nvPr/>
        </p:nvPicPr>
        <p:blipFill>
          <a:blip r:embed="rId4" cstate="print">
            <a:extLst>
              <a:ext uri="{28A0092B-C50C-407E-A947-70E740481C1C}">
                <a14:useLocalDpi xmlns:a14="http://schemas.microsoft.com/office/drawing/2010/main" val="0"/>
              </a:ext>
            </a:extLst>
          </a:blip>
          <a:stretch>
            <a:fillRect/>
          </a:stretch>
        </p:blipFill>
        <p:spPr>
          <a:xfrm>
            <a:off x="1" y="2514600"/>
            <a:ext cx="3063240" cy="2514600"/>
          </a:xfrm>
          <a:prstGeom prst="rect">
            <a:avLst/>
          </a:prstGeom>
        </p:spPr>
      </p:pic>
      <p:sp>
        <p:nvSpPr>
          <p:cNvPr id="726019" name="Rectangle 3"/>
          <p:cNvSpPr>
            <a:spLocks noGrp="1" noChangeArrowheads="1"/>
          </p:cNvSpPr>
          <p:nvPr>
            <p:ph type="ctrTitle" sz="quarter" hasCustomPrompt="1"/>
          </p:nvPr>
        </p:nvSpPr>
        <p:spPr>
          <a:xfrm>
            <a:off x="3106782" y="2774735"/>
            <a:ext cx="5732417" cy="1129607"/>
          </a:xfrm>
          <a:ln algn="ctr"/>
        </p:spPr>
        <p:txBody>
          <a:bodyPr wrap="square" tIns="0" rIns="0" bIns="0">
            <a:spAutoFit/>
          </a:bodyPr>
          <a:lstStyle>
            <a:lvl1pPr algn="l">
              <a:spcBef>
                <a:spcPct val="60000"/>
              </a:spcBef>
              <a:buClr>
                <a:schemeClr val="hlink"/>
              </a:buClr>
              <a:buSzPct val="90000"/>
              <a:buFontTx/>
              <a:buNone/>
              <a:defRPr sz="8400" baseline="0">
                <a:solidFill>
                  <a:schemeClr val="bg1"/>
                </a:solidFill>
                <a:latin typeface="Segoe Light" pitchFamily="34" charset="0"/>
              </a:defRPr>
            </a:lvl1pPr>
          </a:lstStyle>
          <a:p>
            <a:r>
              <a:rPr lang="en-US" dirty="0"/>
              <a:t>Course #</a:t>
            </a:r>
          </a:p>
        </p:txBody>
      </p:sp>
      <p:sp>
        <p:nvSpPr>
          <p:cNvPr id="726020" name="Rectangle 4"/>
          <p:cNvSpPr>
            <a:spLocks noGrp="1" noChangeArrowheads="1"/>
          </p:cNvSpPr>
          <p:nvPr>
            <p:ph type="subTitle" sz="quarter" idx="1" hasCustomPrompt="1"/>
          </p:nvPr>
        </p:nvSpPr>
        <p:spPr>
          <a:xfrm>
            <a:off x="3121297" y="3925328"/>
            <a:ext cx="5775960" cy="1103872"/>
          </a:xfrm>
        </p:spPr>
        <p:txBody>
          <a:bodyPr lIns="91440" tIns="45720" rIns="91440" bIns="45720"/>
          <a:lstStyle>
            <a:lvl1pPr marL="0" indent="0" algn="l">
              <a:lnSpc>
                <a:spcPct val="95000"/>
              </a:lnSpc>
              <a:spcBef>
                <a:spcPct val="60000"/>
              </a:spcBef>
              <a:buFontTx/>
              <a:buNone/>
              <a:defRPr sz="2800">
                <a:solidFill>
                  <a:schemeClr val="bg1"/>
                </a:solidFill>
                <a:latin typeface="Segoe UI" pitchFamily="34" charset="0"/>
                <a:ea typeface="Segoe UI" pitchFamily="34" charset="0"/>
                <a:cs typeface="Segoe UI" pitchFamily="34" charset="0"/>
              </a:defRPr>
            </a:lvl1pPr>
          </a:lstStyle>
          <a:p>
            <a:r>
              <a:rPr lang="en-US" dirty="0"/>
              <a:t>Click to edit Course title</a:t>
            </a:r>
          </a:p>
        </p:txBody>
      </p:sp>
    </p:spTree>
    <p:extLst>
      <p:ext uri="{BB962C8B-B14F-4D97-AF65-F5344CB8AC3E}">
        <p14:creationId xmlns:p14="http://schemas.microsoft.com/office/powerpoint/2010/main" val="3379852395"/>
      </p:ext>
    </p:extLst>
  </p:cSld>
  <p:clrMapOvr>
    <a:masterClrMapping/>
  </p:clrMapOvr>
</p:sldLayout>
</file>

<file path=ppt/slideLayouts/slideLayout506.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4252181620"/>
      </p:ext>
    </p:extLst>
  </p:cSld>
  <p:clrMapOvr>
    <a:masterClrMapping/>
  </p:clrMapOvr>
</p:sldLayout>
</file>

<file path=ppt/slideLayouts/slideLayout507.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Tree>
    <p:extLst>
      <p:ext uri="{BB962C8B-B14F-4D97-AF65-F5344CB8AC3E}">
        <p14:creationId xmlns:p14="http://schemas.microsoft.com/office/powerpoint/2010/main" val="1759211844"/>
      </p:ext>
    </p:extLst>
  </p:cSld>
  <p:clrMapOvr>
    <a:masterClrMapping/>
  </p:clrMapOvr>
</p:sldLayout>
</file>

<file path=ppt/slideLayouts/slideLayout508.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458788" y="992188"/>
            <a:ext cx="3798887"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410075" y="992188"/>
            <a:ext cx="3800475"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2489528013"/>
      </p:ext>
    </p:extLst>
  </p:cSld>
  <p:clrMapOvr>
    <a:masterClrMapping/>
  </p:clrMapOvr>
</p:sldLayout>
</file>

<file path=ppt/slideLayouts/slideLayout509.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80772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45025" y="1535113"/>
            <a:ext cx="4041775"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3517695972"/>
      </p:ext>
    </p:extLst>
  </p:cSld>
  <p:clrMapOvr>
    <a:masterClrMapping/>
  </p:clrMapOvr>
</p:sldLayout>
</file>

<file path=ppt/slideLayouts/slideLayout510.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2889466894"/>
      </p:ext>
    </p:extLst>
  </p:cSld>
  <p:clrMapOvr>
    <a:masterClrMapping/>
  </p:clrMapOvr>
</p:sldLayout>
</file>

<file path=ppt/slideLayouts/slideLayout51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623683049"/>
      </p:ext>
    </p:extLst>
  </p:cSld>
  <p:clrMapOvr>
    <a:masterClrMapping/>
  </p:clrMapOvr>
</p:sldLayout>
</file>

<file path=ppt/slideLayouts/slideLayout512.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t"/>
          <a:lstStyle>
            <a:lvl1pPr algn="l">
              <a:defRPr sz="2000" b="0"/>
            </a:lvl1pPr>
          </a:lstStyle>
          <a:p>
            <a:r>
              <a:rPr lang="en-US"/>
              <a:t>Click to edit Master title style</a:t>
            </a:r>
            <a:endParaRPr lang="en-US" dirty="0"/>
          </a:p>
        </p:txBody>
      </p:sp>
      <p:sp>
        <p:nvSpPr>
          <p:cNvPr id="3" name="Content Placeholder 2"/>
          <p:cNvSpPr>
            <a:spLocks noGrp="1"/>
          </p:cNvSpPr>
          <p:nvPr>
            <p:ph idx="1"/>
          </p:nvPr>
        </p:nvSpPr>
        <p:spPr>
          <a:xfrm>
            <a:off x="3575050" y="273050"/>
            <a:ext cx="5111750" cy="5853113"/>
          </a:xfrm>
        </p:spPr>
        <p:txBody>
          <a:bodyPr/>
          <a:lstStyle>
            <a:lvl1pPr>
              <a:defRPr sz="3200">
                <a:solidFill>
                  <a:schemeClr val="bg1"/>
                </a:solidFill>
              </a:defRPr>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394407616"/>
      </p:ext>
    </p:extLst>
  </p:cSld>
  <p:clrMapOvr>
    <a:masterClrMapping/>
  </p:clrMapOvr>
</p:sldLayout>
</file>

<file path=ppt/slideLayouts/slideLayout513.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endParaRPr lang="en-US" noProof="0" dirty="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2143124149"/>
      </p:ext>
    </p:extLst>
  </p:cSld>
  <p:clrMapOvr>
    <a:masterClrMapping/>
  </p:clrMapOvr>
</p:sldLayout>
</file>

<file path=ppt/slideLayouts/slideLayout514.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2030814867"/>
      </p:ext>
    </p:extLst>
  </p:cSld>
  <p:clrMapOvr>
    <a:masterClrMapping/>
  </p:clrMapOvr>
</p:sldLayout>
</file>

<file path=ppt/slideLayouts/slideLayout515.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291263" y="0"/>
            <a:ext cx="1943100" cy="537845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458788" y="0"/>
            <a:ext cx="5680075" cy="5378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963279545"/>
      </p:ext>
    </p:extLst>
  </p:cSld>
  <p:clrMapOvr>
    <a:masterClrMapping/>
  </p:clrMapOvr>
</p:sldLayout>
</file>

<file path=ppt/slideLayouts/slideLayout516.xml><?xml version="1.0" encoding="utf-8"?>
<p:sldLayout xmlns:a="http://schemas.openxmlformats.org/drawingml/2006/main" xmlns:r="http://schemas.openxmlformats.org/officeDocument/2006/relationships" xmlns:p="http://schemas.openxmlformats.org/presentationml/2006/main" type="tx">
  <p:cSld name="Title an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CA"/>
          </a:p>
        </p:txBody>
      </p:sp>
      <p:sp>
        <p:nvSpPr>
          <p:cNvPr id="3" name="Text Placeholder 2"/>
          <p:cNvSpPr>
            <a:spLocks noGrp="1"/>
          </p:cNvSpPr>
          <p:nvPr>
            <p:ph type="body"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Tree>
    <p:extLst>
      <p:ext uri="{BB962C8B-B14F-4D97-AF65-F5344CB8AC3E}">
        <p14:creationId xmlns:p14="http://schemas.microsoft.com/office/powerpoint/2010/main" val="324197919"/>
      </p:ext>
    </p:extLst>
  </p:cSld>
  <p:clrMapOvr>
    <a:masterClrMapping/>
  </p:clrMapOvr>
</p:sldLayout>
</file>

<file path=ppt/slideLayouts/slideLayout517.xml><?xml version="1.0" encoding="utf-8"?>
<p:sldLayout xmlns:a="http://schemas.openxmlformats.org/drawingml/2006/main" xmlns:r="http://schemas.openxmlformats.org/officeDocument/2006/relationships" xmlns:p="http://schemas.openxmlformats.org/presentationml/2006/main" showMasterSp="0" preserve="1">
  <p:cSld name="Title Slide">
    <p:spTree>
      <p:nvGrpSpPr>
        <p:cNvPr id="1" name=""/>
        <p:cNvGrpSpPr/>
        <p:nvPr/>
      </p:nvGrpSpPr>
      <p:grpSpPr>
        <a:xfrm>
          <a:off x="0" y="0"/>
          <a:ext cx="0" cy="0"/>
          <a:chOff x="0" y="0"/>
          <a:chExt cx="0" cy="0"/>
        </a:xfrm>
      </p:grpSpPr>
      <p:sp>
        <p:nvSpPr>
          <p:cNvPr id="5" name="Rectangle 4"/>
          <p:cNvSpPr/>
          <p:nvPr/>
        </p:nvSpPr>
        <p:spPr>
          <a:xfrm>
            <a:off x="14177" y="2514600"/>
            <a:ext cx="9144000" cy="251460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p:cNvSpPr txBox="1"/>
          <p:nvPr/>
        </p:nvSpPr>
        <p:spPr>
          <a:xfrm>
            <a:off x="523875" y="1500426"/>
            <a:ext cx="7477125" cy="861774"/>
          </a:xfrm>
          <a:prstGeom prst="rect">
            <a:avLst/>
          </a:prstGeom>
          <a:noFill/>
        </p:spPr>
        <p:txBody>
          <a:bodyPr wrap="square" rtlCol="0">
            <a:spAutoFit/>
          </a:bodyPr>
          <a:lstStyle/>
          <a:p>
            <a:r>
              <a:rPr lang="en-US" sz="4800" dirty="0">
                <a:solidFill>
                  <a:schemeClr val="tx1">
                    <a:lumMod val="65000"/>
                    <a:lumOff val="35000"/>
                  </a:schemeClr>
                </a:solidFill>
                <a:latin typeface="Segoe UI Light" pitchFamily="34" charset="0"/>
                <a:ea typeface="Segoe UI" pitchFamily="34" charset="0"/>
                <a:cs typeface="Segoe UI" pitchFamily="34" charset="0"/>
              </a:rPr>
              <a:t>Microsoft</a:t>
            </a:r>
            <a:r>
              <a:rPr lang="en-US" baseline="100000" dirty="0">
                <a:solidFill>
                  <a:schemeClr val="tx1">
                    <a:lumMod val="65000"/>
                    <a:lumOff val="35000"/>
                  </a:schemeClr>
                </a:solidFill>
                <a:latin typeface="Segoe UI Light" pitchFamily="34" charset="0"/>
                <a:ea typeface="Segoe UI" pitchFamily="34" charset="0"/>
                <a:cs typeface="Segoe UI" pitchFamily="34" charset="0"/>
              </a:rPr>
              <a:t>®</a:t>
            </a:r>
            <a:r>
              <a:rPr lang="en-US" sz="4400" dirty="0">
                <a:solidFill>
                  <a:schemeClr val="tx1">
                    <a:lumMod val="65000"/>
                    <a:lumOff val="35000"/>
                  </a:schemeClr>
                </a:solidFill>
                <a:latin typeface="Segoe UI Light" pitchFamily="34" charset="0"/>
                <a:ea typeface="Segoe UI" pitchFamily="34" charset="0"/>
                <a:cs typeface="Segoe UI" pitchFamily="34" charset="0"/>
              </a:rPr>
              <a:t> </a:t>
            </a:r>
            <a:r>
              <a:rPr lang="en-US" sz="4800" dirty="0">
                <a:solidFill>
                  <a:schemeClr val="tx1">
                    <a:lumMod val="65000"/>
                    <a:lumOff val="35000"/>
                  </a:schemeClr>
                </a:solidFill>
                <a:latin typeface="Segoe UI Light" pitchFamily="34" charset="0"/>
                <a:ea typeface="Segoe UI" pitchFamily="34" charset="0"/>
                <a:cs typeface="Segoe UI" pitchFamily="34" charset="0"/>
              </a:rPr>
              <a:t>Official Course</a:t>
            </a:r>
          </a:p>
        </p:txBody>
      </p:sp>
      <p:pic>
        <p:nvPicPr>
          <p:cNvPr id="7" name="Picture 6"/>
          <p:cNvPicPr>
            <a:picLocks noChangeAspect="1"/>
          </p:cNvPicPr>
          <p:nvPr/>
        </p:nvPicPr>
        <p:blipFill>
          <a:blip r:embed="rId2" cstate="print">
            <a:duotone>
              <a:prstClr val="black"/>
              <a:schemeClr val="tx1">
                <a:lumMod val="85000"/>
                <a:lumOff val="15000"/>
                <a:tint val="45000"/>
                <a:satMod val="400000"/>
              </a:schemeClr>
            </a:duotone>
            <a:extLst>
              <a:ext uri="{BEBA8EAE-BF5A-486C-A8C5-ECC9F3942E4B}">
                <a14:imgProps xmlns:a14="http://schemas.microsoft.com/office/drawing/2010/main">
                  <a14:imgLayer r:embed="rId3">
                    <a14:imgEffect>
                      <a14:saturation sat="400000"/>
                    </a14:imgEffect>
                  </a14:imgLayer>
                </a14:imgProps>
              </a:ext>
              <a:ext uri="{28A0092B-C50C-407E-A947-70E740481C1C}">
                <a14:useLocalDpi xmlns:a14="http://schemas.microsoft.com/office/drawing/2010/main" val="0"/>
              </a:ext>
            </a:extLst>
          </a:blip>
          <a:stretch>
            <a:fillRect/>
          </a:stretch>
        </p:blipFill>
        <p:spPr>
          <a:xfrm>
            <a:off x="7315200" y="6248400"/>
            <a:ext cx="1413823" cy="230205"/>
          </a:xfrm>
          <a:prstGeom prst="rect">
            <a:avLst/>
          </a:prstGeom>
        </p:spPr>
      </p:pic>
      <p:pic>
        <p:nvPicPr>
          <p:cNvPr id="10" name="Picture 9"/>
          <p:cNvPicPr>
            <a:picLocks/>
          </p:cNvPicPr>
          <p:nvPr/>
        </p:nvPicPr>
        <p:blipFill>
          <a:blip r:embed="rId4" cstate="print">
            <a:extLst>
              <a:ext uri="{28A0092B-C50C-407E-A947-70E740481C1C}">
                <a14:useLocalDpi xmlns:a14="http://schemas.microsoft.com/office/drawing/2010/main" val="0"/>
              </a:ext>
            </a:extLst>
          </a:blip>
          <a:stretch>
            <a:fillRect/>
          </a:stretch>
        </p:blipFill>
        <p:spPr>
          <a:xfrm>
            <a:off x="1" y="2514600"/>
            <a:ext cx="3063240" cy="2514600"/>
          </a:xfrm>
          <a:prstGeom prst="rect">
            <a:avLst/>
          </a:prstGeom>
        </p:spPr>
      </p:pic>
      <p:sp>
        <p:nvSpPr>
          <p:cNvPr id="726019" name="Rectangle 3"/>
          <p:cNvSpPr>
            <a:spLocks noGrp="1" noChangeArrowheads="1"/>
          </p:cNvSpPr>
          <p:nvPr>
            <p:ph type="ctrTitle" sz="quarter" hasCustomPrompt="1"/>
          </p:nvPr>
        </p:nvSpPr>
        <p:spPr>
          <a:xfrm>
            <a:off x="3106782" y="2774735"/>
            <a:ext cx="5732417" cy="1129607"/>
          </a:xfrm>
          <a:ln algn="ctr"/>
        </p:spPr>
        <p:txBody>
          <a:bodyPr wrap="square" tIns="0" rIns="0" bIns="0">
            <a:spAutoFit/>
          </a:bodyPr>
          <a:lstStyle>
            <a:lvl1pPr algn="l">
              <a:spcBef>
                <a:spcPct val="60000"/>
              </a:spcBef>
              <a:buClr>
                <a:schemeClr val="hlink"/>
              </a:buClr>
              <a:buSzPct val="90000"/>
              <a:buFontTx/>
              <a:buNone/>
              <a:defRPr sz="8400" baseline="0">
                <a:solidFill>
                  <a:schemeClr val="bg1"/>
                </a:solidFill>
                <a:latin typeface="Segoe Light" pitchFamily="34" charset="0"/>
              </a:defRPr>
            </a:lvl1pPr>
          </a:lstStyle>
          <a:p>
            <a:r>
              <a:rPr lang="en-US" dirty="0"/>
              <a:t>Course #</a:t>
            </a:r>
          </a:p>
        </p:txBody>
      </p:sp>
      <p:sp>
        <p:nvSpPr>
          <p:cNvPr id="726020" name="Rectangle 4"/>
          <p:cNvSpPr>
            <a:spLocks noGrp="1" noChangeArrowheads="1"/>
          </p:cNvSpPr>
          <p:nvPr>
            <p:ph type="subTitle" sz="quarter" idx="1" hasCustomPrompt="1"/>
          </p:nvPr>
        </p:nvSpPr>
        <p:spPr>
          <a:xfrm>
            <a:off x="3121297" y="3925328"/>
            <a:ext cx="5775960" cy="1103872"/>
          </a:xfrm>
        </p:spPr>
        <p:txBody>
          <a:bodyPr lIns="91440" tIns="45720" rIns="91440" bIns="45720"/>
          <a:lstStyle>
            <a:lvl1pPr marL="0" indent="0" algn="l">
              <a:lnSpc>
                <a:spcPct val="95000"/>
              </a:lnSpc>
              <a:spcBef>
                <a:spcPct val="60000"/>
              </a:spcBef>
              <a:buFontTx/>
              <a:buNone/>
              <a:defRPr sz="2800">
                <a:solidFill>
                  <a:schemeClr val="bg1"/>
                </a:solidFill>
                <a:latin typeface="Segoe UI" pitchFamily="34" charset="0"/>
                <a:ea typeface="Segoe UI" pitchFamily="34" charset="0"/>
                <a:cs typeface="Segoe UI" pitchFamily="34" charset="0"/>
              </a:defRPr>
            </a:lvl1pPr>
          </a:lstStyle>
          <a:p>
            <a:r>
              <a:rPr lang="en-US" dirty="0"/>
              <a:t>Click to edit Course title</a:t>
            </a:r>
          </a:p>
        </p:txBody>
      </p:sp>
    </p:spTree>
    <p:extLst>
      <p:ext uri="{BB962C8B-B14F-4D97-AF65-F5344CB8AC3E}">
        <p14:creationId xmlns:p14="http://schemas.microsoft.com/office/powerpoint/2010/main" val="2125581549"/>
      </p:ext>
    </p:extLst>
  </p:cSld>
  <p:clrMapOvr>
    <a:masterClrMapping/>
  </p:clrMapOvr>
</p:sldLayout>
</file>

<file path=ppt/slideLayouts/slideLayout518.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406695714"/>
      </p:ext>
    </p:extLst>
  </p:cSld>
  <p:clrMapOvr>
    <a:masterClrMapping/>
  </p:clrMapOvr>
</p:sldLayout>
</file>

<file path=ppt/slideLayouts/slideLayout519.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Tree>
    <p:extLst>
      <p:ext uri="{BB962C8B-B14F-4D97-AF65-F5344CB8AC3E}">
        <p14:creationId xmlns:p14="http://schemas.microsoft.com/office/powerpoint/2010/main" val="184128707"/>
      </p:ext>
    </p:extLst>
  </p:cSld>
  <p:clrMapOvr>
    <a:masterClrMapping/>
  </p:clrMapOvr>
</p:sldLayout>
</file>

<file path=ppt/slideLayouts/slideLayout520.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458788" y="992188"/>
            <a:ext cx="3798887"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410075" y="992188"/>
            <a:ext cx="3800475"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201010580"/>
      </p:ext>
    </p:extLst>
  </p:cSld>
  <p:clrMapOvr>
    <a:masterClrMapping/>
  </p:clrMapOvr>
</p:sldLayout>
</file>

<file path=ppt/slideLayouts/slideLayout521.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80772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45025" y="1535113"/>
            <a:ext cx="4041775"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916596443"/>
      </p:ext>
    </p:extLst>
  </p:cSld>
  <p:clrMapOvr>
    <a:masterClrMapping/>
  </p:clrMapOvr>
</p:sldLayout>
</file>

<file path=ppt/slideLayouts/slideLayout522.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2390766558"/>
      </p:ext>
    </p:extLst>
  </p:cSld>
  <p:clrMapOvr>
    <a:masterClrMapping/>
  </p:clrMapOvr>
</p:sldLayout>
</file>

<file path=ppt/slideLayouts/slideLayout52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095646526"/>
      </p:ext>
    </p:extLst>
  </p:cSld>
  <p:clrMapOvr>
    <a:masterClrMapping/>
  </p:clrMapOvr>
</p:sldLayout>
</file>

<file path=ppt/slideLayouts/slideLayout524.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t"/>
          <a:lstStyle>
            <a:lvl1pPr algn="l">
              <a:defRPr sz="2000" b="0"/>
            </a:lvl1pPr>
          </a:lstStyle>
          <a:p>
            <a:r>
              <a:rPr lang="en-US"/>
              <a:t>Click to edit Master title style</a:t>
            </a:r>
            <a:endParaRPr lang="en-US" dirty="0"/>
          </a:p>
        </p:txBody>
      </p:sp>
      <p:sp>
        <p:nvSpPr>
          <p:cNvPr id="3" name="Content Placeholder 2"/>
          <p:cNvSpPr>
            <a:spLocks noGrp="1"/>
          </p:cNvSpPr>
          <p:nvPr>
            <p:ph idx="1"/>
          </p:nvPr>
        </p:nvSpPr>
        <p:spPr>
          <a:xfrm>
            <a:off x="3575050" y="273050"/>
            <a:ext cx="5111750" cy="5853113"/>
          </a:xfrm>
        </p:spPr>
        <p:txBody>
          <a:bodyPr/>
          <a:lstStyle>
            <a:lvl1pPr>
              <a:defRPr sz="3200">
                <a:solidFill>
                  <a:schemeClr val="bg1"/>
                </a:solidFill>
              </a:defRPr>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3449914880"/>
      </p:ext>
    </p:extLst>
  </p:cSld>
  <p:clrMapOvr>
    <a:masterClrMapping/>
  </p:clrMapOvr>
</p:sldLayout>
</file>

<file path=ppt/slideLayouts/slideLayout525.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endParaRPr lang="en-US" noProof="0" dirty="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14100290"/>
      </p:ext>
    </p:extLst>
  </p:cSld>
  <p:clrMapOvr>
    <a:masterClrMapping/>
  </p:clrMapOvr>
</p:sldLayout>
</file>

<file path=ppt/slideLayouts/slideLayout52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3718190740"/>
      </p:ext>
    </p:extLst>
  </p:cSld>
  <p:clrMapOvr>
    <a:masterClrMapping/>
  </p:clrMapOvr>
</p:sldLayout>
</file>

<file path=ppt/slideLayouts/slideLayout52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291263" y="0"/>
            <a:ext cx="1943100" cy="537845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458788" y="0"/>
            <a:ext cx="5680075" cy="5378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031979914"/>
      </p:ext>
    </p:extLst>
  </p:cSld>
  <p:clrMapOvr>
    <a:masterClrMapping/>
  </p:clrMapOvr>
</p:sldLayout>
</file>

<file path=ppt/slideLayouts/slideLayout528.xml><?xml version="1.0" encoding="utf-8"?>
<p:sldLayout xmlns:a="http://schemas.openxmlformats.org/drawingml/2006/main" xmlns:r="http://schemas.openxmlformats.org/officeDocument/2006/relationships" xmlns:p="http://schemas.openxmlformats.org/presentationml/2006/main" type="tx">
  <p:cSld name="Title an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CA"/>
          </a:p>
        </p:txBody>
      </p:sp>
      <p:sp>
        <p:nvSpPr>
          <p:cNvPr id="3" name="Text Placeholder 2"/>
          <p:cNvSpPr>
            <a:spLocks noGrp="1"/>
          </p:cNvSpPr>
          <p:nvPr>
            <p:ph type="body"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Tree>
    <p:extLst>
      <p:ext uri="{BB962C8B-B14F-4D97-AF65-F5344CB8AC3E}">
        <p14:creationId xmlns:p14="http://schemas.microsoft.com/office/powerpoint/2010/main" val="3924188896"/>
      </p:ext>
    </p:extLst>
  </p:cSld>
  <p:clrMapOvr>
    <a:masterClrMapping/>
  </p:clrMapOvr>
</p:sldLayout>
</file>

<file path=ppt/slideLayouts/slideLayout529.xml><?xml version="1.0" encoding="utf-8"?>
<p:sldLayout xmlns:a="http://schemas.openxmlformats.org/drawingml/2006/main" xmlns:r="http://schemas.openxmlformats.org/officeDocument/2006/relationships" xmlns:p="http://schemas.openxmlformats.org/presentationml/2006/main" showMasterSp="0" preserve="1">
  <p:cSld name="Title Slide">
    <p:spTree>
      <p:nvGrpSpPr>
        <p:cNvPr id="1" name=""/>
        <p:cNvGrpSpPr/>
        <p:nvPr/>
      </p:nvGrpSpPr>
      <p:grpSpPr>
        <a:xfrm>
          <a:off x="0" y="0"/>
          <a:ext cx="0" cy="0"/>
          <a:chOff x="0" y="0"/>
          <a:chExt cx="0" cy="0"/>
        </a:xfrm>
      </p:grpSpPr>
      <p:sp>
        <p:nvSpPr>
          <p:cNvPr id="5" name="Rectangle 4"/>
          <p:cNvSpPr/>
          <p:nvPr/>
        </p:nvSpPr>
        <p:spPr>
          <a:xfrm>
            <a:off x="14177" y="2514600"/>
            <a:ext cx="9144000" cy="251460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p:cNvSpPr txBox="1"/>
          <p:nvPr/>
        </p:nvSpPr>
        <p:spPr>
          <a:xfrm>
            <a:off x="523875" y="1500426"/>
            <a:ext cx="7477125" cy="861774"/>
          </a:xfrm>
          <a:prstGeom prst="rect">
            <a:avLst/>
          </a:prstGeom>
          <a:noFill/>
        </p:spPr>
        <p:txBody>
          <a:bodyPr wrap="square" rtlCol="0">
            <a:spAutoFit/>
          </a:bodyPr>
          <a:lstStyle/>
          <a:p>
            <a:r>
              <a:rPr lang="en-US" sz="4800" dirty="0">
                <a:solidFill>
                  <a:schemeClr val="tx1">
                    <a:lumMod val="65000"/>
                    <a:lumOff val="35000"/>
                  </a:schemeClr>
                </a:solidFill>
                <a:latin typeface="Segoe UI Light" pitchFamily="34" charset="0"/>
                <a:ea typeface="Segoe UI" pitchFamily="34" charset="0"/>
                <a:cs typeface="Segoe UI" pitchFamily="34" charset="0"/>
              </a:rPr>
              <a:t>Microsoft</a:t>
            </a:r>
            <a:r>
              <a:rPr lang="en-US" baseline="100000" dirty="0">
                <a:solidFill>
                  <a:schemeClr val="tx1">
                    <a:lumMod val="65000"/>
                    <a:lumOff val="35000"/>
                  </a:schemeClr>
                </a:solidFill>
                <a:latin typeface="Segoe UI Light" pitchFamily="34" charset="0"/>
                <a:ea typeface="Segoe UI" pitchFamily="34" charset="0"/>
                <a:cs typeface="Segoe UI" pitchFamily="34" charset="0"/>
              </a:rPr>
              <a:t>®</a:t>
            </a:r>
            <a:r>
              <a:rPr lang="en-US" sz="4400" dirty="0">
                <a:solidFill>
                  <a:schemeClr val="tx1">
                    <a:lumMod val="65000"/>
                    <a:lumOff val="35000"/>
                  </a:schemeClr>
                </a:solidFill>
                <a:latin typeface="Segoe UI Light" pitchFamily="34" charset="0"/>
                <a:ea typeface="Segoe UI" pitchFamily="34" charset="0"/>
                <a:cs typeface="Segoe UI" pitchFamily="34" charset="0"/>
              </a:rPr>
              <a:t> </a:t>
            </a:r>
            <a:r>
              <a:rPr lang="en-US" sz="4800" dirty="0">
                <a:solidFill>
                  <a:schemeClr val="tx1">
                    <a:lumMod val="65000"/>
                    <a:lumOff val="35000"/>
                  </a:schemeClr>
                </a:solidFill>
                <a:latin typeface="Segoe UI Light" pitchFamily="34" charset="0"/>
                <a:ea typeface="Segoe UI" pitchFamily="34" charset="0"/>
                <a:cs typeface="Segoe UI" pitchFamily="34" charset="0"/>
              </a:rPr>
              <a:t>Official Course</a:t>
            </a:r>
          </a:p>
        </p:txBody>
      </p:sp>
      <p:pic>
        <p:nvPicPr>
          <p:cNvPr id="7" name="Picture 6"/>
          <p:cNvPicPr>
            <a:picLocks noChangeAspect="1"/>
          </p:cNvPicPr>
          <p:nvPr/>
        </p:nvPicPr>
        <p:blipFill>
          <a:blip r:embed="rId2" cstate="print">
            <a:duotone>
              <a:prstClr val="black"/>
              <a:schemeClr val="tx1">
                <a:lumMod val="85000"/>
                <a:lumOff val="15000"/>
                <a:tint val="45000"/>
                <a:satMod val="400000"/>
              </a:schemeClr>
            </a:duotone>
            <a:extLst>
              <a:ext uri="{BEBA8EAE-BF5A-486C-A8C5-ECC9F3942E4B}">
                <a14:imgProps xmlns:a14="http://schemas.microsoft.com/office/drawing/2010/main">
                  <a14:imgLayer r:embed="rId3">
                    <a14:imgEffect>
                      <a14:saturation sat="400000"/>
                    </a14:imgEffect>
                  </a14:imgLayer>
                </a14:imgProps>
              </a:ext>
              <a:ext uri="{28A0092B-C50C-407E-A947-70E740481C1C}">
                <a14:useLocalDpi xmlns:a14="http://schemas.microsoft.com/office/drawing/2010/main" val="0"/>
              </a:ext>
            </a:extLst>
          </a:blip>
          <a:stretch>
            <a:fillRect/>
          </a:stretch>
        </p:blipFill>
        <p:spPr>
          <a:xfrm>
            <a:off x="7315200" y="6248400"/>
            <a:ext cx="1413823" cy="230205"/>
          </a:xfrm>
          <a:prstGeom prst="rect">
            <a:avLst/>
          </a:prstGeom>
        </p:spPr>
      </p:pic>
      <p:pic>
        <p:nvPicPr>
          <p:cNvPr id="10" name="Picture 9"/>
          <p:cNvPicPr>
            <a:picLocks/>
          </p:cNvPicPr>
          <p:nvPr/>
        </p:nvPicPr>
        <p:blipFill>
          <a:blip r:embed="rId4" cstate="print">
            <a:extLst>
              <a:ext uri="{28A0092B-C50C-407E-A947-70E740481C1C}">
                <a14:useLocalDpi xmlns:a14="http://schemas.microsoft.com/office/drawing/2010/main" val="0"/>
              </a:ext>
            </a:extLst>
          </a:blip>
          <a:stretch>
            <a:fillRect/>
          </a:stretch>
        </p:blipFill>
        <p:spPr>
          <a:xfrm>
            <a:off x="1" y="2514600"/>
            <a:ext cx="3063240" cy="2514600"/>
          </a:xfrm>
          <a:prstGeom prst="rect">
            <a:avLst/>
          </a:prstGeom>
        </p:spPr>
      </p:pic>
      <p:sp>
        <p:nvSpPr>
          <p:cNvPr id="726019" name="Rectangle 3"/>
          <p:cNvSpPr>
            <a:spLocks noGrp="1" noChangeArrowheads="1"/>
          </p:cNvSpPr>
          <p:nvPr>
            <p:ph type="ctrTitle" sz="quarter" hasCustomPrompt="1"/>
          </p:nvPr>
        </p:nvSpPr>
        <p:spPr>
          <a:xfrm>
            <a:off x="3106782" y="2774735"/>
            <a:ext cx="5732417" cy="1129607"/>
          </a:xfrm>
          <a:ln algn="ctr"/>
        </p:spPr>
        <p:txBody>
          <a:bodyPr wrap="square" tIns="0" rIns="0" bIns="0">
            <a:spAutoFit/>
          </a:bodyPr>
          <a:lstStyle>
            <a:lvl1pPr algn="l">
              <a:spcBef>
                <a:spcPct val="60000"/>
              </a:spcBef>
              <a:buClr>
                <a:schemeClr val="hlink"/>
              </a:buClr>
              <a:buSzPct val="90000"/>
              <a:buFontTx/>
              <a:buNone/>
              <a:defRPr sz="8400" baseline="0">
                <a:solidFill>
                  <a:schemeClr val="bg1"/>
                </a:solidFill>
                <a:latin typeface="Segoe Light" pitchFamily="34" charset="0"/>
              </a:defRPr>
            </a:lvl1pPr>
          </a:lstStyle>
          <a:p>
            <a:r>
              <a:rPr lang="en-US" dirty="0"/>
              <a:t>Course #</a:t>
            </a:r>
          </a:p>
        </p:txBody>
      </p:sp>
      <p:sp>
        <p:nvSpPr>
          <p:cNvPr id="726020" name="Rectangle 4"/>
          <p:cNvSpPr>
            <a:spLocks noGrp="1" noChangeArrowheads="1"/>
          </p:cNvSpPr>
          <p:nvPr>
            <p:ph type="subTitle" sz="quarter" idx="1" hasCustomPrompt="1"/>
          </p:nvPr>
        </p:nvSpPr>
        <p:spPr>
          <a:xfrm>
            <a:off x="3121297" y="3925328"/>
            <a:ext cx="5775960" cy="1103872"/>
          </a:xfrm>
        </p:spPr>
        <p:txBody>
          <a:bodyPr lIns="91440" tIns="45720" rIns="91440" bIns="45720"/>
          <a:lstStyle>
            <a:lvl1pPr marL="0" indent="0" algn="l">
              <a:lnSpc>
                <a:spcPct val="95000"/>
              </a:lnSpc>
              <a:spcBef>
                <a:spcPct val="60000"/>
              </a:spcBef>
              <a:buFontTx/>
              <a:buNone/>
              <a:defRPr sz="2800">
                <a:solidFill>
                  <a:schemeClr val="bg1"/>
                </a:solidFill>
                <a:latin typeface="Segoe UI" pitchFamily="34" charset="0"/>
                <a:ea typeface="Segoe UI" pitchFamily="34" charset="0"/>
                <a:cs typeface="Segoe UI" pitchFamily="34" charset="0"/>
              </a:defRPr>
            </a:lvl1pPr>
          </a:lstStyle>
          <a:p>
            <a:r>
              <a:rPr lang="en-US" dirty="0"/>
              <a:t>Click to edit Course title</a:t>
            </a:r>
          </a:p>
        </p:txBody>
      </p:sp>
    </p:spTree>
    <p:extLst>
      <p:ext uri="{BB962C8B-B14F-4D97-AF65-F5344CB8AC3E}">
        <p14:creationId xmlns:p14="http://schemas.microsoft.com/office/powerpoint/2010/main" val="2533633684"/>
      </p:ext>
    </p:extLst>
  </p:cSld>
  <p:clrMapOvr>
    <a:masterClrMapping/>
  </p:clrMapOvr>
</p:sldLayout>
</file>

<file path=ppt/slideLayouts/slideLayout530.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3166630448"/>
      </p:ext>
    </p:extLst>
  </p:cSld>
  <p:clrMapOvr>
    <a:masterClrMapping/>
  </p:clrMapOvr>
</p:sldLayout>
</file>

<file path=ppt/slideLayouts/slideLayout531.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Tree>
    <p:extLst>
      <p:ext uri="{BB962C8B-B14F-4D97-AF65-F5344CB8AC3E}">
        <p14:creationId xmlns:p14="http://schemas.microsoft.com/office/powerpoint/2010/main" val="2360705836"/>
      </p:ext>
    </p:extLst>
  </p:cSld>
  <p:clrMapOvr>
    <a:masterClrMapping/>
  </p:clrMapOvr>
</p:sldLayout>
</file>

<file path=ppt/slideLayouts/slideLayout532.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458788" y="992188"/>
            <a:ext cx="3798887"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410075" y="992188"/>
            <a:ext cx="3800475"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2604054882"/>
      </p:ext>
    </p:extLst>
  </p:cSld>
  <p:clrMapOvr>
    <a:masterClrMapping/>
  </p:clrMapOvr>
</p:sldLayout>
</file>

<file path=ppt/slideLayouts/slideLayout533.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80772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45025" y="1535113"/>
            <a:ext cx="4041775"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2006816950"/>
      </p:ext>
    </p:extLst>
  </p:cSld>
  <p:clrMapOvr>
    <a:masterClrMapping/>
  </p:clrMapOvr>
</p:sldLayout>
</file>

<file path=ppt/slideLayouts/slideLayout53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3654538228"/>
      </p:ext>
    </p:extLst>
  </p:cSld>
  <p:clrMapOvr>
    <a:masterClrMapping/>
  </p:clrMapOvr>
</p:sldLayout>
</file>

<file path=ppt/slideLayouts/slideLayout53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674026748"/>
      </p:ext>
    </p:extLst>
  </p:cSld>
  <p:clrMapOvr>
    <a:masterClrMapping/>
  </p:clrMapOvr>
</p:sldLayout>
</file>

<file path=ppt/slideLayouts/slideLayout536.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t"/>
          <a:lstStyle>
            <a:lvl1pPr algn="l">
              <a:defRPr sz="2000" b="0"/>
            </a:lvl1pPr>
          </a:lstStyle>
          <a:p>
            <a:r>
              <a:rPr lang="en-US"/>
              <a:t>Click to edit Master title style</a:t>
            </a:r>
            <a:endParaRPr lang="en-US" dirty="0"/>
          </a:p>
        </p:txBody>
      </p:sp>
      <p:sp>
        <p:nvSpPr>
          <p:cNvPr id="3" name="Content Placeholder 2"/>
          <p:cNvSpPr>
            <a:spLocks noGrp="1"/>
          </p:cNvSpPr>
          <p:nvPr>
            <p:ph idx="1"/>
          </p:nvPr>
        </p:nvSpPr>
        <p:spPr>
          <a:xfrm>
            <a:off x="3575050" y="273050"/>
            <a:ext cx="5111750" cy="5853113"/>
          </a:xfrm>
        </p:spPr>
        <p:txBody>
          <a:bodyPr/>
          <a:lstStyle>
            <a:lvl1pPr>
              <a:defRPr sz="3200">
                <a:solidFill>
                  <a:schemeClr val="bg1"/>
                </a:solidFill>
              </a:defRPr>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3201755552"/>
      </p:ext>
    </p:extLst>
  </p:cSld>
  <p:clrMapOvr>
    <a:masterClrMapping/>
  </p:clrMapOvr>
</p:sldLayout>
</file>

<file path=ppt/slideLayouts/slideLayout537.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endParaRPr lang="en-US" noProof="0" dirty="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694321944"/>
      </p:ext>
    </p:extLst>
  </p:cSld>
  <p:clrMapOvr>
    <a:masterClrMapping/>
  </p:clrMapOvr>
</p:sldLayout>
</file>

<file path=ppt/slideLayouts/slideLayout538.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3367608599"/>
      </p:ext>
    </p:extLst>
  </p:cSld>
  <p:clrMapOvr>
    <a:masterClrMapping/>
  </p:clrMapOvr>
</p:sldLayout>
</file>

<file path=ppt/slideLayouts/slideLayout539.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291263" y="0"/>
            <a:ext cx="1943100" cy="537845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458788" y="0"/>
            <a:ext cx="5680075" cy="5378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4148411881"/>
      </p:ext>
    </p:extLst>
  </p:cSld>
  <p:clrMapOvr>
    <a:masterClrMapping/>
  </p:clrMapOvr>
</p:sldLayout>
</file>

<file path=ppt/slideLayouts/slideLayout540.xml><?xml version="1.0" encoding="utf-8"?>
<p:sldLayout xmlns:a="http://schemas.openxmlformats.org/drawingml/2006/main" xmlns:r="http://schemas.openxmlformats.org/officeDocument/2006/relationships" xmlns:p="http://schemas.openxmlformats.org/presentationml/2006/main" type="tx">
  <p:cSld name="Title an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CA"/>
          </a:p>
        </p:txBody>
      </p:sp>
      <p:sp>
        <p:nvSpPr>
          <p:cNvPr id="3" name="Text Placeholder 2"/>
          <p:cNvSpPr>
            <a:spLocks noGrp="1"/>
          </p:cNvSpPr>
          <p:nvPr>
            <p:ph type="body"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Tree>
    <p:extLst>
      <p:ext uri="{BB962C8B-B14F-4D97-AF65-F5344CB8AC3E}">
        <p14:creationId xmlns:p14="http://schemas.microsoft.com/office/powerpoint/2010/main" val="936239972"/>
      </p:ext>
    </p:extLst>
  </p:cSld>
  <p:clrMapOvr>
    <a:masterClrMapping/>
  </p:clrMapOvr>
</p:sldLayout>
</file>

<file path=ppt/slideLayouts/slideLayout541.xml><?xml version="1.0" encoding="utf-8"?>
<p:sldLayout xmlns:a="http://schemas.openxmlformats.org/drawingml/2006/main" xmlns:r="http://schemas.openxmlformats.org/officeDocument/2006/relationships" xmlns:p="http://schemas.openxmlformats.org/presentationml/2006/main" showMasterSp="0" preserve="1">
  <p:cSld name="Title Slide">
    <p:spTree>
      <p:nvGrpSpPr>
        <p:cNvPr id="1" name=""/>
        <p:cNvGrpSpPr/>
        <p:nvPr/>
      </p:nvGrpSpPr>
      <p:grpSpPr>
        <a:xfrm>
          <a:off x="0" y="0"/>
          <a:ext cx="0" cy="0"/>
          <a:chOff x="0" y="0"/>
          <a:chExt cx="0" cy="0"/>
        </a:xfrm>
      </p:grpSpPr>
      <p:sp>
        <p:nvSpPr>
          <p:cNvPr id="5" name="Rectangle 4"/>
          <p:cNvSpPr/>
          <p:nvPr/>
        </p:nvSpPr>
        <p:spPr>
          <a:xfrm>
            <a:off x="14177" y="2514600"/>
            <a:ext cx="9144000" cy="251460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p:cNvSpPr txBox="1"/>
          <p:nvPr/>
        </p:nvSpPr>
        <p:spPr>
          <a:xfrm>
            <a:off x="523875" y="1500426"/>
            <a:ext cx="7477125" cy="861774"/>
          </a:xfrm>
          <a:prstGeom prst="rect">
            <a:avLst/>
          </a:prstGeom>
          <a:noFill/>
        </p:spPr>
        <p:txBody>
          <a:bodyPr wrap="square" rtlCol="0">
            <a:spAutoFit/>
          </a:bodyPr>
          <a:lstStyle/>
          <a:p>
            <a:r>
              <a:rPr lang="en-US" sz="4800" dirty="0">
                <a:solidFill>
                  <a:schemeClr val="tx1">
                    <a:lumMod val="65000"/>
                    <a:lumOff val="35000"/>
                  </a:schemeClr>
                </a:solidFill>
                <a:latin typeface="Segoe UI Light" pitchFamily="34" charset="0"/>
                <a:ea typeface="Segoe UI" pitchFamily="34" charset="0"/>
                <a:cs typeface="Segoe UI" pitchFamily="34" charset="0"/>
              </a:rPr>
              <a:t>Microsoft</a:t>
            </a:r>
            <a:r>
              <a:rPr lang="en-US" baseline="100000" dirty="0">
                <a:solidFill>
                  <a:schemeClr val="tx1">
                    <a:lumMod val="65000"/>
                    <a:lumOff val="35000"/>
                  </a:schemeClr>
                </a:solidFill>
                <a:latin typeface="Segoe UI Light" pitchFamily="34" charset="0"/>
                <a:ea typeface="Segoe UI" pitchFamily="34" charset="0"/>
                <a:cs typeface="Segoe UI" pitchFamily="34" charset="0"/>
              </a:rPr>
              <a:t>®</a:t>
            </a:r>
            <a:r>
              <a:rPr lang="en-US" sz="4400" dirty="0">
                <a:solidFill>
                  <a:schemeClr val="tx1">
                    <a:lumMod val="65000"/>
                    <a:lumOff val="35000"/>
                  </a:schemeClr>
                </a:solidFill>
                <a:latin typeface="Segoe UI Light" pitchFamily="34" charset="0"/>
                <a:ea typeface="Segoe UI" pitchFamily="34" charset="0"/>
                <a:cs typeface="Segoe UI" pitchFamily="34" charset="0"/>
              </a:rPr>
              <a:t> </a:t>
            </a:r>
            <a:r>
              <a:rPr lang="en-US" sz="4800" dirty="0">
                <a:solidFill>
                  <a:schemeClr val="tx1">
                    <a:lumMod val="65000"/>
                    <a:lumOff val="35000"/>
                  </a:schemeClr>
                </a:solidFill>
                <a:latin typeface="Segoe UI Light" pitchFamily="34" charset="0"/>
                <a:ea typeface="Segoe UI" pitchFamily="34" charset="0"/>
                <a:cs typeface="Segoe UI" pitchFamily="34" charset="0"/>
              </a:rPr>
              <a:t>Official Course</a:t>
            </a:r>
          </a:p>
        </p:txBody>
      </p:sp>
      <p:pic>
        <p:nvPicPr>
          <p:cNvPr id="7" name="Picture 6"/>
          <p:cNvPicPr>
            <a:picLocks noChangeAspect="1"/>
          </p:cNvPicPr>
          <p:nvPr/>
        </p:nvPicPr>
        <p:blipFill>
          <a:blip r:embed="rId2" cstate="print">
            <a:duotone>
              <a:prstClr val="black"/>
              <a:schemeClr val="tx1">
                <a:lumMod val="85000"/>
                <a:lumOff val="15000"/>
                <a:tint val="45000"/>
                <a:satMod val="400000"/>
              </a:schemeClr>
            </a:duotone>
            <a:extLst>
              <a:ext uri="{BEBA8EAE-BF5A-486C-A8C5-ECC9F3942E4B}">
                <a14:imgProps xmlns:a14="http://schemas.microsoft.com/office/drawing/2010/main">
                  <a14:imgLayer r:embed="rId3">
                    <a14:imgEffect>
                      <a14:saturation sat="400000"/>
                    </a14:imgEffect>
                  </a14:imgLayer>
                </a14:imgProps>
              </a:ext>
              <a:ext uri="{28A0092B-C50C-407E-A947-70E740481C1C}">
                <a14:useLocalDpi xmlns:a14="http://schemas.microsoft.com/office/drawing/2010/main" val="0"/>
              </a:ext>
            </a:extLst>
          </a:blip>
          <a:stretch>
            <a:fillRect/>
          </a:stretch>
        </p:blipFill>
        <p:spPr>
          <a:xfrm>
            <a:off x="7315200" y="6248400"/>
            <a:ext cx="1413823" cy="230205"/>
          </a:xfrm>
          <a:prstGeom prst="rect">
            <a:avLst/>
          </a:prstGeom>
        </p:spPr>
      </p:pic>
      <p:pic>
        <p:nvPicPr>
          <p:cNvPr id="10" name="Picture 9"/>
          <p:cNvPicPr>
            <a:picLocks/>
          </p:cNvPicPr>
          <p:nvPr/>
        </p:nvPicPr>
        <p:blipFill>
          <a:blip r:embed="rId4" cstate="print">
            <a:extLst>
              <a:ext uri="{28A0092B-C50C-407E-A947-70E740481C1C}">
                <a14:useLocalDpi xmlns:a14="http://schemas.microsoft.com/office/drawing/2010/main" val="0"/>
              </a:ext>
            </a:extLst>
          </a:blip>
          <a:stretch>
            <a:fillRect/>
          </a:stretch>
        </p:blipFill>
        <p:spPr>
          <a:xfrm>
            <a:off x="1" y="2514600"/>
            <a:ext cx="3063240" cy="2514600"/>
          </a:xfrm>
          <a:prstGeom prst="rect">
            <a:avLst/>
          </a:prstGeom>
        </p:spPr>
      </p:pic>
      <p:sp>
        <p:nvSpPr>
          <p:cNvPr id="726019" name="Rectangle 3"/>
          <p:cNvSpPr>
            <a:spLocks noGrp="1" noChangeArrowheads="1"/>
          </p:cNvSpPr>
          <p:nvPr>
            <p:ph type="ctrTitle" sz="quarter" hasCustomPrompt="1"/>
          </p:nvPr>
        </p:nvSpPr>
        <p:spPr>
          <a:xfrm>
            <a:off x="3106782" y="2774735"/>
            <a:ext cx="5732417" cy="1129607"/>
          </a:xfrm>
          <a:ln algn="ctr"/>
        </p:spPr>
        <p:txBody>
          <a:bodyPr wrap="square" tIns="0" rIns="0" bIns="0">
            <a:spAutoFit/>
          </a:bodyPr>
          <a:lstStyle>
            <a:lvl1pPr algn="l">
              <a:spcBef>
                <a:spcPct val="60000"/>
              </a:spcBef>
              <a:buClr>
                <a:schemeClr val="hlink"/>
              </a:buClr>
              <a:buSzPct val="90000"/>
              <a:buFontTx/>
              <a:buNone/>
              <a:defRPr sz="8400" baseline="0">
                <a:solidFill>
                  <a:schemeClr val="bg1"/>
                </a:solidFill>
                <a:latin typeface="Segoe Light" pitchFamily="34" charset="0"/>
              </a:defRPr>
            </a:lvl1pPr>
          </a:lstStyle>
          <a:p>
            <a:r>
              <a:rPr lang="en-US" dirty="0"/>
              <a:t>Course #</a:t>
            </a:r>
          </a:p>
        </p:txBody>
      </p:sp>
      <p:sp>
        <p:nvSpPr>
          <p:cNvPr id="726020" name="Rectangle 4"/>
          <p:cNvSpPr>
            <a:spLocks noGrp="1" noChangeArrowheads="1"/>
          </p:cNvSpPr>
          <p:nvPr>
            <p:ph type="subTitle" sz="quarter" idx="1" hasCustomPrompt="1"/>
          </p:nvPr>
        </p:nvSpPr>
        <p:spPr>
          <a:xfrm>
            <a:off x="3121297" y="3925328"/>
            <a:ext cx="5775960" cy="1103872"/>
          </a:xfrm>
        </p:spPr>
        <p:txBody>
          <a:bodyPr lIns="91440" tIns="45720" rIns="91440" bIns="45720"/>
          <a:lstStyle>
            <a:lvl1pPr marL="0" indent="0" algn="l">
              <a:lnSpc>
                <a:spcPct val="95000"/>
              </a:lnSpc>
              <a:spcBef>
                <a:spcPct val="60000"/>
              </a:spcBef>
              <a:buFontTx/>
              <a:buNone/>
              <a:defRPr sz="2800">
                <a:solidFill>
                  <a:schemeClr val="bg1"/>
                </a:solidFill>
                <a:latin typeface="Segoe UI" pitchFamily="34" charset="0"/>
                <a:ea typeface="Segoe UI" pitchFamily="34" charset="0"/>
                <a:cs typeface="Segoe UI" pitchFamily="34" charset="0"/>
              </a:defRPr>
            </a:lvl1pPr>
          </a:lstStyle>
          <a:p>
            <a:r>
              <a:rPr lang="en-US" dirty="0"/>
              <a:t>Click to edit Course title</a:t>
            </a:r>
          </a:p>
        </p:txBody>
      </p:sp>
    </p:spTree>
    <p:extLst>
      <p:ext uri="{BB962C8B-B14F-4D97-AF65-F5344CB8AC3E}">
        <p14:creationId xmlns:p14="http://schemas.microsoft.com/office/powerpoint/2010/main" val="1213245413"/>
      </p:ext>
    </p:extLst>
  </p:cSld>
  <p:clrMapOvr>
    <a:masterClrMapping/>
  </p:clrMapOvr>
</p:sldLayout>
</file>

<file path=ppt/slideLayouts/slideLayout54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978609403"/>
      </p:ext>
    </p:extLst>
  </p:cSld>
  <p:clrMapOvr>
    <a:masterClrMapping/>
  </p:clrMapOvr>
</p:sldLayout>
</file>

<file path=ppt/slideLayouts/slideLayout54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Tree>
    <p:extLst>
      <p:ext uri="{BB962C8B-B14F-4D97-AF65-F5344CB8AC3E}">
        <p14:creationId xmlns:p14="http://schemas.microsoft.com/office/powerpoint/2010/main" val="3265136475"/>
      </p:ext>
    </p:extLst>
  </p:cSld>
  <p:clrMapOvr>
    <a:masterClrMapping/>
  </p:clrMapOvr>
</p:sldLayout>
</file>

<file path=ppt/slideLayouts/slideLayout54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458788" y="992188"/>
            <a:ext cx="3798887"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410075" y="992188"/>
            <a:ext cx="3800475"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3717454879"/>
      </p:ext>
    </p:extLst>
  </p:cSld>
  <p:clrMapOvr>
    <a:masterClrMapping/>
  </p:clrMapOvr>
</p:sldLayout>
</file>

<file path=ppt/slideLayouts/slideLayout54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80772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45025" y="1535113"/>
            <a:ext cx="4041775"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946835397"/>
      </p:ext>
    </p:extLst>
  </p:cSld>
  <p:clrMapOvr>
    <a:masterClrMapping/>
  </p:clrMapOvr>
</p:sldLayout>
</file>

<file path=ppt/slideLayouts/slideLayout54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2578504602"/>
      </p:ext>
    </p:extLst>
  </p:cSld>
  <p:clrMapOvr>
    <a:masterClrMapping/>
  </p:clrMapOvr>
</p:sldLayout>
</file>

<file path=ppt/slideLayouts/slideLayout54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729426112"/>
      </p:ext>
    </p:extLst>
  </p:cSld>
  <p:clrMapOvr>
    <a:masterClrMapping/>
  </p:clrMapOvr>
</p:sldLayout>
</file>

<file path=ppt/slideLayouts/slideLayout54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t"/>
          <a:lstStyle>
            <a:lvl1pPr algn="l">
              <a:defRPr sz="2000" b="0"/>
            </a:lvl1pPr>
          </a:lstStyle>
          <a:p>
            <a:r>
              <a:rPr lang="en-US"/>
              <a:t>Click to edit Master title style</a:t>
            </a:r>
            <a:endParaRPr lang="en-US" dirty="0"/>
          </a:p>
        </p:txBody>
      </p:sp>
      <p:sp>
        <p:nvSpPr>
          <p:cNvPr id="3" name="Content Placeholder 2"/>
          <p:cNvSpPr>
            <a:spLocks noGrp="1"/>
          </p:cNvSpPr>
          <p:nvPr>
            <p:ph idx="1"/>
          </p:nvPr>
        </p:nvSpPr>
        <p:spPr>
          <a:xfrm>
            <a:off x="3575050" y="273050"/>
            <a:ext cx="5111750" cy="5853113"/>
          </a:xfrm>
        </p:spPr>
        <p:txBody>
          <a:bodyPr/>
          <a:lstStyle>
            <a:lvl1pPr>
              <a:defRPr sz="3200">
                <a:solidFill>
                  <a:schemeClr val="bg1"/>
                </a:solidFill>
              </a:defRPr>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1904099353"/>
      </p:ext>
    </p:extLst>
  </p:cSld>
  <p:clrMapOvr>
    <a:masterClrMapping/>
  </p:clrMapOvr>
</p:sldLayout>
</file>

<file path=ppt/slideLayouts/slideLayout54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endParaRPr lang="en-US" noProof="0" dirty="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1738276608"/>
      </p:ext>
    </p:extLst>
  </p:cSld>
  <p:clrMapOvr>
    <a:masterClrMapping/>
  </p:clrMapOvr>
</p:sldLayout>
</file>

<file path=ppt/slideLayouts/slideLayout55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370514853"/>
      </p:ext>
    </p:extLst>
  </p:cSld>
  <p:clrMapOvr>
    <a:masterClrMapping/>
  </p:clrMapOvr>
</p:sldLayout>
</file>

<file path=ppt/slideLayouts/slideLayout55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291263" y="0"/>
            <a:ext cx="1943100" cy="537845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458788" y="0"/>
            <a:ext cx="5680075" cy="5378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996061712"/>
      </p:ext>
    </p:extLst>
  </p:cSld>
  <p:clrMapOvr>
    <a:masterClrMapping/>
  </p:clrMapOvr>
</p:sldLayout>
</file>

<file path=ppt/slideLayouts/slideLayout552.xml><?xml version="1.0" encoding="utf-8"?>
<p:sldLayout xmlns:a="http://schemas.openxmlformats.org/drawingml/2006/main" xmlns:r="http://schemas.openxmlformats.org/officeDocument/2006/relationships" xmlns:p="http://schemas.openxmlformats.org/presentationml/2006/main" type="tx">
  <p:cSld name="Title an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CA"/>
          </a:p>
        </p:txBody>
      </p:sp>
      <p:sp>
        <p:nvSpPr>
          <p:cNvPr id="3" name="Text Placeholder 2"/>
          <p:cNvSpPr>
            <a:spLocks noGrp="1"/>
          </p:cNvSpPr>
          <p:nvPr>
            <p:ph type="body"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Tree>
    <p:extLst>
      <p:ext uri="{BB962C8B-B14F-4D97-AF65-F5344CB8AC3E}">
        <p14:creationId xmlns:p14="http://schemas.microsoft.com/office/powerpoint/2010/main" val="271409263"/>
      </p:ext>
    </p:extLst>
  </p:cSld>
  <p:clrMapOvr>
    <a:masterClrMapping/>
  </p:clrMapOvr>
</p:sldLayout>
</file>

<file path=ppt/slideLayouts/slideLayout553.xml><?xml version="1.0" encoding="utf-8"?>
<p:sldLayout xmlns:a="http://schemas.openxmlformats.org/drawingml/2006/main" xmlns:r="http://schemas.openxmlformats.org/officeDocument/2006/relationships" xmlns:p="http://schemas.openxmlformats.org/presentationml/2006/main" showMasterSp="0" preserve="1">
  <p:cSld name="Title Slide">
    <p:spTree>
      <p:nvGrpSpPr>
        <p:cNvPr id="1" name=""/>
        <p:cNvGrpSpPr/>
        <p:nvPr/>
      </p:nvGrpSpPr>
      <p:grpSpPr>
        <a:xfrm>
          <a:off x="0" y="0"/>
          <a:ext cx="0" cy="0"/>
          <a:chOff x="0" y="0"/>
          <a:chExt cx="0" cy="0"/>
        </a:xfrm>
      </p:grpSpPr>
      <p:sp>
        <p:nvSpPr>
          <p:cNvPr id="5" name="Rectangle 4"/>
          <p:cNvSpPr/>
          <p:nvPr/>
        </p:nvSpPr>
        <p:spPr>
          <a:xfrm>
            <a:off x="14177" y="2514600"/>
            <a:ext cx="9144000" cy="251460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p:cNvSpPr txBox="1"/>
          <p:nvPr/>
        </p:nvSpPr>
        <p:spPr>
          <a:xfrm>
            <a:off x="523875" y="1500426"/>
            <a:ext cx="7477125" cy="861774"/>
          </a:xfrm>
          <a:prstGeom prst="rect">
            <a:avLst/>
          </a:prstGeom>
          <a:noFill/>
        </p:spPr>
        <p:txBody>
          <a:bodyPr wrap="square" rtlCol="0">
            <a:spAutoFit/>
          </a:bodyPr>
          <a:lstStyle/>
          <a:p>
            <a:r>
              <a:rPr lang="en-US" sz="4800" dirty="0">
                <a:solidFill>
                  <a:schemeClr val="tx1">
                    <a:lumMod val="65000"/>
                    <a:lumOff val="35000"/>
                  </a:schemeClr>
                </a:solidFill>
                <a:latin typeface="Segoe UI Light" pitchFamily="34" charset="0"/>
                <a:ea typeface="Segoe UI" pitchFamily="34" charset="0"/>
                <a:cs typeface="Segoe UI" pitchFamily="34" charset="0"/>
              </a:rPr>
              <a:t>Microsoft</a:t>
            </a:r>
            <a:r>
              <a:rPr lang="en-US" baseline="100000" dirty="0">
                <a:solidFill>
                  <a:schemeClr val="tx1">
                    <a:lumMod val="65000"/>
                    <a:lumOff val="35000"/>
                  </a:schemeClr>
                </a:solidFill>
                <a:latin typeface="Segoe UI Light" pitchFamily="34" charset="0"/>
                <a:ea typeface="Segoe UI" pitchFamily="34" charset="0"/>
                <a:cs typeface="Segoe UI" pitchFamily="34" charset="0"/>
              </a:rPr>
              <a:t>®</a:t>
            </a:r>
            <a:r>
              <a:rPr lang="en-US" sz="4400" dirty="0">
                <a:solidFill>
                  <a:schemeClr val="tx1">
                    <a:lumMod val="65000"/>
                    <a:lumOff val="35000"/>
                  </a:schemeClr>
                </a:solidFill>
                <a:latin typeface="Segoe UI Light" pitchFamily="34" charset="0"/>
                <a:ea typeface="Segoe UI" pitchFamily="34" charset="0"/>
                <a:cs typeface="Segoe UI" pitchFamily="34" charset="0"/>
              </a:rPr>
              <a:t> </a:t>
            </a:r>
            <a:r>
              <a:rPr lang="en-US" sz="4800" dirty="0">
                <a:solidFill>
                  <a:schemeClr val="tx1">
                    <a:lumMod val="65000"/>
                    <a:lumOff val="35000"/>
                  </a:schemeClr>
                </a:solidFill>
                <a:latin typeface="Segoe UI Light" pitchFamily="34" charset="0"/>
                <a:ea typeface="Segoe UI" pitchFamily="34" charset="0"/>
                <a:cs typeface="Segoe UI" pitchFamily="34" charset="0"/>
              </a:rPr>
              <a:t>Official Course</a:t>
            </a:r>
          </a:p>
        </p:txBody>
      </p:sp>
      <p:pic>
        <p:nvPicPr>
          <p:cNvPr id="7" name="Picture 6"/>
          <p:cNvPicPr>
            <a:picLocks noChangeAspect="1"/>
          </p:cNvPicPr>
          <p:nvPr/>
        </p:nvPicPr>
        <p:blipFill>
          <a:blip r:embed="rId2" cstate="print">
            <a:duotone>
              <a:prstClr val="black"/>
              <a:schemeClr val="tx1">
                <a:lumMod val="85000"/>
                <a:lumOff val="15000"/>
                <a:tint val="45000"/>
                <a:satMod val="400000"/>
              </a:schemeClr>
            </a:duotone>
            <a:extLst>
              <a:ext uri="{BEBA8EAE-BF5A-486C-A8C5-ECC9F3942E4B}">
                <a14:imgProps xmlns:a14="http://schemas.microsoft.com/office/drawing/2010/main">
                  <a14:imgLayer r:embed="rId3">
                    <a14:imgEffect>
                      <a14:saturation sat="400000"/>
                    </a14:imgEffect>
                  </a14:imgLayer>
                </a14:imgProps>
              </a:ext>
              <a:ext uri="{28A0092B-C50C-407E-A947-70E740481C1C}">
                <a14:useLocalDpi xmlns:a14="http://schemas.microsoft.com/office/drawing/2010/main" val="0"/>
              </a:ext>
            </a:extLst>
          </a:blip>
          <a:stretch>
            <a:fillRect/>
          </a:stretch>
        </p:blipFill>
        <p:spPr>
          <a:xfrm>
            <a:off x="7315200" y="6248400"/>
            <a:ext cx="1413823" cy="230205"/>
          </a:xfrm>
          <a:prstGeom prst="rect">
            <a:avLst/>
          </a:prstGeom>
        </p:spPr>
      </p:pic>
      <p:pic>
        <p:nvPicPr>
          <p:cNvPr id="10" name="Picture 9"/>
          <p:cNvPicPr>
            <a:picLocks/>
          </p:cNvPicPr>
          <p:nvPr/>
        </p:nvPicPr>
        <p:blipFill>
          <a:blip r:embed="rId4" cstate="print">
            <a:extLst>
              <a:ext uri="{28A0092B-C50C-407E-A947-70E740481C1C}">
                <a14:useLocalDpi xmlns:a14="http://schemas.microsoft.com/office/drawing/2010/main" val="0"/>
              </a:ext>
            </a:extLst>
          </a:blip>
          <a:stretch>
            <a:fillRect/>
          </a:stretch>
        </p:blipFill>
        <p:spPr>
          <a:xfrm>
            <a:off x="1" y="2514600"/>
            <a:ext cx="3063240" cy="2514600"/>
          </a:xfrm>
          <a:prstGeom prst="rect">
            <a:avLst/>
          </a:prstGeom>
        </p:spPr>
      </p:pic>
      <p:sp>
        <p:nvSpPr>
          <p:cNvPr id="726019" name="Rectangle 3"/>
          <p:cNvSpPr>
            <a:spLocks noGrp="1" noChangeArrowheads="1"/>
          </p:cNvSpPr>
          <p:nvPr>
            <p:ph type="ctrTitle" sz="quarter" hasCustomPrompt="1"/>
          </p:nvPr>
        </p:nvSpPr>
        <p:spPr>
          <a:xfrm>
            <a:off x="3106782" y="2774735"/>
            <a:ext cx="5732417" cy="1129607"/>
          </a:xfrm>
          <a:ln algn="ctr"/>
        </p:spPr>
        <p:txBody>
          <a:bodyPr wrap="square" tIns="0" rIns="0" bIns="0">
            <a:spAutoFit/>
          </a:bodyPr>
          <a:lstStyle>
            <a:lvl1pPr algn="l">
              <a:spcBef>
                <a:spcPct val="60000"/>
              </a:spcBef>
              <a:buClr>
                <a:schemeClr val="hlink"/>
              </a:buClr>
              <a:buSzPct val="90000"/>
              <a:buFontTx/>
              <a:buNone/>
              <a:defRPr sz="8400" baseline="0">
                <a:solidFill>
                  <a:schemeClr val="bg1"/>
                </a:solidFill>
                <a:latin typeface="Segoe Light" pitchFamily="34" charset="0"/>
              </a:defRPr>
            </a:lvl1pPr>
          </a:lstStyle>
          <a:p>
            <a:r>
              <a:rPr lang="en-US" dirty="0"/>
              <a:t>Course #</a:t>
            </a:r>
          </a:p>
        </p:txBody>
      </p:sp>
      <p:sp>
        <p:nvSpPr>
          <p:cNvPr id="726020" name="Rectangle 4"/>
          <p:cNvSpPr>
            <a:spLocks noGrp="1" noChangeArrowheads="1"/>
          </p:cNvSpPr>
          <p:nvPr>
            <p:ph type="subTitle" sz="quarter" idx="1" hasCustomPrompt="1"/>
          </p:nvPr>
        </p:nvSpPr>
        <p:spPr>
          <a:xfrm>
            <a:off x="3121297" y="3925328"/>
            <a:ext cx="5775960" cy="1103872"/>
          </a:xfrm>
        </p:spPr>
        <p:txBody>
          <a:bodyPr lIns="91440" tIns="45720" rIns="91440" bIns="45720"/>
          <a:lstStyle>
            <a:lvl1pPr marL="0" indent="0" algn="l">
              <a:lnSpc>
                <a:spcPct val="95000"/>
              </a:lnSpc>
              <a:spcBef>
                <a:spcPct val="60000"/>
              </a:spcBef>
              <a:buFontTx/>
              <a:buNone/>
              <a:defRPr sz="2800">
                <a:solidFill>
                  <a:schemeClr val="bg1"/>
                </a:solidFill>
                <a:latin typeface="Segoe UI" pitchFamily="34" charset="0"/>
                <a:ea typeface="Segoe UI" pitchFamily="34" charset="0"/>
                <a:cs typeface="Segoe UI" pitchFamily="34" charset="0"/>
              </a:defRPr>
            </a:lvl1pPr>
          </a:lstStyle>
          <a:p>
            <a:r>
              <a:rPr lang="en-US" dirty="0"/>
              <a:t>Click to edit Course title</a:t>
            </a:r>
          </a:p>
        </p:txBody>
      </p:sp>
    </p:spTree>
    <p:extLst>
      <p:ext uri="{BB962C8B-B14F-4D97-AF65-F5344CB8AC3E}">
        <p14:creationId xmlns:p14="http://schemas.microsoft.com/office/powerpoint/2010/main" val="1264053257"/>
      </p:ext>
    </p:extLst>
  </p:cSld>
  <p:clrMapOvr>
    <a:masterClrMapping/>
  </p:clrMapOvr>
</p:sldLayout>
</file>

<file path=ppt/slideLayouts/slideLayout55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147684533"/>
      </p:ext>
    </p:extLst>
  </p:cSld>
  <p:clrMapOvr>
    <a:masterClrMapping/>
  </p:clrMapOvr>
</p:sldLayout>
</file>

<file path=ppt/slideLayouts/slideLayout55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Tree>
    <p:extLst>
      <p:ext uri="{BB962C8B-B14F-4D97-AF65-F5344CB8AC3E}">
        <p14:creationId xmlns:p14="http://schemas.microsoft.com/office/powerpoint/2010/main" val="4130994277"/>
      </p:ext>
    </p:extLst>
  </p:cSld>
  <p:clrMapOvr>
    <a:masterClrMapping/>
  </p:clrMapOvr>
</p:sldLayout>
</file>

<file path=ppt/slideLayouts/slideLayout55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458788" y="992188"/>
            <a:ext cx="3798887"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410075" y="992188"/>
            <a:ext cx="3800475"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2397438209"/>
      </p:ext>
    </p:extLst>
  </p:cSld>
  <p:clrMapOvr>
    <a:masterClrMapping/>
  </p:clrMapOvr>
</p:sldLayout>
</file>

<file path=ppt/slideLayouts/slideLayout55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80772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45025" y="1535113"/>
            <a:ext cx="4041775"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2312092558"/>
      </p:ext>
    </p:extLst>
  </p:cSld>
  <p:clrMapOvr>
    <a:masterClrMapping/>
  </p:clrMapOvr>
</p:sldLayout>
</file>

<file path=ppt/slideLayouts/slideLayout55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1231603585"/>
      </p:ext>
    </p:extLst>
  </p:cSld>
  <p:clrMapOvr>
    <a:masterClrMapping/>
  </p:clrMapOvr>
</p:sldLayout>
</file>

<file path=ppt/slideLayouts/slideLayout55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450168128"/>
      </p:ext>
    </p:extLst>
  </p:cSld>
  <p:clrMapOvr>
    <a:masterClrMapping/>
  </p:clrMapOvr>
</p:sldLayout>
</file>

<file path=ppt/slideLayouts/slideLayout56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t"/>
          <a:lstStyle>
            <a:lvl1pPr algn="l">
              <a:defRPr sz="2000" b="0"/>
            </a:lvl1pPr>
          </a:lstStyle>
          <a:p>
            <a:r>
              <a:rPr lang="en-US"/>
              <a:t>Click to edit Master title style</a:t>
            </a:r>
            <a:endParaRPr lang="en-US" dirty="0"/>
          </a:p>
        </p:txBody>
      </p:sp>
      <p:sp>
        <p:nvSpPr>
          <p:cNvPr id="3" name="Content Placeholder 2"/>
          <p:cNvSpPr>
            <a:spLocks noGrp="1"/>
          </p:cNvSpPr>
          <p:nvPr>
            <p:ph idx="1"/>
          </p:nvPr>
        </p:nvSpPr>
        <p:spPr>
          <a:xfrm>
            <a:off x="3575050" y="273050"/>
            <a:ext cx="5111750" cy="5853113"/>
          </a:xfrm>
        </p:spPr>
        <p:txBody>
          <a:bodyPr/>
          <a:lstStyle>
            <a:lvl1pPr>
              <a:defRPr sz="3200">
                <a:solidFill>
                  <a:schemeClr val="bg1"/>
                </a:solidFill>
              </a:defRPr>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1477844154"/>
      </p:ext>
    </p:extLst>
  </p:cSld>
  <p:clrMapOvr>
    <a:masterClrMapping/>
  </p:clrMapOvr>
</p:sldLayout>
</file>

<file path=ppt/slideLayouts/slideLayout56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endParaRPr lang="en-US" noProof="0" dirty="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2707657506"/>
      </p:ext>
    </p:extLst>
  </p:cSld>
  <p:clrMapOvr>
    <a:masterClrMapping/>
  </p:clrMapOvr>
</p:sldLayout>
</file>

<file path=ppt/slideLayouts/slideLayout56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902891510"/>
      </p:ext>
    </p:extLst>
  </p:cSld>
  <p:clrMapOvr>
    <a:masterClrMapping/>
  </p:clrMapOvr>
</p:sldLayout>
</file>

<file path=ppt/slideLayouts/slideLayout56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291263" y="0"/>
            <a:ext cx="1943100" cy="537845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458788" y="0"/>
            <a:ext cx="5680075" cy="5378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779969387"/>
      </p:ext>
    </p:extLst>
  </p:cSld>
  <p:clrMapOvr>
    <a:masterClrMapping/>
  </p:clrMapOvr>
</p:sldLayout>
</file>

<file path=ppt/slideLayouts/slideLayout564.xml><?xml version="1.0" encoding="utf-8"?>
<p:sldLayout xmlns:a="http://schemas.openxmlformats.org/drawingml/2006/main" xmlns:r="http://schemas.openxmlformats.org/officeDocument/2006/relationships" xmlns:p="http://schemas.openxmlformats.org/presentationml/2006/main" type="tx">
  <p:cSld name="Title an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CA"/>
          </a:p>
        </p:txBody>
      </p:sp>
      <p:sp>
        <p:nvSpPr>
          <p:cNvPr id="3" name="Text Placeholder 2"/>
          <p:cNvSpPr>
            <a:spLocks noGrp="1"/>
          </p:cNvSpPr>
          <p:nvPr>
            <p:ph type="body"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Tree>
    <p:extLst>
      <p:ext uri="{BB962C8B-B14F-4D97-AF65-F5344CB8AC3E}">
        <p14:creationId xmlns:p14="http://schemas.microsoft.com/office/powerpoint/2010/main" val="927679446"/>
      </p:ext>
    </p:extLst>
  </p:cSld>
  <p:clrMapOvr>
    <a:masterClrMapping/>
  </p:clrMapOvr>
</p:sldLayout>
</file>

<file path=ppt/slideLayouts/slideLayout565.xml><?xml version="1.0" encoding="utf-8"?>
<p:sldLayout xmlns:a="http://schemas.openxmlformats.org/drawingml/2006/main" xmlns:r="http://schemas.openxmlformats.org/officeDocument/2006/relationships" xmlns:p="http://schemas.openxmlformats.org/presentationml/2006/main" showMasterSp="0" preserve="1">
  <p:cSld name="Title Slide">
    <p:spTree>
      <p:nvGrpSpPr>
        <p:cNvPr id="1" name=""/>
        <p:cNvGrpSpPr/>
        <p:nvPr/>
      </p:nvGrpSpPr>
      <p:grpSpPr>
        <a:xfrm>
          <a:off x="0" y="0"/>
          <a:ext cx="0" cy="0"/>
          <a:chOff x="0" y="0"/>
          <a:chExt cx="0" cy="0"/>
        </a:xfrm>
      </p:grpSpPr>
      <p:sp>
        <p:nvSpPr>
          <p:cNvPr id="5" name="Rectangle 4"/>
          <p:cNvSpPr/>
          <p:nvPr/>
        </p:nvSpPr>
        <p:spPr>
          <a:xfrm>
            <a:off x="14177" y="2514600"/>
            <a:ext cx="9144000" cy="251460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p:cNvSpPr txBox="1"/>
          <p:nvPr/>
        </p:nvSpPr>
        <p:spPr>
          <a:xfrm>
            <a:off x="523875" y="1500426"/>
            <a:ext cx="7477125" cy="861774"/>
          </a:xfrm>
          <a:prstGeom prst="rect">
            <a:avLst/>
          </a:prstGeom>
          <a:noFill/>
        </p:spPr>
        <p:txBody>
          <a:bodyPr wrap="square" rtlCol="0">
            <a:spAutoFit/>
          </a:bodyPr>
          <a:lstStyle/>
          <a:p>
            <a:r>
              <a:rPr lang="en-US" sz="4800" dirty="0">
                <a:solidFill>
                  <a:schemeClr val="tx1">
                    <a:lumMod val="65000"/>
                    <a:lumOff val="35000"/>
                  </a:schemeClr>
                </a:solidFill>
                <a:latin typeface="Segoe UI Light" pitchFamily="34" charset="0"/>
                <a:ea typeface="Segoe UI" pitchFamily="34" charset="0"/>
                <a:cs typeface="Segoe UI" pitchFamily="34" charset="0"/>
              </a:rPr>
              <a:t>Microsoft</a:t>
            </a:r>
            <a:r>
              <a:rPr lang="en-US" baseline="100000" dirty="0">
                <a:solidFill>
                  <a:schemeClr val="tx1">
                    <a:lumMod val="65000"/>
                    <a:lumOff val="35000"/>
                  </a:schemeClr>
                </a:solidFill>
                <a:latin typeface="Segoe UI Light" pitchFamily="34" charset="0"/>
                <a:ea typeface="Segoe UI" pitchFamily="34" charset="0"/>
                <a:cs typeface="Segoe UI" pitchFamily="34" charset="0"/>
              </a:rPr>
              <a:t>®</a:t>
            </a:r>
            <a:r>
              <a:rPr lang="en-US" sz="4400" dirty="0">
                <a:solidFill>
                  <a:schemeClr val="tx1">
                    <a:lumMod val="65000"/>
                    <a:lumOff val="35000"/>
                  </a:schemeClr>
                </a:solidFill>
                <a:latin typeface="Segoe UI Light" pitchFamily="34" charset="0"/>
                <a:ea typeface="Segoe UI" pitchFamily="34" charset="0"/>
                <a:cs typeface="Segoe UI" pitchFamily="34" charset="0"/>
              </a:rPr>
              <a:t> </a:t>
            </a:r>
            <a:r>
              <a:rPr lang="en-US" sz="4800" dirty="0">
                <a:solidFill>
                  <a:schemeClr val="tx1">
                    <a:lumMod val="65000"/>
                    <a:lumOff val="35000"/>
                  </a:schemeClr>
                </a:solidFill>
                <a:latin typeface="Segoe UI Light" pitchFamily="34" charset="0"/>
                <a:ea typeface="Segoe UI" pitchFamily="34" charset="0"/>
                <a:cs typeface="Segoe UI" pitchFamily="34" charset="0"/>
              </a:rPr>
              <a:t>Official Course</a:t>
            </a:r>
          </a:p>
        </p:txBody>
      </p:sp>
      <p:pic>
        <p:nvPicPr>
          <p:cNvPr id="7" name="Picture 6"/>
          <p:cNvPicPr>
            <a:picLocks noChangeAspect="1"/>
          </p:cNvPicPr>
          <p:nvPr/>
        </p:nvPicPr>
        <p:blipFill>
          <a:blip r:embed="rId2" cstate="print">
            <a:duotone>
              <a:prstClr val="black"/>
              <a:schemeClr val="tx1">
                <a:lumMod val="85000"/>
                <a:lumOff val="15000"/>
                <a:tint val="45000"/>
                <a:satMod val="400000"/>
              </a:schemeClr>
            </a:duotone>
            <a:extLst>
              <a:ext uri="{BEBA8EAE-BF5A-486C-A8C5-ECC9F3942E4B}">
                <a14:imgProps xmlns:a14="http://schemas.microsoft.com/office/drawing/2010/main">
                  <a14:imgLayer r:embed="rId3">
                    <a14:imgEffect>
                      <a14:saturation sat="400000"/>
                    </a14:imgEffect>
                  </a14:imgLayer>
                </a14:imgProps>
              </a:ext>
              <a:ext uri="{28A0092B-C50C-407E-A947-70E740481C1C}">
                <a14:useLocalDpi xmlns:a14="http://schemas.microsoft.com/office/drawing/2010/main" val="0"/>
              </a:ext>
            </a:extLst>
          </a:blip>
          <a:stretch>
            <a:fillRect/>
          </a:stretch>
        </p:blipFill>
        <p:spPr>
          <a:xfrm>
            <a:off x="7315200" y="6248400"/>
            <a:ext cx="1413823" cy="230205"/>
          </a:xfrm>
          <a:prstGeom prst="rect">
            <a:avLst/>
          </a:prstGeom>
        </p:spPr>
      </p:pic>
      <p:pic>
        <p:nvPicPr>
          <p:cNvPr id="10" name="Picture 9"/>
          <p:cNvPicPr>
            <a:picLocks/>
          </p:cNvPicPr>
          <p:nvPr/>
        </p:nvPicPr>
        <p:blipFill>
          <a:blip r:embed="rId4" cstate="print">
            <a:extLst>
              <a:ext uri="{28A0092B-C50C-407E-A947-70E740481C1C}">
                <a14:useLocalDpi xmlns:a14="http://schemas.microsoft.com/office/drawing/2010/main" val="0"/>
              </a:ext>
            </a:extLst>
          </a:blip>
          <a:stretch>
            <a:fillRect/>
          </a:stretch>
        </p:blipFill>
        <p:spPr>
          <a:xfrm>
            <a:off x="1" y="2514600"/>
            <a:ext cx="3063240" cy="2514600"/>
          </a:xfrm>
          <a:prstGeom prst="rect">
            <a:avLst/>
          </a:prstGeom>
        </p:spPr>
      </p:pic>
      <p:sp>
        <p:nvSpPr>
          <p:cNvPr id="726019" name="Rectangle 3"/>
          <p:cNvSpPr>
            <a:spLocks noGrp="1" noChangeArrowheads="1"/>
          </p:cNvSpPr>
          <p:nvPr>
            <p:ph type="ctrTitle" sz="quarter" hasCustomPrompt="1"/>
          </p:nvPr>
        </p:nvSpPr>
        <p:spPr>
          <a:xfrm>
            <a:off x="3106782" y="2774735"/>
            <a:ext cx="5732417" cy="1129607"/>
          </a:xfrm>
          <a:ln algn="ctr"/>
        </p:spPr>
        <p:txBody>
          <a:bodyPr wrap="square" tIns="0" rIns="0" bIns="0">
            <a:spAutoFit/>
          </a:bodyPr>
          <a:lstStyle>
            <a:lvl1pPr algn="l">
              <a:spcBef>
                <a:spcPct val="60000"/>
              </a:spcBef>
              <a:buClr>
                <a:schemeClr val="hlink"/>
              </a:buClr>
              <a:buSzPct val="90000"/>
              <a:buFontTx/>
              <a:buNone/>
              <a:defRPr sz="8400" baseline="0">
                <a:solidFill>
                  <a:schemeClr val="bg1"/>
                </a:solidFill>
                <a:latin typeface="Segoe Light" pitchFamily="34" charset="0"/>
              </a:defRPr>
            </a:lvl1pPr>
          </a:lstStyle>
          <a:p>
            <a:r>
              <a:rPr lang="en-US" dirty="0"/>
              <a:t>Course #</a:t>
            </a:r>
          </a:p>
        </p:txBody>
      </p:sp>
      <p:sp>
        <p:nvSpPr>
          <p:cNvPr id="726020" name="Rectangle 4"/>
          <p:cNvSpPr>
            <a:spLocks noGrp="1" noChangeArrowheads="1"/>
          </p:cNvSpPr>
          <p:nvPr>
            <p:ph type="subTitle" sz="quarter" idx="1" hasCustomPrompt="1"/>
          </p:nvPr>
        </p:nvSpPr>
        <p:spPr>
          <a:xfrm>
            <a:off x="3121297" y="3925328"/>
            <a:ext cx="5775960" cy="1103872"/>
          </a:xfrm>
        </p:spPr>
        <p:txBody>
          <a:bodyPr lIns="91440" tIns="45720" rIns="91440" bIns="45720"/>
          <a:lstStyle>
            <a:lvl1pPr marL="0" indent="0" algn="l">
              <a:lnSpc>
                <a:spcPct val="95000"/>
              </a:lnSpc>
              <a:spcBef>
                <a:spcPct val="60000"/>
              </a:spcBef>
              <a:buFontTx/>
              <a:buNone/>
              <a:defRPr sz="2800">
                <a:solidFill>
                  <a:schemeClr val="bg1"/>
                </a:solidFill>
                <a:latin typeface="Segoe UI" pitchFamily="34" charset="0"/>
                <a:ea typeface="Segoe UI" pitchFamily="34" charset="0"/>
                <a:cs typeface="Segoe UI" pitchFamily="34" charset="0"/>
              </a:defRPr>
            </a:lvl1pPr>
          </a:lstStyle>
          <a:p>
            <a:r>
              <a:rPr lang="en-US" dirty="0"/>
              <a:t>Click to edit Course title</a:t>
            </a:r>
          </a:p>
        </p:txBody>
      </p:sp>
    </p:spTree>
    <p:extLst>
      <p:ext uri="{BB962C8B-B14F-4D97-AF65-F5344CB8AC3E}">
        <p14:creationId xmlns:p14="http://schemas.microsoft.com/office/powerpoint/2010/main" val="1833587455"/>
      </p:ext>
    </p:extLst>
  </p:cSld>
  <p:clrMapOvr>
    <a:masterClrMapping/>
  </p:clrMapOvr>
</p:sldLayout>
</file>

<file path=ppt/slideLayouts/slideLayout566.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2569622545"/>
      </p:ext>
    </p:extLst>
  </p:cSld>
  <p:clrMapOvr>
    <a:masterClrMapping/>
  </p:clrMapOvr>
</p:sldLayout>
</file>

<file path=ppt/slideLayouts/slideLayout567.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Tree>
    <p:extLst>
      <p:ext uri="{BB962C8B-B14F-4D97-AF65-F5344CB8AC3E}">
        <p14:creationId xmlns:p14="http://schemas.microsoft.com/office/powerpoint/2010/main" val="1902936760"/>
      </p:ext>
    </p:extLst>
  </p:cSld>
  <p:clrMapOvr>
    <a:masterClrMapping/>
  </p:clrMapOvr>
</p:sldLayout>
</file>

<file path=ppt/slideLayouts/slideLayout568.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458788" y="992188"/>
            <a:ext cx="3798887"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410075" y="992188"/>
            <a:ext cx="3800475"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295326142"/>
      </p:ext>
    </p:extLst>
  </p:cSld>
  <p:clrMapOvr>
    <a:masterClrMapping/>
  </p:clrMapOvr>
</p:sldLayout>
</file>

<file path=ppt/slideLayouts/slideLayout569.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80772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45025" y="1535113"/>
            <a:ext cx="4041775"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286393375"/>
      </p:ext>
    </p:extLst>
  </p:cSld>
  <p:clrMapOvr>
    <a:masterClrMapping/>
  </p:clrMapOvr>
</p:sldLayout>
</file>

<file path=ppt/slideLayouts/slideLayout570.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507775868"/>
      </p:ext>
    </p:extLst>
  </p:cSld>
  <p:clrMapOvr>
    <a:masterClrMapping/>
  </p:clrMapOvr>
</p:sldLayout>
</file>

<file path=ppt/slideLayouts/slideLayout57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717304540"/>
      </p:ext>
    </p:extLst>
  </p:cSld>
  <p:clrMapOvr>
    <a:masterClrMapping/>
  </p:clrMapOvr>
</p:sldLayout>
</file>

<file path=ppt/slideLayouts/slideLayout572.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t"/>
          <a:lstStyle>
            <a:lvl1pPr algn="l">
              <a:defRPr sz="2000" b="0"/>
            </a:lvl1pPr>
          </a:lstStyle>
          <a:p>
            <a:r>
              <a:rPr lang="en-US"/>
              <a:t>Click to edit Master title style</a:t>
            </a:r>
            <a:endParaRPr lang="en-US" dirty="0"/>
          </a:p>
        </p:txBody>
      </p:sp>
      <p:sp>
        <p:nvSpPr>
          <p:cNvPr id="3" name="Content Placeholder 2"/>
          <p:cNvSpPr>
            <a:spLocks noGrp="1"/>
          </p:cNvSpPr>
          <p:nvPr>
            <p:ph idx="1"/>
          </p:nvPr>
        </p:nvSpPr>
        <p:spPr>
          <a:xfrm>
            <a:off x="3575050" y="273050"/>
            <a:ext cx="5111750" cy="5853113"/>
          </a:xfrm>
        </p:spPr>
        <p:txBody>
          <a:bodyPr/>
          <a:lstStyle>
            <a:lvl1pPr>
              <a:defRPr sz="3200">
                <a:solidFill>
                  <a:schemeClr val="bg1"/>
                </a:solidFill>
              </a:defRPr>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2295335325"/>
      </p:ext>
    </p:extLst>
  </p:cSld>
  <p:clrMapOvr>
    <a:masterClrMapping/>
  </p:clrMapOvr>
</p:sldLayout>
</file>

<file path=ppt/slideLayouts/slideLayout573.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endParaRPr lang="en-US" noProof="0" dirty="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1290638449"/>
      </p:ext>
    </p:extLst>
  </p:cSld>
  <p:clrMapOvr>
    <a:masterClrMapping/>
  </p:clrMapOvr>
</p:sldLayout>
</file>

<file path=ppt/slideLayouts/slideLayout574.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890716756"/>
      </p:ext>
    </p:extLst>
  </p:cSld>
  <p:clrMapOvr>
    <a:masterClrMapping/>
  </p:clrMapOvr>
</p:sldLayout>
</file>

<file path=ppt/slideLayouts/slideLayout575.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291263" y="0"/>
            <a:ext cx="1943100" cy="537845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458788" y="0"/>
            <a:ext cx="5680075" cy="5378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466031110"/>
      </p:ext>
    </p:extLst>
  </p:cSld>
  <p:clrMapOvr>
    <a:masterClrMapping/>
  </p:clrMapOvr>
</p:sldLayout>
</file>

<file path=ppt/slideLayouts/slideLayout576.xml><?xml version="1.0" encoding="utf-8"?>
<p:sldLayout xmlns:a="http://schemas.openxmlformats.org/drawingml/2006/main" xmlns:r="http://schemas.openxmlformats.org/officeDocument/2006/relationships" xmlns:p="http://schemas.openxmlformats.org/presentationml/2006/main" type="tx">
  <p:cSld name="Title an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CA"/>
          </a:p>
        </p:txBody>
      </p:sp>
      <p:sp>
        <p:nvSpPr>
          <p:cNvPr id="3" name="Text Placeholder 2"/>
          <p:cNvSpPr>
            <a:spLocks noGrp="1"/>
          </p:cNvSpPr>
          <p:nvPr>
            <p:ph type="body"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Tree>
    <p:extLst>
      <p:ext uri="{BB962C8B-B14F-4D97-AF65-F5344CB8AC3E}">
        <p14:creationId xmlns:p14="http://schemas.microsoft.com/office/powerpoint/2010/main" val="2128673726"/>
      </p:ext>
    </p:extLst>
  </p:cSld>
  <p:clrMapOvr>
    <a:masterClrMapping/>
  </p:clrMapOvr>
</p:sldLayout>
</file>

<file path=ppt/slideLayouts/slideLayout577.xml><?xml version="1.0" encoding="utf-8"?>
<p:sldLayout xmlns:a="http://schemas.openxmlformats.org/drawingml/2006/main" xmlns:r="http://schemas.openxmlformats.org/officeDocument/2006/relationships" xmlns:p="http://schemas.openxmlformats.org/presentationml/2006/main" showMasterSp="0" preserve="1">
  <p:cSld name="Title Slide">
    <p:spTree>
      <p:nvGrpSpPr>
        <p:cNvPr id="1" name=""/>
        <p:cNvGrpSpPr/>
        <p:nvPr/>
      </p:nvGrpSpPr>
      <p:grpSpPr>
        <a:xfrm>
          <a:off x="0" y="0"/>
          <a:ext cx="0" cy="0"/>
          <a:chOff x="0" y="0"/>
          <a:chExt cx="0" cy="0"/>
        </a:xfrm>
      </p:grpSpPr>
      <p:sp>
        <p:nvSpPr>
          <p:cNvPr id="5" name="Rectangle 4"/>
          <p:cNvSpPr/>
          <p:nvPr/>
        </p:nvSpPr>
        <p:spPr>
          <a:xfrm>
            <a:off x="14177" y="2514600"/>
            <a:ext cx="9144000" cy="251460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p:cNvSpPr txBox="1"/>
          <p:nvPr/>
        </p:nvSpPr>
        <p:spPr>
          <a:xfrm>
            <a:off x="523875" y="1500426"/>
            <a:ext cx="7477125" cy="861774"/>
          </a:xfrm>
          <a:prstGeom prst="rect">
            <a:avLst/>
          </a:prstGeom>
          <a:noFill/>
        </p:spPr>
        <p:txBody>
          <a:bodyPr wrap="square" rtlCol="0">
            <a:spAutoFit/>
          </a:bodyPr>
          <a:lstStyle/>
          <a:p>
            <a:r>
              <a:rPr lang="en-US" sz="4800" dirty="0">
                <a:solidFill>
                  <a:schemeClr val="tx1">
                    <a:lumMod val="65000"/>
                    <a:lumOff val="35000"/>
                  </a:schemeClr>
                </a:solidFill>
                <a:latin typeface="Segoe UI Light" pitchFamily="34" charset="0"/>
                <a:ea typeface="Segoe UI" pitchFamily="34" charset="0"/>
                <a:cs typeface="Segoe UI" pitchFamily="34" charset="0"/>
              </a:rPr>
              <a:t>Microsoft</a:t>
            </a:r>
            <a:r>
              <a:rPr lang="en-US" baseline="100000" dirty="0">
                <a:solidFill>
                  <a:schemeClr val="tx1">
                    <a:lumMod val="65000"/>
                    <a:lumOff val="35000"/>
                  </a:schemeClr>
                </a:solidFill>
                <a:latin typeface="Segoe UI Light" pitchFamily="34" charset="0"/>
                <a:ea typeface="Segoe UI" pitchFamily="34" charset="0"/>
                <a:cs typeface="Segoe UI" pitchFamily="34" charset="0"/>
              </a:rPr>
              <a:t>®</a:t>
            </a:r>
            <a:r>
              <a:rPr lang="en-US" sz="4400" dirty="0">
                <a:solidFill>
                  <a:schemeClr val="tx1">
                    <a:lumMod val="65000"/>
                    <a:lumOff val="35000"/>
                  </a:schemeClr>
                </a:solidFill>
                <a:latin typeface="Segoe UI Light" pitchFamily="34" charset="0"/>
                <a:ea typeface="Segoe UI" pitchFamily="34" charset="0"/>
                <a:cs typeface="Segoe UI" pitchFamily="34" charset="0"/>
              </a:rPr>
              <a:t> </a:t>
            </a:r>
            <a:r>
              <a:rPr lang="en-US" sz="4800" dirty="0">
                <a:solidFill>
                  <a:schemeClr val="tx1">
                    <a:lumMod val="65000"/>
                    <a:lumOff val="35000"/>
                  </a:schemeClr>
                </a:solidFill>
                <a:latin typeface="Segoe UI Light" pitchFamily="34" charset="0"/>
                <a:ea typeface="Segoe UI" pitchFamily="34" charset="0"/>
                <a:cs typeface="Segoe UI" pitchFamily="34" charset="0"/>
              </a:rPr>
              <a:t>Official Course</a:t>
            </a:r>
          </a:p>
        </p:txBody>
      </p:sp>
      <p:pic>
        <p:nvPicPr>
          <p:cNvPr id="7" name="Picture 6"/>
          <p:cNvPicPr>
            <a:picLocks noChangeAspect="1"/>
          </p:cNvPicPr>
          <p:nvPr/>
        </p:nvPicPr>
        <p:blipFill>
          <a:blip r:embed="rId2" cstate="print">
            <a:duotone>
              <a:prstClr val="black"/>
              <a:schemeClr val="tx1">
                <a:lumMod val="85000"/>
                <a:lumOff val="15000"/>
                <a:tint val="45000"/>
                <a:satMod val="400000"/>
              </a:schemeClr>
            </a:duotone>
            <a:extLst>
              <a:ext uri="{BEBA8EAE-BF5A-486C-A8C5-ECC9F3942E4B}">
                <a14:imgProps xmlns:a14="http://schemas.microsoft.com/office/drawing/2010/main">
                  <a14:imgLayer r:embed="rId3">
                    <a14:imgEffect>
                      <a14:saturation sat="400000"/>
                    </a14:imgEffect>
                  </a14:imgLayer>
                </a14:imgProps>
              </a:ext>
              <a:ext uri="{28A0092B-C50C-407E-A947-70E740481C1C}">
                <a14:useLocalDpi xmlns:a14="http://schemas.microsoft.com/office/drawing/2010/main" val="0"/>
              </a:ext>
            </a:extLst>
          </a:blip>
          <a:stretch>
            <a:fillRect/>
          </a:stretch>
        </p:blipFill>
        <p:spPr>
          <a:xfrm>
            <a:off x="7315200" y="6248400"/>
            <a:ext cx="1413823" cy="230205"/>
          </a:xfrm>
          <a:prstGeom prst="rect">
            <a:avLst/>
          </a:prstGeom>
        </p:spPr>
      </p:pic>
      <p:pic>
        <p:nvPicPr>
          <p:cNvPr id="10" name="Picture 9"/>
          <p:cNvPicPr>
            <a:picLocks/>
          </p:cNvPicPr>
          <p:nvPr/>
        </p:nvPicPr>
        <p:blipFill>
          <a:blip r:embed="rId4" cstate="print">
            <a:extLst>
              <a:ext uri="{28A0092B-C50C-407E-A947-70E740481C1C}">
                <a14:useLocalDpi xmlns:a14="http://schemas.microsoft.com/office/drawing/2010/main" val="0"/>
              </a:ext>
            </a:extLst>
          </a:blip>
          <a:stretch>
            <a:fillRect/>
          </a:stretch>
        </p:blipFill>
        <p:spPr>
          <a:xfrm>
            <a:off x="1" y="2514600"/>
            <a:ext cx="3063240" cy="2514600"/>
          </a:xfrm>
          <a:prstGeom prst="rect">
            <a:avLst/>
          </a:prstGeom>
        </p:spPr>
      </p:pic>
      <p:sp>
        <p:nvSpPr>
          <p:cNvPr id="726019" name="Rectangle 3"/>
          <p:cNvSpPr>
            <a:spLocks noGrp="1" noChangeArrowheads="1"/>
          </p:cNvSpPr>
          <p:nvPr>
            <p:ph type="ctrTitle" sz="quarter" hasCustomPrompt="1"/>
          </p:nvPr>
        </p:nvSpPr>
        <p:spPr>
          <a:xfrm>
            <a:off x="3106782" y="2774735"/>
            <a:ext cx="5732417" cy="1129607"/>
          </a:xfrm>
          <a:ln algn="ctr"/>
        </p:spPr>
        <p:txBody>
          <a:bodyPr wrap="square" tIns="0" rIns="0" bIns="0">
            <a:spAutoFit/>
          </a:bodyPr>
          <a:lstStyle>
            <a:lvl1pPr algn="l">
              <a:spcBef>
                <a:spcPct val="60000"/>
              </a:spcBef>
              <a:buClr>
                <a:schemeClr val="hlink"/>
              </a:buClr>
              <a:buSzPct val="90000"/>
              <a:buFontTx/>
              <a:buNone/>
              <a:defRPr sz="8400" baseline="0">
                <a:solidFill>
                  <a:schemeClr val="bg1"/>
                </a:solidFill>
                <a:latin typeface="Segoe Light" pitchFamily="34" charset="0"/>
              </a:defRPr>
            </a:lvl1pPr>
          </a:lstStyle>
          <a:p>
            <a:r>
              <a:rPr lang="en-US" dirty="0"/>
              <a:t>Course #</a:t>
            </a:r>
          </a:p>
        </p:txBody>
      </p:sp>
      <p:sp>
        <p:nvSpPr>
          <p:cNvPr id="726020" name="Rectangle 4"/>
          <p:cNvSpPr>
            <a:spLocks noGrp="1" noChangeArrowheads="1"/>
          </p:cNvSpPr>
          <p:nvPr>
            <p:ph type="subTitle" sz="quarter" idx="1" hasCustomPrompt="1"/>
          </p:nvPr>
        </p:nvSpPr>
        <p:spPr>
          <a:xfrm>
            <a:off x="3121297" y="3925328"/>
            <a:ext cx="5775960" cy="1103872"/>
          </a:xfrm>
        </p:spPr>
        <p:txBody>
          <a:bodyPr lIns="91440" tIns="45720" rIns="91440" bIns="45720"/>
          <a:lstStyle>
            <a:lvl1pPr marL="0" indent="0" algn="l">
              <a:lnSpc>
                <a:spcPct val="95000"/>
              </a:lnSpc>
              <a:spcBef>
                <a:spcPct val="60000"/>
              </a:spcBef>
              <a:buFontTx/>
              <a:buNone/>
              <a:defRPr sz="2800">
                <a:solidFill>
                  <a:schemeClr val="bg1"/>
                </a:solidFill>
                <a:latin typeface="Segoe UI" pitchFamily="34" charset="0"/>
                <a:ea typeface="Segoe UI" pitchFamily="34" charset="0"/>
                <a:cs typeface="Segoe UI" pitchFamily="34" charset="0"/>
              </a:defRPr>
            </a:lvl1pPr>
          </a:lstStyle>
          <a:p>
            <a:r>
              <a:rPr lang="en-US" dirty="0"/>
              <a:t>Click to edit Course title</a:t>
            </a:r>
          </a:p>
        </p:txBody>
      </p:sp>
    </p:spTree>
    <p:extLst>
      <p:ext uri="{BB962C8B-B14F-4D97-AF65-F5344CB8AC3E}">
        <p14:creationId xmlns:p14="http://schemas.microsoft.com/office/powerpoint/2010/main" val="3406034835"/>
      </p:ext>
    </p:extLst>
  </p:cSld>
  <p:clrMapOvr>
    <a:masterClrMapping/>
  </p:clrMapOvr>
</p:sldLayout>
</file>

<file path=ppt/slideLayouts/slideLayout578.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552249554"/>
      </p:ext>
    </p:extLst>
  </p:cSld>
  <p:clrMapOvr>
    <a:masterClrMapping/>
  </p:clrMapOvr>
</p:sldLayout>
</file>

<file path=ppt/slideLayouts/slideLayout579.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Tree>
    <p:extLst>
      <p:ext uri="{BB962C8B-B14F-4D97-AF65-F5344CB8AC3E}">
        <p14:creationId xmlns:p14="http://schemas.microsoft.com/office/powerpoint/2010/main" val="3800299065"/>
      </p:ext>
    </p:extLst>
  </p:cSld>
  <p:clrMapOvr>
    <a:masterClrMapping/>
  </p:clrMapOvr>
</p:sldLayout>
</file>

<file path=ppt/slideLayouts/slideLayout580.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458788" y="992188"/>
            <a:ext cx="3798887"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410075" y="992188"/>
            <a:ext cx="3800475"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987656094"/>
      </p:ext>
    </p:extLst>
  </p:cSld>
  <p:clrMapOvr>
    <a:masterClrMapping/>
  </p:clrMapOvr>
</p:sldLayout>
</file>

<file path=ppt/slideLayouts/slideLayout581.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80772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45025" y="1535113"/>
            <a:ext cx="4041775"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2358462299"/>
      </p:ext>
    </p:extLst>
  </p:cSld>
  <p:clrMapOvr>
    <a:masterClrMapping/>
  </p:clrMapOvr>
</p:sldLayout>
</file>

<file path=ppt/slideLayouts/slideLayout582.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2170637909"/>
      </p:ext>
    </p:extLst>
  </p:cSld>
  <p:clrMapOvr>
    <a:masterClrMapping/>
  </p:clrMapOvr>
</p:sldLayout>
</file>

<file path=ppt/slideLayouts/slideLayout58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576124954"/>
      </p:ext>
    </p:extLst>
  </p:cSld>
  <p:clrMapOvr>
    <a:masterClrMapping/>
  </p:clrMapOvr>
</p:sldLayout>
</file>

<file path=ppt/slideLayouts/slideLayout584.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t"/>
          <a:lstStyle>
            <a:lvl1pPr algn="l">
              <a:defRPr sz="2000" b="0"/>
            </a:lvl1pPr>
          </a:lstStyle>
          <a:p>
            <a:r>
              <a:rPr lang="en-US"/>
              <a:t>Click to edit Master title style</a:t>
            </a:r>
            <a:endParaRPr lang="en-US" dirty="0"/>
          </a:p>
        </p:txBody>
      </p:sp>
      <p:sp>
        <p:nvSpPr>
          <p:cNvPr id="3" name="Content Placeholder 2"/>
          <p:cNvSpPr>
            <a:spLocks noGrp="1"/>
          </p:cNvSpPr>
          <p:nvPr>
            <p:ph idx="1"/>
          </p:nvPr>
        </p:nvSpPr>
        <p:spPr>
          <a:xfrm>
            <a:off x="3575050" y="273050"/>
            <a:ext cx="5111750" cy="5853113"/>
          </a:xfrm>
        </p:spPr>
        <p:txBody>
          <a:bodyPr/>
          <a:lstStyle>
            <a:lvl1pPr>
              <a:defRPr sz="3200">
                <a:solidFill>
                  <a:schemeClr val="bg1"/>
                </a:solidFill>
              </a:defRPr>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3206944061"/>
      </p:ext>
    </p:extLst>
  </p:cSld>
  <p:clrMapOvr>
    <a:masterClrMapping/>
  </p:clrMapOvr>
</p:sldLayout>
</file>

<file path=ppt/slideLayouts/slideLayout585.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endParaRPr lang="en-US" noProof="0" dirty="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3724498977"/>
      </p:ext>
    </p:extLst>
  </p:cSld>
  <p:clrMapOvr>
    <a:masterClrMapping/>
  </p:clrMapOvr>
</p:sldLayout>
</file>

<file path=ppt/slideLayouts/slideLayout58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745991602"/>
      </p:ext>
    </p:extLst>
  </p:cSld>
  <p:clrMapOvr>
    <a:masterClrMapping/>
  </p:clrMapOvr>
</p:sldLayout>
</file>

<file path=ppt/slideLayouts/slideLayout58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291263" y="0"/>
            <a:ext cx="1943100" cy="537845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458788" y="0"/>
            <a:ext cx="5680075" cy="5378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570425722"/>
      </p:ext>
    </p:extLst>
  </p:cSld>
  <p:clrMapOvr>
    <a:masterClrMapping/>
  </p:clrMapOvr>
</p:sldLayout>
</file>

<file path=ppt/slideLayouts/slideLayout588.xml><?xml version="1.0" encoding="utf-8"?>
<p:sldLayout xmlns:a="http://schemas.openxmlformats.org/drawingml/2006/main" xmlns:r="http://schemas.openxmlformats.org/officeDocument/2006/relationships" xmlns:p="http://schemas.openxmlformats.org/presentationml/2006/main" type="tx">
  <p:cSld name="Title an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CA"/>
          </a:p>
        </p:txBody>
      </p:sp>
      <p:sp>
        <p:nvSpPr>
          <p:cNvPr id="3" name="Text Placeholder 2"/>
          <p:cNvSpPr>
            <a:spLocks noGrp="1"/>
          </p:cNvSpPr>
          <p:nvPr>
            <p:ph type="body"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Tree>
    <p:extLst>
      <p:ext uri="{BB962C8B-B14F-4D97-AF65-F5344CB8AC3E}">
        <p14:creationId xmlns:p14="http://schemas.microsoft.com/office/powerpoint/2010/main" val="3769095141"/>
      </p:ext>
    </p:extLst>
  </p:cSld>
  <p:clrMapOvr>
    <a:masterClrMapping/>
  </p:clrMapOvr>
</p:sldLayout>
</file>

<file path=ppt/slideLayouts/slideLayout589.xml><?xml version="1.0" encoding="utf-8"?>
<p:sldLayout xmlns:a="http://schemas.openxmlformats.org/drawingml/2006/main" xmlns:r="http://schemas.openxmlformats.org/officeDocument/2006/relationships" xmlns:p="http://schemas.openxmlformats.org/presentationml/2006/main" showMasterSp="0" preserve="1">
  <p:cSld name="Title Slide">
    <p:spTree>
      <p:nvGrpSpPr>
        <p:cNvPr id="1" name=""/>
        <p:cNvGrpSpPr/>
        <p:nvPr/>
      </p:nvGrpSpPr>
      <p:grpSpPr>
        <a:xfrm>
          <a:off x="0" y="0"/>
          <a:ext cx="0" cy="0"/>
          <a:chOff x="0" y="0"/>
          <a:chExt cx="0" cy="0"/>
        </a:xfrm>
      </p:grpSpPr>
      <p:sp>
        <p:nvSpPr>
          <p:cNvPr id="5" name="Rectangle 4"/>
          <p:cNvSpPr/>
          <p:nvPr/>
        </p:nvSpPr>
        <p:spPr>
          <a:xfrm>
            <a:off x="14177" y="2514600"/>
            <a:ext cx="9144000" cy="251460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p:cNvSpPr txBox="1"/>
          <p:nvPr/>
        </p:nvSpPr>
        <p:spPr>
          <a:xfrm>
            <a:off x="523875" y="1500426"/>
            <a:ext cx="7477125" cy="861774"/>
          </a:xfrm>
          <a:prstGeom prst="rect">
            <a:avLst/>
          </a:prstGeom>
          <a:noFill/>
        </p:spPr>
        <p:txBody>
          <a:bodyPr wrap="square" rtlCol="0">
            <a:spAutoFit/>
          </a:bodyPr>
          <a:lstStyle/>
          <a:p>
            <a:r>
              <a:rPr lang="en-US" sz="4800" dirty="0">
                <a:solidFill>
                  <a:schemeClr val="tx1">
                    <a:lumMod val="65000"/>
                    <a:lumOff val="35000"/>
                  </a:schemeClr>
                </a:solidFill>
                <a:latin typeface="Segoe UI Light" pitchFamily="34" charset="0"/>
                <a:ea typeface="Segoe UI" pitchFamily="34" charset="0"/>
                <a:cs typeface="Segoe UI" pitchFamily="34" charset="0"/>
              </a:rPr>
              <a:t>Microsoft</a:t>
            </a:r>
            <a:r>
              <a:rPr lang="en-US" baseline="100000" dirty="0">
                <a:solidFill>
                  <a:schemeClr val="tx1">
                    <a:lumMod val="65000"/>
                    <a:lumOff val="35000"/>
                  </a:schemeClr>
                </a:solidFill>
                <a:latin typeface="Segoe UI Light" pitchFamily="34" charset="0"/>
                <a:ea typeface="Segoe UI" pitchFamily="34" charset="0"/>
                <a:cs typeface="Segoe UI" pitchFamily="34" charset="0"/>
              </a:rPr>
              <a:t>®</a:t>
            </a:r>
            <a:r>
              <a:rPr lang="en-US" sz="4400" dirty="0">
                <a:solidFill>
                  <a:schemeClr val="tx1">
                    <a:lumMod val="65000"/>
                    <a:lumOff val="35000"/>
                  </a:schemeClr>
                </a:solidFill>
                <a:latin typeface="Segoe UI Light" pitchFamily="34" charset="0"/>
                <a:ea typeface="Segoe UI" pitchFamily="34" charset="0"/>
                <a:cs typeface="Segoe UI" pitchFamily="34" charset="0"/>
              </a:rPr>
              <a:t> </a:t>
            </a:r>
            <a:r>
              <a:rPr lang="en-US" sz="4800" dirty="0">
                <a:solidFill>
                  <a:schemeClr val="tx1">
                    <a:lumMod val="65000"/>
                    <a:lumOff val="35000"/>
                  </a:schemeClr>
                </a:solidFill>
                <a:latin typeface="Segoe UI Light" pitchFamily="34" charset="0"/>
                <a:ea typeface="Segoe UI" pitchFamily="34" charset="0"/>
                <a:cs typeface="Segoe UI" pitchFamily="34" charset="0"/>
              </a:rPr>
              <a:t>Official Course</a:t>
            </a:r>
          </a:p>
        </p:txBody>
      </p:sp>
      <p:pic>
        <p:nvPicPr>
          <p:cNvPr id="7" name="Picture 6"/>
          <p:cNvPicPr>
            <a:picLocks noChangeAspect="1"/>
          </p:cNvPicPr>
          <p:nvPr/>
        </p:nvPicPr>
        <p:blipFill>
          <a:blip r:embed="rId2" cstate="print">
            <a:duotone>
              <a:prstClr val="black"/>
              <a:schemeClr val="tx1">
                <a:lumMod val="85000"/>
                <a:lumOff val="15000"/>
                <a:tint val="45000"/>
                <a:satMod val="400000"/>
              </a:schemeClr>
            </a:duotone>
            <a:extLst>
              <a:ext uri="{BEBA8EAE-BF5A-486C-A8C5-ECC9F3942E4B}">
                <a14:imgProps xmlns:a14="http://schemas.microsoft.com/office/drawing/2010/main">
                  <a14:imgLayer r:embed="rId3">
                    <a14:imgEffect>
                      <a14:saturation sat="400000"/>
                    </a14:imgEffect>
                  </a14:imgLayer>
                </a14:imgProps>
              </a:ext>
              <a:ext uri="{28A0092B-C50C-407E-A947-70E740481C1C}">
                <a14:useLocalDpi xmlns:a14="http://schemas.microsoft.com/office/drawing/2010/main" val="0"/>
              </a:ext>
            </a:extLst>
          </a:blip>
          <a:stretch>
            <a:fillRect/>
          </a:stretch>
        </p:blipFill>
        <p:spPr>
          <a:xfrm>
            <a:off x="7315200" y="6248400"/>
            <a:ext cx="1413823" cy="230205"/>
          </a:xfrm>
          <a:prstGeom prst="rect">
            <a:avLst/>
          </a:prstGeom>
        </p:spPr>
      </p:pic>
      <p:pic>
        <p:nvPicPr>
          <p:cNvPr id="10" name="Picture 9"/>
          <p:cNvPicPr>
            <a:picLocks/>
          </p:cNvPicPr>
          <p:nvPr/>
        </p:nvPicPr>
        <p:blipFill>
          <a:blip r:embed="rId4" cstate="print">
            <a:extLst>
              <a:ext uri="{28A0092B-C50C-407E-A947-70E740481C1C}">
                <a14:useLocalDpi xmlns:a14="http://schemas.microsoft.com/office/drawing/2010/main" val="0"/>
              </a:ext>
            </a:extLst>
          </a:blip>
          <a:stretch>
            <a:fillRect/>
          </a:stretch>
        </p:blipFill>
        <p:spPr>
          <a:xfrm>
            <a:off x="1" y="2514600"/>
            <a:ext cx="3063240" cy="2514600"/>
          </a:xfrm>
          <a:prstGeom prst="rect">
            <a:avLst/>
          </a:prstGeom>
        </p:spPr>
      </p:pic>
      <p:sp>
        <p:nvSpPr>
          <p:cNvPr id="726019" name="Rectangle 3"/>
          <p:cNvSpPr>
            <a:spLocks noGrp="1" noChangeArrowheads="1"/>
          </p:cNvSpPr>
          <p:nvPr>
            <p:ph type="ctrTitle" sz="quarter" hasCustomPrompt="1"/>
          </p:nvPr>
        </p:nvSpPr>
        <p:spPr>
          <a:xfrm>
            <a:off x="3106782" y="2774735"/>
            <a:ext cx="5732417" cy="1129607"/>
          </a:xfrm>
          <a:ln algn="ctr"/>
        </p:spPr>
        <p:txBody>
          <a:bodyPr wrap="square" tIns="0" rIns="0" bIns="0">
            <a:spAutoFit/>
          </a:bodyPr>
          <a:lstStyle>
            <a:lvl1pPr algn="l">
              <a:spcBef>
                <a:spcPct val="60000"/>
              </a:spcBef>
              <a:buClr>
                <a:schemeClr val="hlink"/>
              </a:buClr>
              <a:buSzPct val="90000"/>
              <a:buFontTx/>
              <a:buNone/>
              <a:defRPr sz="8400" baseline="0">
                <a:solidFill>
                  <a:schemeClr val="bg1"/>
                </a:solidFill>
                <a:latin typeface="Segoe Light" pitchFamily="34" charset="0"/>
              </a:defRPr>
            </a:lvl1pPr>
          </a:lstStyle>
          <a:p>
            <a:r>
              <a:rPr lang="en-US" dirty="0"/>
              <a:t>Course #</a:t>
            </a:r>
          </a:p>
        </p:txBody>
      </p:sp>
      <p:sp>
        <p:nvSpPr>
          <p:cNvPr id="726020" name="Rectangle 4"/>
          <p:cNvSpPr>
            <a:spLocks noGrp="1" noChangeArrowheads="1"/>
          </p:cNvSpPr>
          <p:nvPr>
            <p:ph type="subTitle" sz="quarter" idx="1" hasCustomPrompt="1"/>
          </p:nvPr>
        </p:nvSpPr>
        <p:spPr>
          <a:xfrm>
            <a:off x="3121297" y="3925328"/>
            <a:ext cx="5775960" cy="1103872"/>
          </a:xfrm>
        </p:spPr>
        <p:txBody>
          <a:bodyPr lIns="91440" tIns="45720" rIns="91440" bIns="45720"/>
          <a:lstStyle>
            <a:lvl1pPr marL="0" indent="0" algn="l">
              <a:lnSpc>
                <a:spcPct val="95000"/>
              </a:lnSpc>
              <a:spcBef>
                <a:spcPct val="60000"/>
              </a:spcBef>
              <a:buFontTx/>
              <a:buNone/>
              <a:defRPr sz="2800">
                <a:solidFill>
                  <a:schemeClr val="bg1"/>
                </a:solidFill>
                <a:latin typeface="Segoe UI" pitchFamily="34" charset="0"/>
                <a:ea typeface="Segoe UI" pitchFamily="34" charset="0"/>
                <a:cs typeface="Segoe UI" pitchFamily="34" charset="0"/>
              </a:defRPr>
            </a:lvl1pPr>
          </a:lstStyle>
          <a:p>
            <a:r>
              <a:rPr lang="en-US" dirty="0"/>
              <a:t>Click to edit Course title</a:t>
            </a:r>
          </a:p>
        </p:txBody>
      </p:sp>
    </p:spTree>
    <p:extLst>
      <p:ext uri="{BB962C8B-B14F-4D97-AF65-F5344CB8AC3E}">
        <p14:creationId xmlns:p14="http://schemas.microsoft.com/office/powerpoint/2010/main" val="4056784778"/>
      </p:ext>
    </p:extLst>
  </p:cSld>
  <p:clrMapOvr>
    <a:masterClrMapping/>
  </p:clrMapOvr>
</p:sldLayout>
</file>

<file path=ppt/slideLayouts/slideLayout590.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731099408"/>
      </p:ext>
    </p:extLst>
  </p:cSld>
  <p:clrMapOvr>
    <a:masterClrMapping/>
  </p:clrMapOvr>
</p:sldLayout>
</file>

<file path=ppt/slideLayouts/slideLayout591.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Tree>
    <p:extLst>
      <p:ext uri="{BB962C8B-B14F-4D97-AF65-F5344CB8AC3E}">
        <p14:creationId xmlns:p14="http://schemas.microsoft.com/office/powerpoint/2010/main" val="2245406149"/>
      </p:ext>
    </p:extLst>
  </p:cSld>
  <p:clrMapOvr>
    <a:masterClrMapping/>
  </p:clrMapOvr>
</p:sldLayout>
</file>

<file path=ppt/slideLayouts/slideLayout592.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458788" y="992188"/>
            <a:ext cx="3798887"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410075" y="992188"/>
            <a:ext cx="3800475"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3445499213"/>
      </p:ext>
    </p:extLst>
  </p:cSld>
  <p:clrMapOvr>
    <a:masterClrMapping/>
  </p:clrMapOvr>
</p:sldLayout>
</file>

<file path=ppt/slideLayouts/slideLayout593.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80772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45025" y="1535113"/>
            <a:ext cx="4041775"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2408891763"/>
      </p:ext>
    </p:extLst>
  </p:cSld>
  <p:clrMapOvr>
    <a:masterClrMapping/>
  </p:clrMapOvr>
</p:sldLayout>
</file>

<file path=ppt/slideLayouts/slideLayout59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1654874375"/>
      </p:ext>
    </p:extLst>
  </p:cSld>
  <p:clrMapOvr>
    <a:masterClrMapping/>
  </p:clrMapOvr>
</p:sldLayout>
</file>

<file path=ppt/slideLayouts/slideLayout59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86708607"/>
      </p:ext>
    </p:extLst>
  </p:cSld>
  <p:clrMapOvr>
    <a:masterClrMapping/>
  </p:clrMapOvr>
</p:sldLayout>
</file>

<file path=ppt/slideLayouts/slideLayout596.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t"/>
          <a:lstStyle>
            <a:lvl1pPr algn="l">
              <a:defRPr sz="2000" b="0"/>
            </a:lvl1pPr>
          </a:lstStyle>
          <a:p>
            <a:r>
              <a:rPr lang="en-US"/>
              <a:t>Click to edit Master title style</a:t>
            </a:r>
            <a:endParaRPr lang="en-US" dirty="0"/>
          </a:p>
        </p:txBody>
      </p:sp>
      <p:sp>
        <p:nvSpPr>
          <p:cNvPr id="3" name="Content Placeholder 2"/>
          <p:cNvSpPr>
            <a:spLocks noGrp="1"/>
          </p:cNvSpPr>
          <p:nvPr>
            <p:ph idx="1"/>
          </p:nvPr>
        </p:nvSpPr>
        <p:spPr>
          <a:xfrm>
            <a:off x="3575050" y="273050"/>
            <a:ext cx="5111750" cy="5853113"/>
          </a:xfrm>
        </p:spPr>
        <p:txBody>
          <a:bodyPr/>
          <a:lstStyle>
            <a:lvl1pPr>
              <a:defRPr sz="3200">
                <a:solidFill>
                  <a:schemeClr val="bg1"/>
                </a:solidFill>
              </a:defRPr>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117473619"/>
      </p:ext>
    </p:extLst>
  </p:cSld>
  <p:clrMapOvr>
    <a:masterClrMapping/>
  </p:clrMapOvr>
</p:sldLayout>
</file>

<file path=ppt/slideLayouts/slideLayout597.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endParaRPr lang="en-US" noProof="0" dirty="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3579273707"/>
      </p:ext>
    </p:extLst>
  </p:cSld>
  <p:clrMapOvr>
    <a:masterClrMapping/>
  </p:clrMapOvr>
</p:sldLayout>
</file>

<file path=ppt/slideLayouts/slideLayout598.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584808861"/>
      </p:ext>
    </p:extLst>
  </p:cSld>
  <p:clrMapOvr>
    <a:masterClrMapping/>
  </p:clrMapOvr>
</p:sldLayout>
</file>

<file path=ppt/slideLayouts/slideLayout599.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291263" y="0"/>
            <a:ext cx="1943100" cy="537845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458788" y="0"/>
            <a:ext cx="5680075" cy="5378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3237036891"/>
      </p:ext>
    </p:extLst>
  </p:cSld>
  <p:clrMapOvr>
    <a:masterClrMapping/>
  </p:clrMapOvr>
</p:sldLayout>
</file>

<file path=ppt/slideLayouts/slideLayout600.xml><?xml version="1.0" encoding="utf-8"?>
<p:sldLayout xmlns:a="http://schemas.openxmlformats.org/drawingml/2006/main" xmlns:r="http://schemas.openxmlformats.org/officeDocument/2006/relationships" xmlns:p="http://schemas.openxmlformats.org/presentationml/2006/main" type="tx">
  <p:cSld name="Title an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CA"/>
          </a:p>
        </p:txBody>
      </p:sp>
      <p:sp>
        <p:nvSpPr>
          <p:cNvPr id="3" name="Text Placeholder 2"/>
          <p:cNvSpPr>
            <a:spLocks noGrp="1"/>
          </p:cNvSpPr>
          <p:nvPr>
            <p:ph type="body"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Tree>
    <p:extLst>
      <p:ext uri="{BB962C8B-B14F-4D97-AF65-F5344CB8AC3E}">
        <p14:creationId xmlns:p14="http://schemas.microsoft.com/office/powerpoint/2010/main" val="4012758932"/>
      </p:ext>
    </p:extLst>
  </p:cSld>
  <p:clrMapOvr>
    <a:masterClrMapping/>
  </p:clrMapOvr>
</p:sldLayout>
</file>

<file path=ppt/slideLayouts/slideLayout601.xml><?xml version="1.0" encoding="utf-8"?>
<p:sldLayout xmlns:a="http://schemas.openxmlformats.org/drawingml/2006/main" xmlns:r="http://schemas.openxmlformats.org/officeDocument/2006/relationships" xmlns:p="http://schemas.openxmlformats.org/presentationml/2006/main" showMasterSp="0" preserve="1">
  <p:cSld name="Title Slide">
    <p:spTree>
      <p:nvGrpSpPr>
        <p:cNvPr id="1" name=""/>
        <p:cNvGrpSpPr/>
        <p:nvPr/>
      </p:nvGrpSpPr>
      <p:grpSpPr>
        <a:xfrm>
          <a:off x="0" y="0"/>
          <a:ext cx="0" cy="0"/>
          <a:chOff x="0" y="0"/>
          <a:chExt cx="0" cy="0"/>
        </a:xfrm>
      </p:grpSpPr>
      <p:sp>
        <p:nvSpPr>
          <p:cNvPr id="5" name="Rectangle 4"/>
          <p:cNvSpPr/>
          <p:nvPr/>
        </p:nvSpPr>
        <p:spPr>
          <a:xfrm>
            <a:off x="14177" y="2514600"/>
            <a:ext cx="9144000" cy="251460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p:cNvSpPr txBox="1"/>
          <p:nvPr/>
        </p:nvSpPr>
        <p:spPr>
          <a:xfrm>
            <a:off x="523875" y="1500426"/>
            <a:ext cx="7477125" cy="861774"/>
          </a:xfrm>
          <a:prstGeom prst="rect">
            <a:avLst/>
          </a:prstGeom>
          <a:noFill/>
        </p:spPr>
        <p:txBody>
          <a:bodyPr wrap="square" rtlCol="0">
            <a:spAutoFit/>
          </a:bodyPr>
          <a:lstStyle/>
          <a:p>
            <a:r>
              <a:rPr lang="en-US" sz="4800" dirty="0">
                <a:solidFill>
                  <a:schemeClr val="tx1">
                    <a:lumMod val="65000"/>
                    <a:lumOff val="35000"/>
                  </a:schemeClr>
                </a:solidFill>
                <a:latin typeface="Segoe UI Light" pitchFamily="34" charset="0"/>
                <a:ea typeface="Segoe UI" pitchFamily="34" charset="0"/>
                <a:cs typeface="Segoe UI" pitchFamily="34" charset="0"/>
              </a:rPr>
              <a:t>Microsoft</a:t>
            </a:r>
            <a:r>
              <a:rPr lang="en-US" baseline="100000" dirty="0">
                <a:solidFill>
                  <a:schemeClr val="tx1">
                    <a:lumMod val="65000"/>
                    <a:lumOff val="35000"/>
                  </a:schemeClr>
                </a:solidFill>
                <a:latin typeface="Segoe UI Light" pitchFamily="34" charset="0"/>
                <a:ea typeface="Segoe UI" pitchFamily="34" charset="0"/>
                <a:cs typeface="Segoe UI" pitchFamily="34" charset="0"/>
              </a:rPr>
              <a:t>®</a:t>
            </a:r>
            <a:r>
              <a:rPr lang="en-US" sz="4400" dirty="0">
                <a:solidFill>
                  <a:schemeClr val="tx1">
                    <a:lumMod val="65000"/>
                    <a:lumOff val="35000"/>
                  </a:schemeClr>
                </a:solidFill>
                <a:latin typeface="Segoe UI Light" pitchFamily="34" charset="0"/>
                <a:ea typeface="Segoe UI" pitchFamily="34" charset="0"/>
                <a:cs typeface="Segoe UI" pitchFamily="34" charset="0"/>
              </a:rPr>
              <a:t> </a:t>
            </a:r>
            <a:r>
              <a:rPr lang="en-US" sz="4800" dirty="0">
                <a:solidFill>
                  <a:schemeClr val="tx1">
                    <a:lumMod val="65000"/>
                    <a:lumOff val="35000"/>
                  </a:schemeClr>
                </a:solidFill>
                <a:latin typeface="Segoe UI Light" pitchFamily="34" charset="0"/>
                <a:ea typeface="Segoe UI" pitchFamily="34" charset="0"/>
                <a:cs typeface="Segoe UI" pitchFamily="34" charset="0"/>
              </a:rPr>
              <a:t>Official Course</a:t>
            </a:r>
          </a:p>
        </p:txBody>
      </p:sp>
      <p:pic>
        <p:nvPicPr>
          <p:cNvPr id="7" name="Picture 6"/>
          <p:cNvPicPr>
            <a:picLocks noChangeAspect="1"/>
          </p:cNvPicPr>
          <p:nvPr/>
        </p:nvPicPr>
        <p:blipFill>
          <a:blip r:embed="rId2" cstate="print">
            <a:duotone>
              <a:prstClr val="black"/>
              <a:schemeClr val="tx1">
                <a:lumMod val="85000"/>
                <a:lumOff val="15000"/>
                <a:tint val="45000"/>
                <a:satMod val="400000"/>
              </a:schemeClr>
            </a:duotone>
            <a:extLst>
              <a:ext uri="{BEBA8EAE-BF5A-486C-A8C5-ECC9F3942E4B}">
                <a14:imgProps xmlns:a14="http://schemas.microsoft.com/office/drawing/2010/main">
                  <a14:imgLayer r:embed="rId3">
                    <a14:imgEffect>
                      <a14:saturation sat="400000"/>
                    </a14:imgEffect>
                  </a14:imgLayer>
                </a14:imgProps>
              </a:ext>
              <a:ext uri="{28A0092B-C50C-407E-A947-70E740481C1C}">
                <a14:useLocalDpi xmlns:a14="http://schemas.microsoft.com/office/drawing/2010/main" val="0"/>
              </a:ext>
            </a:extLst>
          </a:blip>
          <a:stretch>
            <a:fillRect/>
          </a:stretch>
        </p:blipFill>
        <p:spPr>
          <a:xfrm>
            <a:off x="7315200" y="6248400"/>
            <a:ext cx="1413823" cy="230205"/>
          </a:xfrm>
          <a:prstGeom prst="rect">
            <a:avLst/>
          </a:prstGeom>
        </p:spPr>
      </p:pic>
      <p:pic>
        <p:nvPicPr>
          <p:cNvPr id="10" name="Picture 9"/>
          <p:cNvPicPr>
            <a:picLocks/>
          </p:cNvPicPr>
          <p:nvPr/>
        </p:nvPicPr>
        <p:blipFill>
          <a:blip r:embed="rId4" cstate="print">
            <a:extLst>
              <a:ext uri="{28A0092B-C50C-407E-A947-70E740481C1C}">
                <a14:useLocalDpi xmlns:a14="http://schemas.microsoft.com/office/drawing/2010/main" val="0"/>
              </a:ext>
            </a:extLst>
          </a:blip>
          <a:stretch>
            <a:fillRect/>
          </a:stretch>
        </p:blipFill>
        <p:spPr>
          <a:xfrm>
            <a:off x="1" y="2514600"/>
            <a:ext cx="3063240" cy="2514600"/>
          </a:xfrm>
          <a:prstGeom prst="rect">
            <a:avLst/>
          </a:prstGeom>
        </p:spPr>
      </p:pic>
      <p:sp>
        <p:nvSpPr>
          <p:cNvPr id="726019" name="Rectangle 3"/>
          <p:cNvSpPr>
            <a:spLocks noGrp="1" noChangeArrowheads="1"/>
          </p:cNvSpPr>
          <p:nvPr>
            <p:ph type="ctrTitle" sz="quarter" hasCustomPrompt="1"/>
          </p:nvPr>
        </p:nvSpPr>
        <p:spPr>
          <a:xfrm>
            <a:off x="3106782" y="2774735"/>
            <a:ext cx="5732417" cy="1129607"/>
          </a:xfrm>
          <a:ln algn="ctr"/>
        </p:spPr>
        <p:txBody>
          <a:bodyPr wrap="square" tIns="0" rIns="0" bIns="0">
            <a:spAutoFit/>
          </a:bodyPr>
          <a:lstStyle>
            <a:lvl1pPr algn="l">
              <a:spcBef>
                <a:spcPct val="60000"/>
              </a:spcBef>
              <a:buClr>
                <a:schemeClr val="hlink"/>
              </a:buClr>
              <a:buSzPct val="90000"/>
              <a:buFontTx/>
              <a:buNone/>
              <a:defRPr sz="8400" baseline="0">
                <a:solidFill>
                  <a:schemeClr val="bg1"/>
                </a:solidFill>
                <a:latin typeface="Segoe Light" pitchFamily="34" charset="0"/>
              </a:defRPr>
            </a:lvl1pPr>
          </a:lstStyle>
          <a:p>
            <a:r>
              <a:rPr lang="en-US" dirty="0"/>
              <a:t>Course #</a:t>
            </a:r>
          </a:p>
        </p:txBody>
      </p:sp>
      <p:sp>
        <p:nvSpPr>
          <p:cNvPr id="726020" name="Rectangle 4"/>
          <p:cNvSpPr>
            <a:spLocks noGrp="1" noChangeArrowheads="1"/>
          </p:cNvSpPr>
          <p:nvPr>
            <p:ph type="subTitle" sz="quarter" idx="1" hasCustomPrompt="1"/>
          </p:nvPr>
        </p:nvSpPr>
        <p:spPr>
          <a:xfrm>
            <a:off x="3121297" y="3925328"/>
            <a:ext cx="5775960" cy="1103872"/>
          </a:xfrm>
        </p:spPr>
        <p:txBody>
          <a:bodyPr lIns="91440" tIns="45720" rIns="91440" bIns="45720"/>
          <a:lstStyle>
            <a:lvl1pPr marL="0" indent="0" algn="l">
              <a:lnSpc>
                <a:spcPct val="95000"/>
              </a:lnSpc>
              <a:spcBef>
                <a:spcPct val="60000"/>
              </a:spcBef>
              <a:buFontTx/>
              <a:buNone/>
              <a:defRPr sz="2800">
                <a:solidFill>
                  <a:schemeClr val="bg1"/>
                </a:solidFill>
                <a:latin typeface="Segoe UI" pitchFamily="34" charset="0"/>
                <a:ea typeface="Segoe UI" pitchFamily="34" charset="0"/>
                <a:cs typeface="Segoe UI" pitchFamily="34" charset="0"/>
              </a:defRPr>
            </a:lvl1pPr>
          </a:lstStyle>
          <a:p>
            <a:r>
              <a:rPr lang="en-US" dirty="0"/>
              <a:t>Click to edit Course title</a:t>
            </a:r>
          </a:p>
        </p:txBody>
      </p:sp>
    </p:spTree>
    <p:extLst>
      <p:ext uri="{BB962C8B-B14F-4D97-AF65-F5344CB8AC3E}">
        <p14:creationId xmlns:p14="http://schemas.microsoft.com/office/powerpoint/2010/main" val="2341780206"/>
      </p:ext>
    </p:extLst>
  </p:cSld>
  <p:clrMapOvr>
    <a:masterClrMapping/>
  </p:clrMapOvr>
</p:sldLayout>
</file>

<file path=ppt/slideLayouts/slideLayout60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4137361433"/>
      </p:ext>
    </p:extLst>
  </p:cSld>
  <p:clrMapOvr>
    <a:masterClrMapping/>
  </p:clrMapOvr>
</p:sldLayout>
</file>

<file path=ppt/slideLayouts/slideLayout60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Tree>
    <p:extLst>
      <p:ext uri="{BB962C8B-B14F-4D97-AF65-F5344CB8AC3E}">
        <p14:creationId xmlns:p14="http://schemas.microsoft.com/office/powerpoint/2010/main" val="3031898868"/>
      </p:ext>
    </p:extLst>
  </p:cSld>
  <p:clrMapOvr>
    <a:masterClrMapping/>
  </p:clrMapOvr>
</p:sldLayout>
</file>

<file path=ppt/slideLayouts/slideLayout60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458788" y="992188"/>
            <a:ext cx="3798887"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410075" y="992188"/>
            <a:ext cx="3800475"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2715046959"/>
      </p:ext>
    </p:extLst>
  </p:cSld>
  <p:clrMapOvr>
    <a:masterClrMapping/>
  </p:clrMapOvr>
</p:sldLayout>
</file>

<file path=ppt/slideLayouts/slideLayout60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80772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45025" y="1535113"/>
            <a:ext cx="4041775"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4280145113"/>
      </p:ext>
    </p:extLst>
  </p:cSld>
  <p:clrMapOvr>
    <a:masterClrMapping/>
  </p:clrMapOvr>
</p:sldLayout>
</file>

<file path=ppt/slideLayouts/slideLayout60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390761126"/>
      </p:ext>
    </p:extLst>
  </p:cSld>
  <p:clrMapOvr>
    <a:masterClrMapping/>
  </p:clrMapOvr>
</p:sldLayout>
</file>

<file path=ppt/slideLayouts/slideLayout60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486698789"/>
      </p:ext>
    </p:extLst>
  </p:cSld>
  <p:clrMapOvr>
    <a:masterClrMapping/>
  </p:clrMapOvr>
</p:sldLayout>
</file>

<file path=ppt/slideLayouts/slideLayout60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t"/>
          <a:lstStyle>
            <a:lvl1pPr algn="l">
              <a:defRPr sz="2000" b="0"/>
            </a:lvl1pPr>
          </a:lstStyle>
          <a:p>
            <a:r>
              <a:rPr lang="en-US"/>
              <a:t>Click to edit Master title style</a:t>
            </a:r>
            <a:endParaRPr lang="en-US" dirty="0"/>
          </a:p>
        </p:txBody>
      </p:sp>
      <p:sp>
        <p:nvSpPr>
          <p:cNvPr id="3" name="Content Placeholder 2"/>
          <p:cNvSpPr>
            <a:spLocks noGrp="1"/>
          </p:cNvSpPr>
          <p:nvPr>
            <p:ph idx="1"/>
          </p:nvPr>
        </p:nvSpPr>
        <p:spPr>
          <a:xfrm>
            <a:off x="3575050" y="273050"/>
            <a:ext cx="5111750" cy="5853113"/>
          </a:xfrm>
        </p:spPr>
        <p:txBody>
          <a:bodyPr/>
          <a:lstStyle>
            <a:lvl1pPr>
              <a:defRPr sz="3200">
                <a:solidFill>
                  <a:schemeClr val="bg1"/>
                </a:solidFill>
              </a:defRPr>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4100765869"/>
      </p:ext>
    </p:extLst>
  </p:cSld>
  <p:clrMapOvr>
    <a:masterClrMapping/>
  </p:clrMapOvr>
</p:sldLayout>
</file>

<file path=ppt/slideLayouts/slideLayout60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endParaRPr lang="en-US" noProof="0" dirty="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3835492430"/>
      </p:ext>
    </p:extLst>
  </p:cSld>
  <p:clrMapOvr>
    <a:masterClrMapping/>
  </p:clrMapOvr>
</p:sldLayout>
</file>

<file path=ppt/slideLayouts/slideLayout6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3903724845"/>
      </p:ext>
    </p:extLst>
  </p:cSld>
  <p:clrMapOvr>
    <a:masterClrMapping/>
  </p:clrMapOvr>
</p:sldLayout>
</file>

<file path=ppt/slideLayouts/slideLayout6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291263" y="0"/>
            <a:ext cx="1943100" cy="537845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458788" y="0"/>
            <a:ext cx="5680075" cy="5378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621713689"/>
      </p:ext>
    </p:extLst>
  </p:cSld>
  <p:clrMapOvr>
    <a:masterClrMapping/>
  </p:clrMapOvr>
</p:sldLayout>
</file>

<file path=ppt/slideLayouts/slideLayout612.xml><?xml version="1.0" encoding="utf-8"?>
<p:sldLayout xmlns:a="http://schemas.openxmlformats.org/drawingml/2006/main" xmlns:r="http://schemas.openxmlformats.org/officeDocument/2006/relationships" xmlns:p="http://schemas.openxmlformats.org/presentationml/2006/main" type="tx">
  <p:cSld name="Title an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CA"/>
          </a:p>
        </p:txBody>
      </p:sp>
      <p:sp>
        <p:nvSpPr>
          <p:cNvPr id="3" name="Text Placeholder 2"/>
          <p:cNvSpPr>
            <a:spLocks noGrp="1"/>
          </p:cNvSpPr>
          <p:nvPr>
            <p:ph type="body"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Tree>
    <p:extLst>
      <p:ext uri="{BB962C8B-B14F-4D97-AF65-F5344CB8AC3E}">
        <p14:creationId xmlns:p14="http://schemas.microsoft.com/office/powerpoint/2010/main" val="1872463001"/>
      </p:ext>
    </p:extLst>
  </p:cSld>
  <p:clrMapOvr>
    <a:masterClrMapping/>
  </p:clrMapOvr>
</p:sldLayout>
</file>

<file path=ppt/slideLayouts/slideLayout613.xml><?xml version="1.0" encoding="utf-8"?>
<p:sldLayout xmlns:a="http://schemas.openxmlformats.org/drawingml/2006/main" xmlns:r="http://schemas.openxmlformats.org/officeDocument/2006/relationships" xmlns:p="http://schemas.openxmlformats.org/presentationml/2006/main" showMasterSp="0" preserve="1">
  <p:cSld name="Title Slide">
    <p:spTree>
      <p:nvGrpSpPr>
        <p:cNvPr id="1" name=""/>
        <p:cNvGrpSpPr/>
        <p:nvPr/>
      </p:nvGrpSpPr>
      <p:grpSpPr>
        <a:xfrm>
          <a:off x="0" y="0"/>
          <a:ext cx="0" cy="0"/>
          <a:chOff x="0" y="0"/>
          <a:chExt cx="0" cy="0"/>
        </a:xfrm>
      </p:grpSpPr>
      <p:sp>
        <p:nvSpPr>
          <p:cNvPr id="5" name="Rectangle 4"/>
          <p:cNvSpPr/>
          <p:nvPr/>
        </p:nvSpPr>
        <p:spPr>
          <a:xfrm>
            <a:off x="14177" y="2514600"/>
            <a:ext cx="9144000" cy="251460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p:cNvSpPr txBox="1"/>
          <p:nvPr/>
        </p:nvSpPr>
        <p:spPr>
          <a:xfrm>
            <a:off x="523875" y="1500426"/>
            <a:ext cx="7477125" cy="861774"/>
          </a:xfrm>
          <a:prstGeom prst="rect">
            <a:avLst/>
          </a:prstGeom>
          <a:noFill/>
        </p:spPr>
        <p:txBody>
          <a:bodyPr wrap="square" rtlCol="0">
            <a:spAutoFit/>
          </a:bodyPr>
          <a:lstStyle/>
          <a:p>
            <a:r>
              <a:rPr lang="en-US" sz="4800" dirty="0">
                <a:solidFill>
                  <a:schemeClr val="tx1">
                    <a:lumMod val="65000"/>
                    <a:lumOff val="35000"/>
                  </a:schemeClr>
                </a:solidFill>
                <a:latin typeface="Segoe UI Light" pitchFamily="34" charset="0"/>
                <a:ea typeface="Segoe UI" pitchFamily="34" charset="0"/>
                <a:cs typeface="Segoe UI" pitchFamily="34" charset="0"/>
              </a:rPr>
              <a:t>Microsoft</a:t>
            </a:r>
            <a:r>
              <a:rPr lang="en-US" baseline="100000" dirty="0">
                <a:solidFill>
                  <a:schemeClr val="tx1">
                    <a:lumMod val="65000"/>
                    <a:lumOff val="35000"/>
                  </a:schemeClr>
                </a:solidFill>
                <a:latin typeface="Segoe UI Light" pitchFamily="34" charset="0"/>
                <a:ea typeface="Segoe UI" pitchFamily="34" charset="0"/>
                <a:cs typeface="Segoe UI" pitchFamily="34" charset="0"/>
              </a:rPr>
              <a:t>®</a:t>
            </a:r>
            <a:r>
              <a:rPr lang="en-US" sz="4400" dirty="0">
                <a:solidFill>
                  <a:schemeClr val="tx1">
                    <a:lumMod val="65000"/>
                    <a:lumOff val="35000"/>
                  </a:schemeClr>
                </a:solidFill>
                <a:latin typeface="Segoe UI Light" pitchFamily="34" charset="0"/>
                <a:ea typeface="Segoe UI" pitchFamily="34" charset="0"/>
                <a:cs typeface="Segoe UI" pitchFamily="34" charset="0"/>
              </a:rPr>
              <a:t> </a:t>
            </a:r>
            <a:r>
              <a:rPr lang="en-US" sz="4800" dirty="0">
                <a:solidFill>
                  <a:schemeClr val="tx1">
                    <a:lumMod val="65000"/>
                    <a:lumOff val="35000"/>
                  </a:schemeClr>
                </a:solidFill>
                <a:latin typeface="Segoe UI Light" pitchFamily="34" charset="0"/>
                <a:ea typeface="Segoe UI" pitchFamily="34" charset="0"/>
                <a:cs typeface="Segoe UI" pitchFamily="34" charset="0"/>
              </a:rPr>
              <a:t>Official Course</a:t>
            </a:r>
          </a:p>
        </p:txBody>
      </p:sp>
      <p:pic>
        <p:nvPicPr>
          <p:cNvPr id="7" name="Picture 6"/>
          <p:cNvPicPr>
            <a:picLocks noChangeAspect="1"/>
          </p:cNvPicPr>
          <p:nvPr/>
        </p:nvPicPr>
        <p:blipFill>
          <a:blip r:embed="rId2" cstate="print">
            <a:duotone>
              <a:prstClr val="black"/>
              <a:schemeClr val="tx1">
                <a:lumMod val="85000"/>
                <a:lumOff val="15000"/>
                <a:tint val="45000"/>
                <a:satMod val="400000"/>
              </a:schemeClr>
            </a:duotone>
            <a:extLst>
              <a:ext uri="{BEBA8EAE-BF5A-486C-A8C5-ECC9F3942E4B}">
                <a14:imgProps xmlns:a14="http://schemas.microsoft.com/office/drawing/2010/main">
                  <a14:imgLayer r:embed="rId3">
                    <a14:imgEffect>
                      <a14:saturation sat="400000"/>
                    </a14:imgEffect>
                  </a14:imgLayer>
                </a14:imgProps>
              </a:ext>
              <a:ext uri="{28A0092B-C50C-407E-A947-70E740481C1C}">
                <a14:useLocalDpi xmlns:a14="http://schemas.microsoft.com/office/drawing/2010/main" val="0"/>
              </a:ext>
            </a:extLst>
          </a:blip>
          <a:stretch>
            <a:fillRect/>
          </a:stretch>
        </p:blipFill>
        <p:spPr>
          <a:xfrm>
            <a:off x="7315200" y="6248400"/>
            <a:ext cx="1413823" cy="230205"/>
          </a:xfrm>
          <a:prstGeom prst="rect">
            <a:avLst/>
          </a:prstGeom>
        </p:spPr>
      </p:pic>
      <p:pic>
        <p:nvPicPr>
          <p:cNvPr id="10" name="Picture 9"/>
          <p:cNvPicPr>
            <a:picLocks/>
          </p:cNvPicPr>
          <p:nvPr/>
        </p:nvPicPr>
        <p:blipFill>
          <a:blip r:embed="rId4" cstate="print">
            <a:extLst>
              <a:ext uri="{28A0092B-C50C-407E-A947-70E740481C1C}">
                <a14:useLocalDpi xmlns:a14="http://schemas.microsoft.com/office/drawing/2010/main" val="0"/>
              </a:ext>
            </a:extLst>
          </a:blip>
          <a:stretch>
            <a:fillRect/>
          </a:stretch>
        </p:blipFill>
        <p:spPr>
          <a:xfrm>
            <a:off x="1" y="2514600"/>
            <a:ext cx="3063240" cy="2514600"/>
          </a:xfrm>
          <a:prstGeom prst="rect">
            <a:avLst/>
          </a:prstGeom>
        </p:spPr>
      </p:pic>
      <p:sp>
        <p:nvSpPr>
          <p:cNvPr id="726019" name="Rectangle 3"/>
          <p:cNvSpPr>
            <a:spLocks noGrp="1" noChangeArrowheads="1"/>
          </p:cNvSpPr>
          <p:nvPr>
            <p:ph type="ctrTitle" sz="quarter" hasCustomPrompt="1"/>
          </p:nvPr>
        </p:nvSpPr>
        <p:spPr>
          <a:xfrm>
            <a:off x="3106782" y="2774735"/>
            <a:ext cx="5732417" cy="1129607"/>
          </a:xfrm>
          <a:ln algn="ctr"/>
        </p:spPr>
        <p:txBody>
          <a:bodyPr wrap="square" tIns="0" rIns="0" bIns="0">
            <a:spAutoFit/>
          </a:bodyPr>
          <a:lstStyle>
            <a:lvl1pPr algn="l">
              <a:spcBef>
                <a:spcPct val="60000"/>
              </a:spcBef>
              <a:buClr>
                <a:schemeClr val="hlink"/>
              </a:buClr>
              <a:buSzPct val="90000"/>
              <a:buFontTx/>
              <a:buNone/>
              <a:defRPr sz="8400" baseline="0">
                <a:solidFill>
                  <a:schemeClr val="bg1"/>
                </a:solidFill>
                <a:latin typeface="Segoe Light" pitchFamily="34" charset="0"/>
              </a:defRPr>
            </a:lvl1pPr>
          </a:lstStyle>
          <a:p>
            <a:r>
              <a:rPr lang="en-US" dirty="0"/>
              <a:t>Course #</a:t>
            </a:r>
          </a:p>
        </p:txBody>
      </p:sp>
      <p:sp>
        <p:nvSpPr>
          <p:cNvPr id="726020" name="Rectangle 4"/>
          <p:cNvSpPr>
            <a:spLocks noGrp="1" noChangeArrowheads="1"/>
          </p:cNvSpPr>
          <p:nvPr>
            <p:ph type="subTitle" sz="quarter" idx="1" hasCustomPrompt="1"/>
          </p:nvPr>
        </p:nvSpPr>
        <p:spPr>
          <a:xfrm>
            <a:off x="3121297" y="3925328"/>
            <a:ext cx="5775960" cy="1103872"/>
          </a:xfrm>
        </p:spPr>
        <p:txBody>
          <a:bodyPr lIns="91440" tIns="45720" rIns="91440" bIns="45720"/>
          <a:lstStyle>
            <a:lvl1pPr marL="0" indent="0" algn="l">
              <a:lnSpc>
                <a:spcPct val="95000"/>
              </a:lnSpc>
              <a:spcBef>
                <a:spcPct val="60000"/>
              </a:spcBef>
              <a:buFontTx/>
              <a:buNone/>
              <a:defRPr sz="2800">
                <a:solidFill>
                  <a:schemeClr val="bg1"/>
                </a:solidFill>
                <a:latin typeface="Segoe UI" pitchFamily="34" charset="0"/>
                <a:ea typeface="Segoe UI" pitchFamily="34" charset="0"/>
                <a:cs typeface="Segoe UI" pitchFamily="34" charset="0"/>
              </a:defRPr>
            </a:lvl1pPr>
          </a:lstStyle>
          <a:p>
            <a:r>
              <a:rPr lang="en-US" dirty="0"/>
              <a:t>Click to edit Course title</a:t>
            </a:r>
          </a:p>
        </p:txBody>
      </p:sp>
    </p:spTree>
    <p:extLst>
      <p:ext uri="{BB962C8B-B14F-4D97-AF65-F5344CB8AC3E}">
        <p14:creationId xmlns:p14="http://schemas.microsoft.com/office/powerpoint/2010/main" val="1337630618"/>
      </p:ext>
    </p:extLst>
  </p:cSld>
  <p:clrMapOvr>
    <a:masterClrMapping/>
  </p:clrMapOvr>
</p:sldLayout>
</file>

<file path=ppt/slideLayouts/slideLayout61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3706307820"/>
      </p:ext>
    </p:extLst>
  </p:cSld>
  <p:clrMapOvr>
    <a:masterClrMapping/>
  </p:clrMapOvr>
</p:sldLayout>
</file>

<file path=ppt/slideLayouts/slideLayout61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Tree>
    <p:extLst>
      <p:ext uri="{BB962C8B-B14F-4D97-AF65-F5344CB8AC3E}">
        <p14:creationId xmlns:p14="http://schemas.microsoft.com/office/powerpoint/2010/main" val="2666572714"/>
      </p:ext>
    </p:extLst>
  </p:cSld>
  <p:clrMapOvr>
    <a:masterClrMapping/>
  </p:clrMapOvr>
</p:sldLayout>
</file>

<file path=ppt/slideLayouts/slideLayout61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458788" y="992188"/>
            <a:ext cx="3798887"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410075" y="992188"/>
            <a:ext cx="3800475"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20356251"/>
      </p:ext>
    </p:extLst>
  </p:cSld>
  <p:clrMapOvr>
    <a:masterClrMapping/>
  </p:clrMapOvr>
</p:sldLayout>
</file>

<file path=ppt/slideLayouts/slideLayout61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80772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45025" y="1535113"/>
            <a:ext cx="4041775"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730063293"/>
      </p:ext>
    </p:extLst>
  </p:cSld>
  <p:clrMapOvr>
    <a:masterClrMapping/>
  </p:clrMapOvr>
</p:sldLayout>
</file>

<file path=ppt/slideLayouts/slideLayout61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1897625324"/>
      </p:ext>
    </p:extLst>
  </p:cSld>
  <p:clrMapOvr>
    <a:masterClrMapping/>
  </p:clrMapOvr>
</p:sldLayout>
</file>

<file path=ppt/slideLayouts/slideLayout61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027621521"/>
      </p:ext>
    </p:extLst>
  </p:cSld>
  <p:clrMapOvr>
    <a:masterClrMapping/>
  </p:clrMapOvr>
</p:sldLayout>
</file>

<file path=ppt/slideLayouts/slideLayout62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t"/>
          <a:lstStyle>
            <a:lvl1pPr algn="l">
              <a:defRPr sz="2000" b="0"/>
            </a:lvl1pPr>
          </a:lstStyle>
          <a:p>
            <a:r>
              <a:rPr lang="en-US"/>
              <a:t>Click to edit Master title style</a:t>
            </a:r>
            <a:endParaRPr lang="en-US" dirty="0"/>
          </a:p>
        </p:txBody>
      </p:sp>
      <p:sp>
        <p:nvSpPr>
          <p:cNvPr id="3" name="Content Placeholder 2"/>
          <p:cNvSpPr>
            <a:spLocks noGrp="1"/>
          </p:cNvSpPr>
          <p:nvPr>
            <p:ph idx="1"/>
          </p:nvPr>
        </p:nvSpPr>
        <p:spPr>
          <a:xfrm>
            <a:off x="3575050" y="273050"/>
            <a:ext cx="5111750" cy="5853113"/>
          </a:xfrm>
        </p:spPr>
        <p:txBody>
          <a:bodyPr/>
          <a:lstStyle>
            <a:lvl1pPr>
              <a:defRPr sz="3200">
                <a:solidFill>
                  <a:schemeClr val="bg1"/>
                </a:solidFill>
              </a:defRPr>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2878871383"/>
      </p:ext>
    </p:extLst>
  </p:cSld>
  <p:clrMapOvr>
    <a:masterClrMapping/>
  </p:clrMapOvr>
</p:sldLayout>
</file>

<file path=ppt/slideLayouts/slideLayout62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endParaRPr lang="en-US" noProof="0" dirty="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3484874590"/>
      </p:ext>
    </p:extLst>
  </p:cSld>
  <p:clrMapOvr>
    <a:masterClrMapping/>
  </p:clrMapOvr>
</p:sldLayout>
</file>

<file path=ppt/slideLayouts/slideLayout62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2514542233"/>
      </p:ext>
    </p:extLst>
  </p:cSld>
  <p:clrMapOvr>
    <a:masterClrMapping/>
  </p:clrMapOvr>
</p:sldLayout>
</file>

<file path=ppt/slideLayouts/slideLayout62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291263" y="0"/>
            <a:ext cx="1943100" cy="537845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458788" y="0"/>
            <a:ext cx="5680075" cy="5378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2430976767"/>
      </p:ext>
    </p:extLst>
  </p:cSld>
  <p:clrMapOvr>
    <a:masterClrMapping/>
  </p:clrMapOvr>
</p:sldLayout>
</file>

<file path=ppt/slideLayouts/slideLayout624.xml><?xml version="1.0" encoding="utf-8"?>
<p:sldLayout xmlns:a="http://schemas.openxmlformats.org/drawingml/2006/main" xmlns:r="http://schemas.openxmlformats.org/officeDocument/2006/relationships" xmlns:p="http://schemas.openxmlformats.org/presentationml/2006/main" type="tx">
  <p:cSld name="Title an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CA"/>
          </a:p>
        </p:txBody>
      </p:sp>
      <p:sp>
        <p:nvSpPr>
          <p:cNvPr id="3" name="Text Placeholder 2"/>
          <p:cNvSpPr>
            <a:spLocks noGrp="1"/>
          </p:cNvSpPr>
          <p:nvPr>
            <p:ph type="body"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Tree>
    <p:extLst>
      <p:ext uri="{BB962C8B-B14F-4D97-AF65-F5344CB8AC3E}">
        <p14:creationId xmlns:p14="http://schemas.microsoft.com/office/powerpoint/2010/main" val="3185764077"/>
      </p:ext>
    </p:extLst>
  </p:cSld>
  <p:clrMapOvr>
    <a:masterClrMapping/>
  </p:clrMapOvr>
</p:sldLayout>
</file>

<file path=ppt/slideLayouts/slideLayout625.xml><?xml version="1.0" encoding="utf-8"?>
<p:sldLayout xmlns:a="http://schemas.openxmlformats.org/drawingml/2006/main" xmlns:r="http://schemas.openxmlformats.org/officeDocument/2006/relationships" xmlns:p="http://schemas.openxmlformats.org/presentationml/2006/main" showMasterSp="0" preserve="1">
  <p:cSld name="Title Slide">
    <p:spTree>
      <p:nvGrpSpPr>
        <p:cNvPr id="1" name=""/>
        <p:cNvGrpSpPr/>
        <p:nvPr/>
      </p:nvGrpSpPr>
      <p:grpSpPr>
        <a:xfrm>
          <a:off x="0" y="0"/>
          <a:ext cx="0" cy="0"/>
          <a:chOff x="0" y="0"/>
          <a:chExt cx="0" cy="0"/>
        </a:xfrm>
      </p:grpSpPr>
      <p:sp>
        <p:nvSpPr>
          <p:cNvPr id="5" name="Rectangle 4"/>
          <p:cNvSpPr/>
          <p:nvPr/>
        </p:nvSpPr>
        <p:spPr>
          <a:xfrm>
            <a:off x="14177" y="2514600"/>
            <a:ext cx="9144000" cy="251460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p:cNvSpPr txBox="1"/>
          <p:nvPr/>
        </p:nvSpPr>
        <p:spPr>
          <a:xfrm>
            <a:off x="523875" y="1500426"/>
            <a:ext cx="7477125" cy="861774"/>
          </a:xfrm>
          <a:prstGeom prst="rect">
            <a:avLst/>
          </a:prstGeom>
          <a:noFill/>
        </p:spPr>
        <p:txBody>
          <a:bodyPr wrap="square" rtlCol="0">
            <a:spAutoFit/>
          </a:bodyPr>
          <a:lstStyle/>
          <a:p>
            <a:r>
              <a:rPr lang="en-US" sz="4800" dirty="0">
                <a:solidFill>
                  <a:schemeClr val="tx1">
                    <a:lumMod val="65000"/>
                    <a:lumOff val="35000"/>
                  </a:schemeClr>
                </a:solidFill>
                <a:latin typeface="Segoe UI Light" pitchFamily="34" charset="0"/>
                <a:ea typeface="Segoe UI" pitchFamily="34" charset="0"/>
                <a:cs typeface="Segoe UI" pitchFamily="34" charset="0"/>
              </a:rPr>
              <a:t>Microsoft</a:t>
            </a:r>
            <a:r>
              <a:rPr lang="en-US" baseline="100000" dirty="0">
                <a:solidFill>
                  <a:schemeClr val="tx1">
                    <a:lumMod val="65000"/>
                    <a:lumOff val="35000"/>
                  </a:schemeClr>
                </a:solidFill>
                <a:latin typeface="Segoe UI Light" pitchFamily="34" charset="0"/>
                <a:ea typeface="Segoe UI" pitchFamily="34" charset="0"/>
                <a:cs typeface="Segoe UI" pitchFamily="34" charset="0"/>
              </a:rPr>
              <a:t>®</a:t>
            </a:r>
            <a:r>
              <a:rPr lang="en-US" sz="4400" dirty="0">
                <a:solidFill>
                  <a:schemeClr val="tx1">
                    <a:lumMod val="65000"/>
                    <a:lumOff val="35000"/>
                  </a:schemeClr>
                </a:solidFill>
                <a:latin typeface="Segoe UI Light" pitchFamily="34" charset="0"/>
                <a:ea typeface="Segoe UI" pitchFamily="34" charset="0"/>
                <a:cs typeface="Segoe UI" pitchFamily="34" charset="0"/>
              </a:rPr>
              <a:t> </a:t>
            </a:r>
            <a:r>
              <a:rPr lang="en-US" sz="4800" dirty="0">
                <a:solidFill>
                  <a:schemeClr val="tx1">
                    <a:lumMod val="65000"/>
                    <a:lumOff val="35000"/>
                  </a:schemeClr>
                </a:solidFill>
                <a:latin typeface="Segoe UI Light" pitchFamily="34" charset="0"/>
                <a:ea typeface="Segoe UI" pitchFamily="34" charset="0"/>
                <a:cs typeface="Segoe UI" pitchFamily="34" charset="0"/>
              </a:rPr>
              <a:t>Official Course</a:t>
            </a:r>
          </a:p>
        </p:txBody>
      </p:sp>
      <p:pic>
        <p:nvPicPr>
          <p:cNvPr id="7" name="Picture 6"/>
          <p:cNvPicPr>
            <a:picLocks noChangeAspect="1"/>
          </p:cNvPicPr>
          <p:nvPr/>
        </p:nvPicPr>
        <p:blipFill>
          <a:blip r:embed="rId2" cstate="print">
            <a:duotone>
              <a:prstClr val="black"/>
              <a:schemeClr val="tx1">
                <a:lumMod val="85000"/>
                <a:lumOff val="15000"/>
                <a:tint val="45000"/>
                <a:satMod val="400000"/>
              </a:schemeClr>
            </a:duotone>
            <a:extLst>
              <a:ext uri="{BEBA8EAE-BF5A-486C-A8C5-ECC9F3942E4B}">
                <a14:imgProps xmlns:a14="http://schemas.microsoft.com/office/drawing/2010/main">
                  <a14:imgLayer r:embed="rId3">
                    <a14:imgEffect>
                      <a14:saturation sat="400000"/>
                    </a14:imgEffect>
                  </a14:imgLayer>
                </a14:imgProps>
              </a:ext>
              <a:ext uri="{28A0092B-C50C-407E-A947-70E740481C1C}">
                <a14:useLocalDpi xmlns:a14="http://schemas.microsoft.com/office/drawing/2010/main" val="0"/>
              </a:ext>
            </a:extLst>
          </a:blip>
          <a:stretch>
            <a:fillRect/>
          </a:stretch>
        </p:blipFill>
        <p:spPr>
          <a:xfrm>
            <a:off x="7315200" y="6248400"/>
            <a:ext cx="1413823" cy="230205"/>
          </a:xfrm>
          <a:prstGeom prst="rect">
            <a:avLst/>
          </a:prstGeom>
        </p:spPr>
      </p:pic>
      <p:pic>
        <p:nvPicPr>
          <p:cNvPr id="10" name="Picture 9"/>
          <p:cNvPicPr>
            <a:picLocks/>
          </p:cNvPicPr>
          <p:nvPr/>
        </p:nvPicPr>
        <p:blipFill>
          <a:blip r:embed="rId4" cstate="print">
            <a:extLst>
              <a:ext uri="{28A0092B-C50C-407E-A947-70E740481C1C}">
                <a14:useLocalDpi xmlns:a14="http://schemas.microsoft.com/office/drawing/2010/main" val="0"/>
              </a:ext>
            </a:extLst>
          </a:blip>
          <a:stretch>
            <a:fillRect/>
          </a:stretch>
        </p:blipFill>
        <p:spPr>
          <a:xfrm>
            <a:off x="1" y="2514600"/>
            <a:ext cx="3063240" cy="2514600"/>
          </a:xfrm>
          <a:prstGeom prst="rect">
            <a:avLst/>
          </a:prstGeom>
        </p:spPr>
      </p:pic>
      <p:sp>
        <p:nvSpPr>
          <p:cNvPr id="726019" name="Rectangle 3"/>
          <p:cNvSpPr>
            <a:spLocks noGrp="1" noChangeArrowheads="1"/>
          </p:cNvSpPr>
          <p:nvPr>
            <p:ph type="ctrTitle" sz="quarter" hasCustomPrompt="1"/>
          </p:nvPr>
        </p:nvSpPr>
        <p:spPr>
          <a:xfrm>
            <a:off x="3106782" y="2774735"/>
            <a:ext cx="5732417" cy="1129607"/>
          </a:xfrm>
          <a:ln algn="ctr"/>
        </p:spPr>
        <p:txBody>
          <a:bodyPr wrap="square" tIns="0" rIns="0" bIns="0">
            <a:spAutoFit/>
          </a:bodyPr>
          <a:lstStyle>
            <a:lvl1pPr algn="l">
              <a:spcBef>
                <a:spcPct val="60000"/>
              </a:spcBef>
              <a:buClr>
                <a:schemeClr val="hlink"/>
              </a:buClr>
              <a:buSzPct val="90000"/>
              <a:buFontTx/>
              <a:buNone/>
              <a:defRPr sz="8400" baseline="0">
                <a:solidFill>
                  <a:schemeClr val="bg1"/>
                </a:solidFill>
                <a:latin typeface="Segoe Light" pitchFamily="34" charset="0"/>
              </a:defRPr>
            </a:lvl1pPr>
          </a:lstStyle>
          <a:p>
            <a:r>
              <a:rPr lang="en-US" dirty="0"/>
              <a:t>Course #</a:t>
            </a:r>
          </a:p>
        </p:txBody>
      </p:sp>
      <p:sp>
        <p:nvSpPr>
          <p:cNvPr id="726020" name="Rectangle 4"/>
          <p:cNvSpPr>
            <a:spLocks noGrp="1" noChangeArrowheads="1"/>
          </p:cNvSpPr>
          <p:nvPr>
            <p:ph type="subTitle" sz="quarter" idx="1" hasCustomPrompt="1"/>
          </p:nvPr>
        </p:nvSpPr>
        <p:spPr>
          <a:xfrm>
            <a:off x="3121297" y="3925328"/>
            <a:ext cx="5775960" cy="1103872"/>
          </a:xfrm>
        </p:spPr>
        <p:txBody>
          <a:bodyPr lIns="91440" tIns="45720" rIns="91440" bIns="45720"/>
          <a:lstStyle>
            <a:lvl1pPr marL="0" indent="0" algn="l">
              <a:lnSpc>
                <a:spcPct val="95000"/>
              </a:lnSpc>
              <a:spcBef>
                <a:spcPct val="60000"/>
              </a:spcBef>
              <a:buFontTx/>
              <a:buNone/>
              <a:defRPr sz="2800">
                <a:solidFill>
                  <a:schemeClr val="bg1"/>
                </a:solidFill>
                <a:latin typeface="Segoe UI" pitchFamily="34" charset="0"/>
                <a:ea typeface="Segoe UI" pitchFamily="34" charset="0"/>
                <a:cs typeface="Segoe UI" pitchFamily="34" charset="0"/>
              </a:defRPr>
            </a:lvl1pPr>
          </a:lstStyle>
          <a:p>
            <a:r>
              <a:rPr lang="en-US" dirty="0"/>
              <a:t>Click to edit Course title</a:t>
            </a:r>
          </a:p>
        </p:txBody>
      </p:sp>
    </p:spTree>
    <p:extLst>
      <p:ext uri="{BB962C8B-B14F-4D97-AF65-F5344CB8AC3E}">
        <p14:creationId xmlns:p14="http://schemas.microsoft.com/office/powerpoint/2010/main" val="546851214"/>
      </p:ext>
    </p:extLst>
  </p:cSld>
  <p:clrMapOvr>
    <a:masterClrMapping/>
  </p:clrMapOvr>
</p:sldLayout>
</file>

<file path=ppt/slideLayouts/slideLayout626.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667702588"/>
      </p:ext>
    </p:extLst>
  </p:cSld>
  <p:clrMapOvr>
    <a:masterClrMapping/>
  </p:clrMapOvr>
</p:sldLayout>
</file>

<file path=ppt/slideLayouts/slideLayout627.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Tree>
    <p:extLst>
      <p:ext uri="{BB962C8B-B14F-4D97-AF65-F5344CB8AC3E}">
        <p14:creationId xmlns:p14="http://schemas.microsoft.com/office/powerpoint/2010/main" val="3397143250"/>
      </p:ext>
    </p:extLst>
  </p:cSld>
  <p:clrMapOvr>
    <a:masterClrMapping/>
  </p:clrMapOvr>
</p:sldLayout>
</file>

<file path=ppt/slideLayouts/slideLayout628.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458788" y="992188"/>
            <a:ext cx="3798887"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410075" y="992188"/>
            <a:ext cx="3800475"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3721387017"/>
      </p:ext>
    </p:extLst>
  </p:cSld>
  <p:clrMapOvr>
    <a:masterClrMapping/>
  </p:clrMapOvr>
</p:sldLayout>
</file>

<file path=ppt/slideLayouts/slideLayout629.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80772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45025" y="1535113"/>
            <a:ext cx="4041775"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3314642323"/>
      </p:ext>
    </p:extLst>
  </p:cSld>
  <p:clrMapOvr>
    <a:masterClrMapping/>
  </p:clrMapOvr>
</p:sldLayout>
</file>

<file path=ppt/slideLayouts/slideLayout630.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889829536"/>
      </p:ext>
    </p:extLst>
  </p:cSld>
  <p:clrMapOvr>
    <a:masterClrMapping/>
  </p:clrMapOvr>
</p:sldLayout>
</file>

<file path=ppt/slideLayouts/slideLayout63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894857282"/>
      </p:ext>
    </p:extLst>
  </p:cSld>
  <p:clrMapOvr>
    <a:masterClrMapping/>
  </p:clrMapOvr>
</p:sldLayout>
</file>

<file path=ppt/slideLayouts/slideLayout632.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t"/>
          <a:lstStyle>
            <a:lvl1pPr algn="l">
              <a:defRPr sz="2000" b="0"/>
            </a:lvl1pPr>
          </a:lstStyle>
          <a:p>
            <a:r>
              <a:rPr lang="en-US"/>
              <a:t>Click to edit Master title style</a:t>
            </a:r>
            <a:endParaRPr lang="en-US" dirty="0"/>
          </a:p>
        </p:txBody>
      </p:sp>
      <p:sp>
        <p:nvSpPr>
          <p:cNvPr id="3" name="Content Placeholder 2"/>
          <p:cNvSpPr>
            <a:spLocks noGrp="1"/>
          </p:cNvSpPr>
          <p:nvPr>
            <p:ph idx="1"/>
          </p:nvPr>
        </p:nvSpPr>
        <p:spPr>
          <a:xfrm>
            <a:off x="3575050" y="273050"/>
            <a:ext cx="5111750" cy="5853113"/>
          </a:xfrm>
        </p:spPr>
        <p:txBody>
          <a:bodyPr/>
          <a:lstStyle>
            <a:lvl1pPr>
              <a:defRPr sz="3200">
                <a:solidFill>
                  <a:schemeClr val="bg1"/>
                </a:solidFill>
              </a:defRPr>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1778656755"/>
      </p:ext>
    </p:extLst>
  </p:cSld>
  <p:clrMapOvr>
    <a:masterClrMapping/>
  </p:clrMapOvr>
</p:sldLayout>
</file>

<file path=ppt/slideLayouts/slideLayout633.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endParaRPr lang="en-US" noProof="0" dirty="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1657553202"/>
      </p:ext>
    </p:extLst>
  </p:cSld>
  <p:clrMapOvr>
    <a:masterClrMapping/>
  </p:clrMapOvr>
</p:sldLayout>
</file>

<file path=ppt/slideLayouts/slideLayout634.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328513258"/>
      </p:ext>
    </p:extLst>
  </p:cSld>
  <p:clrMapOvr>
    <a:masterClrMapping/>
  </p:clrMapOvr>
</p:sldLayout>
</file>

<file path=ppt/slideLayouts/slideLayout635.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291263" y="0"/>
            <a:ext cx="1943100" cy="537845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458788" y="0"/>
            <a:ext cx="5680075" cy="5378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656237838"/>
      </p:ext>
    </p:extLst>
  </p:cSld>
  <p:clrMapOvr>
    <a:masterClrMapping/>
  </p:clrMapOvr>
</p:sldLayout>
</file>

<file path=ppt/slideLayouts/slideLayout636.xml><?xml version="1.0" encoding="utf-8"?>
<p:sldLayout xmlns:a="http://schemas.openxmlformats.org/drawingml/2006/main" xmlns:r="http://schemas.openxmlformats.org/officeDocument/2006/relationships" xmlns:p="http://schemas.openxmlformats.org/presentationml/2006/main" type="tx">
  <p:cSld name="Title an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CA"/>
          </a:p>
        </p:txBody>
      </p:sp>
      <p:sp>
        <p:nvSpPr>
          <p:cNvPr id="3" name="Text Placeholder 2"/>
          <p:cNvSpPr>
            <a:spLocks noGrp="1"/>
          </p:cNvSpPr>
          <p:nvPr>
            <p:ph type="body"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Tree>
    <p:extLst>
      <p:ext uri="{BB962C8B-B14F-4D97-AF65-F5344CB8AC3E}">
        <p14:creationId xmlns:p14="http://schemas.microsoft.com/office/powerpoint/2010/main" val="1823031048"/>
      </p:ext>
    </p:extLst>
  </p:cSld>
  <p:clrMapOvr>
    <a:masterClrMapping/>
  </p:clrMapOvr>
</p:sldLayout>
</file>

<file path=ppt/slideLayouts/slideLayout637.xml><?xml version="1.0" encoding="utf-8"?>
<p:sldLayout xmlns:a="http://schemas.openxmlformats.org/drawingml/2006/main" xmlns:r="http://schemas.openxmlformats.org/officeDocument/2006/relationships" xmlns:p="http://schemas.openxmlformats.org/presentationml/2006/main" showMasterSp="0" preserve="1">
  <p:cSld name="Title Slide">
    <p:spTree>
      <p:nvGrpSpPr>
        <p:cNvPr id="1" name=""/>
        <p:cNvGrpSpPr/>
        <p:nvPr/>
      </p:nvGrpSpPr>
      <p:grpSpPr>
        <a:xfrm>
          <a:off x="0" y="0"/>
          <a:ext cx="0" cy="0"/>
          <a:chOff x="0" y="0"/>
          <a:chExt cx="0" cy="0"/>
        </a:xfrm>
      </p:grpSpPr>
      <p:sp>
        <p:nvSpPr>
          <p:cNvPr id="5" name="Rectangle 4"/>
          <p:cNvSpPr/>
          <p:nvPr/>
        </p:nvSpPr>
        <p:spPr>
          <a:xfrm>
            <a:off x="14177" y="2514600"/>
            <a:ext cx="9144000" cy="251460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p:cNvSpPr txBox="1"/>
          <p:nvPr/>
        </p:nvSpPr>
        <p:spPr>
          <a:xfrm>
            <a:off x="523875" y="1500426"/>
            <a:ext cx="7477125" cy="861774"/>
          </a:xfrm>
          <a:prstGeom prst="rect">
            <a:avLst/>
          </a:prstGeom>
          <a:noFill/>
        </p:spPr>
        <p:txBody>
          <a:bodyPr wrap="square" rtlCol="0">
            <a:spAutoFit/>
          </a:bodyPr>
          <a:lstStyle/>
          <a:p>
            <a:r>
              <a:rPr lang="en-US" sz="4800" dirty="0">
                <a:solidFill>
                  <a:schemeClr val="tx1">
                    <a:lumMod val="65000"/>
                    <a:lumOff val="35000"/>
                  </a:schemeClr>
                </a:solidFill>
                <a:latin typeface="Segoe UI Light" pitchFamily="34" charset="0"/>
                <a:ea typeface="Segoe UI" pitchFamily="34" charset="0"/>
                <a:cs typeface="Segoe UI" pitchFamily="34" charset="0"/>
              </a:rPr>
              <a:t>Microsoft</a:t>
            </a:r>
            <a:r>
              <a:rPr lang="en-US" baseline="100000" dirty="0">
                <a:solidFill>
                  <a:schemeClr val="tx1">
                    <a:lumMod val="65000"/>
                    <a:lumOff val="35000"/>
                  </a:schemeClr>
                </a:solidFill>
                <a:latin typeface="Segoe UI Light" pitchFamily="34" charset="0"/>
                <a:ea typeface="Segoe UI" pitchFamily="34" charset="0"/>
                <a:cs typeface="Segoe UI" pitchFamily="34" charset="0"/>
              </a:rPr>
              <a:t>®</a:t>
            </a:r>
            <a:r>
              <a:rPr lang="en-US" sz="4400" dirty="0">
                <a:solidFill>
                  <a:schemeClr val="tx1">
                    <a:lumMod val="65000"/>
                    <a:lumOff val="35000"/>
                  </a:schemeClr>
                </a:solidFill>
                <a:latin typeface="Segoe UI Light" pitchFamily="34" charset="0"/>
                <a:ea typeface="Segoe UI" pitchFamily="34" charset="0"/>
                <a:cs typeface="Segoe UI" pitchFamily="34" charset="0"/>
              </a:rPr>
              <a:t> </a:t>
            </a:r>
            <a:r>
              <a:rPr lang="en-US" sz="4800" dirty="0">
                <a:solidFill>
                  <a:schemeClr val="tx1">
                    <a:lumMod val="65000"/>
                    <a:lumOff val="35000"/>
                  </a:schemeClr>
                </a:solidFill>
                <a:latin typeface="Segoe UI Light" pitchFamily="34" charset="0"/>
                <a:ea typeface="Segoe UI" pitchFamily="34" charset="0"/>
                <a:cs typeface="Segoe UI" pitchFamily="34" charset="0"/>
              </a:rPr>
              <a:t>Official Course</a:t>
            </a:r>
          </a:p>
        </p:txBody>
      </p:sp>
      <p:pic>
        <p:nvPicPr>
          <p:cNvPr id="7" name="Picture 6"/>
          <p:cNvPicPr>
            <a:picLocks noChangeAspect="1"/>
          </p:cNvPicPr>
          <p:nvPr/>
        </p:nvPicPr>
        <p:blipFill>
          <a:blip r:embed="rId2" cstate="print">
            <a:duotone>
              <a:prstClr val="black"/>
              <a:schemeClr val="tx1">
                <a:lumMod val="85000"/>
                <a:lumOff val="15000"/>
                <a:tint val="45000"/>
                <a:satMod val="400000"/>
              </a:schemeClr>
            </a:duotone>
            <a:extLst>
              <a:ext uri="{BEBA8EAE-BF5A-486C-A8C5-ECC9F3942E4B}">
                <a14:imgProps xmlns:a14="http://schemas.microsoft.com/office/drawing/2010/main">
                  <a14:imgLayer r:embed="rId3">
                    <a14:imgEffect>
                      <a14:saturation sat="400000"/>
                    </a14:imgEffect>
                  </a14:imgLayer>
                </a14:imgProps>
              </a:ext>
              <a:ext uri="{28A0092B-C50C-407E-A947-70E740481C1C}">
                <a14:useLocalDpi xmlns:a14="http://schemas.microsoft.com/office/drawing/2010/main" val="0"/>
              </a:ext>
            </a:extLst>
          </a:blip>
          <a:stretch>
            <a:fillRect/>
          </a:stretch>
        </p:blipFill>
        <p:spPr>
          <a:xfrm>
            <a:off x="7315200" y="6248400"/>
            <a:ext cx="1413823" cy="230205"/>
          </a:xfrm>
          <a:prstGeom prst="rect">
            <a:avLst/>
          </a:prstGeom>
        </p:spPr>
      </p:pic>
      <p:pic>
        <p:nvPicPr>
          <p:cNvPr id="10" name="Picture 9"/>
          <p:cNvPicPr>
            <a:picLocks/>
          </p:cNvPicPr>
          <p:nvPr/>
        </p:nvPicPr>
        <p:blipFill>
          <a:blip r:embed="rId4" cstate="print">
            <a:extLst>
              <a:ext uri="{28A0092B-C50C-407E-A947-70E740481C1C}">
                <a14:useLocalDpi xmlns:a14="http://schemas.microsoft.com/office/drawing/2010/main" val="0"/>
              </a:ext>
            </a:extLst>
          </a:blip>
          <a:stretch>
            <a:fillRect/>
          </a:stretch>
        </p:blipFill>
        <p:spPr>
          <a:xfrm>
            <a:off x="1" y="2514600"/>
            <a:ext cx="3063240" cy="2514600"/>
          </a:xfrm>
          <a:prstGeom prst="rect">
            <a:avLst/>
          </a:prstGeom>
        </p:spPr>
      </p:pic>
      <p:sp>
        <p:nvSpPr>
          <p:cNvPr id="726019" name="Rectangle 3"/>
          <p:cNvSpPr>
            <a:spLocks noGrp="1" noChangeArrowheads="1"/>
          </p:cNvSpPr>
          <p:nvPr>
            <p:ph type="ctrTitle" sz="quarter" hasCustomPrompt="1"/>
          </p:nvPr>
        </p:nvSpPr>
        <p:spPr>
          <a:xfrm>
            <a:off x="3106782" y="2774735"/>
            <a:ext cx="5732417" cy="1129607"/>
          </a:xfrm>
          <a:ln algn="ctr"/>
        </p:spPr>
        <p:txBody>
          <a:bodyPr wrap="square" tIns="0" rIns="0" bIns="0">
            <a:spAutoFit/>
          </a:bodyPr>
          <a:lstStyle>
            <a:lvl1pPr algn="l">
              <a:spcBef>
                <a:spcPct val="60000"/>
              </a:spcBef>
              <a:buClr>
                <a:schemeClr val="hlink"/>
              </a:buClr>
              <a:buSzPct val="90000"/>
              <a:buFontTx/>
              <a:buNone/>
              <a:defRPr sz="8400" baseline="0">
                <a:solidFill>
                  <a:schemeClr val="bg1"/>
                </a:solidFill>
                <a:latin typeface="Segoe Light" pitchFamily="34" charset="0"/>
              </a:defRPr>
            </a:lvl1pPr>
          </a:lstStyle>
          <a:p>
            <a:r>
              <a:rPr lang="en-US" dirty="0"/>
              <a:t>Course #</a:t>
            </a:r>
          </a:p>
        </p:txBody>
      </p:sp>
      <p:sp>
        <p:nvSpPr>
          <p:cNvPr id="726020" name="Rectangle 4"/>
          <p:cNvSpPr>
            <a:spLocks noGrp="1" noChangeArrowheads="1"/>
          </p:cNvSpPr>
          <p:nvPr>
            <p:ph type="subTitle" sz="quarter" idx="1" hasCustomPrompt="1"/>
          </p:nvPr>
        </p:nvSpPr>
        <p:spPr>
          <a:xfrm>
            <a:off x="3121297" y="3925328"/>
            <a:ext cx="5775960" cy="1103872"/>
          </a:xfrm>
        </p:spPr>
        <p:txBody>
          <a:bodyPr lIns="91440" tIns="45720" rIns="91440" bIns="45720"/>
          <a:lstStyle>
            <a:lvl1pPr marL="0" indent="0" algn="l">
              <a:lnSpc>
                <a:spcPct val="95000"/>
              </a:lnSpc>
              <a:spcBef>
                <a:spcPct val="60000"/>
              </a:spcBef>
              <a:buFontTx/>
              <a:buNone/>
              <a:defRPr sz="2800">
                <a:solidFill>
                  <a:schemeClr val="bg1"/>
                </a:solidFill>
                <a:latin typeface="Segoe UI" pitchFamily="34" charset="0"/>
                <a:ea typeface="Segoe UI" pitchFamily="34" charset="0"/>
                <a:cs typeface="Segoe UI" pitchFamily="34" charset="0"/>
              </a:defRPr>
            </a:lvl1pPr>
          </a:lstStyle>
          <a:p>
            <a:r>
              <a:rPr lang="en-US" dirty="0"/>
              <a:t>Click to edit Course title</a:t>
            </a:r>
          </a:p>
        </p:txBody>
      </p:sp>
    </p:spTree>
    <p:extLst>
      <p:ext uri="{BB962C8B-B14F-4D97-AF65-F5344CB8AC3E}">
        <p14:creationId xmlns:p14="http://schemas.microsoft.com/office/powerpoint/2010/main" val="1311939022"/>
      </p:ext>
    </p:extLst>
  </p:cSld>
  <p:clrMapOvr>
    <a:masterClrMapping/>
  </p:clrMapOvr>
</p:sldLayout>
</file>

<file path=ppt/slideLayouts/slideLayout638.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3847410597"/>
      </p:ext>
    </p:extLst>
  </p:cSld>
  <p:clrMapOvr>
    <a:masterClrMapping/>
  </p:clrMapOvr>
</p:sldLayout>
</file>

<file path=ppt/slideLayouts/slideLayout639.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Tree>
    <p:extLst>
      <p:ext uri="{BB962C8B-B14F-4D97-AF65-F5344CB8AC3E}">
        <p14:creationId xmlns:p14="http://schemas.microsoft.com/office/powerpoint/2010/main" val="888670067"/>
      </p:ext>
    </p:extLst>
  </p:cSld>
  <p:clrMapOvr>
    <a:masterClrMapping/>
  </p:clrMapOvr>
</p:sldLayout>
</file>

<file path=ppt/slideLayouts/slideLayout640.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458788" y="992188"/>
            <a:ext cx="3798887"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410075" y="992188"/>
            <a:ext cx="3800475"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917031658"/>
      </p:ext>
    </p:extLst>
  </p:cSld>
  <p:clrMapOvr>
    <a:masterClrMapping/>
  </p:clrMapOvr>
</p:sldLayout>
</file>

<file path=ppt/slideLayouts/slideLayout641.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80772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45025" y="1535113"/>
            <a:ext cx="4041775"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152641480"/>
      </p:ext>
    </p:extLst>
  </p:cSld>
  <p:clrMapOvr>
    <a:masterClrMapping/>
  </p:clrMapOvr>
</p:sldLayout>
</file>

<file path=ppt/slideLayouts/slideLayout642.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2246075798"/>
      </p:ext>
    </p:extLst>
  </p:cSld>
  <p:clrMapOvr>
    <a:masterClrMapping/>
  </p:clrMapOvr>
</p:sldLayout>
</file>

<file path=ppt/slideLayouts/slideLayout64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877210107"/>
      </p:ext>
    </p:extLst>
  </p:cSld>
  <p:clrMapOvr>
    <a:masterClrMapping/>
  </p:clrMapOvr>
</p:sldLayout>
</file>

<file path=ppt/slideLayouts/slideLayout644.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t"/>
          <a:lstStyle>
            <a:lvl1pPr algn="l">
              <a:defRPr sz="2000" b="0"/>
            </a:lvl1pPr>
          </a:lstStyle>
          <a:p>
            <a:r>
              <a:rPr lang="en-US"/>
              <a:t>Click to edit Master title style</a:t>
            </a:r>
            <a:endParaRPr lang="en-US" dirty="0"/>
          </a:p>
        </p:txBody>
      </p:sp>
      <p:sp>
        <p:nvSpPr>
          <p:cNvPr id="3" name="Content Placeholder 2"/>
          <p:cNvSpPr>
            <a:spLocks noGrp="1"/>
          </p:cNvSpPr>
          <p:nvPr>
            <p:ph idx="1"/>
          </p:nvPr>
        </p:nvSpPr>
        <p:spPr>
          <a:xfrm>
            <a:off x="3575050" y="273050"/>
            <a:ext cx="5111750" cy="5853113"/>
          </a:xfrm>
        </p:spPr>
        <p:txBody>
          <a:bodyPr/>
          <a:lstStyle>
            <a:lvl1pPr>
              <a:defRPr sz="3200">
                <a:solidFill>
                  <a:schemeClr val="bg1"/>
                </a:solidFill>
              </a:defRPr>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297819293"/>
      </p:ext>
    </p:extLst>
  </p:cSld>
  <p:clrMapOvr>
    <a:masterClrMapping/>
  </p:clrMapOvr>
</p:sldLayout>
</file>

<file path=ppt/slideLayouts/slideLayout645.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endParaRPr lang="en-US" noProof="0" dirty="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2014224226"/>
      </p:ext>
    </p:extLst>
  </p:cSld>
  <p:clrMapOvr>
    <a:masterClrMapping/>
  </p:clrMapOvr>
</p:sldLayout>
</file>

<file path=ppt/slideLayouts/slideLayout64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919416414"/>
      </p:ext>
    </p:extLst>
  </p:cSld>
  <p:clrMapOvr>
    <a:masterClrMapping/>
  </p:clrMapOvr>
</p:sldLayout>
</file>

<file path=ppt/slideLayouts/slideLayout64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291263" y="0"/>
            <a:ext cx="1943100" cy="537845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458788" y="0"/>
            <a:ext cx="5680075" cy="5378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2920749456"/>
      </p:ext>
    </p:extLst>
  </p:cSld>
  <p:clrMapOvr>
    <a:masterClrMapping/>
  </p:clrMapOvr>
</p:sldLayout>
</file>

<file path=ppt/slideLayouts/slideLayout648.xml><?xml version="1.0" encoding="utf-8"?>
<p:sldLayout xmlns:a="http://schemas.openxmlformats.org/drawingml/2006/main" xmlns:r="http://schemas.openxmlformats.org/officeDocument/2006/relationships" xmlns:p="http://schemas.openxmlformats.org/presentationml/2006/main" type="tx">
  <p:cSld name="Title an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CA"/>
          </a:p>
        </p:txBody>
      </p:sp>
      <p:sp>
        <p:nvSpPr>
          <p:cNvPr id="3" name="Text Placeholder 2"/>
          <p:cNvSpPr>
            <a:spLocks noGrp="1"/>
          </p:cNvSpPr>
          <p:nvPr>
            <p:ph type="body"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Tree>
    <p:extLst>
      <p:ext uri="{BB962C8B-B14F-4D97-AF65-F5344CB8AC3E}">
        <p14:creationId xmlns:p14="http://schemas.microsoft.com/office/powerpoint/2010/main" val="1016177673"/>
      </p:ext>
    </p:extLst>
  </p:cSld>
  <p:clrMapOvr>
    <a:masterClrMapping/>
  </p:clrMapOvr>
</p:sldLayout>
</file>

<file path=ppt/slideLayouts/slideLayout649.xml><?xml version="1.0" encoding="utf-8"?>
<p:sldLayout xmlns:a="http://schemas.openxmlformats.org/drawingml/2006/main" xmlns:r="http://schemas.openxmlformats.org/officeDocument/2006/relationships" xmlns:p="http://schemas.openxmlformats.org/presentationml/2006/main" showMasterSp="0" preserve="1">
  <p:cSld name="Title Slide">
    <p:spTree>
      <p:nvGrpSpPr>
        <p:cNvPr id="1" name=""/>
        <p:cNvGrpSpPr/>
        <p:nvPr/>
      </p:nvGrpSpPr>
      <p:grpSpPr>
        <a:xfrm>
          <a:off x="0" y="0"/>
          <a:ext cx="0" cy="0"/>
          <a:chOff x="0" y="0"/>
          <a:chExt cx="0" cy="0"/>
        </a:xfrm>
      </p:grpSpPr>
      <p:sp>
        <p:nvSpPr>
          <p:cNvPr id="5" name="Rectangle 4"/>
          <p:cNvSpPr/>
          <p:nvPr/>
        </p:nvSpPr>
        <p:spPr>
          <a:xfrm>
            <a:off x="14177" y="2514600"/>
            <a:ext cx="9144000" cy="251460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p:cNvSpPr txBox="1"/>
          <p:nvPr/>
        </p:nvSpPr>
        <p:spPr>
          <a:xfrm>
            <a:off x="523875" y="1500426"/>
            <a:ext cx="7477125" cy="861774"/>
          </a:xfrm>
          <a:prstGeom prst="rect">
            <a:avLst/>
          </a:prstGeom>
          <a:noFill/>
        </p:spPr>
        <p:txBody>
          <a:bodyPr wrap="square" rtlCol="0">
            <a:spAutoFit/>
          </a:bodyPr>
          <a:lstStyle/>
          <a:p>
            <a:r>
              <a:rPr lang="en-US" sz="4800" dirty="0">
                <a:solidFill>
                  <a:schemeClr val="tx1">
                    <a:lumMod val="65000"/>
                    <a:lumOff val="35000"/>
                  </a:schemeClr>
                </a:solidFill>
                <a:latin typeface="Segoe UI Light" pitchFamily="34" charset="0"/>
                <a:ea typeface="Segoe UI" pitchFamily="34" charset="0"/>
                <a:cs typeface="Segoe UI" pitchFamily="34" charset="0"/>
              </a:rPr>
              <a:t>Microsoft</a:t>
            </a:r>
            <a:r>
              <a:rPr lang="en-US" baseline="100000" dirty="0">
                <a:solidFill>
                  <a:schemeClr val="tx1">
                    <a:lumMod val="65000"/>
                    <a:lumOff val="35000"/>
                  </a:schemeClr>
                </a:solidFill>
                <a:latin typeface="Segoe UI Light" pitchFamily="34" charset="0"/>
                <a:ea typeface="Segoe UI" pitchFamily="34" charset="0"/>
                <a:cs typeface="Segoe UI" pitchFamily="34" charset="0"/>
              </a:rPr>
              <a:t>®</a:t>
            </a:r>
            <a:r>
              <a:rPr lang="en-US" sz="4400" dirty="0">
                <a:solidFill>
                  <a:schemeClr val="tx1">
                    <a:lumMod val="65000"/>
                    <a:lumOff val="35000"/>
                  </a:schemeClr>
                </a:solidFill>
                <a:latin typeface="Segoe UI Light" pitchFamily="34" charset="0"/>
                <a:ea typeface="Segoe UI" pitchFamily="34" charset="0"/>
                <a:cs typeface="Segoe UI" pitchFamily="34" charset="0"/>
              </a:rPr>
              <a:t> </a:t>
            </a:r>
            <a:r>
              <a:rPr lang="en-US" sz="4800" dirty="0">
                <a:solidFill>
                  <a:schemeClr val="tx1">
                    <a:lumMod val="65000"/>
                    <a:lumOff val="35000"/>
                  </a:schemeClr>
                </a:solidFill>
                <a:latin typeface="Segoe UI Light" pitchFamily="34" charset="0"/>
                <a:ea typeface="Segoe UI" pitchFamily="34" charset="0"/>
                <a:cs typeface="Segoe UI" pitchFamily="34" charset="0"/>
              </a:rPr>
              <a:t>Official Course</a:t>
            </a:r>
          </a:p>
        </p:txBody>
      </p:sp>
      <p:pic>
        <p:nvPicPr>
          <p:cNvPr id="7" name="Picture 6"/>
          <p:cNvPicPr>
            <a:picLocks noChangeAspect="1"/>
          </p:cNvPicPr>
          <p:nvPr/>
        </p:nvPicPr>
        <p:blipFill>
          <a:blip r:embed="rId2" cstate="print">
            <a:duotone>
              <a:prstClr val="black"/>
              <a:schemeClr val="tx1">
                <a:lumMod val="85000"/>
                <a:lumOff val="15000"/>
                <a:tint val="45000"/>
                <a:satMod val="400000"/>
              </a:schemeClr>
            </a:duotone>
            <a:extLst>
              <a:ext uri="{BEBA8EAE-BF5A-486C-A8C5-ECC9F3942E4B}">
                <a14:imgProps xmlns:a14="http://schemas.microsoft.com/office/drawing/2010/main">
                  <a14:imgLayer r:embed="rId3">
                    <a14:imgEffect>
                      <a14:saturation sat="400000"/>
                    </a14:imgEffect>
                  </a14:imgLayer>
                </a14:imgProps>
              </a:ext>
              <a:ext uri="{28A0092B-C50C-407E-A947-70E740481C1C}">
                <a14:useLocalDpi xmlns:a14="http://schemas.microsoft.com/office/drawing/2010/main" val="0"/>
              </a:ext>
            </a:extLst>
          </a:blip>
          <a:stretch>
            <a:fillRect/>
          </a:stretch>
        </p:blipFill>
        <p:spPr>
          <a:xfrm>
            <a:off x="7315200" y="6248400"/>
            <a:ext cx="1413823" cy="230205"/>
          </a:xfrm>
          <a:prstGeom prst="rect">
            <a:avLst/>
          </a:prstGeom>
        </p:spPr>
      </p:pic>
      <p:pic>
        <p:nvPicPr>
          <p:cNvPr id="10" name="Picture 9"/>
          <p:cNvPicPr>
            <a:picLocks/>
          </p:cNvPicPr>
          <p:nvPr/>
        </p:nvPicPr>
        <p:blipFill>
          <a:blip r:embed="rId4" cstate="print">
            <a:extLst>
              <a:ext uri="{28A0092B-C50C-407E-A947-70E740481C1C}">
                <a14:useLocalDpi xmlns:a14="http://schemas.microsoft.com/office/drawing/2010/main" val="0"/>
              </a:ext>
            </a:extLst>
          </a:blip>
          <a:stretch>
            <a:fillRect/>
          </a:stretch>
        </p:blipFill>
        <p:spPr>
          <a:xfrm>
            <a:off x="1" y="2514600"/>
            <a:ext cx="3063240" cy="2514600"/>
          </a:xfrm>
          <a:prstGeom prst="rect">
            <a:avLst/>
          </a:prstGeom>
        </p:spPr>
      </p:pic>
      <p:sp>
        <p:nvSpPr>
          <p:cNvPr id="726019" name="Rectangle 3"/>
          <p:cNvSpPr>
            <a:spLocks noGrp="1" noChangeArrowheads="1"/>
          </p:cNvSpPr>
          <p:nvPr>
            <p:ph type="ctrTitle" sz="quarter" hasCustomPrompt="1"/>
          </p:nvPr>
        </p:nvSpPr>
        <p:spPr>
          <a:xfrm>
            <a:off x="3106782" y="2774735"/>
            <a:ext cx="5732417" cy="1129607"/>
          </a:xfrm>
          <a:ln algn="ctr"/>
        </p:spPr>
        <p:txBody>
          <a:bodyPr wrap="square" tIns="0" rIns="0" bIns="0">
            <a:spAutoFit/>
          </a:bodyPr>
          <a:lstStyle>
            <a:lvl1pPr algn="l">
              <a:spcBef>
                <a:spcPct val="60000"/>
              </a:spcBef>
              <a:buClr>
                <a:schemeClr val="hlink"/>
              </a:buClr>
              <a:buSzPct val="90000"/>
              <a:buFontTx/>
              <a:buNone/>
              <a:defRPr sz="8400" baseline="0">
                <a:solidFill>
                  <a:schemeClr val="bg1"/>
                </a:solidFill>
                <a:latin typeface="Segoe Light" pitchFamily="34" charset="0"/>
              </a:defRPr>
            </a:lvl1pPr>
          </a:lstStyle>
          <a:p>
            <a:r>
              <a:rPr lang="en-US" dirty="0"/>
              <a:t>Course #</a:t>
            </a:r>
          </a:p>
        </p:txBody>
      </p:sp>
      <p:sp>
        <p:nvSpPr>
          <p:cNvPr id="726020" name="Rectangle 4"/>
          <p:cNvSpPr>
            <a:spLocks noGrp="1" noChangeArrowheads="1"/>
          </p:cNvSpPr>
          <p:nvPr>
            <p:ph type="subTitle" sz="quarter" idx="1" hasCustomPrompt="1"/>
          </p:nvPr>
        </p:nvSpPr>
        <p:spPr>
          <a:xfrm>
            <a:off x="3121297" y="3925328"/>
            <a:ext cx="5775960" cy="1103872"/>
          </a:xfrm>
        </p:spPr>
        <p:txBody>
          <a:bodyPr lIns="91440" tIns="45720" rIns="91440" bIns="45720"/>
          <a:lstStyle>
            <a:lvl1pPr marL="0" indent="0" algn="l">
              <a:lnSpc>
                <a:spcPct val="95000"/>
              </a:lnSpc>
              <a:spcBef>
                <a:spcPct val="60000"/>
              </a:spcBef>
              <a:buFontTx/>
              <a:buNone/>
              <a:defRPr sz="2800">
                <a:solidFill>
                  <a:schemeClr val="bg1"/>
                </a:solidFill>
                <a:latin typeface="Segoe UI" pitchFamily="34" charset="0"/>
                <a:ea typeface="Segoe UI" pitchFamily="34" charset="0"/>
                <a:cs typeface="Segoe UI" pitchFamily="34" charset="0"/>
              </a:defRPr>
            </a:lvl1pPr>
          </a:lstStyle>
          <a:p>
            <a:r>
              <a:rPr lang="en-US" dirty="0"/>
              <a:t>Click to edit Course title</a:t>
            </a:r>
          </a:p>
        </p:txBody>
      </p:sp>
    </p:spTree>
    <p:extLst>
      <p:ext uri="{BB962C8B-B14F-4D97-AF65-F5344CB8AC3E}">
        <p14:creationId xmlns:p14="http://schemas.microsoft.com/office/powerpoint/2010/main" val="2605379499"/>
      </p:ext>
    </p:extLst>
  </p:cSld>
  <p:clrMapOvr>
    <a:masterClrMapping/>
  </p:clrMapOvr>
</p:sldLayout>
</file>

<file path=ppt/slideLayouts/slideLayout650.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963549707"/>
      </p:ext>
    </p:extLst>
  </p:cSld>
  <p:clrMapOvr>
    <a:masterClrMapping/>
  </p:clrMapOvr>
</p:sldLayout>
</file>

<file path=ppt/slideLayouts/slideLayout651.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Tree>
    <p:extLst>
      <p:ext uri="{BB962C8B-B14F-4D97-AF65-F5344CB8AC3E}">
        <p14:creationId xmlns:p14="http://schemas.microsoft.com/office/powerpoint/2010/main" val="1689151135"/>
      </p:ext>
    </p:extLst>
  </p:cSld>
  <p:clrMapOvr>
    <a:masterClrMapping/>
  </p:clrMapOvr>
</p:sldLayout>
</file>

<file path=ppt/slideLayouts/slideLayout652.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458788" y="992188"/>
            <a:ext cx="3798887"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410075" y="992188"/>
            <a:ext cx="3800475"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492935751"/>
      </p:ext>
    </p:extLst>
  </p:cSld>
  <p:clrMapOvr>
    <a:masterClrMapping/>
  </p:clrMapOvr>
</p:sldLayout>
</file>

<file path=ppt/slideLayouts/slideLayout653.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80772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45025" y="1535113"/>
            <a:ext cx="4041775"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900972635"/>
      </p:ext>
    </p:extLst>
  </p:cSld>
  <p:clrMapOvr>
    <a:masterClrMapping/>
  </p:clrMapOvr>
</p:sldLayout>
</file>

<file path=ppt/slideLayouts/slideLayout65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950446493"/>
      </p:ext>
    </p:extLst>
  </p:cSld>
  <p:clrMapOvr>
    <a:masterClrMapping/>
  </p:clrMapOvr>
</p:sldLayout>
</file>

<file path=ppt/slideLayouts/slideLayout65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703121399"/>
      </p:ext>
    </p:extLst>
  </p:cSld>
  <p:clrMapOvr>
    <a:masterClrMapping/>
  </p:clrMapOvr>
</p:sldLayout>
</file>

<file path=ppt/slideLayouts/slideLayout656.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t"/>
          <a:lstStyle>
            <a:lvl1pPr algn="l">
              <a:defRPr sz="2000" b="0"/>
            </a:lvl1pPr>
          </a:lstStyle>
          <a:p>
            <a:r>
              <a:rPr lang="en-US"/>
              <a:t>Click to edit Master title style</a:t>
            </a:r>
            <a:endParaRPr lang="en-US" dirty="0"/>
          </a:p>
        </p:txBody>
      </p:sp>
      <p:sp>
        <p:nvSpPr>
          <p:cNvPr id="3" name="Content Placeholder 2"/>
          <p:cNvSpPr>
            <a:spLocks noGrp="1"/>
          </p:cNvSpPr>
          <p:nvPr>
            <p:ph idx="1"/>
          </p:nvPr>
        </p:nvSpPr>
        <p:spPr>
          <a:xfrm>
            <a:off x="3575050" y="273050"/>
            <a:ext cx="5111750" cy="5853113"/>
          </a:xfrm>
        </p:spPr>
        <p:txBody>
          <a:bodyPr/>
          <a:lstStyle>
            <a:lvl1pPr>
              <a:defRPr sz="3200">
                <a:solidFill>
                  <a:schemeClr val="bg1"/>
                </a:solidFill>
              </a:defRPr>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993908002"/>
      </p:ext>
    </p:extLst>
  </p:cSld>
  <p:clrMapOvr>
    <a:masterClrMapping/>
  </p:clrMapOvr>
</p:sldLayout>
</file>

<file path=ppt/slideLayouts/slideLayout657.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endParaRPr lang="en-US" noProof="0" dirty="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1735234893"/>
      </p:ext>
    </p:extLst>
  </p:cSld>
  <p:clrMapOvr>
    <a:masterClrMapping/>
  </p:clrMapOvr>
</p:sldLayout>
</file>

<file path=ppt/slideLayouts/slideLayout658.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647160652"/>
      </p:ext>
    </p:extLst>
  </p:cSld>
  <p:clrMapOvr>
    <a:masterClrMapping/>
  </p:clrMapOvr>
</p:sldLayout>
</file>

<file path=ppt/slideLayouts/slideLayout659.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291263" y="0"/>
            <a:ext cx="1943100" cy="537845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458788" y="0"/>
            <a:ext cx="5680075" cy="5378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3362629364"/>
      </p:ext>
    </p:extLst>
  </p:cSld>
  <p:clrMapOvr>
    <a:masterClrMapping/>
  </p:clrMapOvr>
</p:sldLayout>
</file>

<file path=ppt/slideLayouts/slideLayout660.xml><?xml version="1.0" encoding="utf-8"?>
<p:sldLayout xmlns:a="http://schemas.openxmlformats.org/drawingml/2006/main" xmlns:r="http://schemas.openxmlformats.org/officeDocument/2006/relationships" xmlns:p="http://schemas.openxmlformats.org/presentationml/2006/main" type="tx">
  <p:cSld name="Title an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CA"/>
          </a:p>
        </p:txBody>
      </p:sp>
      <p:sp>
        <p:nvSpPr>
          <p:cNvPr id="3" name="Text Placeholder 2"/>
          <p:cNvSpPr>
            <a:spLocks noGrp="1"/>
          </p:cNvSpPr>
          <p:nvPr>
            <p:ph type="body"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Tree>
    <p:extLst>
      <p:ext uri="{BB962C8B-B14F-4D97-AF65-F5344CB8AC3E}">
        <p14:creationId xmlns:p14="http://schemas.microsoft.com/office/powerpoint/2010/main" val="248817726"/>
      </p:ext>
    </p:extLst>
  </p:cSld>
  <p:clrMapOvr>
    <a:masterClrMapping/>
  </p:clrMapOvr>
</p:sldLayout>
</file>

<file path=ppt/slideLayouts/slideLayout661.xml><?xml version="1.0" encoding="utf-8"?>
<p:sldLayout xmlns:a="http://schemas.openxmlformats.org/drawingml/2006/main" xmlns:r="http://schemas.openxmlformats.org/officeDocument/2006/relationships" xmlns:p="http://schemas.openxmlformats.org/presentationml/2006/main" showMasterSp="0" preserve="1">
  <p:cSld name="Title Slide">
    <p:spTree>
      <p:nvGrpSpPr>
        <p:cNvPr id="1" name=""/>
        <p:cNvGrpSpPr/>
        <p:nvPr/>
      </p:nvGrpSpPr>
      <p:grpSpPr>
        <a:xfrm>
          <a:off x="0" y="0"/>
          <a:ext cx="0" cy="0"/>
          <a:chOff x="0" y="0"/>
          <a:chExt cx="0" cy="0"/>
        </a:xfrm>
      </p:grpSpPr>
      <p:sp>
        <p:nvSpPr>
          <p:cNvPr id="5" name="Rectangle 4"/>
          <p:cNvSpPr/>
          <p:nvPr/>
        </p:nvSpPr>
        <p:spPr>
          <a:xfrm>
            <a:off x="14177" y="2514600"/>
            <a:ext cx="9144000" cy="251460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p:cNvSpPr txBox="1"/>
          <p:nvPr/>
        </p:nvSpPr>
        <p:spPr>
          <a:xfrm>
            <a:off x="523875" y="1500426"/>
            <a:ext cx="7477125" cy="861774"/>
          </a:xfrm>
          <a:prstGeom prst="rect">
            <a:avLst/>
          </a:prstGeom>
          <a:noFill/>
        </p:spPr>
        <p:txBody>
          <a:bodyPr wrap="square" rtlCol="0">
            <a:spAutoFit/>
          </a:bodyPr>
          <a:lstStyle/>
          <a:p>
            <a:r>
              <a:rPr lang="en-US" sz="4800" dirty="0">
                <a:solidFill>
                  <a:schemeClr val="tx1">
                    <a:lumMod val="65000"/>
                    <a:lumOff val="35000"/>
                  </a:schemeClr>
                </a:solidFill>
                <a:latin typeface="Segoe UI Light" pitchFamily="34" charset="0"/>
                <a:ea typeface="Segoe UI" pitchFamily="34" charset="0"/>
                <a:cs typeface="Segoe UI" pitchFamily="34" charset="0"/>
              </a:rPr>
              <a:t>Microsoft</a:t>
            </a:r>
            <a:r>
              <a:rPr lang="en-US" baseline="100000" dirty="0">
                <a:solidFill>
                  <a:schemeClr val="tx1">
                    <a:lumMod val="65000"/>
                    <a:lumOff val="35000"/>
                  </a:schemeClr>
                </a:solidFill>
                <a:latin typeface="Segoe UI Light" pitchFamily="34" charset="0"/>
                <a:ea typeface="Segoe UI" pitchFamily="34" charset="0"/>
                <a:cs typeface="Segoe UI" pitchFamily="34" charset="0"/>
              </a:rPr>
              <a:t>®</a:t>
            </a:r>
            <a:r>
              <a:rPr lang="en-US" sz="4400" dirty="0">
                <a:solidFill>
                  <a:schemeClr val="tx1">
                    <a:lumMod val="65000"/>
                    <a:lumOff val="35000"/>
                  </a:schemeClr>
                </a:solidFill>
                <a:latin typeface="Segoe UI Light" pitchFamily="34" charset="0"/>
                <a:ea typeface="Segoe UI" pitchFamily="34" charset="0"/>
                <a:cs typeface="Segoe UI" pitchFamily="34" charset="0"/>
              </a:rPr>
              <a:t> </a:t>
            </a:r>
            <a:r>
              <a:rPr lang="en-US" sz="4800" dirty="0">
                <a:solidFill>
                  <a:schemeClr val="tx1">
                    <a:lumMod val="65000"/>
                    <a:lumOff val="35000"/>
                  </a:schemeClr>
                </a:solidFill>
                <a:latin typeface="Segoe UI Light" pitchFamily="34" charset="0"/>
                <a:ea typeface="Segoe UI" pitchFamily="34" charset="0"/>
                <a:cs typeface="Segoe UI" pitchFamily="34" charset="0"/>
              </a:rPr>
              <a:t>Official Course</a:t>
            </a:r>
          </a:p>
        </p:txBody>
      </p:sp>
      <p:pic>
        <p:nvPicPr>
          <p:cNvPr id="7" name="Picture 6"/>
          <p:cNvPicPr>
            <a:picLocks noChangeAspect="1"/>
          </p:cNvPicPr>
          <p:nvPr/>
        </p:nvPicPr>
        <p:blipFill>
          <a:blip r:embed="rId2" cstate="print">
            <a:duotone>
              <a:prstClr val="black"/>
              <a:schemeClr val="tx1">
                <a:lumMod val="85000"/>
                <a:lumOff val="15000"/>
                <a:tint val="45000"/>
                <a:satMod val="400000"/>
              </a:schemeClr>
            </a:duotone>
            <a:extLst>
              <a:ext uri="{BEBA8EAE-BF5A-486C-A8C5-ECC9F3942E4B}">
                <a14:imgProps xmlns:a14="http://schemas.microsoft.com/office/drawing/2010/main">
                  <a14:imgLayer r:embed="rId3">
                    <a14:imgEffect>
                      <a14:saturation sat="400000"/>
                    </a14:imgEffect>
                  </a14:imgLayer>
                </a14:imgProps>
              </a:ext>
              <a:ext uri="{28A0092B-C50C-407E-A947-70E740481C1C}">
                <a14:useLocalDpi xmlns:a14="http://schemas.microsoft.com/office/drawing/2010/main" val="0"/>
              </a:ext>
            </a:extLst>
          </a:blip>
          <a:stretch>
            <a:fillRect/>
          </a:stretch>
        </p:blipFill>
        <p:spPr>
          <a:xfrm>
            <a:off x="7315200" y="6248400"/>
            <a:ext cx="1413823" cy="230205"/>
          </a:xfrm>
          <a:prstGeom prst="rect">
            <a:avLst/>
          </a:prstGeom>
        </p:spPr>
      </p:pic>
      <p:pic>
        <p:nvPicPr>
          <p:cNvPr id="10" name="Picture 9"/>
          <p:cNvPicPr>
            <a:picLocks/>
          </p:cNvPicPr>
          <p:nvPr/>
        </p:nvPicPr>
        <p:blipFill>
          <a:blip r:embed="rId4" cstate="print">
            <a:extLst>
              <a:ext uri="{28A0092B-C50C-407E-A947-70E740481C1C}">
                <a14:useLocalDpi xmlns:a14="http://schemas.microsoft.com/office/drawing/2010/main" val="0"/>
              </a:ext>
            </a:extLst>
          </a:blip>
          <a:stretch>
            <a:fillRect/>
          </a:stretch>
        </p:blipFill>
        <p:spPr>
          <a:xfrm>
            <a:off x="1" y="2514600"/>
            <a:ext cx="3063240" cy="2514600"/>
          </a:xfrm>
          <a:prstGeom prst="rect">
            <a:avLst/>
          </a:prstGeom>
        </p:spPr>
      </p:pic>
      <p:sp>
        <p:nvSpPr>
          <p:cNvPr id="726019" name="Rectangle 3"/>
          <p:cNvSpPr>
            <a:spLocks noGrp="1" noChangeArrowheads="1"/>
          </p:cNvSpPr>
          <p:nvPr>
            <p:ph type="ctrTitle" sz="quarter" hasCustomPrompt="1"/>
          </p:nvPr>
        </p:nvSpPr>
        <p:spPr>
          <a:xfrm>
            <a:off x="3106782" y="2774735"/>
            <a:ext cx="5732417" cy="1129607"/>
          </a:xfrm>
          <a:ln algn="ctr"/>
        </p:spPr>
        <p:txBody>
          <a:bodyPr wrap="square" tIns="0" rIns="0" bIns="0">
            <a:spAutoFit/>
          </a:bodyPr>
          <a:lstStyle>
            <a:lvl1pPr algn="l">
              <a:spcBef>
                <a:spcPct val="60000"/>
              </a:spcBef>
              <a:buClr>
                <a:schemeClr val="hlink"/>
              </a:buClr>
              <a:buSzPct val="90000"/>
              <a:buFontTx/>
              <a:buNone/>
              <a:defRPr sz="8400" baseline="0">
                <a:solidFill>
                  <a:schemeClr val="bg1"/>
                </a:solidFill>
                <a:latin typeface="Segoe Light" pitchFamily="34" charset="0"/>
              </a:defRPr>
            </a:lvl1pPr>
          </a:lstStyle>
          <a:p>
            <a:r>
              <a:rPr lang="en-US" dirty="0"/>
              <a:t>Course #</a:t>
            </a:r>
          </a:p>
        </p:txBody>
      </p:sp>
      <p:sp>
        <p:nvSpPr>
          <p:cNvPr id="726020" name="Rectangle 4"/>
          <p:cNvSpPr>
            <a:spLocks noGrp="1" noChangeArrowheads="1"/>
          </p:cNvSpPr>
          <p:nvPr>
            <p:ph type="subTitle" sz="quarter" idx="1" hasCustomPrompt="1"/>
          </p:nvPr>
        </p:nvSpPr>
        <p:spPr>
          <a:xfrm>
            <a:off x="3121297" y="3925328"/>
            <a:ext cx="5775960" cy="1103872"/>
          </a:xfrm>
        </p:spPr>
        <p:txBody>
          <a:bodyPr lIns="91440" tIns="45720" rIns="91440" bIns="45720"/>
          <a:lstStyle>
            <a:lvl1pPr marL="0" indent="0" algn="l">
              <a:lnSpc>
                <a:spcPct val="95000"/>
              </a:lnSpc>
              <a:spcBef>
                <a:spcPct val="60000"/>
              </a:spcBef>
              <a:buFontTx/>
              <a:buNone/>
              <a:defRPr sz="2800">
                <a:solidFill>
                  <a:schemeClr val="bg1"/>
                </a:solidFill>
                <a:latin typeface="Segoe UI" pitchFamily="34" charset="0"/>
                <a:ea typeface="Segoe UI" pitchFamily="34" charset="0"/>
                <a:cs typeface="Segoe UI" pitchFamily="34" charset="0"/>
              </a:defRPr>
            </a:lvl1pPr>
          </a:lstStyle>
          <a:p>
            <a:r>
              <a:rPr lang="en-US" dirty="0"/>
              <a:t>Click to edit Course title</a:t>
            </a:r>
          </a:p>
        </p:txBody>
      </p:sp>
    </p:spTree>
    <p:extLst>
      <p:ext uri="{BB962C8B-B14F-4D97-AF65-F5344CB8AC3E}">
        <p14:creationId xmlns:p14="http://schemas.microsoft.com/office/powerpoint/2010/main" val="3605723614"/>
      </p:ext>
    </p:extLst>
  </p:cSld>
  <p:clrMapOvr>
    <a:masterClrMapping/>
  </p:clrMapOvr>
</p:sldLayout>
</file>

<file path=ppt/slideLayouts/slideLayout66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2716081409"/>
      </p:ext>
    </p:extLst>
  </p:cSld>
  <p:clrMapOvr>
    <a:masterClrMapping/>
  </p:clrMapOvr>
</p:sldLayout>
</file>

<file path=ppt/slideLayouts/slideLayout66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Tree>
    <p:extLst>
      <p:ext uri="{BB962C8B-B14F-4D97-AF65-F5344CB8AC3E}">
        <p14:creationId xmlns:p14="http://schemas.microsoft.com/office/powerpoint/2010/main" val="2881461894"/>
      </p:ext>
    </p:extLst>
  </p:cSld>
  <p:clrMapOvr>
    <a:masterClrMapping/>
  </p:clrMapOvr>
</p:sldLayout>
</file>

<file path=ppt/slideLayouts/slideLayout66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458788" y="992188"/>
            <a:ext cx="3798887"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410075" y="992188"/>
            <a:ext cx="3800475"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467359494"/>
      </p:ext>
    </p:extLst>
  </p:cSld>
  <p:clrMapOvr>
    <a:masterClrMapping/>
  </p:clrMapOvr>
</p:sldLayout>
</file>

<file path=ppt/slideLayouts/slideLayout66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80772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45025" y="1535113"/>
            <a:ext cx="4041775"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082636208"/>
      </p:ext>
    </p:extLst>
  </p:cSld>
  <p:clrMapOvr>
    <a:masterClrMapping/>
  </p:clrMapOvr>
</p:sldLayout>
</file>

<file path=ppt/slideLayouts/slideLayout66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2493988513"/>
      </p:ext>
    </p:extLst>
  </p:cSld>
  <p:clrMapOvr>
    <a:masterClrMapping/>
  </p:clrMapOvr>
</p:sldLayout>
</file>

<file path=ppt/slideLayouts/slideLayout66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077425349"/>
      </p:ext>
    </p:extLst>
  </p:cSld>
  <p:clrMapOvr>
    <a:masterClrMapping/>
  </p:clrMapOvr>
</p:sldLayout>
</file>

<file path=ppt/slideLayouts/slideLayout66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t"/>
          <a:lstStyle>
            <a:lvl1pPr algn="l">
              <a:defRPr sz="2000" b="0"/>
            </a:lvl1pPr>
          </a:lstStyle>
          <a:p>
            <a:r>
              <a:rPr lang="en-US"/>
              <a:t>Click to edit Master title style</a:t>
            </a:r>
            <a:endParaRPr lang="en-US" dirty="0"/>
          </a:p>
        </p:txBody>
      </p:sp>
      <p:sp>
        <p:nvSpPr>
          <p:cNvPr id="3" name="Content Placeholder 2"/>
          <p:cNvSpPr>
            <a:spLocks noGrp="1"/>
          </p:cNvSpPr>
          <p:nvPr>
            <p:ph idx="1"/>
          </p:nvPr>
        </p:nvSpPr>
        <p:spPr>
          <a:xfrm>
            <a:off x="3575050" y="273050"/>
            <a:ext cx="5111750" cy="5853113"/>
          </a:xfrm>
        </p:spPr>
        <p:txBody>
          <a:bodyPr/>
          <a:lstStyle>
            <a:lvl1pPr>
              <a:defRPr sz="3200">
                <a:solidFill>
                  <a:schemeClr val="bg1"/>
                </a:solidFill>
              </a:defRPr>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1642952800"/>
      </p:ext>
    </p:extLst>
  </p:cSld>
  <p:clrMapOvr>
    <a:masterClrMapping/>
  </p:clrMapOvr>
</p:sldLayout>
</file>

<file path=ppt/slideLayouts/slideLayout66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endParaRPr lang="en-US" noProof="0" dirty="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1558128157"/>
      </p:ext>
    </p:extLst>
  </p:cSld>
  <p:clrMapOvr>
    <a:masterClrMapping/>
  </p:clrMapOvr>
</p:sldLayout>
</file>

<file path=ppt/slideLayouts/slideLayout67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67526910"/>
      </p:ext>
    </p:extLst>
  </p:cSld>
  <p:clrMapOvr>
    <a:masterClrMapping/>
  </p:clrMapOvr>
</p:sldLayout>
</file>

<file path=ppt/slideLayouts/slideLayout67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291263" y="0"/>
            <a:ext cx="1943100" cy="537845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458788" y="0"/>
            <a:ext cx="5680075" cy="5378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3299662397"/>
      </p:ext>
    </p:extLst>
  </p:cSld>
  <p:clrMapOvr>
    <a:masterClrMapping/>
  </p:clrMapOvr>
</p:sldLayout>
</file>

<file path=ppt/slideLayouts/slideLayout672.xml><?xml version="1.0" encoding="utf-8"?>
<p:sldLayout xmlns:a="http://schemas.openxmlformats.org/drawingml/2006/main" xmlns:r="http://schemas.openxmlformats.org/officeDocument/2006/relationships" xmlns:p="http://schemas.openxmlformats.org/presentationml/2006/main" type="tx">
  <p:cSld name="Title an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CA"/>
          </a:p>
        </p:txBody>
      </p:sp>
      <p:sp>
        <p:nvSpPr>
          <p:cNvPr id="3" name="Text Placeholder 2"/>
          <p:cNvSpPr>
            <a:spLocks noGrp="1"/>
          </p:cNvSpPr>
          <p:nvPr>
            <p:ph type="body"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Tree>
    <p:extLst>
      <p:ext uri="{BB962C8B-B14F-4D97-AF65-F5344CB8AC3E}">
        <p14:creationId xmlns:p14="http://schemas.microsoft.com/office/powerpoint/2010/main" val="2560677775"/>
      </p:ext>
    </p:extLst>
  </p:cSld>
  <p:clrMapOvr>
    <a:masterClrMapping/>
  </p:clrMapOvr>
</p:sldLayout>
</file>

<file path=ppt/slideLayouts/slideLayout673.xml><?xml version="1.0" encoding="utf-8"?>
<p:sldLayout xmlns:a="http://schemas.openxmlformats.org/drawingml/2006/main" xmlns:r="http://schemas.openxmlformats.org/officeDocument/2006/relationships" xmlns:p="http://schemas.openxmlformats.org/presentationml/2006/main" showMasterSp="0" preserve="1">
  <p:cSld name="Title Slide">
    <p:spTree>
      <p:nvGrpSpPr>
        <p:cNvPr id="1" name=""/>
        <p:cNvGrpSpPr/>
        <p:nvPr/>
      </p:nvGrpSpPr>
      <p:grpSpPr>
        <a:xfrm>
          <a:off x="0" y="0"/>
          <a:ext cx="0" cy="0"/>
          <a:chOff x="0" y="0"/>
          <a:chExt cx="0" cy="0"/>
        </a:xfrm>
      </p:grpSpPr>
      <p:sp>
        <p:nvSpPr>
          <p:cNvPr id="5" name="Rectangle 4"/>
          <p:cNvSpPr/>
          <p:nvPr/>
        </p:nvSpPr>
        <p:spPr>
          <a:xfrm>
            <a:off x="14177" y="2514600"/>
            <a:ext cx="9144000" cy="251460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p:cNvSpPr txBox="1"/>
          <p:nvPr/>
        </p:nvSpPr>
        <p:spPr>
          <a:xfrm>
            <a:off x="523875" y="1500426"/>
            <a:ext cx="7477125" cy="861774"/>
          </a:xfrm>
          <a:prstGeom prst="rect">
            <a:avLst/>
          </a:prstGeom>
          <a:noFill/>
        </p:spPr>
        <p:txBody>
          <a:bodyPr wrap="square" rtlCol="0">
            <a:spAutoFit/>
          </a:bodyPr>
          <a:lstStyle/>
          <a:p>
            <a:r>
              <a:rPr lang="en-US" sz="4800" dirty="0">
                <a:solidFill>
                  <a:schemeClr val="tx1">
                    <a:lumMod val="65000"/>
                    <a:lumOff val="35000"/>
                  </a:schemeClr>
                </a:solidFill>
                <a:latin typeface="Segoe UI Light" pitchFamily="34" charset="0"/>
                <a:ea typeface="Segoe UI" pitchFamily="34" charset="0"/>
                <a:cs typeface="Segoe UI" pitchFamily="34" charset="0"/>
              </a:rPr>
              <a:t>Microsoft</a:t>
            </a:r>
            <a:r>
              <a:rPr lang="en-US" baseline="100000" dirty="0">
                <a:solidFill>
                  <a:schemeClr val="tx1">
                    <a:lumMod val="65000"/>
                    <a:lumOff val="35000"/>
                  </a:schemeClr>
                </a:solidFill>
                <a:latin typeface="Segoe UI Light" pitchFamily="34" charset="0"/>
                <a:ea typeface="Segoe UI" pitchFamily="34" charset="0"/>
                <a:cs typeface="Segoe UI" pitchFamily="34" charset="0"/>
              </a:rPr>
              <a:t>®</a:t>
            </a:r>
            <a:r>
              <a:rPr lang="en-US" sz="4400" dirty="0">
                <a:solidFill>
                  <a:schemeClr val="tx1">
                    <a:lumMod val="65000"/>
                    <a:lumOff val="35000"/>
                  </a:schemeClr>
                </a:solidFill>
                <a:latin typeface="Segoe UI Light" pitchFamily="34" charset="0"/>
                <a:ea typeface="Segoe UI" pitchFamily="34" charset="0"/>
                <a:cs typeface="Segoe UI" pitchFamily="34" charset="0"/>
              </a:rPr>
              <a:t> </a:t>
            </a:r>
            <a:r>
              <a:rPr lang="en-US" sz="4800" dirty="0">
                <a:solidFill>
                  <a:schemeClr val="tx1">
                    <a:lumMod val="65000"/>
                    <a:lumOff val="35000"/>
                  </a:schemeClr>
                </a:solidFill>
                <a:latin typeface="Segoe UI Light" pitchFamily="34" charset="0"/>
                <a:ea typeface="Segoe UI" pitchFamily="34" charset="0"/>
                <a:cs typeface="Segoe UI" pitchFamily="34" charset="0"/>
              </a:rPr>
              <a:t>Official Course</a:t>
            </a:r>
          </a:p>
        </p:txBody>
      </p:sp>
      <p:pic>
        <p:nvPicPr>
          <p:cNvPr id="7" name="Picture 6"/>
          <p:cNvPicPr>
            <a:picLocks noChangeAspect="1"/>
          </p:cNvPicPr>
          <p:nvPr/>
        </p:nvPicPr>
        <p:blipFill>
          <a:blip r:embed="rId2" cstate="print">
            <a:duotone>
              <a:prstClr val="black"/>
              <a:schemeClr val="tx1">
                <a:lumMod val="85000"/>
                <a:lumOff val="15000"/>
                <a:tint val="45000"/>
                <a:satMod val="400000"/>
              </a:schemeClr>
            </a:duotone>
            <a:extLst>
              <a:ext uri="{BEBA8EAE-BF5A-486C-A8C5-ECC9F3942E4B}">
                <a14:imgProps xmlns:a14="http://schemas.microsoft.com/office/drawing/2010/main">
                  <a14:imgLayer r:embed="rId3">
                    <a14:imgEffect>
                      <a14:saturation sat="400000"/>
                    </a14:imgEffect>
                  </a14:imgLayer>
                </a14:imgProps>
              </a:ext>
              <a:ext uri="{28A0092B-C50C-407E-A947-70E740481C1C}">
                <a14:useLocalDpi xmlns:a14="http://schemas.microsoft.com/office/drawing/2010/main" val="0"/>
              </a:ext>
            </a:extLst>
          </a:blip>
          <a:stretch>
            <a:fillRect/>
          </a:stretch>
        </p:blipFill>
        <p:spPr>
          <a:xfrm>
            <a:off x="7315200" y="6248400"/>
            <a:ext cx="1413823" cy="230205"/>
          </a:xfrm>
          <a:prstGeom prst="rect">
            <a:avLst/>
          </a:prstGeom>
        </p:spPr>
      </p:pic>
      <p:pic>
        <p:nvPicPr>
          <p:cNvPr id="10" name="Picture 9"/>
          <p:cNvPicPr>
            <a:picLocks/>
          </p:cNvPicPr>
          <p:nvPr/>
        </p:nvPicPr>
        <p:blipFill>
          <a:blip r:embed="rId4" cstate="print">
            <a:extLst>
              <a:ext uri="{28A0092B-C50C-407E-A947-70E740481C1C}">
                <a14:useLocalDpi xmlns:a14="http://schemas.microsoft.com/office/drawing/2010/main" val="0"/>
              </a:ext>
            </a:extLst>
          </a:blip>
          <a:stretch>
            <a:fillRect/>
          </a:stretch>
        </p:blipFill>
        <p:spPr>
          <a:xfrm>
            <a:off x="1" y="2514600"/>
            <a:ext cx="3063240" cy="2514600"/>
          </a:xfrm>
          <a:prstGeom prst="rect">
            <a:avLst/>
          </a:prstGeom>
        </p:spPr>
      </p:pic>
      <p:sp>
        <p:nvSpPr>
          <p:cNvPr id="726019" name="Rectangle 3"/>
          <p:cNvSpPr>
            <a:spLocks noGrp="1" noChangeArrowheads="1"/>
          </p:cNvSpPr>
          <p:nvPr>
            <p:ph type="ctrTitle" sz="quarter" hasCustomPrompt="1"/>
          </p:nvPr>
        </p:nvSpPr>
        <p:spPr>
          <a:xfrm>
            <a:off x="3106782" y="2774735"/>
            <a:ext cx="5732417" cy="1129607"/>
          </a:xfrm>
          <a:ln algn="ctr"/>
        </p:spPr>
        <p:txBody>
          <a:bodyPr wrap="square" tIns="0" rIns="0" bIns="0">
            <a:spAutoFit/>
          </a:bodyPr>
          <a:lstStyle>
            <a:lvl1pPr algn="l">
              <a:spcBef>
                <a:spcPct val="60000"/>
              </a:spcBef>
              <a:buClr>
                <a:schemeClr val="hlink"/>
              </a:buClr>
              <a:buSzPct val="90000"/>
              <a:buFontTx/>
              <a:buNone/>
              <a:defRPr sz="8400" baseline="0">
                <a:solidFill>
                  <a:schemeClr val="bg1"/>
                </a:solidFill>
                <a:latin typeface="Segoe Light" pitchFamily="34" charset="0"/>
              </a:defRPr>
            </a:lvl1pPr>
          </a:lstStyle>
          <a:p>
            <a:r>
              <a:rPr lang="en-US" dirty="0"/>
              <a:t>Course #</a:t>
            </a:r>
          </a:p>
        </p:txBody>
      </p:sp>
      <p:sp>
        <p:nvSpPr>
          <p:cNvPr id="726020" name="Rectangle 4"/>
          <p:cNvSpPr>
            <a:spLocks noGrp="1" noChangeArrowheads="1"/>
          </p:cNvSpPr>
          <p:nvPr>
            <p:ph type="subTitle" sz="quarter" idx="1" hasCustomPrompt="1"/>
          </p:nvPr>
        </p:nvSpPr>
        <p:spPr>
          <a:xfrm>
            <a:off x="3121297" y="3925328"/>
            <a:ext cx="5775960" cy="1103872"/>
          </a:xfrm>
        </p:spPr>
        <p:txBody>
          <a:bodyPr lIns="91440" tIns="45720" rIns="91440" bIns="45720"/>
          <a:lstStyle>
            <a:lvl1pPr marL="0" indent="0" algn="l">
              <a:lnSpc>
                <a:spcPct val="95000"/>
              </a:lnSpc>
              <a:spcBef>
                <a:spcPct val="60000"/>
              </a:spcBef>
              <a:buFontTx/>
              <a:buNone/>
              <a:defRPr sz="2800">
                <a:solidFill>
                  <a:schemeClr val="bg1"/>
                </a:solidFill>
                <a:latin typeface="Segoe UI" pitchFamily="34" charset="0"/>
                <a:ea typeface="Segoe UI" pitchFamily="34" charset="0"/>
                <a:cs typeface="Segoe UI" pitchFamily="34" charset="0"/>
              </a:defRPr>
            </a:lvl1pPr>
          </a:lstStyle>
          <a:p>
            <a:r>
              <a:rPr lang="en-US" dirty="0"/>
              <a:t>Click to edit Course title</a:t>
            </a:r>
          </a:p>
        </p:txBody>
      </p:sp>
    </p:spTree>
    <p:extLst>
      <p:ext uri="{BB962C8B-B14F-4D97-AF65-F5344CB8AC3E}">
        <p14:creationId xmlns:p14="http://schemas.microsoft.com/office/powerpoint/2010/main" val="3408387316"/>
      </p:ext>
    </p:extLst>
  </p:cSld>
  <p:clrMapOvr>
    <a:masterClrMapping/>
  </p:clrMapOvr>
</p:sldLayout>
</file>

<file path=ppt/slideLayouts/slideLayout67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709335097"/>
      </p:ext>
    </p:extLst>
  </p:cSld>
  <p:clrMapOvr>
    <a:masterClrMapping/>
  </p:clrMapOvr>
</p:sldLayout>
</file>

<file path=ppt/slideLayouts/slideLayout67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Tree>
    <p:extLst>
      <p:ext uri="{BB962C8B-B14F-4D97-AF65-F5344CB8AC3E}">
        <p14:creationId xmlns:p14="http://schemas.microsoft.com/office/powerpoint/2010/main" val="4178604419"/>
      </p:ext>
    </p:extLst>
  </p:cSld>
  <p:clrMapOvr>
    <a:masterClrMapping/>
  </p:clrMapOvr>
</p:sldLayout>
</file>

<file path=ppt/slideLayouts/slideLayout67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458788" y="992188"/>
            <a:ext cx="3798887"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410075" y="992188"/>
            <a:ext cx="3800475"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854526369"/>
      </p:ext>
    </p:extLst>
  </p:cSld>
  <p:clrMapOvr>
    <a:masterClrMapping/>
  </p:clrMapOvr>
</p:sldLayout>
</file>

<file path=ppt/slideLayouts/slideLayout67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80772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45025" y="1535113"/>
            <a:ext cx="4041775"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30111996"/>
      </p:ext>
    </p:extLst>
  </p:cSld>
  <p:clrMapOvr>
    <a:masterClrMapping/>
  </p:clrMapOvr>
</p:sldLayout>
</file>

<file path=ppt/slideLayouts/slideLayout67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2858217527"/>
      </p:ext>
    </p:extLst>
  </p:cSld>
  <p:clrMapOvr>
    <a:masterClrMapping/>
  </p:clrMapOvr>
</p:sldLayout>
</file>

<file path=ppt/slideLayouts/slideLayout67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986220221"/>
      </p:ext>
    </p:extLst>
  </p:cSld>
  <p:clrMapOvr>
    <a:masterClrMapping/>
  </p:clrMapOvr>
</p:sldLayout>
</file>

<file path=ppt/slideLayouts/slideLayout68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t"/>
          <a:lstStyle>
            <a:lvl1pPr algn="l">
              <a:defRPr sz="2000" b="0"/>
            </a:lvl1pPr>
          </a:lstStyle>
          <a:p>
            <a:r>
              <a:rPr lang="en-US"/>
              <a:t>Click to edit Master title style</a:t>
            </a:r>
            <a:endParaRPr lang="en-US" dirty="0"/>
          </a:p>
        </p:txBody>
      </p:sp>
      <p:sp>
        <p:nvSpPr>
          <p:cNvPr id="3" name="Content Placeholder 2"/>
          <p:cNvSpPr>
            <a:spLocks noGrp="1"/>
          </p:cNvSpPr>
          <p:nvPr>
            <p:ph idx="1"/>
          </p:nvPr>
        </p:nvSpPr>
        <p:spPr>
          <a:xfrm>
            <a:off x="3575050" y="273050"/>
            <a:ext cx="5111750" cy="5853113"/>
          </a:xfrm>
        </p:spPr>
        <p:txBody>
          <a:bodyPr/>
          <a:lstStyle>
            <a:lvl1pPr>
              <a:defRPr sz="3200">
                <a:solidFill>
                  <a:schemeClr val="bg1"/>
                </a:solidFill>
              </a:defRPr>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447437421"/>
      </p:ext>
    </p:extLst>
  </p:cSld>
  <p:clrMapOvr>
    <a:masterClrMapping/>
  </p:clrMapOvr>
</p:sldLayout>
</file>

<file path=ppt/slideLayouts/slideLayout68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endParaRPr lang="en-US" noProof="0" dirty="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1325742667"/>
      </p:ext>
    </p:extLst>
  </p:cSld>
  <p:clrMapOvr>
    <a:masterClrMapping/>
  </p:clrMapOvr>
</p:sldLayout>
</file>

<file path=ppt/slideLayouts/slideLayout68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3861584114"/>
      </p:ext>
    </p:extLst>
  </p:cSld>
  <p:clrMapOvr>
    <a:masterClrMapping/>
  </p:clrMapOvr>
</p:sldLayout>
</file>

<file path=ppt/slideLayouts/slideLayout68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291263" y="0"/>
            <a:ext cx="1943100" cy="537845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458788" y="0"/>
            <a:ext cx="5680075" cy="5378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60533004"/>
      </p:ext>
    </p:extLst>
  </p:cSld>
  <p:clrMapOvr>
    <a:masterClrMapping/>
  </p:clrMapOvr>
</p:sldLayout>
</file>

<file path=ppt/slideLayouts/slideLayout684.xml><?xml version="1.0" encoding="utf-8"?>
<p:sldLayout xmlns:a="http://schemas.openxmlformats.org/drawingml/2006/main" xmlns:r="http://schemas.openxmlformats.org/officeDocument/2006/relationships" xmlns:p="http://schemas.openxmlformats.org/presentationml/2006/main" type="tx">
  <p:cSld name="Title an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CA"/>
          </a:p>
        </p:txBody>
      </p:sp>
      <p:sp>
        <p:nvSpPr>
          <p:cNvPr id="3" name="Text Placeholder 2"/>
          <p:cNvSpPr>
            <a:spLocks noGrp="1"/>
          </p:cNvSpPr>
          <p:nvPr>
            <p:ph type="body"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Tree>
    <p:extLst>
      <p:ext uri="{BB962C8B-B14F-4D97-AF65-F5344CB8AC3E}">
        <p14:creationId xmlns:p14="http://schemas.microsoft.com/office/powerpoint/2010/main" val="137370962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13" Type="http://schemas.openxmlformats.org/officeDocument/2006/relationships/theme" Target="../theme/theme2.xml"/><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slideLayout" Target="../slideLayouts/slideLayout24.xml"/><Relationship Id="rId2" Type="http://schemas.openxmlformats.org/officeDocument/2006/relationships/slideLayout" Target="../slideLayouts/slideLayout14.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2.xml"/><Relationship Id="rId13" Type="http://schemas.openxmlformats.org/officeDocument/2006/relationships/theme" Target="../theme/theme3.xml"/><Relationship Id="rId3" Type="http://schemas.openxmlformats.org/officeDocument/2006/relationships/slideLayout" Target="../slideLayouts/slideLayout27.xml"/><Relationship Id="rId7" Type="http://schemas.openxmlformats.org/officeDocument/2006/relationships/slideLayout" Target="../slideLayouts/slideLayout31.xml"/><Relationship Id="rId12" Type="http://schemas.openxmlformats.org/officeDocument/2006/relationships/slideLayout" Target="../slideLayouts/slideLayout36.xml"/><Relationship Id="rId2" Type="http://schemas.openxmlformats.org/officeDocument/2006/relationships/slideLayout" Target="../slideLayouts/slideLayout26.xml"/><Relationship Id="rId1" Type="http://schemas.openxmlformats.org/officeDocument/2006/relationships/slideLayout" Target="../slideLayouts/slideLayout25.xml"/><Relationship Id="rId6" Type="http://schemas.openxmlformats.org/officeDocument/2006/relationships/slideLayout" Target="../slideLayouts/slideLayout30.xml"/><Relationship Id="rId11" Type="http://schemas.openxmlformats.org/officeDocument/2006/relationships/slideLayout" Target="../slideLayouts/slideLayout35.xml"/><Relationship Id="rId5" Type="http://schemas.openxmlformats.org/officeDocument/2006/relationships/slideLayout" Target="../slideLayouts/slideLayout29.xml"/><Relationship Id="rId10" Type="http://schemas.openxmlformats.org/officeDocument/2006/relationships/slideLayout" Target="../slideLayouts/slideLayout34.xml"/><Relationship Id="rId4" Type="http://schemas.openxmlformats.org/officeDocument/2006/relationships/slideLayout" Target="../slideLayouts/slideLayout28.xml"/><Relationship Id="rId9" Type="http://schemas.openxmlformats.org/officeDocument/2006/relationships/slideLayout" Target="../slideLayouts/slideLayout33.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44.xml"/><Relationship Id="rId13" Type="http://schemas.openxmlformats.org/officeDocument/2006/relationships/theme" Target="../theme/theme4.xml"/><Relationship Id="rId3" Type="http://schemas.openxmlformats.org/officeDocument/2006/relationships/slideLayout" Target="../slideLayouts/slideLayout39.xml"/><Relationship Id="rId7" Type="http://schemas.openxmlformats.org/officeDocument/2006/relationships/slideLayout" Target="../slideLayouts/slideLayout43.xml"/><Relationship Id="rId12" Type="http://schemas.openxmlformats.org/officeDocument/2006/relationships/slideLayout" Target="../slideLayouts/slideLayout48.xml"/><Relationship Id="rId2" Type="http://schemas.openxmlformats.org/officeDocument/2006/relationships/slideLayout" Target="../slideLayouts/slideLayout38.xml"/><Relationship Id="rId1" Type="http://schemas.openxmlformats.org/officeDocument/2006/relationships/slideLayout" Target="../slideLayouts/slideLayout37.xml"/><Relationship Id="rId6" Type="http://schemas.openxmlformats.org/officeDocument/2006/relationships/slideLayout" Target="../slideLayouts/slideLayout42.xml"/><Relationship Id="rId11" Type="http://schemas.openxmlformats.org/officeDocument/2006/relationships/slideLayout" Target="../slideLayouts/slideLayout47.xml"/><Relationship Id="rId5" Type="http://schemas.openxmlformats.org/officeDocument/2006/relationships/slideLayout" Target="../slideLayouts/slideLayout41.xml"/><Relationship Id="rId10" Type="http://schemas.openxmlformats.org/officeDocument/2006/relationships/slideLayout" Target="../slideLayouts/slideLayout46.xml"/><Relationship Id="rId4" Type="http://schemas.openxmlformats.org/officeDocument/2006/relationships/slideLayout" Target="../slideLayouts/slideLayout40.xml"/><Relationship Id="rId9" Type="http://schemas.openxmlformats.org/officeDocument/2006/relationships/slideLayout" Target="../slideLayouts/slideLayout45.xml"/></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56.xml"/><Relationship Id="rId13" Type="http://schemas.openxmlformats.org/officeDocument/2006/relationships/theme" Target="../theme/theme5.xml"/><Relationship Id="rId3" Type="http://schemas.openxmlformats.org/officeDocument/2006/relationships/slideLayout" Target="../slideLayouts/slideLayout51.xml"/><Relationship Id="rId7" Type="http://schemas.openxmlformats.org/officeDocument/2006/relationships/slideLayout" Target="../slideLayouts/slideLayout55.xml"/><Relationship Id="rId12" Type="http://schemas.openxmlformats.org/officeDocument/2006/relationships/slideLayout" Target="../slideLayouts/slideLayout60.xml"/><Relationship Id="rId2" Type="http://schemas.openxmlformats.org/officeDocument/2006/relationships/slideLayout" Target="../slideLayouts/slideLayout50.xml"/><Relationship Id="rId1" Type="http://schemas.openxmlformats.org/officeDocument/2006/relationships/slideLayout" Target="../slideLayouts/slideLayout49.xml"/><Relationship Id="rId6" Type="http://schemas.openxmlformats.org/officeDocument/2006/relationships/slideLayout" Target="../slideLayouts/slideLayout54.xml"/><Relationship Id="rId11" Type="http://schemas.openxmlformats.org/officeDocument/2006/relationships/slideLayout" Target="../slideLayouts/slideLayout59.xml"/><Relationship Id="rId5" Type="http://schemas.openxmlformats.org/officeDocument/2006/relationships/slideLayout" Target="../slideLayouts/slideLayout53.xml"/><Relationship Id="rId10" Type="http://schemas.openxmlformats.org/officeDocument/2006/relationships/slideLayout" Target="../slideLayouts/slideLayout58.xml"/><Relationship Id="rId4" Type="http://schemas.openxmlformats.org/officeDocument/2006/relationships/slideLayout" Target="../slideLayouts/slideLayout52.xml"/><Relationship Id="rId9" Type="http://schemas.openxmlformats.org/officeDocument/2006/relationships/slideLayout" Target="../slideLayouts/slideLayout57.xml"/></Relationships>
</file>

<file path=ppt/slideMasters/_rels/slideMaster6.xml.rels><?xml version="1.0" encoding="UTF-8" standalone="yes"?>
<Relationships xmlns="http://schemas.openxmlformats.org/package/2006/relationships"><Relationship Id="rId8" Type="http://schemas.openxmlformats.org/officeDocument/2006/relationships/slideLayout" Target="../slideLayouts/slideLayout68.xml"/><Relationship Id="rId13" Type="http://schemas.openxmlformats.org/officeDocument/2006/relationships/theme" Target="../theme/theme6.xml"/><Relationship Id="rId3" Type="http://schemas.openxmlformats.org/officeDocument/2006/relationships/slideLayout" Target="../slideLayouts/slideLayout63.xml"/><Relationship Id="rId7" Type="http://schemas.openxmlformats.org/officeDocument/2006/relationships/slideLayout" Target="../slideLayouts/slideLayout67.xml"/><Relationship Id="rId12" Type="http://schemas.openxmlformats.org/officeDocument/2006/relationships/slideLayout" Target="../slideLayouts/slideLayout72.xml"/><Relationship Id="rId2" Type="http://schemas.openxmlformats.org/officeDocument/2006/relationships/slideLayout" Target="../slideLayouts/slideLayout62.xml"/><Relationship Id="rId1" Type="http://schemas.openxmlformats.org/officeDocument/2006/relationships/slideLayout" Target="../slideLayouts/slideLayout61.xml"/><Relationship Id="rId6" Type="http://schemas.openxmlformats.org/officeDocument/2006/relationships/slideLayout" Target="../slideLayouts/slideLayout66.xml"/><Relationship Id="rId11" Type="http://schemas.openxmlformats.org/officeDocument/2006/relationships/slideLayout" Target="../slideLayouts/slideLayout71.xml"/><Relationship Id="rId5" Type="http://schemas.openxmlformats.org/officeDocument/2006/relationships/slideLayout" Target="../slideLayouts/slideLayout65.xml"/><Relationship Id="rId10" Type="http://schemas.openxmlformats.org/officeDocument/2006/relationships/slideLayout" Target="../slideLayouts/slideLayout70.xml"/><Relationship Id="rId4" Type="http://schemas.openxmlformats.org/officeDocument/2006/relationships/slideLayout" Target="../slideLayouts/slideLayout64.xml"/><Relationship Id="rId9" Type="http://schemas.openxmlformats.org/officeDocument/2006/relationships/slideLayout" Target="../slideLayouts/slideLayout69.xml"/></Relationships>
</file>

<file path=ppt/slideMasters/_rels/slideMaster7.xml.rels><?xml version="1.0" encoding="UTF-8" standalone="yes"?>
<Relationships xmlns="http://schemas.openxmlformats.org/package/2006/relationships"><Relationship Id="rId8" Type="http://schemas.openxmlformats.org/officeDocument/2006/relationships/slideLayout" Target="../slideLayouts/slideLayout80.xml"/><Relationship Id="rId13" Type="http://schemas.openxmlformats.org/officeDocument/2006/relationships/theme" Target="../theme/theme7.xml"/><Relationship Id="rId3" Type="http://schemas.openxmlformats.org/officeDocument/2006/relationships/slideLayout" Target="../slideLayouts/slideLayout75.xml"/><Relationship Id="rId7" Type="http://schemas.openxmlformats.org/officeDocument/2006/relationships/slideLayout" Target="../slideLayouts/slideLayout79.xml"/><Relationship Id="rId12" Type="http://schemas.openxmlformats.org/officeDocument/2006/relationships/slideLayout" Target="../slideLayouts/slideLayout84.xml"/><Relationship Id="rId2" Type="http://schemas.openxmlformats.org/officeDocument/2006/relationships/slideLayout" Target="../slideLayouts/slideLayout74.xml"/><Relationship Id="rId1" Type="http://schemas.openxmlformats.org/officeDocument/2006/relationships/slideLayout" Target="../slideLayouts/slideLayout73.xml"/><Relationship Id="rId6" Type="http://schemas.openxmlformats.org/officeDocument/2006/relationships/slideLayout" Target="../slideLayouts/slideLayout78.xml"/><Relationship Id="rId11" Type="http://schemas.openxmlformats.org/officeDocument/2006/relationships/slideLayout" Target="../slideLayouts/slideLayout83.xml"/><Relationship Id="rId5" Type="http://schemas.openxmlformats.org/officeDocument/2006/relationships/slideLayout" Target="../slideLayouts/slideLayout77.xml"/><Relationship Id="rId10" Type="http://schemas.openxmlformats.org/officeDocument/2006/relationships/slideLayout" Target="../slideLayouts/slideLayout82.xml"/><Relationship Id="rId4" Type="http://schemas.openxmlformats.org/officeDocument/2006/relationships/slideLayout" Target="../slideLayouts/slideLayout76.xml"/><Relationship Id="rId9" Type="http://schemas.openxmlformats.org/officeDocument/2006/relationships/slideLayout" Target="../slideLayouts/slideLayout81.xml"/></Relationships>
</file>

<file path=ppt/slideMasters/_rels/slideMaster8.xml.rels><?xml version="1.0" encoding="UTF-8" standalone="yes"?>
<Relationships xmlns="http://schemas.openxmlformats.org/package/2006/relationships"><Relationship Id="rId8" Type="http://schemas.openxmlformats.org/officeDocument/2006/relationships/slideLayout" Target="../slideLayouts/slideLayout92.xml"/><Relationship Id="rId13" Type="http://schemas.openxmlformats.org/officeDocument/2006/relationships/theme" Target="../theme/theme8.xml"/><Relationship Id="rId3" Type="http://schemas.openxmlformats.org/officeDocument/2006/relationships/slideLayout" Target="../slideLayouts/slideLayout87.xml"/><Relationship Id="rId7" Type="http://schemas.openxmlformats.org/officeDocument/2006/relationships/slideLayout" Target="../slideLayouts/slideLayout91.xml"/><Relationship Id="rId12" Type="http://schemas.openxmlformats.org/officeDocument/2006/relationships/slideLayout" Target="../slideLayouts/slideLayout96.xml"/><Relationship Id="rId2" Type="http://schemas.openxmlformats.org/officeDocument/2006/relationships/slideLayout" Target="../slideLayouts/slideLayout86.xml"/><Relationship Id="rId1" Type="http://schemas.openxmlformats.org/officeDocument/2006/relationships/slideLayout" Target="../slideLayouts/slideLayout85.xml"/><Relationship Id="rId6" Type="http://schemas.openxmlformats.org/officeDocument/2006/relationships/slideLayout" Target="../slideLayouts/slideLayout90.xml"/><Relationship Id="rId11" Type="http://schemas.openxmlformats.org/officeDocument/2006/relationships/slideLayout" Target="../slideLayouts/slideLayout95.xml"/><Relationship Id="rId5" Type="http://schemas.openxmlformats.org/officeDocument/2006/relationships/slideLayout" Target="../slideLayouts/slideLayout89.xml"/><Relationship Id="rId10" Type="http://schemas.openxmlformats.org/officeDocument/2006/relationships/slideLayout" Target="../slideLayouts/slideLayout94.xml"/><Relationship Id="rId4" Type="http://schemas.openxmlformats.org/officeDocument/2006/relationships/slideLayout" Target="../slideLayouts/slideLayout88.xml"/><Relationship Id="rId9" Type="http://schemas.openxmlformats.org/officeDocument/2006/relationships/slideLayout" Target="../slideLayouts/slideLayout93.xml"/></Relationships>
</file>

<file path=ppt/slideMasters/_rels/slideMaster9.xml.rels><?xml version="1.0" encoding="UTF-8" standalone="yes"?>
<Relationships xmlns="http://schemas.openxmlformats.org/package/2006/relationships"><Relationship Id="rId8" Type="http://schemas.openxmlformats.org/officeDocument/2006/relationships/slideLayout" Target="../slideLayouts/slideLayout104.xml"/><Relationship Id="rId13" Type="http://schemas.openxmlformats.org/officeDocument/2006/relationships/theme" Target="../theme/theme9.xml"/><Relationship Id="rId3" Type="http://schemas.openxmlformats.org/officeDocument/2006/relationships/slideLayout" Target="../slideLayouts/slideLayout99.xml"/><Relationship Id="rId7" Type="http://schemas.openxmlformats.org/officeDocument/2006/relationships/slideLayout" Target="../slideLayouts/slideLayout103.xml"/><Relationship Id="rId12" Type="http://schemas.openxmlformats.org/officeDocument/2006/relationships/slideLayout" Target="../slideLayouts/slideLayout108.xml"/><Relationship Id="rId2" Type="http://schemas.openxmlformats.org/officeDocument/2006/relationships/slideLayout" Target="../slideLayouts/slideLayout98.xml"/><Relationship Id="rId1" Type="http://schemas.openxmlformats.org/officeDocument/2006/relationships/slideLayout" Target="../slideLayouts/slideLayout97.xml"/><Relationship Id="rId6" Type="http://schemas.openxmlformats.org/officeDocument/2006/relationships/slideLayout" Target="../slideLayouts/slideLayout102.xml"/><Relationship Id="rId11" Type="http://schemas.openxmlformats.org/officeDocument/2006/relationships/slideLayout" Target="../slideLayouts/slideLayout107.xml"/><Relationship Id="rId5" Type="http://schemas.openxmlformats.org/officeDocument/2006/relationships/slideLayout" Target="../slideLayouts/slideLayout101.xml"/><Relationship Id="rId10" Type="http://schemas.openxmlformats.org/officeDocument/2006/relationships/slideLayout" Target="../slideLayouts/slideLayout106.xml"/><Relationship Id="rId4" Type="http://schemas.openxmlformats.org/officeDocument/2006/relationships/slideLayout" Target="../slideLayouts/slideLayout100.xml"/><Relationship Id="rId9" Type="http://schemas.openxmlformats.org/officeDocument/2006/relationships/slideLayout" Target="../slideLayouts/slideLayout105.xml"/></Relationships>
</file>

<file path=ppt/slideMasters/_rels/slideMaster10.xml.rels><?xml version="1.0" encoding="UTF-8" standalone="yes"?>
<Relationships xmlns="http://schemas.openxmlformats.org/package/2006/relationships"><Relationship Id="rId8" Type="http://schemas.openxmlformats.org/officeDocument/2006/relationships/slideLayout" Target="../slideLayouts/slideLayout116.xml"/><Relationship Id="rId13" Type="http://schemas.openxmlformats.org/officeDocument/2006/relationships/theme" Target="../theme/theme10.xml"/><Relationship Id="rId3" Type="http://schemas.openxmlformats.org/officeDocument/2006/relationships/slideLayout" Target="../slideLayouts/slideLayout111.xml"/><Relationship Id="rId7" Type="http://schemas.openxmlformats.org/officeDocument/2006/relationships/slideLayout" Target="../slideLayouts/slideLayout115.xml"/><Relationship Id="rId12" Type="http://schemas.openxmlformats.org/officeDocument/2006/relationships/slideLayout" Target="../slideLayouts/slideLayout120.xml"/><Relationship Id="rId2" Type="http://schemas.openxmlformats.org/officeDocument/2006/relationships/slideLayout" Target="../slideLayouts/slideLayout110.xml"/><Relationship Id="rId1" Type="http://schemas.openxmlformats.org/officeDocument/2006/relationships/slideLayout" Target="../slideLayouts/slideLayout109.xml"/><Relationship Id="rId6" Type="http://schemas.openxmlformats.org/officeDocument/2006/relationships/slideLayout" Target="../slideLayouts/slideLayout114.xml"/><Relationship Id="rId11" Type="http://schemas.openxmlformats.org/officeDocument/2006/relationships/slideLayout" Target="../slideLayouts/slideLayout119.xml"/><Relationship Id="rId5" Type="http://schemas.openxmlformats.org/officeDocument/2006/relationships/slideLayout" Target="../slideLayouts/slideLayout113.xml"/><Relationship Id="rId10" Type="http://schemas.openxmlformats.org/officeDocument/2006/relationships/slideLayout" Target="../slideLayouts/slideLayout118.xml"/><Relationship Id="rId4" Type="http://schemas.openxmlformats.org/officeDocument/2006/relationships/slideLayout" Target="../slideLayouts/slideLayout112.xml"/><Relationship Id="rId9" Type="http://schemas.openxmlformats.org/officeDocument/2006/relationships/slideLayout" Target="../slideLayouts/slideLayout117.xml"/></Relationships>
</file>

<file path=ppt/slideMasters/_rels/slideMaster11.xml.rels><?xml version="1.0" encoding="UTF-8" standalone="yes"?>
<Relationships xmlns="http://schemas.openxmlformats.org/package/2006/relationships"><Relationship Id="rId8" Type="http://schemas.openxmlformats.org/officeDocument/2006/relationships/slideLayout" Target="../slideLayouts/slideLayout128.xml"/><Relationship Id="rId13" Type="http://schemas.openxmlformats.org/officeDocument/2006/relationships/theme" Target="../theme/theme11.xml"/><Relationship Id="rId3" Type="http://schemas.openxmlformats.org/officeDocument/2006/relationships/slideLayout" Target="../slideLayouts/slideLayout123.xml"/><Relationship Id="rId7" Type="http://schemas.openxmlformats.org/officeDocument/2006/relationships/slideLayout" Target="../slideLayouts/slideLayout127.xml"/><Relationship Id="rId12" Type="http://schemas.openxmlformats.org/officeDocument/2006/relationships/slideLayout" Target="../slideLayouts/slideLayout132.xml"/><Relationship Id="rId2" Type="http://schemas.openxmlformats.org/officeDocument/2006/relationships/slideLayout" Target="../slideLayouts/slideLayout122.xml"/><Relationship Id="rId1" Type="http://schemas.openxmlformats.org/officeDocument/2006/relationships/slideLayout" Target="../slideLayouts/slideLayout121.xml"/><Relationship Id="rId6" Type="http://schemas.openxmlformats.org/officeDocument/2006/relationships/slideLayout" Target="../slideLayouts/slideLayout126.xml"/><Relationship Id="rId11" Type="http://schemas.openxmlformats.org/officeDocument/2006/relationships/slideLayout" Target="../slideLayouts/slideLayout131.xml"/><Relationship Id="rId5" Type="http://schemas.openxmlformats.org/officeDocument/2006/relationships/slideLayout" Target="../slideLayouts/slideLayout125.xml"/><Relationship Id="rId10" Type="http://schemas.openxmlformats.org/officeDocument/2006/relationships/slideLayout" Target="../slideLayouts/slideLayout130.xml"/><Relationship Id="rId4" Type="http://schemas.openxmlformats.org/officeDocument/2006/relationships/slideLayout" Target="../slideLayouts/slideLayout124.xml"/><Relationship Id="rId9" Type="http://schemas.openxmlformats.org/officeDocument/2006/relationships/slideLayout" Target="../slideLayouts/slideLayout129.xml"/></Relationships>
</file>

<file path=ppt/slideMasters/_rels/slideMaster12.xml.rels><?xml version="1.0" encoding="UTF-8" standalone="yes"?>
<Relationships xmlns="http://schemas.openxmlformats.org/package/2006/relationships"><Relationship Id="rId8" Type="http://schemas.openxmlformats.org/officeDocument/2006/relationships/slideLayout" Target="../slideLayouts/slideLayout140.xml"/><Relationship Id="rId13" Type="http://schemas.openxmlformats.org/officeDocument/2006/relationships/theme" Target="../theme/theme12.xml"/><Relationship Id="rId3" Type="http://schemas.openxmlformats.org/officeDocument/2006/relationships/slideLayout" Target="../slideLayouts/slideLayout135.xml"/><Relationship Id="rId7" Type="http://schemas.openxmlformats.org/officeDocument/2006/relationships/slideLayout" Target="../slideLayouts/slideLayout139.xml"/><Relationship Id="rId12" Type="http://schemas.openxmlformats.org/officeDocument/2006/relationships/slideLayout" Target="../slideLayouts/slideLayout144.xml"/><Relationship Id="rId2" Type="http://schemas.openxmlformats.org/officeDocument/2006/relationships/slideLayout" Target="../slideLayouts/slideLayout134.xml"/><Relationship Id="rId1" Type="http://schemas.openxmlformats.org/officeDocument/2006/relationships/slideLayout" Target="../slideLayouts/slideLayout133.xml"/><Relationship Id="rId6" Type="http://schemas.openxmlformats.org/officeDocument/2006/relationships/slideLayout" Target="../slideLayouts/slideLayout138.xml"/><Relationship Id="rId11" Type="http://schemas.openxmlformats.org/officeDocument/2006/relationships/slideLayout" Target="../slideLayouts/slideLayout143.xml"/><Relationship Id="rId5" Type="http://schemas.openxmlformats.org/officeDocument/2006/relationships/slideLayout" Target="../slideLayouts/slideLayout137.xml"/><Relationship Id="rId10" Type="http://schemas.openxmlformats.org/officeDocument/2006/relationships/slideLayout" Target="../slideLayouts/slideLayout142.xml"/><Relationship Id="rId4" Type="http://schemas.openxmlformats.org/officeDocument/2006/relationships/slideLayout" Target="../slideLayouts/slideLayout136.xml"/><Relationship Id="rId9" Type="http://schemas.openxmlformats.org/officeDocument/2006/relationships/slideLayout" Target="../slideLayouts/slideLayout141.xml"/></Relationships>
</file>

<file path=ppt/slideMasters/_rels/slideMaster13.xml.rels><?xml version="1.0" encoding="UTF-8" standalone="yes"?>
<Relationships xmlns="http://schemas.openxmlformats.org/package/2006/relationships"><Relationship Id="rId8" Type="http://schemas.openxmlformats.org/officeDocument/2006/relationships/slideLayout" Target="../slideLayouts/slideLayout152.xml"/><Relationship Id="rId13" Type="http://schemas.openxmlformats.org/officeDocument/2006/relationships/theme" Target="../theme/theme13.xml"/><Relationship Id="rId3" Type="http://schemas.openxmlformats.org/officeDocument/2006/relationships/slideLayout" Target="../slideLayouts/slideLayout147.xml"/><Relationship Id="rId7" Type="http://schemas.openxmlformats.org/officeDocument/2006/relationships/slideLayout" Target="../slideLayouts/slideLayout151.xml"/><Relationship Id="rId12" Type="http://schemas.openxmlformats.org/officeDocument/2006/relationships/slideLayout" Target="../slideLayouts/slideLayout156.xml"/><Relationship Id="rId2" Type="http://schemas.openxmlformats.org/officeDocument/2006/relationships/slideLayout" Target="../slideLayouts/slideLayout146.xml"/><Relationship Id="rId1" Type="http://schemas.openxmlformats.org/officeDocument/2006/relationships/slideLayout" Target="../slideLayouts/slideLayout145.xml"/><Relationship Id="rId6" Type="http://schemas.openxmlformats.org/officeDocument/2006/relationships/slideLayout" Target="../slideLayouts/slideLayout150.xml"/><Relationship Id="rId11" Type="http://schemas.openxmlformats.org/officeDocument/2006/relationships/slideLayout" Target="../slideLayouts/slideLayout155.xml"/><Relationship Id="rId5" Type="http://schemas.openxmlformats.org/officeDocument/2006/relationships/slideLayout" Target="../slideLayouts/slideLayout149.xml"/><Relationship Id="rId10" Type="http://schemas.openxmlformats.org/officeDocument/2006/relationships/slideLayout" Target="../slideLayouts/slideLayout154.xml"/><Relationship Id="rId4" Type="http://schemas.openxmlformats.org/officeDocument/2006/relationships/slideLayout" Target="../slideLayouts/slideLayout148.xml"/><Relationship Id="rId9" Type="http://schemas.openxmlformats.org/officeDocument/2006/relationships/slideLayout" Target="../slideLayouts/slideLayout153.xml"/></Relationships>
</file>

<file path=ppt/slideMasters/_rels/slideMaster14.xml.rels><?xml version="1.0" encoding="UTF-8" standalone="yes"?>
<Relationships xmlns="http://schemas.openxmlformats.org/package/2006/relationships"><Relationship Id="rId8" Type="http://schemas.openxmlformats.org/officeDocument/2006/relationships/slideLayout" Target="../slideLayouts/slideLayout164.xml"/><Relationship Id="rId13" Type="http://schemas.openxmlformats.org/officeDocument/2006/relationships/theme" Target="../theme/theme14.xml"/><Relationship Id="rId3" Type="http://schemas.openxmlformats.org/officeDocument/2006/relationships/slideLayout" Target="../slideLayouts/slideLayout159.xml"/><Relationship Id="rId7" Type="http://schemas.openxmlformats.org/officeDocument/2006/relationships/slideLayout" Target="../slideLayouts/slideLayout163.xml"/><Relationship Id="rId12" Type="http://schemas.openxmlformats.org/officeDocument/2006/relationships/slideLayout" Target="../slideLayouts/slideLayout168.xml"/><Relationship Id="rId2" Type="http://schemas.openxmlformats.org/officeDocument/2006/relationships/slideLayout" Target="../slideLayouts/slideLayout158.xml"/><Relationship Id="rId1" Type="http://schemas.openxmlformats.org/officeDocument/2006/relationships/slideLayout" Target="../slideLayouts/slideLayout157.xml"/><Relationship Id="rId6" Type="http://schemas.openxmlformats.org/officeDocument/2006/relationships/slideLayout" Target="../slideLayouts/slideLayout162.xml"/><Relationship Id="rId11" Type="http://schemas.openxmlformats.org/officeDocument/2006/relationships/slideLayout" Target="../slideLayouts/slideLayout167.xml"/><Relationship Id="rId5" Type="http://schemas.openxmlformats.org/officeDocument/2006/relationships/slideLayout" Target="../slideLayouts/slideLayout161.xml"/><Relationship Id="rId10" Type="http://schemas.openxmlformats.org/officeDocument/2006/relationships/slideLayout" Target="../slideLayouts/slideLayout166.xml"/><Relationship Id="rId4" Type="http://schemas.openxmlformats.org/officeDocument/2006/relationships/slideLayout" Target="../slideLayouts/slideLayout160.xml"/><Relationship Id="rId9" Type="http://schemas.openxmlformats.org/officeDocument/2006/relationships/slideLayout" Target="../slideLayouts/slideLayout165.xml"/></Relationships>
</file>

<file path=ppt/slideMasters/_rels/slideMaster15.xml.rels><?xml version="1.0" encoding="UTF-8" standalone="yes"?>
<Relationships xmlns="http://schemas.openxmlformats.org/package/2006/relationships"><Relationship Id="rId8" Type="http://schemas.openxmlformats.org/officeDocument/2006/relationships/slideLayout" Target="../slideLayouts/slideLayout176.xml"/><Relationship Id="rId13" Type="http://schemas.openxmlformats.org/officeDocument/2006/relationships/theme" Target="../theme/theme15.xml"/><Relationship Id="rId3" Type="http://schemas.openxmlformats.org/officeDocument/2006/relationships/slideLayout" Target="../slideLayouts/slideLayout171.xml"/><Relationship Id="rId7" Type="http://schemas.openxmlformats.org/officeDocument/2006/relationships/slideLayout" Target="../slideLayouts/slideLayout175.xml"/><Relationship Id="rId12" Type="http://schemas.openxmlformats.org/officeDocument/2006/relationships/slideLayout" Target="../slideLayouts/slideLayout180.xml"/><Relationship Id="rId2" Type="http://schemas.openxmlformats.org/officeDocument/2006/relationships/slideLayout" Target="../slideLayouts/slideLayout170.xml"/><Relationship Id="rId1" Type="http://schemas.openxmlformats.org/officeDocument/2006/relationships/slideLayout" Target="../slideLayouts/slideLayout169.xml"/><Relationship Id="rId6" Type="http://schemas.openxmlformats.org/officeDocument/2006/relationships/slideLayout" Target="../slideLayouts/slideLayout174.xml"/><Relationship Id="rId11" Type="http://schemas.openxmlformats.org/officeDocument/2006/relationships/slideLayout" Target="../slideLayouts/slideLayout179.xml"/><Relationship Id="rId5" Type="http://schemas.openxmlformats.org/officeDocument/2006/relationships/slideLayout" Target="../slideLayouts/slideLayout173.xml"/><Relationship Id="rId10" Type="http://schemas.openxmlformats.org/officeDocument/2006/relationships/slideLayout" Target="../slideLayouts/slideLayout178.xml"/><Relationship Id="rId4" Type="http://schemas.openxmlformats.org/officeDocument/2006/relationships/slideLayout" Target="../slideLayouts/slideLayout172.xml"/><Relationship Id="rId9" Type="http://schemas.openxmlformats.org/officeDocument/2006/relationships/slideLayout" Target="../slideLayouts/slideLayout177.xml"/></Relationships>
</file>

<file path=ppt/slideMasters/_rels/slideMaster16.xml.rels><?xml version="1.0" encoding="UTF-8" standalone="yes"?>
<Relationships xmlns="http://schemas.openxmlformats.org/package/2006/relationships"><Relationship Id="rId8" Type="http://schemas.openxmlformats.org/officeDocument/2006/relationships/slideLayout" Target="../slideLayouts/slideLayout188.xml"/><Relationship Id="rId13" Type="http://schemas.openxmlformats.org/officeDocument/2006/relationships/theme" Target="../theme/theme16.xml"/><Relationship Id="rId3" Type="http://schemas.openxmlformats.org/officeDocument/2006/relationships/slideLayout" Target="../slideLayouts/slideLayout183.xml"/><Relationship Id="rId7" Type="http://schemas.openxmlformats.org/officeDocument/2006/relationships/slideLayout" Target="../slideLayouts/slideLayout187.xml"/><Relationship Id="rId12" Type="http://schemas.openxmlformats.org/officeDocument/2006/relationships/slideLayout" Target="../slideLayouts/slideLayout192.xml"/><Relationship Id="rId2" Type="http://schemas.openxmlformats.org/officeDocument/2006/relationships/slideLayout" Target="../slideLayouts/slideLayout182.xml"/><Relationship Id="rId1" Type="http://schemas.openxmlformats.org/officeDocument/2006/relationships/slideLayout" Target="../slideLayouts/slideLayout181.xml"/><Relationship Id="rId6" Type="http://schemas.openxmlformats.org/officeDocument/2006/relationships/slideLayout" Target="../slideLayouts/slideLayout186.xml"/><Relationship Id="rId11" Type="http://schemas.openxmlformats.org/officeDocument/2006/relationships/slideLayout" Target="../slideLayouts/slideLayout191.xml"/><Relationship Id="rId5" Type="http://schemas.openxmlformats.org/officeDocument/2006/relationships/slideLayout" Target="../slideLayouts/slideLayout185.xml"/><Relationship Id="rId10" Type="http://schemas.openxmlformats.org/officeDocument/2006/relationships/slideLayout" Target="../slideLayouts/slideLayout190.xml"/><Relationship Id="rId4" Type="http://schemas.openxmlformats.org/officeDocument/2006/relationships/slideLayout" Target="../slideLayouts/slideLayout184.xml"/><Relationship Id="rId9" Type="http://schemas.openxmlformats.org/officeDocument/2006/relationships/slideLayout" Target="../slideLayouts/slideLayout189.xml"/></Relationships>
</file>

<file path=ppt/slideMasters/_rels/slideMaster17.xml.rels><?xml version="1.0" encoding="UTF-8" standalone="yes"?>
<Relationships xmlns="http://schemas.openxmlformats.org/package/2006/relationships"><Relationship Id="rId8" Type="http://schemas.openxmlformats.org/officeDocument/2006/relationships/slideLayout" Target="../slideLayouts/slideLayout200.xml"/><Relationship Id="rId13" Type="http://schemas.openxmlformats.org/officeDocument/2006/relationships/theme" Target="../theme/theme17.xml"/><Relationship Id="rId3" Type="http://schemas.openxmlformats.org/officeDocument/2006/relationships/slideLayout" Target="../slideLayouts/slideLayout195.xml"/><Relationship Id="rId7" Type="http://schemas.openxmlformats.org/officeDocument/2006/relationships/slideLayout" Target="../slideLayouts/slideLayout199.xml"/><Relationship Id="rId12" Type="http://schemas.openxmlformats.org/officeDocument/2006/relationships/slideLayout" Target="../slideLayouts/slideLayout204.xml"/><Relationship Id="rId2" Type="http://schemas.openxmlformats.org/officeDocument/2006/relationships/slideLayout" Target="../slideLayouts/slideLayout194.xml"/><Relationship Id="rId1" Type="http://schemas.openxmlformats.org/officeDocument/2006/relationships/slideLayout" Target="../slideLayouts/slideLayout193.xml"/><Relationship Id="rId6" Type="http://schemas.openxmlformats.org/officeDocument/2006/relationships/slideLayout" Target="../slideLayouts/slideLayout198.xml"/><Relationship Id="rId11" Type="http://schemas.openxmlformats.org/officeDocument/2006/relationships/slideLayout" Target="../slideLayouts/slideLayout203.xml"/><Relationship Id="rId5" Type="http://schemas.openxmlformats.org/officeDocument/2006/relationships/slideLayout" Target="../slideLayouts/slideLayout197.xml"/><Relationship Id="rId10" Type="http://schemas.openxmlformats.org/officeDocument/2006/relationships/slideLayout" Target="../slideLayouts/slideLayout202.xml"/><Relationship Id="rId4" Type="http://schemas.openxmlformats.org/officeDocument/2006/relationships/slideLayout" Target="../slideLayouts/slideLayout196.xml"/><Relationship Id="rId9" Type="http://schemas.openxmlformats.org/officeDocument/2006/relationships/slideLayout" Target="../slideLayouts/slideLayout201.xml"/></Relationships>
</file>

<file path=ppt/slideMasters/_rels/slideMaster18.xml.rels><?xml version="1.0" encoding="UTF-8" standalone="yes"?>
<Relationships xmlns="http://schemas.openxmlformats.org/package/2006/relationships"><Relationship Id="rId8" Type="http://schemas.openxmlformats.org/officeDocument/2006/relationships/slideLayout" Target="../slideLayouts/slideLayout212.xml"/><Relationship Id="rId13" Type="http://schemas.openxmlformats.org/officeDocument/2006/relationships/theme" Target="../theme/theme18.xml"/><Relationship Id="rId3" Type="http://schemas.openxmlformats.org/officeDocument/2006/relationships/slideLayout" Target="../slideLayouts/slideLayout207.xml"/><Relationship Id="rId7" Type="http://schemas.openxmlformats.org/officeDocument/2006/relationships/slideLayout" Target="../slideLayouts/slideLayout211.xml"/><Relationship Id="rId12" Type="http://schemas.openxmlformats.org/officeDocument/2006/relationships/slideLayout" Target="../slideLayouts/slideLayout216.xml"/><Relationship Id="rId2" Type="http://schemas.openxmlformats.org/officeDocument/2006/relationships/slideLayout" Target="../slideLayouts/slideLayout206.xml"/><Relationship Id="rId1" Type="http://schemas.openxmlformats.org/officeDocument/2006/relationships/slideLayout" Target="../slideLayouts/slideLayout205.xml"/><Relationship Id="rId6" Type="http://schemas.openxmlformats.org/officeDocument/2006/relationships/slideLayout" Target="../slideLayouts/slideLayout210.xml"/><Relationship Id="rId11" Type="http://schemas.openxmlformats.org/officeDocument/2006/relationships/slideLayout" Target="../slideLayouts/slideLayout215.xml"/><Relationship Id="rId5" Type="http://schemas.openxmlformats.org/officeDocument/2006/relationships/slideLayout" Target="../slideLayouts/slideLayout209.xml"/><Relationship Id="rId10" Type="http://schemas.openxmlformats.org/officeDocument/2006/relationships/slideLayout" Target="../slideLayouts/slideLayout214.xml"/><Relationship Id="rId4" Type="http://schemas.openxmlformats.org/officeDocument/2006/relationships/slideLayout" Target="../slideLayouts/slideLayout208.xml"/><Relationship Id="rId9" Type="http://schemas.openxmlformats.org/officeDocument/2006/relationships/slideLayout" Target="../slideLayouts/slideLayout213.xml"/></Relationships>
</file>

<file path=ppt/slideMasters/_rels/slideMaster19.xml.rels><?xml version="1.0" encoding="UTF-8" standalone="yes"?>
<Relationships xmlns="http://schemas.openxmlformats.org/package/2006/relationships"><Relationship Id="rId8" Type="http://schemas.openxmlformats.org/officeDocument/2006/relationships/slideLayout" Target="../slideLayouts/slideLayout224.xml"/><Relationship Id="rId13" Type="http://schemas.openxmlformats.org/officeDocument/2006/relationships/theme" Target="../theme/theme19.xml"/><Relationship Id="rId3" Type="http://schemas.openxmlformats.org/officeDocument/2006/relationships/slideLayout" Target="../slideLayouts/slideLayout219.xml"/><Relationship Id="rId7" Type="http://schemas.openxmlformats.org/officeDocument/2006/relationships/slideLayout" Target="../slideLayouts/slideLayout223.xml"/><Relationship Id="rId12" Type="http://schemas.openxmlformats.org/officeDocument/2006/relationships/slideLayout" Target="../slideLayouts/slideLayout228.xml"/><Relationship Id="rId2" Type="http://schemas.openxmlformats.org/officeDocument/2006/relationships/slideLayout" Target="../slideLayouts/slideLayout218.xml"/><Relationship Id="rId1" Type="http://schemas.openxmlformats.org/officeDocument/2006/relationships/slideLayout" Target="../slideLayouts/slideLayout217.xml"/><Relationship Id="rId6" Type="http://schemas.openxmlformats.org/officeDocument/2006/relationships/slideLayout" Target="../slideLayouts/slideLayout222.xml"/><Relationship Id="rId11" Type="http://schemas.openxmlformats.org/officeDocument/2006/relationships/slideLayout" Target="../slideLayouts/slideLayout227.xml"/><Relationship Id="rId5" Type="http://schemas.openxmlformats.org/officeDocument/2006/relationships/slideLayout" Target="../slideLayouts/slideLayout221.xml"/><Relationship Id="rId10" Type="http://schemas.openxmlformats.org/officeDocument/2006/relationships/slideLayout" Target="../slideLayouts/slideLayout226.xml"/><Relationship Id="rId4" Type="http://schemas.openxmlformats.org/officeDocument/2006/relationships/slideLayout" Target="../slideLayouts/slideLayout220.xml"/><Relationship Id="rId9" Type="http://schemas.openxmlformats.org/officeDocument/2006/relationships/slideLayout" Target="../slideLayouts/slideLayout225.xml"/></Relationships>
</file>

<file path=ppt/slideMasters/_rels/slideMaster20.xml.rels><?xml version="1.0" encoding="UTF-8" standalone="yes"?>
<Relationships xmlns="http://schemas.openxmlformats.org/package/2006/relationships"><Relationship Id="rId8" Type="http://schemas.openxmlformats.org/officeDocument/2006/relationships/slideLayout" Target="../slideLayouts/slideLayout236.xml"/><Relationship Id="rId13" Type="http://schemas.openxmlformats.org/officeDocument/2006/relationships/theme" Target="../theme/theme20.xml"/><Relationship Id="rId3" Type="http://schemas.openxmlformats.org/officeDocument/2006/relationships/slideLayout" Target="../slideLayouts/slideLayout231.xml"/><Relationship Id="rId7" Type="http://schemas.openxmlformats.org/officeDocument/2006/relationships/slideLayout" Target="../slideLayouts/slideLayout235.xml"/><Relationship Id="rId12" Type="http://schemas.openxmlformats.org/officeDocument/2006/relationships/slideLayout" Target="../slideLayouts/slideLayout240.xml"/><Relationship Id="rId2" Type="http://schemas.openxmlformats.org/officeDocument/2006/relationships/slideLayout" Target="../slideLayouts/slideLayout230.xml"/><Relationship Id="rId1" Type="http://schemas.openxmlformats.org/officeDocument/2006/relationships/slideLayout" Target="../slideLayouts/slideLayout229.xml"/><Relationship Id="rId6" Type="http://schemas.openxmlformats.org/officeDocument/2006/relationships/slideLayout" Target="../slideLayouts/slideLayout234.xml"/><Relationship Id="rId11" Type="http://schemas.openxmlformats.org/officeDocument/2006/relationships/slideLayout" Target="../slideLayouts/slideLayout239.xml"/><Relationship Id="rId5" Type="http://schemas.openxmlformats.org/officeDocument/2006/relationships/slideLayout" Target="../slideLayouts/slideLayout233.xml"/><Relationship Id="rId10" Type="http://schemas.openxmlformats.org/officeDocument/2006/relationships/slideLayout" Target="../slideLayouts/slideLayout238.xml"/><Relationship Id="rId4" Type="http://schemas.openxmlformats.org/officeDocument/2006/relationships/slideLayout" Target="../slideLayouts/slideLayout232.xml"/><Relationship Id="rId9" Type="http://schemas.openxmlformats.org/officeDocument/2006/relationships/slideLayout" Target="../slideLayouts/slideLayout237.xml"/></Relationships>
</file>

<file path=ppt/slideMasters/_rels/slideMaster21.xml.rels><?xml version="1.0" encoding="UTF-8" standalone="yes"?>
<Relationships xmlns="http://schemas.openxmlformats.org/package/2006/relationships"><Relationship Id="rId8" Type="http://schemas.openxmlformats.org/officeDocument/2006/relationships/slideLayout" Target="../slideLayouts/slideLayout248.xml"/><Relationship Id="rId13" Type="http://schemas.openxmlformats.org/officeDocument/2006/relationships/theme" Target="../theme/theme21.xml"/><Relationship Id="rId3" Type="http://schemas.openxmlformats.org/officeDocument/2006/relationships/slideLayout" Target="../slideLayouts/slideLayout243.xml"/><Relationship Id="rId7" Type="http://schemas.openxmlformats.org/officeDocument/2006/relationships/slideLayout" Target="../slideLayouts/slideLayout247.xml"/><Relationship Id="rId12" Type="http://schemas.openxmlformats.org/officeDocument/2006/relationships/slideLayout" Target="../slideLayouts/slideLayout252.xml"/><Relationship Id="rId2" Type="http://schemas.openxmlformats.org/officeDocument/2006/relationships/slideLayout" Target="../slideLayouts/slideLayout242.xml"/><Relationship Id="rId1" Type="http://schemas.openxmlformats.org/officeDocument/2006/relationships/slideLayout" Target="../slideLayouts/slideLayout241.xml"/><Relationship Id="rId6" Type="http://schemas.openxmlformats.org/officeDocument/2006/relationships/slideLayout" Target="../slideLayouts/slideLayout246.xml"/><Relationship Id="rId11" Type="http://schemas.openxmlformats.org/officeDocument/2006/relationships/slideLayout" Target="../slideLayouts/slideLayout251.xml"/><Relationship Id="rId5" Type="http://schemas.openxmlformats.org/officeDocument/2006/relationships/slideLayout" Target="../slideLayouts/slideLayout245.xml"/><Relationship Id="rId10" Type="http://schemas.openxmlformats.org/officeDocument/2006/relationships/slideLayout" Target="../slideLayouts/slideLayout250.xml"/><Relationship Id="rId4" Type="http://schemas.openxmlformats.org/officeDocument/2006/relationships/slideLayout" Target="../slideLayouts/slideLayout244.xml"/><Relationship Id="rId9" Type="http://schemas.openxmlformats.org/officeDocument/2006/relationships/slideLayout" Target="../slideLayouts/slideLayout249.xml"/></Relationships>
</file>

<file path=ppt/slideMasters/_rels/slideMaster22.xml.rels><?xml version="1.0" encoding="UTF-8" standalone="yes"?>
<Relationships xmlns="http://schemas.openxmlformats.org/package/2006/relationships"><Relationship Id="rId8" Type="http://schemas.openxmlformats.org/officeDocument/2006/relationships/slideLayout" Target="../slideLayouts/slideLayout260.xml"/><Relationship Id="rId13" Type="http://schemas.openxmlformats.org/officeDocument/2006/relationships/theme" Target="../theme/theme22.xml"/><Relationship Id="rId3" Type="http://schemas.openxmlformats.org/officeDocument/2006/relationships/slideLayout" Target="../slideLayouts/slideLayout255.xml"/><Relationship Id="rId7" Type="http://schemas.openxmlformats.org/officeDocument/2006/relationships/slideLayout" Target="../slideLayouts/slideLayout259.xml"/><Relationship Id="rId12" Type="http://schemas.openxmlformats.org/officeDocument/2006/relationships/slideLayout" Target="../slideLayouts/slideLayout264.xml"/><Relationship Id="rId2" Type="http://schemas.openxmlformats.org/officeDocument/2006/relationships/slideLayout" Target="../slideLayouts/slideLayout254.xml"/><Relationship Id="rId1" Type="http://schemas.openxmlformats.org/officeDocument/2006/relationships/slideLayout" Target="../slideLayouts/slideLayout253.xml"/><Relationship Id="rId6" Type="http://schemas.openxmlformats.org/officeDocument/2006/relationships/slideLayout" Target="../slideLayouts/slideLayout258.xml"/><Relationship Id="rId11" Type="http://schemas.openxmlformats.org/officeDocument/2006/relationships/slideLayout" Target="../slideLayouts/slideLayout263.xml"/><Relationship Id="rId5" Type="http://schemas.openxmlformats.org/officeDocument/2006/relationships/slideLayout" Target="../slideLayouts/slideLayout257.xml"/><Relationship Id="rId10" Type="http://schemas.openxmlformats.org/officeDocument/2006/relationships/slideLayout" Target="../slideLayouts/slideLayout262.xml"/><Relationship Id="rId4" Type="http://schemas.openxmlformats.org/officeDocument/2006/relationships/slideLayout" Target="../slideLayouts/slideLayout256.xml"/><Relationship Id="rId9" Type="http://schemas.openxmlformats.org/officeDocument/2006/relationships/slideLayout" Target="../slideLayouts/slideLayout261.xml"/></Relationships>
</file>

<file path=ppt/slideMasters/_rels/slideMaster23.xml.rels><?xml version="1.0" encoding="UTF-8" standalone="yes"?>
<Relationships xmlns="http://schemas.openxmlformats.org/package/2006/relationships"><Relationship Id="rId8" Type="http://schemas.openxmlformats.org/officeDocument/2006/relationships/slideLayout" Target="../slideLayouts/slideLayout272.xml"/><Relationship Id="rId13" Type="http://schemas.openxmlformats.org/officeDocument/2006/relationships/theme" Target="../theme/theme23.xml"/><Relationship Id="rId3" Type="http://schemas.openxmlformats.org/officeDocument/2006/relationships/slideLayout" Target="../slideLayouts/slideLayout267.xml"/><Relationship Id="rId7" Type="http://schemas.openxmlformats.org/officeDocument/2006/relationships/slideLayout" Target="../slideLayouts/slideLayout271.xml"/><Relationship Id="rId12" Type="http://schemas.openxmlformats.org/officeDocument/2006/relationships/slideLayout" Target="../slideLayouts/slideLayout276.xml"/><Relationship Id="rId2" Type="http://schemas.openxmlformats.org/officeDocument/2006/relationships/slideLayout" Target="../slideLayouts/slideLayout266.xml"/><Relationship Id="rId1" Type="http://schemas.openxmlformats.org/officeDocument/2006/relationships/slideLayout" Target="../slideLayouts/slideLayout265.xml"/><Relationship Id="rId6" Type="http://schemas.openxmlformats.org/officeDocument/2006/relationships/slideLayout" Target="../slideLayouts/slideLayout270.xml"/><Relationship Id="rId11" Type="http://schemas.openxmlformats.org/officeDocument/2006/relationships/slideLayout" Target="../slideLayouts/slideLayout275.xml"/><Relationship Id="rId5" Type="http://schemas.openxmlformats.org/officeDocument/2006/relationships/slideLayout" Target="../slideLayouts/slideLayout269.xml"/><Relationship Id="rId10" Type="http://schemas.openxmlformats.org/officeDocument/2006/relationships/slideLayout" Target="../slideLayouts/slideLayout274.xml"/><Relationship Id="rId4" Type="http://schemas.openxmlformats.org/officeDocument/2006/relationships/slideLayout" Target="../slideLayouts/slideLayout268.xml"/><Relationship Id="rId9" Type="http://schemas.openxmlformats.org/officeDocument/2006/relationships/slideLayout" Target="../slideLayouts/slideLayout273.xml"/></Relationships>
</file>

<file path=ppt/slideMasters/_rels/slideMaster24.xml.rels><?xml version="1.0" encoding="UTF-8" standalone="yes"?>
<Relationships xmlns="http://schemas.openxmlformats.org/package/2006/relationships"><Relationship Id="rId8" Type="http://schemas.openxmlformats.org/officeDocument/2006/relationships/slideLayout" Target="../slideLayouts/slideLayout284.xml"/><Relationship Id="rId13" Type="http://schemas.openxmlformats.org/officeDocument/2006/relationships/theme" Target="../theme/theme24.xml"/><Relationship Id="rId3" Type="http://schemas.openxmlformats.org/officeDocument/2006/relationships/slideLayout" Target="../slideLayouts/slideLayout279.xml"/><Relationship Id="rId7" Type="http://schemas.openxmlformats.org/officeDocument/2006/relationships/slideLayout" Target="../slideLayouts/slideLayout283.xml"/><Relationship Id="rId12" Type="http://schemas.openxmlformats.org/officeDocument/2006/relationships/slideLayout" Target="../slideLayouts/slideLayout288.xml"/><Relationship Id="rId2" Type="http://schemas.openxmlformats.org/officeDocument/2006/relationships/slideLayout" Target="../slideLayouts/slideLayout278.xml"/><Relationship Id="rId1" Type="http://schemas.openxmlformats.org/officeDocument/2006/relationships/slideLayout" Target="../slideLayouts/slideLayout277.xml"/><Relationship Id="rId6" Type="http://schemas.openxmlformats.org/officeDocument/2006/relationships/slideLayout" Target="../slideLayouts/slideLayout282.xml"/><Relationship Id="rId11" Type="http://schemas.openxmlformats.org/officeDocument/2006/relationships/slideLayout" Target="../slideLayouts/slideLayout287.xml"/><Relationship Id="rId5" Type="http://schemas.openxmlformats.org/officeDocument/2006/relationships/slideLayout" Target="../slideLayouts/slideLayout281.xml"/><Relationship Id="rId10" Type="http://schemas.openxmlformats.org/officeDocument/2006/relationships/slideLayout" Target="../slideLayouts/slideLayout286.xml"/><Relationship Id="rId4" Type="http://schemas.openxmlformats.org/officeDocument/2006/relationships/slideLayout" Target="../slideLayouts/slideLayout280.xml"/><Relationship Id="rId9" Type="http://schemas.openxmlformats.org/officeDocument/2006/relationships/slideLayout" Target="../slideLayouts/slideLayout285.xml"/></Relationships>
</file>

<file path=ppt/slideMasters/_rels/slideMaster25.xml.rels><?xml version="1.0" encoding="UTF-8" standalone="yes"?>
<Relationships xmlns="http://schemas.openxmlformats.org/package/2006/relationships"><Relationship Id="rId8" Type="http://schemas.openxmlformats.org/officeDocument/2006/relationships/slideLayout" Target="../slideLayouts/slideLayout296.xml"/><Relationship Id="rId13" Type="http://schemas.openxmlformats.org/officeDocument/2006/relationships/theme" Target="../theme/theme25.xml"/><Relationship Id="rId3" Type="http://schemas.openxmlformats.org/officeDocument/2006/relationships/slideLayout" Target="../slideLayouts/slideLayout291.xml"/><Relationship Id="rId7" Type="http://schemas.openxmlformats.org/officeDocument/2006/relationships/slideLayout" Target="../slideLayouts/slideLayout295.xml"/><Relationship Id="rId12" Type="http://schemas.openxmlformats.org/officeDocument/2006/relationships/slideLayout" Target="../slideLayouts/slideLayout300.xml"/><Relationship Id="rId2" Type="http://schemas.openxmlformats.org/officeDocument/2006/relationships/slideLayout" Target="../slideLayouts/slideLayout290.xml"/><Relationship Id="rId1" Type="http://schemas.openxmlformats.org/officeDocument/2006/relationships/slideLayout" Target="../slideLayouts/slideLayout289.xml"/><Relationship Id="rId6" Type="http://schemas.openxmlformats.org/officeDocument/2006/relationships/slideLayout" Target="../slideLayouts/slideLayout294.xml"/><Relationship Id="rId11" Type="http://schemas.openxmlformats.org/officeDocument/2006/relationships/slideLayout" Target="../slideLayouts/slideLayout299.xml"/><Relationship Id="rId5" Type="http://schemas.openxmlformats.org/officeDocument/2006/relationships/slideLayout" Target="../slideLayouts/slideLayout293.xml"/><Relationship Id="rId10" Type="http://schemas.openxmlformats.org/officeDocument/2006/relationships/slideLayout" Target="../slideLayouts/slideLayout298.xml"/><Relationship Id="rId4" Type="http://schemas.openxmlformats.org/officeDocument/2006/relationships/slideLayout" Target="../slideLayouts/slideLayout292.xml"/><Relationship Id="rId9" Type="http://schemas.openxmlformats.org/officeDocument/2006/relationships/slideLayout" Target="../slideLayouts/slideLayout297.xml"/></Relationships>
</file>

<file path=ppt/slideMasters/_rels/slideMaster26.xml.rels><?xml version="1.0" encoding="UTF-8" standalone="yes"?>
<Relationships xmlns="http://schemas.openxmlformats.org/package/2006/relationships"><Relationship Id="rId8" Type="http://schemas.openxmlformats.org/officeDocument/2006/relationships/slideLayout" Target="../slideLayouts/slideLayout308.xml"/><Relationship Id="rId13" Type="http://schemas.openxmlformats.org/officeDocument/2006/relationships/theme" Target="../theme/theme26.xml"/><Relationship Id="rId3" Type="http://schemas.openxmlformats.org/officeDocument/2006/relationships/slideLayout" Target="../slideLayouts/slideLayout303.xml"/><Relationship Id="rId7" Type="http://schemas.openxmlformats.org/officeDocument/2006/relationships/slideLayout" Target="../slideLayouts/slideLayout307.xml"/><Relationship Id="rId12" Type="http://schemas.openxmlformats.org/officeDocument/2006/relationships/slideLayout" Target="../slideLayouts/slideLayout312.xml"/><Relationship Id="rId2" Type="http://schemas.openxmlformats.org/officeDocument/2006/relationships/slideLayout" Target="../slideLayouts/slideLayout302.xml"/><Relationship Id="rId1" Type="http://schemas.openxmlformats.org/officeDocument/2006/relationships/slideLayout" Target="../slideLayouts/slideLayout301.xml"/><Relationship Id="rId6" Type="http://schemas.openxmlformats.org/officeDocument/2006/relationships/slideLayout" Target="../slideLayouts/slideLayout306.xml"/><Relationship Id="rId11" Type="http://schemas.openxmlformats.org/officeDocument/2006/relationships/slideLayout" Target="../slideLayouts/slideLayout311.xml"/><Relationship Id="rId5" Type="http://schemas.openxmlformats.org/officeDocument/2006/relationships/slideLayout" Target="../slideLayouts/slideLayout305.xml"/><Relationship Id="rId10" Type="http://schemas.openxmlformats.org/officeDocument/2006/relationships/slideLayout" Target="../slideLayouts/slideLayout310.xml"/><Relationship Id="rId4" Type="http://schemas.openxmlformats.org/officeDocument/2006/relationships/slideLayout" Target="../slideLayouts/slideLayout304.xml"/><Relationship Id="rId9" Type="http://schemas.openxmlformats.org/officeDocument/2006/relationships/slideLayout" Target="../slideLayouts/slideLayout309.xml"/></Relationships>
</file>

<file path=ppt/slideMasters/_rels/slideMaster27.xml.rels><?xml version="1.0" encoding="UTF-8" standalone="yes"?>
<Relationships xmlns="http://schemas.openxmlformats.org/package/2006/relationships"><Relationship Id="rId8" Type="http://schemas.openxmlformats.org/officeDocument/2006/relationships/slideLayout" Target="../slideLayouts/slideLayout320.xml"/><Relationship Id="rId13" Type="http://schemas.openxmlformats.org/officeDocument/2006/relationships/theme" Target="../theme/theme27.xml"/><Relationship Id="rId3" Type="http://schemas.openxmlformats.org/officeDocument/2006/relationships/slideLayout" Target="../slideLayouts/slideLayout315.xml"/><Relationship Id="rId7" Type="http://schemas.openxmlformats.org/officeDocument/2006/relationships/slideLayout" Target="../slideLayouts/slideLayout319.xml"/><Relationship Id="rId12" Type="http://schemas.openxmlformats.org/officeDocument/2006/relationships/slideLayout" Target="../slideLayouts/slideLayout324.xml"/><Relationship Id="rId2" Type="http://schemas.openxmlformats.org/officeDocument/2006/relationships/slideLayout" Target="../slideLayouts/slideLayout314.xml"/><Relationship Id="rId1" Type="http://schemas.openxmlformats.org/officeDocument/2006/relationships/slideLayout" Target="../slideLayouts/slideLayout313.xml"/><Relationship Id="rId6" Type="http://schemas.openxmlformats.org/officeDocument/2006/relationships/slideLayout" Target="../slideLayouts/slideLayout318.xml"/><Relationship Id="rId11" Type="http://schemas.openxmlformats.org/officeDocument/2006/relationships/slideLayout" Target="../slideLayouts/slideLayout323.xml"/><Relationship Id="rId5" Type="http://schemas.openxmlformats.org/officeDocument/2006/relationships/slideLayout" Target="../slideLayouts/slideLayout317.xml"/><Relationship Id="rId10" Type="http://schemas.openxmlformats.org/officeDocument/2006/relationships/slideLayout" Target="../slideLayouts/slideLayout322.xml"/><Relationship Id="rId4" Type="http://schemas.openxmlformats.org/officeDocument/2006/relationships/slideLayout" Target="../slideLayouts/slideLayout316.xml"/><Relationship Id="rId9" Type="http://schemas.openxmlformats.org/officeDocument/2006/relationships/slideLayout" Target="../slideLayouts/slideLayout321.xml"/></Relationships>
</file>

<file path=ppt/slideMasters/_rels/slideMaster28.xml.rels><?xml version="1.0" encoding="UTF-8" standalone="yes"?>
<Relationships xmlns="http://schemas.openxmlformats.org/package/2006/relationships"><Relationship Id="rId8" Type="http://schemas.openxmlformats.org/officeDocument/2006/relationships/slideLayout" Target="../slideLayouts/slideLayout332.xml"/><Relationship Id="rId13" Type="http://schemas.openxmlformats.org/officeDocument/2006/relationships/theme" Target="../theme/theme28.xml"/><Relationship Id="rId3" Type="http://schemas.openxmlformats.org/officeDocument/2006/relationships/slideLayout" Target="../slideLayouts/slideLayout327.xml"/><Relationship Id="rId7" Type="http://schemas.openxmlformats.org/officeDocument/2006/relationships/slideLayout" Target="../slideLayouts/slideLayout331.xml"/><Relationship Id="rId12" Type="http://schemas.openxmlformats.org/officeDocument/2006/relationships/slideLayout" Target="../slideLayouts/slideLayout336.xml"/><Relationship Id="rId2" Type="http://schemas.openxmlformats.org/officeDocument/2006/relationships/slideLayout" Target="../slideLayouts/slideLayout326.xml"/><Relationship Id="rId1" Type="http://schemas.openxmlformats.org/officeDocument/2006/relationships/slideLayout" Target="../slideLayouts/slideLayout325.xml"/><Relationship Id="rId6" Type="http://schemas.openxmlformats.org/officeDocument/2006/relationships/slideLayout" Target="../slideLayouts/slideLayout330.xml"/><Relationship Id="rId11" Type="http://schemas.openxmlformats.org/officeDocument/2006/relationships/slideLayout" Target="../slideLayouts/slideLayout335.xml"/><Relationship Id="rId5" Type="http://schemas.openxmlformats.org/officeDocument/2006/relationships/slideLayout" Target="../slideLayouts/slideLayout329.xml"/><Relationship Id="rId10" Type="http://schemas.openxmlformats.org/officeDocument/2006/relationships/slideLayout" Target="../slideLayouts/slideLayout334.xml"/><Relationship Id="rId4" Type="http://schemas.openxmlformats.org/officeDocument/2006/relationships/slideLayout" Target="../slideLayouts/slideLayout328.xml"/><Relationship Id="rId9" Type="http://schemas.openxmlformats.org/officeDocument/2006/relationships/slideLayout" Target="../slideLayouts/slideLayout333.xml"/></Relationships>
</file>

<file path=ppt/slideMasters/_rels/slideMaster29.xml.rels><?xml version="1.0" encoding="UTF-8" standalone="yes"?>
<Relationships xmlns="http://schemas.openxmlformats.org/package/2006/relationships"><Relationship Id="rId8" Type="http://schemas.openxmlformats.org/officeDocument/2006/relationships/slideLayout" Target="../slideLayouts/slideLayout344.xml"/><Relationship Id="rId13" Type="http://schemas.openxmlformats.org/officeDocument/2006/relationships/theme" Target="../theme/theme29.xml"/><Relationship Id="rId3" Type="http://schemas.openxmlformats.org/officeDocument/2006/relationships/slideLayout" Target="../slideLayouts/slideLayout339.xml"/><Relationship Id="rId7" Type="http://schemas.openxmlformats.org/officeDocument/2006/relationships/slideLayout" Target="../slideLayouts/slideLayout343.xml"/><Relationship Id="rId12" Type="http://schemas.openxmlformats.org/officeDocument/2006/relationships/slideLayout" Target="../slideLayouts/slideLayout348.xml"/><Relationship Id="rId2" Type="http://schemas.openxmlformats.org/officeDocument/2006/relationships/slideLayout" Target="../slideLayouts/slideLayout338.xml"/><Relationship Id="rId1" Type="http://schemas.openxmlformats.org/officeDocument/2006/relationships/slideLayout" Target="../slideLayouts/slideLayout337.xml"/><Relationship Id="rId6" Type="http://schemas.openxmlformats.org/officeDocument/2006/relationships/slideLayout" Target="../slideLayouts/slideLayout342.xml"/><Relationship Id="rId11" Type="http://schemas.openxmlformats.org/officeDocument/2006/relationships/slideLayout" Target="../slideLayouts/slideLayout347.xml"/><Relationship Id="rId5" Type="http://schemas.openxmlformats.org/officeDocument/2006/relationships/slideLayout" Target="../slideLayouts/slideLayout341.xml"/><Relationship Id="rId10" Type="http://schemas.openxmlformats.org/officeDocument/2006/relationships/slideLayout" Target="../slideLayouts/slideLayout346.xml"/><Relationship Id="rId4" Type="http://schemas.openxmlformats.org/officeDocument/2006/relationships/slideLayout" Target="../slideLayouts/slideLayout340.xml"/><Relationship Id="rId9" Type="http://schemas.openxmlformats.org/officeDocument/2006/relationships/slideLayout" Target="../slideLayouts/slideLayout345.xml"/></Relationships>
</file>

<file path=ppt/slideMasters/_rels/slideMaster30.xml.rels><?xml version="1.0" encoding="UTF-8" standalone="yes"?>
<Relationships xmlns="http://schemas.openxmlformats.org/package/2006/relationships"><Relationship Id="rId8" Type="http://schemas.openxmlformats.org/officeDocument/2006/relationships/slideLayout" Target="../slideLayouts/slideLayout356.xml"/><Relationship Id="rId13" Type="http://schemas.openxmlformats.org/officeDocument/2006/relationships/theme" Target="../theme/theme30.xml"/><Relationship Id="rId3" Type="http://schemas.openxmlformats.org/officeDocument/2006/relationships/slideLayout" Target="../slideLayouts/slideLayout351.xml"/><Relationship Id="rId7" Type="http://schemas.openxmlformats.org/officeDocument/2006/relationships/slideLayout" Target="../slideLayouts/slideLayout355.xml"/><Relationship Id="rId12" Type="http://schemas.openxmlformats.org/officeDocument/2006/relationships/slideLayout" Target="../slideLayouts/slideLayout360.xml"/><Relationship Id="rId2" Type="http://schemas.openxmlformats.org/officeDocument/2006/relationships/slideLayout" Target="../slideLayouts/slideLayout350.xml"/><Relationship Id="rId1" Type="http://schemas.openxmlformats.org/officeDocument/2006/relationships/slideLayout" Target="../slideLayouts/slideLayout349.xml"/><Relationship Id="rId6" Type="http://schemas.openxmlformats.org/officeDocument/2006/relationships/slideLayout" Target="../slideLayouts/slideLayout354.xml"/><Relationship Id="rId11" Type="http://schemas.openxmlformats.org/officeDocument/2006/relationships/slideLayout" Target="../slideLayouts/slideLayout359.xml"/><Relationship Id="rId5" Type="http://schemas.openxmlformats.org/officeDocument/2006/relationships/slideLayout" Target="../slideLayouts/slideLayout353.xml"/><Relationship Id="rId10" Type="http://schemas.openxmlformats.org/officeDocument/2006/relationships/slideLayout" Target="../slideLayouts/slideLayout358.xml"/><Relationship Id="rId4" Type="http://schemas.openxmlformats.org/officeDocument/2006/relationships/slideLayout" Target="../slideLayouts/slideLayout352.xml"/><Relationship Id="rId9" Type="http://schemas.openxmlformats.org/officeDocument/2006/relationships/slideLayout" Target="../slideLayouts/slideLayout357.xml"/></Relationships>
</file>

<file path=ppt/slideMasters/_rels/slideMaster31.xml.rels><?xml version="1.0" encoding="UTF-8" standalone="yes"?>
<Relationships xmlns="http://schemas.openxmlformats.org/package/2006/relationships"><Relationship Id="rId8" Type="http://schemas.openxmlformats.org/officeDocument/2006/relationships/slideLayout" Target="../slideLayouts/slideLayout368.xml"/><Relationship Id="rId13" Type="http://schemas.openxmlformats.org/officeDocument/2006/relationships/theme" Target="../theme/theme31.xml"/><Relationship Id="rId3" Type="http://schemas.openxmlformats.org/officeDocument/2006/relationships/slideLayout" Target="../slideLayouts/slideLayout363.xml"/><Relationship Id="rId7" Type="http://schemas.openxmlformats.org/officeDocument/2006/relationships/slideLayout" Target="../slideLayouts/slideLayout367.xml"/><Relationship Id="rId12" Type="http://schemas.openxmlformats.org/officeDocument/2006/relationships/slideLayout" Target="../slideLayouts/slideLayout372.xml"/><Relationship Id="rId2" Type="http://schemas.openxmlformats.org/officeDocument/2006/relationships/slideLayout" Target="../slideLayouts/slideLayout362.xml"/><Relationship Id="rId1" Type="http://schemas.openxmlformats.org/officeDocument/2006/relationships/slideLayout" Target="../slideLayouts/slideLayout361.xml"/><Relationship Id="rId6" Type="http://schemas.openxmlformats.org/officeDocument/2006/relationships/slideLayout" Target="../slideLayouts/slideLayout366.xml"/><Relationship Id="rId11" Type="http://schemas.openxmlformats.org/officeDocument/2006/relationships/slideLayout" Target="../slideLayouts/slideLayout371.xml"/><Relationship Id="rId5" Type="http://schemas.openxmlformats.org/officeDocument/2006/relationships/slideLayout" Target="../slideLayouts/slideLayout365.xml"/><Relationship Id="rId10" Type="http://schemas.openxmlformats.org/officeDocument/2006/relationships/slideLayout" Target="../slideLayouts/slideLayout370.xml"/><Relationship Id="rId4" Type="http://schemas.openxmlformats.org/officeDocument/2006/relationships/slideLayout" Target="../slideLayouts/slideLayout364.xml"/><Relationship Id="rId9" Type="http://schemas.openxmlformats.org/officeDocument/2006/relationships/slideLayout" Target="../slideLayouts/slideLayout369.xml"/></Relationships>
</file>

<file path=ppt/slideMasters/_rels/slideMaster32.xml.rels><?xml version="1.0" encoding="UTF-8" standalone="yes"?>
<Relationships xmlns="http://schemas.openxmlformats.org/package/2006/relationships"><Relationship Id="rId8" Type="http://schemas.openxmlformats.org/officeDocument/2006/relationships/slideLayout" Target="../slideLayouts/slideLayout380.xml"/><Relationship Id="rId13" Type="http://schemas.openxmlformats.org/officeDocument/2006/relationships/theme" Target="../theme/theme32.xml"/><Relationship Id="rId3" Type="http://schemas.openxmlformats.org/officeDocument/2006/relationships/slideLayout" Target="../slideLayouts/slideLayout375.xml"/><Relationship Id="rId7" Type="http://schemas.openxmlformats.org/officeDocument/2006/relationships/slideLayout" Target="../slideLayouts/slideLayout379.xml"/><Relationship Id="rId12" Type="http://schemas.openxmlformats.org/officeDocument/2006/relationships/slideLayout" Target="../slideLayouts/slideLayout384.xml"/><Relationship Id="rId2" Type="http://schemas.openxmlformats.org/officeDocument/2006/relationships/slideLayout" Target="../slideLayouts/slideLayout374.xml"/><Relationship Id="rId1" Type="http://schemas.openxmlformats.org/officeDocument/2006/relationships/slideLayout" Target="../slideLayouts/slideLayout373.xml"/><Relationship Id="rId6" Type="http://schemas.openxmlformats.org/officeDocument/2006/relationships/slideLayout" Target="../slideLayouts/slideLayout378.xml"/><Relationship Id="rId11" Type="http://schemas.openxmlformats.org/officeDocument/2006/relationships/slideLayout" Target="../slideLayouts/slideLayout383.xml"/><Relationship Id="rId5" Type="http://schemas.openxmlformats.org/officeDocument/2006/relationships/slideLayout" Target="../slideLayouts/slideLayout377.xml"/><Relationship Id="rId10" Type="http://schemas.openxmlformats.org/officeDocument/2006/relationships/slideLayout" Target="../slideLayouts/slideLayout382.xml"/><Relationship Id="rId4" Type="http://schemas.openxmlformats.org/officeDocument/2006/relationships/slideLayout" Target="../slideLayouts/slideLayout376.xml"/><Relationship Id="rId9" Type="http://schemas.openxmlformats.org/officeDocument/2006/relationships/slideLayout" Target="../slideLayouts/slideLayout381.xml"/></Relationships>
</file>

<file path=ppt/slideMasters/_rels/slideMaster33.xml.rels><?xml version="1.0" encoding="UTF-8" standalone="yes"?>
<Relationships xmlns="http://schemas.openxmlformats.org/package/2006/relationships"><Relationship Id="rId8" Type="http://schemas.openxmlformats.org/officeDocument/2006/relationships/slideLayout" Target="../slideLayouts/slideLayout392.xml"/><Relationship Id="rId13" Type="http://schemas.openxmlformats.org/officeDocument/2006/relationships/theme" Target="../theme/theme33.xml"/><Relationship Id="rId3" Type="http://schemas.openxmlformats.org/officeDocument/2006/relationships/slideLayout" Target="../slideLayouts/slideLayout387.xml"/><Relationship Id="rId7" Type="http://schemas.openxmlformats.org/officeDocument/2006/relationships/slideLayout" Target="../slideLayouts/slideLayout391.xml"/><Relationship Id="rId12" Type="http://schemas.openxmlformats.org/officeDocument/2006/relationships/slideLayout" Target="../slideLayouts/slideLayout396.xml"/><Relationship Id="rId2" Type="http://schemas.openxmlformats.org/officeDocument/2006/relationships/slideLayout" Target="../slideLayouts/slideLayout386.xml"/><Relationship Id="rId1" Type="http://schemas.openxmlformats.org/officeDocument/2006/relationships/slideLayout" Target="../slideLayouts/slideLayout385.xml"/><Relationship Id="rId6" Type="http://schemas.openxmlformats.org/officeDocument/2006/relationships/slideLayout" Target="../slideLayouts/slideLayout390.xml"/><Relationship Id="rId11" Type="http://schemas.openxmlformats.org/officeDocument/2006/relationships/slideLayout" Target="../slideLayouts/slideLayout395.xml"/><Relationship Id="rId5" Type="http://schemas.openxmlformats.org/officeDocument/2006/relationships/slideLayout" Target="../slideLayouts/slideLayout389.xml"/><Relationship Id="rId10" Type="http://schemas.openxmlformats.org/officeDocument/2006/relationships/slideLayout" Target="../slideLayouts/slideLayout394.xml"/><Relationship Id="rId4" Type="http://schemas.openxmlformats.org/officeDocument/2006/relationships/slideLayout" Target="../slideLayouts/slideLayout388.xml"/><Relationship Id="rId9" Type="http://schemas.openxmlformats.org/officeDocument/2006/relationships/slideLayout" Target="../slideLayouts/slideLayout393.xml"/></Relationships>
</file>

<file path=ppt/slideMasters/_rels/slideMaster34.xml.rels><?xml version="1.0" encoding="UTF-8" standalone="yes"?>
<Relationships xmlns="http://schemas.openxmlformats.org/package/2006/relationships"><Relationship Id="rId8" Type="http://schemas.openxmlformats.org/officeDocument/2006/relationships/slideLayout" Target="../slideLayouts/slideLayout404.xml"/><Relationship Id="rId13" Type="http://schemas.openxmlformats.org/officeDocument/2006/relationships/theme" Target="../theme/theme34.xml"/><Relationship Id="rId3" Type="http://schemas.openxmlformats.org/officeDocument/2006/relationships/slideLayout" Target="../slideLayouts/slideLayout399.xml"/><Relationship Id="rId7" Type="http://schemas.openxmlformats.org/officeDocument/2006/relationships/slideLayout" Target="../slideLayouts/slideLayout403.xml"/><Relationship Id="rId12" Type="http://schemas.openxmlformats.org/officeDocument/2006/relationships/slideLayout" Target="../slideLayouts/slideLayout408.xml"/><Relationship Id="rId2" Type="http://schemas.openxmlformats.org/officeDocument/2006/relationships/slideLayout" Target="../slideLayouts/slideLayout398.xml"/><Relationship Id="rId1" Type="http://schemas.openxmlformats.org/officeDocument/2006/relationships/slideLayout" Target="../slideLayouts/slideLayout397.xml"/><Relationship Id="rId6" Type="http://schemas.openxmlformats.org/officeDocument/2006/relationships/slideLayout" Target="../slideLayouts/slideLayout402.xml"/><Relationship Id="rId11" Type="http://schemas.openxmlformats.org/officeDocument/2006/relationships/slideLayout" Target="../slideLayouts/slideLayout407.xml"/><Relationship Id="rId5" Type="http://schemas.openxmlformats.org/officeDocument/2006/relationships/slideLayout" Target="../slideLayouts/slideLayout401.xml"/><Relationship Id="rId10" Type="http://schemas.openxmlformats.org/officeDocument/2006/relationships/slideLayout" Target="../slideLayouts/slideLayout406.xml"/><Relationship Id="rId4" Type="http://schemas.openxmlformats.org/officeDocument/2006/relationships/slideLayout" Target="../slideLayouts/slideLayout400.xml"/><Relationship Id="rId9" Type="http://schemas.openxmlformats.org/officeDocument/2006/relationships/slideLayout" Target="../slideLayouts/slideLayout405.xml"/></Relationships>
</file>

<file path=ppt/slideMasters/_rels/slideMaster35.xml.rels><?xml version="1.0" encoding="UTF-8" standalone="yes"?>
<Relationships xmlns="http://schemas.openxmlformats.org/package/2006/relationships"><Relationship Id="rId8" Type="http://schemas.openxmlformats.org/officeDocument/2006/relationships/slideLayout" Target="../slideLayouts/slideLayout416.xml"/><Relationship Id="rId13" Type="http://schemas.openxmlformats.org/officeDocument/2006/relationships/theme" Target="../theme/theme35.xml"/><Relationship Id="rId3" Type="http://schemas.openxmlformats.org/officeDocument/2006/relationships/slideLayout" Target="../slideLayouts/slideLayout411.xml"/><Relationship Id="rId7" Type="http://schemas.openxmlformats.org/officeDocument/2006/relationships/slideLayout" Target="../slideLayouts/slideLayout415.xml"/><Relationship Id="rId12" Type="http://schemas.openxmlformats.org/officeDocument/2006/relationships/slideLayout" Target="../slideLayouts/slideLayout420.xml"/><Relationship Id="rId2" Type="http://schemas.openxmlformats.org/officeDocument/2006/relationships/slideLayout" Target="../slideLayouts/slideLayout410.xml"/><Relationship Id="rId1" Type="http://schemas.openxmlformats.org/officeDocument/2006/relationships/slideLayout" Target="../slideLayouts/slideLayout409.xml"/><Relationship Id="rId6" Type="http://schemas.openxmlformats.org/officeDocument/2006/relationships/slideLayout" Target="../slideLayouts/slideLayout414.xml"/><Relationship Id="rId11" Type="http://schemas.openxmlformats.org/officeDocument/2006/relationships/slideLayout" Target="../slideLayouts/slideLayout419.xml"/><Relationship Id="rId5" Type="http://schemas.openxmlformats.org/officeDocument/2006/relationships/slideLayout" Target="../slideLayouts/slideLayout413.xml"/><Relationship Id="rId10" Type="http://schemas.openxmlformats.org/officeDocument/2006/relationships/slideLayout" Target="../slideLayouts/slideLayout418.xml"/><Relationship Id="rId4" Type="http://schemas.openxmlformats.org/officeDocument/2006/relationships/slideLayout" Target="../slideLayouts/slideLayout412.xml"/><Relationship Id="rId9" Type="http://schemas.openxmlformats.org/officeDocument/2006/relationships/slideLayout" Target="../slideLayouts/slideLayout417.xml"/></Relationships>
</file>

<file path=ppt/slideMasters/_rels/slideMaster36.xml.rels><?xml version="1.0" encoding="UTF-8" standalone="yes"?>
<Relationships xmlns="http://schemas.openxmlformats.org/package/2006/relationships"><Relationship Id="rId8" Type="http://schemas.openxmlformats.org/officeDocument/2006/relationships/slideLayout" Target="../slideLayouts/slideLayout428.xml"/><Relationship Id="rId13" Type="http://schemas.openxmlformats.org/officeDocument/2006/relationships/theme" Target="../theme/theme36.xml"/><Relationship Id="rId3" Type="http://schemas.openxmlformats.org/officeDocument/2006/relationships/slideLayout" Target="../slideLayouts/slideLayout423.xml"/><Relationship Id="rId7" Type="http://schemas.openxmlformats.org/officeDocument/2006/relationships/slideLayout" Target="../slideLayouts/slideLayout427.xml"/><Relationship Id="rId12" Type="http://schemas.openxmlformats.org/officeDocument/2006/relationships/slideLayout" Target="../slideLayouts/slideLayout432.xml"/><Relationship Id="rId2" Type="http://schemas.openxmlformats.org/officeDocument/2006/relationships/slideLayout" Target="../slideLayouts/slideLayout422.xml"/><Relationship Id="rId1" Type="http://schemas.openxmlformats.org/officeDocument/2006/relationships/slideLayout" Target="../slideLayouts/slideLayout421.xml"/><Relationship Id="rId6" Type="http://schemas.openxmlformats.org/officeDocument/2006/relationships/slideLayout" Target="../slideLayouts/slideLayout426.xml"/><Relationship Id="rId11" Type="http://schemas.openxmlformats.org/officeDocument/2006/relationships/slideLayout" Target="../slideLayouts/slideLayout431.xml"/><Relationship Id="rId5" Type="http://schemas.openxmlformats.org/officeDocument/2006/relationships/slideLayout" Target="../slideLayouts/slideLayout425.xml"/><Relationship Id="rId10" Type="http://schemas.openxmlformats.org/officeDocument/2006/relationships/slideLayout" Target="../slideLayouts/slideLayout430.xml"/><Relationship Id="rId4" Type="http://schemas.openxmlformats.org/officeDocument/2006/relationships/slideLayout" Target="../slideLayouts/slideLayout424.xml"/><Relationship Id="rId9" Type="http://schemas.openxmlformats.org/officeDocument/2006/relationships/slideLayout" Target="../slideLayouts/slideLayout429.xml"/></Relationships>
</file>

<file path=ppt/slideMasters/_rels/slideMaster37.xml.rels><?xml version="1.0" encoding="UTF-8" standalone="yes"?>
<Relationships xmlns="http://schemas.openxmlformats.org/package/2006/relationships"><Relationship Id="rId8" Type="http://schemas.openxmlformats.org/officeDocument/2006/relationships/slideLayout" Target="../slideLayouts/slideLayout440.xml"/><Relationship Id="rId13" Type="http://schemas.openxmlformats.org/officeDocument/2006/relationships/theme" Target="../theme/theme37.xml"/><Relationship Id="rId3" Type="http://schemas.openxmlformats.org/officeDocument/2006/relationships/slideLayout" Target="../slideLayouts/slideLayout435.xml"/><Relationship Id="rId7" Type="http://schemas.openxmlformats.org/officeDocument/2006/relationships/slideLayout" Target="../slideLayouts/slideLayout439.xml"/><Relationship Id="rId12" Type="http://schemas.openxmlformats.org/officeDocument/2006/relationships/slideLayout" Target="../slideLayouts/slideLayout444.xml"/><Relationship Id="rId2" Type="http://schemas.openxmlformats.org/officeDocument/2006/relationships/slideLayout" Target="../slideLayouts/slideLayout434.xml"/><Relationship Id="rId1" Type="http://schemas.openxmlformats.org/officeDocument/2006/relationships/slideLayout" Target="../slideLayouts/slideLayout433.xml"/><Relationship Id="rId6" Type="http://schemas.openxmlformats.org/officeDocument/2006/relationships/slideLayout" Target="../slideLayouts/slideLayout438.xml"/><Relationship Id="rId11" Type="http://schemas.openxmlformats.org/officeDocument/2006/relationships/slideLayout" Target="../slideLayouts/slideLayout443.xml"/><Relationship Id="rId5" Type="http://schemas.openxmlformats.org/officeDocument/2006/relationships/slideLayout" Target="../slideLayouts/slideLayout437.xml"/><Relationship Id="rId10" Type="http://schemas.openxmlformats.org/officeDocument/2006/relationships/slideLayout" Target="../slideLayouts/slideLayout442.xml"/><Relationship Id="rId4" Type="http://schemas.openxmlformats.org/officeDocument/2006/relationships/slideLayout" Target="../slideLayouts/slideLayout436.xml"/><Relationship Id="rId9" Type="http://schemas.openxmlformats.org/officeDocument/2006/relationships/slideLayout" Target="../slideLayouts/slideLayout441.xml"/></Relationships>
</file>

<file path=ppt/slideMasters/_rels/slideMaster38.xml.rels><?xml version="1.0" encoding="UTF-8" standalone="yes"?>
<Relationships xmlns="http://schemas.openxmlformats.org/package/2006/relationships"><Relationship Id="rId8" Type="http://schemas.openxmlformats.org/officeDocument/2006/relationships/slideLayout" Target="../slideLayouts/slideLayout452.xml"/><Relationship Id="rId13" Type="http://schemas.openxmlformats.org/officeDocument/2006/relationships/theme" Target="../theme/theme38.xml"/><Relationship Id="rId3" Type="http://schemas.openxmlformats.org/officeDocument/2006/relationships/slideLayout" Target="../slideLayouts/slideLayout447.xml"/><Relationship Id="rId7" Type="http://schemas.openxmlformats.org/officeDocument/2006/relationships/slideLayout" Target="../slideLayouts/slideLayout451.xml"/><Relationship Id="rId12" Type="http://schemas.openxmlformats.org/officeDocument/2006/relationships/slideLayout" Target="../slideLayouts/slideLayout456.xml"/><Relationship Id="rId2" Type="http://schemas.openxmlformats.org/officeDocument/2006/relationships/slideLayout" Target="../slideLayouts/slideLayout446.xml"/><Relationship Id="rId1" Type="http://schemas.openxmlformats.org/officeDocument/2006/relationships/slideLayout" Target="../slideLayouts/slideLayout445.xml"/><Relationship Id="rId6" Type="http://schemas.openxmlformats.org/officeDocument/2006/relationships/slideLayout" Target="../slideLayouts/slideLayout450.xml"/><Relationship Id="rId11" Type="http://schemas.openxmlformats.org/officeDocument/2006/relationships/slideLayout" Target="../slideLayouts/slideLayout455.xml"/><Relationship Id="rId5" Type="http://schemas.openxmlformats.org/officeDocument/2006/relationships/slideLayout" Target="../slideLayouts/slideLayout449.xml"/><Relationship Id="rId10" Type="http://schemas.openxmlformats.org/officeDocument/2006/relationships/slideLayout" Target="../slideLayouts/slideLayout454.xml"/><Relationship Id="rId4" Type="http://schemas.openxmlformats.org/officeDocument/2006/relationships/slideLayout" Target="../slideLayouts/slideLayout448.xml"/><Relationship Id="rId9" Type="http://schemas.openxmlformats.org/officeDocument/2006/relationships/slideLayout" Target="../slideLayouts/slideLayout453.xml"/></Relationships>
</file>

<file path=ppt/slideMasters/_rels/slideMaster39.xml.rels><?xml version="1.0" encoding="UTF-8" standalone="yes"?>
<Relationships xmlns="http://schemas.openxmlformats.org/package/2006/relationships"><Relationship Id="rId8" Type="http://schemas.openxmlformats.org/officeDocument/2006/relationships/slideLayout" Target="../slideLayouts/slideLayout464.xml"/><Relationship Id="rId13" Type="http://schemas.openxmlformats.org/officeDocument/2006/relationships/theme" Target="../theme/theme39.xml"/><Relationship Id="rId3" Type="http://schemas.openxmlformats.org/officeDocument/2006/relationships/slideLayout" Target="../slideLayouts/slideLayout459.xml"/><Relationship Id="rId7" Type="http://schemas.openxmlformats.org/officeDocument/2006/relationships/slideLayout" Target="../slideLayouts/slideLayout463.xml"/><Relationship Id="rId12" Type="http://schemas.openxmlformats.org/officeDocument/2006/relationships/slideLayout" Target="../slideLayouts/slideLayout468.xml"/><Relationship Id="rId2" Type="http://schemas.openxmlformats.org/officeDocument/2006/relationships/slideLayout" Target="../slideLayouts/slideLayout458.xml"/><Relationship Id="rId1" Type="http://schemas.openxmlformats.org/officeDocument/2006/relationships/slideLayout" Target="../slideLayouts/slideLayout457.xml"/><Relationship Id="rId6" Type="http://schemas.openxmlformats.org/officeDocument/2006/relationships/slideLayout" Target="../slideLayouts/slideLayout462.xml"/><Relationship Id="rId11" Type="http://schemas.openxmlformats.org/officeDocument/2006/relationships/slideLayout" Target="../slideLayouts/slideLayout467.xml"/><Relationship Id="rId5" Type="http://schemas.openxmlformats.org/officeDocument/2006/relationships/slideLayout" Target="../slideLayouts/slideLayout461.xml"/><Relationship Id="rId10" Type="http://schemas.openxmlformats.org/officeDocument/2006/relationships/slideLayout" Target="../slideLayouts/slideLayout466.xml"/><Relationship Id="rId4" Type="http://schemas.openxmlformats.org/officeDocument/2006/relationships/slideLayout" Target="../slideLayouts/slideLayout460.xml"/><Relationship Id="rId9" Type="http://schemas.openxmlformats.org/officeDocument/2006/relationships/slideLayout" Target="../slideLayouts/slideLayout465.xml"/></Relationships>
</file>

<file path=ppt/slideMasters/_rels/slideMaster40.xml.rels><?xml version="1.0" encoding="UTF-8" standalone="yes"?>
<Relationships xmlns="http://schemas.openxmlformats.org/package/2006/relationships"><Relationship Id="rId8" Type="http://schemas.openxmlformats.org/officeDocument/2006/relationships/slideLayout" Target="../slideLayouts/slideLayout476.xml"/><Relationship Id="rId13" Type="http://schemas.openxmlformats.org/officeDocument/2006/relationships/theme" Target="../theme/theme40.xml"/><Relationship Id="rId3" Type="http://schemas.openxmlformats.org/officeDocument/2006/relationships/slideLayout" Target="../slideLayouts/slideLayout471.xml"/><Relationship Id="rId7" Type="http://schemas.openxmlformats.org/officeDocument/2006/relationships/slideLayout" Target="../slideLayouts/slideLayout475.xml"/><Relationship Id="rId12" Type="http://schemas.openxmlformats.org/officeDocument/2006/relationships/slideLayout" Target="../slideLayouts/slideLayout480.xml"/><Relationship Id="rId2" Type="http://schemas.openxmlformats.org/officeDocument/2006/relationships/slideLayout" Target="../slideLayouts/slideLayout470.xml"/><Relationship Id="rId1" Type="http://schemas.openxmlformats.org/officeDocument/2006/relationships/slideLayout" Target="../slideLayouts/slideLayout469.xml"/><Relationship Id="rId6" Type="http://schemas.openxmlformats.org/officeDocument/2006/relationships/slideLayout" Target="../slideLayouts/slideLayout474.xml"/><Relationship Id="rId11" Type="http://schemas.openxmlformats.org/officeDocument/2006/relationships/slideLayout" Target="../slideLayouts/slideLayout479.xml"/><Relationship Id="rId5" Type="http://schemas.openxmlformats.org/officeDocument/2006/relationships/slideLayout" Target="../slideLayouts/slideLayout473.xml"/><Relationship Id="rId10" Type="http://schemas.openxmlformats.org/officeDocument/2006/relationships/slideLayout" Target="../slideLayouts/slideLayout478.xml"/><Relationship Id="rId4" Type="http://schemas.openxmlformats.org/officeDocument/2006/relationships/slideLayout" Target="../slideLayouts/slideLayout472.xml"/><Relationship Id="rId9" Type="http://schemas.openxmlformats.org/officeDocument/2006/relationships/slideLayout" Target="../slideLayouts/slideLayout477.xml"/></Relationships>
</file>

<file path=ppt/slideMasters/_rels/slideMaster41.xml.rels><?xml version="1.0" encoding="UTF-8" standalone="yes"?>
<Relationships xmlns="http://schemas.openxmlformats.org/package/2006/relationships"><Relationship Id="rId8" Type="http://schemas.openxmlformats.org/officeDocument/2006/relationships/slideLayout" Target="../slideLayouts/slideLayout488.xml"/><Relationship Id="rId13" Type="http://schemas.openxmlformats.org/officeDocument/2006/relationships/theme" Target="../theme/theme41.xml"/><Relationship Id="rId3" Type="http://schemas.openxmlformats.org/officeDocument/2006/relationships/slideLayout" Target="../slideLayouts/slideLayout483.xml"/><Relationship Id="rId7" Type="http://schemas.openxmlformats.org/officeDocument/2006/relationships/slideLayout" Target="../slideLayouts/slideLayout487.xml"/><Relationship Id="rId12" Type="http://schemas.openxmlformats.org/officeDocument/2006/relationships/slideLayout" Target="../slideLayouts/slideLayout492.xml"/><Relationship Id="rId2" Type="http://schemas.openxmlformats.org/officeDocument/2006/relationships/slideLayout" Target="../slideLayouts/slideLayout482.xml"/><Relationship Id="rId1" Type="http://schemas.openxmlformats.org/officeDocument/2006/relationships/slideLayout" Target="../slideLayouts/slideLayout481.xml"/><Relationship Id="rId6" Type="http://schemas.openxmlformats.org/officeDocument/2006/relationships/slideLayout" Target="../slideLayouts/slideLayout486.xml"/><Relationship Id="rId11" Type="http://schemas.openxmlformats.org/officeDocument/2006/relationships/slideLayout" Target="../slideLayouts/slideLayout491.xml"/><Relationship Id="rId5" Type="http://schemas.openxmlformats.org/officeDocument/2006/relationships/slideLayout" Target="../slideLayouts/slideLayout485.xml"/><Relationship Id="rId10" Type="http://schemas.openxmlformats.org/officeDocument/2006/relationships/slideLayout" Target="../slideLayouts/slideLayout490.xml"/><Relationship Id="rId4" Type="http://schemas.openxmlformats.org/officeDocument/2006/relationships/slideLayout" Target="../slideLayouts/slideLayout484.xml"/><Relationship Id="rId9" Type="http://schemas.openxmlformats.org/officeDocument/2006/relationships/slideLayout" Target="../slideLayouts/slideLayout489.xml"/></Relationships>
</file>

<file path=ppt/slideMasters/_rels/slideMaster42.xml.rels><?xml version="1.0" encoding="UTF-8" standalone="yes"?>
<Relationships xmlns="http://schemas.openxmlformats.org/package/2006/relationships"><Relationship Id="rId8" Type="http://schemas.openxmlformats.org/officeDocument/2006/relationships/slideLayout" Target="../slideLayouts/slideLayout500.xml"/><Relationship Id="rId13" Type="http://schemas.openxmlformats.org/officeDocument/2006/relationships/theme" Target="../theme/theme42.xml"/><Relationship Id="rId3" Type="http://schemas.openxmlformats.org/officeDocument/2006/relationships/slideLayout" Target="../slideLayouts/slideLayout495.xml"/><Relationship Id="rId7" Type="http://schemas.openxmlformats.org/officeDocument/2006/relationships/slideLayout" Target="../slideLayouts/slideLayout499.xml"/><Relationship Id="rId12" Type="http://schemas.openxmlformats.org/officeDocument/2006/relationships/slideLayout" Target="../slideLayouts/slideLayout504.xml"/><Relationship Id="rId2" Type="http://schemas.openxmlformats.org/officeDocument/2006/relationships/slideLayout" Target="../slideLayouts/slideLayout494.xml"/><Relationship Id="rId1" Type="http://schemas.openxmlformats.org/officeDocument/2006/relationships/slideLayout" Target="../slideLayouts/slideLayout493.xml"/><Relationship Id="rId6" Type="http://schemas.openxmlformats.org/officeDocument/2006/relationships/slideLayout" Target="../slideLayouts/slideLayout498.xml"/><Relationship Id="rId11" Type="http://schemas.openxmlformats.org/officeDocument/2006/relationships/slideLayout" Target="../slideLayouts/slideLayout503.xml"/><Relationship Id="rId5" Type="http://schemas.openxmlformats.org/officeDocument/2006/relationships/slideLayout" Target="../slideLayouts/slideLayout497.xml"/><Relationship Id="rId10" Type="http://schemas.openxmlformats.org/officeDocument/2006/relationships/slideLayout" Target="../slideLayouts/slideLayout502.xml"/><Relationship Id="rId4" Type="http://schemas.openxmlformats.org/officeDocument/2006/relationships/slideLayout" Target="../slideLayouts/slideLayout496.xml"/><Relationship Id="rId9" Type="http://schemas.openxmlformats.org/officeDocument/2006/relationships/slideLayout" Target="../slideLayouts/slideLayout501.xml"/></Relationships>
</file>

<file path=ppt/slideMasters/_rels/slideMaster43.xml.rels><?xml version="1.0" encoding="UTF-8" standalone="yes"?>
<Relationships xmlns="http://schemas.openxmlformats.org/package/2006/relationships"><Relationship Id="rId8" Type="http://schemas.openxmlformats.org/officeDocument/2006/relationships/slideLayout" Target="../slideLayouts/slideLayout512.xml"/><Relationship Id="rId13" Type="http://schemas.openxmlformats.org/officeDocument/2006/relationships/theme" Target="../theme/theme43.xml"/><Relationship Id="rId3" Type="http://schemas.openxmlformats.org/officeDocument/2006/relationships/slideLayout" Target="../slideLayouts/slideLayout507.xml"/><Relationship Id="rId7" Type="http://schemas.openxmlformats.org/officeDocument/2006/relationships/slideLayout" Target="../slideLayouts/slideLayout511.xml"/><Relationship Id="rId12" Type="http://schemas.openxmlformats.org/officeDocument/2006/relationships/slideLayout" Target="../slideLayouts/slideLayout516.xml"/><Relationship Id="rId2" Type="http://schemas.openxmlformats.org/officeDocument/2006/relationships/slideLayout" Target="../slideLayouts/slideLayout506.xml"/><Relationship Id="rId1" Type="http://schemas.openxmlformats.org/officeDocument/2006/relationships/slideLayout" Target="../slideLayouts/slideLayout505.xml"/><Relationship Id="rId6" Type="http://schemas.openxmlformats.org/officeDocument/2006/relationships/slideLayout" Target="../slideLayouts/slideLayout510.xml"/><Relationship Id="rId11" Type="http://schemas.openxmlformats.org/officeDocument/2006/relationships/slideLayout" Target="../slideLayouts/slideLayout515.xml"/><Relationship Id="rId5" Type="http://schemas.openxmlformats.org/officeDocument/2006/relationships/slideLayout" Target="../slideLayouts/slideLayout509.xml"/><Relationship Id="rId10" Type="http://schemas.openxmlformats.org/officeDocument/2006/relationships/slideLayout" Target="../slideLayouts/slideLayout514.xml"/><Relationship Id="rId4" Type="http://schemas.openxmlformats.org/officeDocument/2006/relationships/slideLayout" Target="../slideLayouts/slideLayout508.xml"/><Relationship Id="rId9" Type="http://schemas.openxmlformats.org/officeDocument/2006/relationships/slideLayout" Target="../slideLayouts/slideLayout513.xml"/></Relationships>
</file>

<file path=ppt/slideMasters/_rels/slideMaster44.xml.rels><?xml version="1.0" encoding="UTF-8" standalone="yes"?>
<Relationships xmlns="http://schemas.openxmlformats.org/package/2006/relationships"><Relationship Id="rId8" Type="http://schemas.openxmlformats.org/officeDocument/2006/relationships/slideLayout" Target="../slideLayouts/slideLayout524.xml"/><Relationship Id="rId13" Type="http://schemas.openxmlformats.org/officeDocument/2006/relationships/theme" Target="../theme/theme44.xml"/><Relationship Id="rId3" Type="http://schemas.openxmlformats.org/officeDocument/2006/relationships/slideLayout" Target="../slideLayouts/slideLayout519.xml"/><Relationship Id="rId7" Type="http://schemas.openxmlformats.org/officeDocument/2006/relationships/slideLayout" Target="../slideLayouts/slideLayout523.xml"/><Relationship Id="rId12" Type="http://schemas.openxmlformats.org/officeDocument/2006/relationships/slideLayout" Target="../slideLayouts/slideLayout528.xml"/><Relationship Id="rId2" Type="http://schemas.openxmlformats.org/officeDocument/2006/relationships/slideLayout" Target="../slideLayouts/slideLayout518.xml"/><Relationship Id="rId1" Type="http://schemas.openxmlformats.org/officeDocument/2006/relationships/slideLayout" Target="../slideLayouts/slideLayout517.xml"/><Relationship Id="rId6" Type="http://schemas.openxmlformats.org/officeDocument/2006/relationships/slideLayout" Target="../slideLayouts/slideLayout522.xml"/><Relationship Id="rId11" Type="http://schemas.openxmlformats.org/officeDocument/2006/relationships/slideLayout" Target="../slideLayouts/slideLayout527.xml"/><Relationship Id="rId5" Type="http://schemas.openxmlformats.org/officeDocument/2006/relationships/slideLayout" Target="../slideLayouts/slideLayout521.xml"/><Relationship Id="rId10" Type="http://schemas.openxmlformats.org/officeDocument/2006/relationships/slideLayout" Target="../slideLayouts/slideLayout526.xml"/><Relationship Id="rId4" Type="http://schemas.openxmlformats.org/officeDocument/2006/relationships/slideLayout" Target="../slideLayouts/slideLayout520.xml"/><Relationship Id="rId9" Type="http://schemas.openxmlformats.org/officeDocument/2006/relationships/slideLayout" Target="../slideLayouts/slideLayout525.xml"/></Relationships>
</file>

<file path=ppt/slideMasters/_rels/slideMaster45.xml.rels><?xml version="1.0" encoding="UTF-8" standalone="yes"?>
<Relationships xmlns="http://schemas.openxmlformats.org/package/2006/relationships"><Relationship Id="rId8" Type="http://schemas.openxmlformats.org/officeDocument/2006/relationships/slideLayout" Target="../slideLayouts/slideLayout536.xml"/><Relationship Id="rId13" Type="http://schemas.openxmlformats.org/officeDocument/2006/relationships/theme" Target="../theme/theme45.xml"/><Relationship Id="rId3" Type="http://schemas.openxmlformats.org/officeDocument/2006/relationships/slideLayout" Target="../slideLayouts/slideLayout531.xml"/><Relationship Id="rId7" Type="http://schemas.openxmlformats.org/officeDocument/2006/relationships/slideLayout" Target="../slideLayouts/slideLayout535.xml"/><Relationship Id="rId12" Type="http://schemas.openxmlformats.org/officeDocument/2006/relationships/slideLayout" Target="../slideLayouts/slideLayout540.xml"/><Relationship Id="rId2" Type="http://schemas.openxmlformats.org/officeDocument/2006/relationships/slideLayout" Target="../slideLayouts/slideLayout530.xml"/><Relationship Id="rId1" Type="http://schemas.openxmlformats.org/officeDocument/2006/relationships/slideLayout" Target="../slideLayouts/slideLayout529.xml"/><Relationship Id="rId6" Type="http://schemas.openxmlformats.org/officeDocument/2006/relationships/slideLayout" Target="../slideLayouts/slideLayout534.xml"/><Relationship Id="rId11" Type="http://schemas.openxmlformats.org/officeDocument/2006/relationships/slideLayout" Target="../slideLayouts/slideLayout539.xml"/><Relationship Id="rId5" Type="http://schemas.openxmlformats.org/officeDocument/2006/relationships/slideLayout" Target="../slideLayouts/slideLayout533.xml"/><Relationship Id="rId10" Type="http://schemas.openxmlformats.org/officeDocument/2006/relationships/slideLayout" Target="../slideLayouts/slideLayout538.xml"/><Relationship Id="rId4" Type="http://schemas.openxmlformats.org/officeDocument/2006/relationships/slideLayout" Target="../slideLayouts/slideLayout532.xml"/><Relationship Id="rId9" Type="http://schemas.openxmlformats.org/officeDocument/2006/relationships/slideLayout" Target="../slideLayouts/slideLayout537.xml"/></Relationships>
</file>

<file path=ppt/slideMasters/_rels/slideMaster46.xml.rels><?xml version="1.0" encoding="UTF-8" standalone="yes"?>
<Relationships xmlns="http://schemas.openxmlformats.org/package/2006/relationships"><Relationship Id="rId8" Type="http://schemas.openxmlformats.org/officeDocument/2006/relationships/slideLayout" Target="../slideLayouts/slideLayout548.xml"/><Relationship Id="rId13" Type="http://schemas.openxmlformats.org/officeDocument/2006/relationships/theme" Target="../theme/theme46.xml"/><Relationship Id="rId3" Type="http://schemas.openxmlformats.org/officeDocument/2006/relationships/slideLayout" Target="../slideLayouts/slideLayout543.xml"/><Relationship Id="rId7" Type="http://schemas.openxmlformats.org/officeDocument/2006/relationships/slideLayout" Target="../slideLayouts/slideLayout547.xml"/><Relationship Id="rId12" Type="http://schemas.openxmlformats.org/officeDocument/2006/relationships/slideLayout" Target="../slideLayouts/slideLayout552.xml"/><Relationship Id="rId2" Type="http://schemas.openxmlformats.org/officeDocument/2006/relationships/slideLayout" Target="../slideLayouts/slideLayout542.xml"/><Relationship Id="rId1" Type="http://schemas.openxmlformats.org/officeDocument/2006/relationships/slideLayout" Target="../slideLayouts/slideLayout541.xml"/><Relationship Id="rId6" Type="http://schemas.openxmlformats.org/officeDocument/2006/relationships/slideLayout" Target="../slideLayouts/slideLayout546.xml"/><Relationship Id="rId11" Type="http://schemas.openxmlformats.org/officeDocument/2006/relationships/slideLayout" Target="../slideLayouts/slideLayout551.xml"/><Relationship Id="rId5" Type="http://schemas.openxmlformats.org/officeDocument/2006/relationships/slideLayout" Target="../slideLayouts/slideLayout545.xml"/><Relationship Id="rId10" Type="http://schemas.openxmlformats.org/officeDocument/2006/relationships/slideLayout" Target="../slideLayouts/slideLayout550.xml"/><Relationship Id="rId4" Type="http://schemas.openxmlformats.org/officeDocument/2006/relationships/slideLayout" Target="../slideLayouts/slideLayout544.xml"/><Relationship Id="rId9" Type="http://schemas.openxmlformats.org/officeDocument/2006/relationships/slideLayout" Target="../slideLayouts/slideLayout549.xml"/></Relationships>
</file>

<file path=ppt/slideMasters/_rels/slideMaster47.xml.rels><?xml version="1.0" encoding="UTF-8" standalone="yes"?>
<Relationships xmlns="http://schemas.openxmlformats.org/package/2006/relationships"><Relationship Id="rId8" Type="http://schemas.openxmlformats.org/officeDocument/2006/relationships/slideLayout" Target="../slideLayouts/slideLayout560.xml"/><Relationship Id="rId13" Type="http://schemas.openxmlformats.org/officeDocument/2006/relationships/theme" Target="../theme/theme47.xml"/><Relationship Id="rId3" Type="http://schemas.openxmlformats.org/officeDocument/2006/relationships/slideLayout" Target="../slideLayouts/slideLayout555.xml"/><Relationship Id="rId7" Type="http://schemas.openxmlformats.org/officeDocument/2006/relationships/slideLayout" Target="../slideLayouts/slideLayout559.xml"/><Relationship Id="rId12" Type="http://schemas.openxmlformats.org/officeDocument/2006/relationships/slideLayout" Target="../slideLayouts/slideLayout564.xml"/><Relationship Id="rId2" Type="http://schemas.openxmlformats.org/officeDocument/2006/relationships/slideLayout" Target="../slideLayouts/slideLayout554.xml"/><Relationship Id="rId1" Type="http://schemas.openxmlformats.org/officeDocument/2006/relationships/slideLayout" Target="../slideLayouts/slideLayout553.xml"/><Relationship Id="rId6" Type="http://schemas.openxmlformats.org/officeDocument/2006/relationships/slideLayout" Target="../slideLayouts/slideLayout558.xml"/><Relationship Id="rId11" Type="http://schemas.openxmlformats.org/officeDocument/2006/relationships/slideLayout" Target="../slideLayouts/slideLayout563.xml"/><Relationship Id="rId5" Type="http://schemas.openxmlformats.org/officeDocument/2006/relationships/slideLayout" Target="../slideLayouts/slideLayout557.xml"/><Relationship Id="rId10" Type="http://schemas.openxmlformats.org/officeDocument/2006/relationships/slideLayout" Target="../slideLayouts/slideLayout562.xml"/><Relationship Id="rId4" Type="http://schemas.openxmlformats.org/officeDocument/2006/relationships/slideLayout" Target="../slideLayouts/slideLayout556.xml"/><Relationship Id="rId9" Type="http://schemas.openxmlformats.org/officeDocument/2006/relationships/slideLayout" Target="../slideLayouts/slideLayout561.xml"/></Relationships>
</file>

<file path=ppt/slideMasters/_rels/slideMaster48.xml.rels><?xml version="1.0" encoding="UTF-8" standalone="yes"?>
<Relationships xmlns="http://schemas.openxmlformats.org/package/2006/relationships"><Relationship Id="rId8" Type="http://schemas.openxmlformats.org/officeDocument/2006/relationships/slideLayout" Target="../slideLayouts/slideLayout572.xml"/><Relationship Id="rId13" Type="http://schemas.openxmlformats.org/officeDocument/2006/relationships/theme" Target="../theme/theme48.xml"/><Relationship Id="rId3" Type="http://schemas.openxmlformats.org/officeDocument/2006/relationships/slideLayout" Target="../slideLayouts/slideLayout567.xml"/><Relationship Id="rId7" Type="http://schemas.openxmlformats.org/officeDocument/2006/relationships/slideLayout" Target="../slideLayouts/slideLayout571.xml"/><Relationship Id="rId12" Type="http://schemas.openxmlformats.org/officeDocument/2006/relationships/slideLayout" Target="../slideLayouts/slideLayout576.xml"/><Relationship Id="rId2" Type="http://schemas.openxmlformats.org/officeDocument/2006/relationships/slideLayout" Target="../slideLayouts/slideLayout566.xml"/><Relationship Id="rId1" Type="http://schemas.openxmlformats.org/officeDocument/2006/relationships/slideLayout" Target="../slideLayouts/slideLayout565.xml"/><Relationship Id="rId6" Type="http://schemas.openxmlformats.org/officeDocument/2006/relationships/slideLayout" Target="../slideLayouts/slideLayout570.xml"/><Relationship Id="rId11" Type="http://schemas.openxmlformats.org/officeDocument/2006/relationships/slideLayout" Target="../slideLayouts/slideLayout575.xml"/><Relationship Id="rId5" Type="http://schemas.openxmlformats.org/officeDocument/2006/relationships/slideLayout" Target="../slideLayouts/slideLayout569.xml"/><Relationship Id="rId10" Type="http://schemas.openxmlformats.org/officeDocument/2006/relationships/slideLayout" Target="../slideLayouts/slideLayout574.xml"/><Relationship Id="rId4" Type="http://schemas.openxmlformats.org/officeDocument/2006/relationships/slideLayout" Target="../slideLayouts/slideLayout568.xml"/><Relationship Id="rId9" Type="http://schemas.openxmlformats.org/officeDocument/2006/relationships/slideLayout" Target="../slideLayouts/slideLayout573.xml"/></Relationships>
</file>

<file path=ppt/slideMasters/_rels/slideMaster49.xml.rels><?xml version="1.0" encoding="UTF-8" standalone="yes"?>
<Relationships xmlns="http://schemas.openxmlformats.org/package/2006/relationships"><Relationship Id="rId8" Type="http://schemas.openxmlformats.org/officeDocument/2006/relationships/slideLayout" Target="../slideLayouts/slideLayout584.xml"/><Relationship Id="rId13" Type="http://schemas.openxmlformats.org/officeDocument/2006/relationships/theme" Target="../theme/theme49.xml"/><Relationship Id="rId3" Type="http://schemas.openxmlformats.org/officeDocument/2006/relationships/slideLayout" Target="../slideLayouts/slideLayout579.xml"/><Relationship Id="rId7" Type="http://schemas.openxmlformats.org/officeDocument/2006/relationships/slideLayout" Target="../slideLayouts/slideLayout583.xml"/><Relationship Id="rId12" Type="http://schemas.openxmlformats.org/officeDocument/2006/relationships/slideLayout" Target="../slideLayouts/slideLayout588.xml"/><Relationship Id="rId2" Type="http://schemas.openxmlformats.org/officeDocument/2006/relationships/slideLayout" Target="../slideLayouts/slideLayout578.xml"/><Relationship Id="rId1" Type="http://schemas.openxmlformats.org/officeDocument/2006/relationships/slideLayout" Target="../slideLayouts/slideLayout577.xml"/><Relationship Id="rId6" Type="http://schemas.openxmlformats.org/officeDocument/2006/relationships/slideLayout" Target="../slideLayouts/slideLayout582.xml"/><Relationship Id="rId11" Type="http://schemas.openxmlformats.org/officeDocument/2006/relationships/slideLayout" Target="../slideLayouts/slideLayout587.xml"/><Relationship Id="rId5" Type="http://schemas.openxmlformats.org/officeDocument/2006/relationships/slideLayout" Target="../slideLayouts/slideLayout581.xml"/><Relationship Id="rId10" Type="http://schemas.openxmlformats.org/officeDocument/2006/relationships/slideLayout" Target="../slideLayouts/slideLayout586.xml"/><Relationship Id="rId4" Type="http://schemas.openxmlformats.org/officeDocument/2006/relationships/slideLayout" Target="../slideLayouts/slideLayout580.xml"/><Relationship Id="rId9" Type="http://schemas.openxmlformats.org/officeDocument/2006/relationships/slideLayout" Target="../slideLayouts/slideLayout585.xml"/></Relationships>
</file>

<file path=ppt/slideMasters/_rels/slideMaster50.xml.rels><?xml version="1.0" encoding="UTF-8" standalone="yes"?>
<Relationships xmlns="http://schemas.openxmlformats.org/package/2006/relationships"><Relationship Id="rId8" Type="http://schemas.openxmlformats.org/officeDocument/2006/relationships/slideLayout" Target="../slideLayouts/slideLayout596.xml"/><Relationship Id="rId13" Type="http://schemas.openxmlformats.org/officeDocument/2006/relationships/theme" Target="../theme/theme50.xml"/><Relationship Id="rId3" Type="http://schemas.openxmlformats.org/officeDocument/2006/relationships/slideLayout" Target="../slideLayouts/slideLayout591.xml"/><Relationship Id="rId7" Type="http://schemas.openxmlformats.org/officeDocument/2006/relationships/slideLayout" Target="../slideLayouts/slideLayout595.xml"/><Relationship Id="rId12" Type="http://schemas.openxmlformats.org/officeDocument/2006/relationships/slideLayout" Target="../slideLayouts/slideLayout600.xml"/><Relationship Id="rId2" Type="http://schemas.openxmlformats.org/officeDocument/2006/relationships/slideLayout" Target="../slideLayouts/slideLayout590.xml"/><Relationship Id="rId1" Type="http://schemas.openxmlformats.org/officeDocument/2006/relationships/slideLayout" Target="../slideLayouts/slideLayout589.xml"/><Relationship Id="rId6" Type="http://schemas.openxmlformats.org/officeDocument/2006/relationships/slideLayout" Target="../slideLayouts/slideLayout594.xml"/><Relationship Id="rId11" Type="http://schemas.openxmlformats.org/officeDocument/2006/relationships/slideLayout" Target="../slideLayouts/slideLayout599.xml"/><Relationship Id="rId5" Type="http://schemas.openxmlformats.org/officeDocument/2006/relationships/slideLayout" Target="../slideLayouts/slideLayout593.xml"/><Relationship Id="rId10" Type="http://schemas.openxmlformats.org/officeDocument/2006/relationships/slideLayout" Target="../slideLayouts/slideLayout598.xml"/><Relationship Id="rId4" Type="http://schemas.openxmlformats.org/officeDocument/2006/relationships/slideLayout" Target="../slideLayouts/slideLayout592.xml"/><Relationship Id="rId9" Type="http://schemas.openxmlformats.org/officeDocument/2006/relationships/slideLayout" Target="../slideLayouts/slideLayout597.xml"/></Relationships>
</file>

<file path=ppt/slideMasters/_rels/slideMaster51.xml.rels><?xml version="1.0" encoding="UTF-8" standalone="yes"?>
<Relationships xmlns="http://schemas.openxmlformats.org/package/2006/relationships"><Relationship Id="rId8" Type="http://schemas.openxmlformats.org/officeDocument/2006/relationships/slideLayout" Target="../slideLayouts/slideLayout608.xml"/><Relationship Id="rId13" Type="http://schemas.openxmlformats.org/officeDocument/2006/relationships/theme" Target="../theme/theme51.xml"/><Relationship Id="rId3" Type="http://schemas.openxmlformats.org/officeDocument/2006/relationships/slideLayout" Target="../slideLayouts/slideLayout603.xml"/><Relationship Id="rId7" Type="http://schemas.openxmlformats.org/officeDocument/2006/relationships/slideLayout" Target="../slideLayouts/slideLayout607.xml"/><Relationship Id="rId12" Type="http://schemas.openxmlformats.org/officeDocument/2006/relationships/slideLayout" Target="../slideLayouts/slideLayout612.xml"/><Relationship Id="rId2" Type="http://schemas.openxmlformats.org/officeDocument/2006/relationships/slideLayout" Target="../slideLayouts/slideLayout602.xml"/><Relationship Id="rId1" Type="http://schemas.openxmlformats.org/officeDocument/2006/relationships/slideLayout" Target="../slideLayouts/slideLayout601.xml"/><Relationship Id="rId6" Type="http://schemas.openxmlformats.org/officeDocument/2006/relationships/slideLayout" Target="../slideLayouts/slideLayout606.xml"/><Relationship Id="rId11" Type="http://schemas.openxmlformats.org/officeDocument/2006/relationships/slideLayout" Target="../slideLayouts/slideLayout611.xml"/><Relationship Id="rId5" Type="http://schemas.openxmlformats.org/officeDocument/2006/relationships/slideLayout" Target="../slideLayouts/slideLayout605.xml"/><Relationship Id="rId10" Type="http://schemas.openxmlformats.org/officeDocument/2006/relationships/slideLayout" Target="../slideLayouts/slideLayout610.xml"/><Relationship Id="rId4" Type="http://schemas.openxmlformats.org/officeDocument/2006/relationships/slideLayout" Target="../slideLayouts/slideLayout604.xml"/><Relationship Id="rId9" Type="http://schemas.openxmlformats.org/officeDocument/2006/relationships/slideLayout" Target="../slideLayouts/slideLayout609.xml"/></Relationships>
</file>

<file path=ppt/slideMasters/_rels/slideMaster52.xml.rels><?xml version="1.0" encoding="UTF-8" standalone="yes"?>
<Relationships xmlns="http://schemas.openxmlformats.org/package/2006/relationships"><Relationship Id="rId8" Type="http://schemas.openxmlformats.org/officeDocument/2006/relationships/slideLayout" Target="../slideLayouts/slideLayout620.xml"/><Relationship Id="rId13" Type="http://schemas.openxmlformats.org/officeDocument/2006/relationships/theme" Target="../theme/theme52.xml"/><Relationship Id="rId3" Type="http://schemas.openxmlformats.org/officeDocument/2006/relationships/slideLayout" Target="../slideLayouts/slideLayout615.xml"/><Relationship Id="rId7" Type="http://schemas.openxmlformats.org/officeDocument/2006/relationships/slideLayout" Target="../slideLayouts/slideLayout619.xml"/><Relationship Id="rId12" Type="http://schemas.openxmlformats.org/officeDocument/2006/relationships/slideLayout" Target="../slideLayouts/slideLayout624.xml"/><Relationship Id="rId2" Type="http://schemas.openxmlformats.org/officeDocument/2006/relationships/slideLayout" Target="../slideLayouts/slideLayout614.xml"/><Relationship Id="rId1" Type="http://schemas.openxmlformats.org/officeDocument/2006/relationships/slideLayout" Target="../slideLayouts/slideLayout613.xml"/><Relationship Id="rId6" Type="http://schemas.openxmlformats.org/officeDocument/2006/relationships/slideLayout" Target="../slideLayouts/slideLayout618.xml"/><Relationship Id="rId11" Type="http://schemas.openxmlformats.org/officeDocument/2006/relationships/slideLayout" Target="../slideLayouts/slideLayout623.xml"/><Relationship Id="rId5" Type="http://schemas.openxmlformats.org/officeDocument/2006/relationships/slideLayout" Target="../slideLayouts/slideLayout617.xml"/><Relationship Id="rId10" Type="http://schemas.openxmlformats.org/officeDocument/2006/relationships/slideLayout" Target="../slideLayouts/slideLayout622.xml"/><Relationship Id="rId4" Type="http://schemas.openxmlformats.org/officeDocument/2006/relationships/slideLayout" Target="../slideLayouts/slideLayout616.xml"/><Relationship Id="rId9" Type="http://schemas.openxmlformats.org/officeDocument/2006/relationships/slideLayout" Target="../slideLayouts/slideLayout621.xml"/></Relationships>
</file>

<file path=ppt/slideMasters/_rels/slideMaster53.xml.rels><?xml version="1.0" encoding="UTF-8" standalone="yes"?>
<Relationships xmlns="http://schemas.openxmlformats.org/package/2006/relationships"><Relationship Id="rId8" Type="http://schemas.openxmlformats.org/officeDocument/2006/relationships/slideLayout" Target="../slideLayouts/slideLayout632.xml"/><Relationship Id="rId13" Type="http://schemas.openxmlformats.org/officeDocument/2006/relationships/theme" Target="../theme/theme53.xml"/><Relationship Id="rId3" Type="http://schemas.openxmlformats.org/officeDocument/2006/relationships/slideLayout" Target="../slideLayouts/slideLayout627.xml"/><Relationship Id="rId7" Type="http://schemas.openxmlformats.org/officeDocument/2006/relationships/slideLayout" Target="../slideLayouts/slideLayout631.xml"/><Relationship Id="rId12" Type="http://schemas.openxmlformats.org/officeDocument/2006/relationships/slideLayout" Target="../slideLayouts/slideLayout636.xml"/><Relationship Id="rId2" Type="http://schemas.openxmlformats.org/officeDocument/2006/relationships/slideLayout" Target="../slideLayouts/slideLayout626.xml"/><Relationship Id="rId1" Type="http://schemas.openxmlformats.org/officeDocument/2006/relationships/slideLayout" Target="../slideLayouts/slideLayout625.xml"/><Relationship Id="rId6" Type="http://schemas.openxmlformats.org/officeDocument/2006/relationships/slideLayout" Target="../slideLayouts/slideLayout630.xml"/><Relationship Id="rId11" Type="http://schemas.openxmlformats.org/officeDocument/2006/relationships/slideLayout" Target="../slideLayouts/slideLayout635.xml"/><Relationship Id="rId5" Type="http://schemas.openxmlformats.org/officeDocument/2006/relationships/slideLayout" Target="../slideLayouts/slideLayout629.xml"/><Relationship Id="rId10" Type="http://schemas.openxmlformats.org/officeDocument/2006/relationships/slideLayout" Target="../slideLayouts/slideLayout634.xml"/><Relationship Id="rId4" Type="http://schemas.openxmlformats.org/officeDocument/2006/relationships/slideLayout" Target="../slideLayouts/slideLayout628.xml"/><Relationship Id="rId9" Type="http://schemas.openxmlformats.org/officeDocument/2006/relationships/slideLayout" Target="../slideLayouts/slideLayout633.xml"/></Relationships>
</file>

<file path=ppt/slideMasters/_rels/slideMaster54.xml.rels><?xml version="1.0" encoding="UTF-8" standalone="yes"?>
<Relationships xmlns="http://schemas.openxmlformats.org/package/2006/relationships"><Relationship Id="rId8" Type="http://schemas.openxmlformats.org/officeDocument/2006/relationships/slideLayout" Target="../slideLayouts/slideLayout644.xml"/><Relationship Id="rId13" Type="http://schemas.openxmlformats.org/officeDocument/2006/relationships/theme" Target="../theme/theme54.xml"/><Relationship Id="rId3" Type="http://schemas.openxmlformats.org/officeDocument/2006/relationships/slideLayout" Target="../slideLayouts/slideLayout639.xml"/><Relationship Id="rId7" Type="http://schemas.openxmlformats.org/officeDocument/2006/relationships/slideLayout" Target="../slideLayouts/slideLayout643.xml"/><Relationship Id="rId12" Type="http://schemas.openxmlformats.org/officeDocument/2006/relationships/slideLayout" Target="../slideLayouts/slideLayout648.xml"/><Relationship Id="rId2" Type="http://schemas.openxmlformats.org/officeDocument/2006/relationships/slideLayout" Target="../slideLayouts/slideLayout638.xml"/><Relationship Id="rId1" Type="http://schemas.openxmlformats.org/officeDocument/2006/relationships/slideLayout" Target="../slideLayouts/slideLayout637.xml"/><Relationship Id="rId6" Type="http://schemas.openxmlformats.org/officeDocument/2006/relationships/slideLayout" Target="../slideLayouts/slideLayout642.xml"/><Relationship Id="rId11" Type="http://schemas.openxmlformats.org/officeDocument/2006/relationships/slideLayout" Target="../slideLayouts/slideLayout647.xml"/><Relationship Id="rId5" Type="http://schemas.openxmlformats.org/officeDocument/2006/relationships/slideLayout" Target="../slideLayouts/slideLayout641.xml"/><Relationship Id="rId10" Type="http://schemas.openxmlformats.org/officeDocument/2006/relationships/slideLayout" Target="../slideLayouts/slideLayout646.xml"/><Relationship Id="rId4" Type="http://schemas.openxmlformats.org/officeDocument/2006/relationships/slideLayout" Target="../slideLayouts/slideLayout640.xml"/><Relationship Id="rId9" Type="http://schemas.openxmlformats.org/officeDocument/2006/relationships/slideLayout" Target="../slideLayouts/slideLayout645.xml"/></Relationships>
</file>

<file path=ppt/slideMasters/_rels/slideMaster55.xml.rels><?xml version="1.0" encoding="UTF-8" standalone="yes"?>
<Relationships xmlns="http://schemas.openxmlformats.org/package/2006/relationships"><Relationship Id="rId8" Type="http://schemas.openxmlformats.org/officeDocument/2006/relationships/slideLayout" Target="../slideLayouts/slideLayout656.xml"/><Relationship Id="rId13" Type="http://schemas.openxmlformats.org/officeDocument/2006/relationships/theme" Target="../theme/theme55.xml"/><Relationship Id="rId3" Type="http://schemas.openxmlformats.org/officeDocument/2006/relationships/slideLayout" Target="../slideLayouts/slideLayout651.xml"/><Relationship Id="rId7" Type="http://schemas.openxmlformats.org/officeDocument/2006/relationships/slideLayout" Target="../slideLayouts/slideLayout655.xml"/><Relationship Id="rId12" Type="http://schemas.openxmlformats.org/officeDocument/2006/relationships/slideLayout" Target="../slideLayouts/slideLayout660.xml"/><Relationship Id="rId2" Type="http://schemas.openxmlformats.org/officeDocument/2006/relationships/slideLayout" Target="../slideLayouts/slideLayout650.xml"/><Relationship Id="rId1" Type="http://schemas.openxmlformats.org/officeDocument/2006/relationships/slideLayout" Target="../slideLayouts/slideLayout649.xml"/><Relationship Id="rId6" Type="http://schemas.openxmlformats.org/officeDocument/2006/relationships/slideLayout" Target="../slideLayouts/slideLayout654.xml"/><Relationship Id="rId11" Type="http://schemas.openxmlformats.org/officeDocument/2006/relationships/slideLayout" Target="../slideLayouts/slideLayout659.xml"/><Relationship Id="rId5" Type="http://schemas.openxmlformats.org/officeDocument/2006/relationships/slideLayout" Target="../slideLayouts/slideLayout653.xml"/><Relationship Id="rId10" Type="http://schemas.openxmlformats.org/officeDocument/2006/relationships/slideLayout" Target="../slideLayouts/slideLayout658.xml"/><Relationship Id="rId4" Type="http://schemas.openxmlformats.org/officeDocument/2006/relationships/slideLayout" Target="../slideLayouts/slideLayout652.xml"/><Relationship Id="rId9" Type="http://schemas.openxmlformats.org/officeDocument/2006/relationships/slideLayout" Target="../slideLayouts/slideLayout657.xml"/></Relationships>
</file>

<file path=ppt/slideMasters/_rels/slideMaster56.xml.rels><?xml version="1.0" encoding="UTF-8" standalone="yes"?>
<Relationships xmlns="http://schemas.openxmlformats.org/package/2006/relationships"><Relationship Id="rId8" Type="http://schemas.openxmlformats.org/officeDocument/2006/relationships/slideLayout" Target="../slideLayouts/slideLayout668.xml"/><Relationship Id="rId13" Type="http://schemas.openxmlformats.org/officeDocument/2006/relationships/theme" Target="../theme/theme56.xml"/><Relationship Id="rId3" Type="http://schemas.openxmlformats.org/officeDocument/2006/relationships/slideLayout" Target="../slideLayouts/slideLayout663.xml"/><Relationship Id="rId7" Type="http://schemas.openxmlformats.org/officeDocument/2006/relationships/slideLayout" Target="../slideLayouts/slideLayout667.xml"/><Relationship Id="rId12" Type="http://schemas.openxmlformats.org/officeDocument/2006/relationships/slideLayout" Target="../slideLayouts/slideLayout672.xml"/><Relationship Id="rId2" Type="http://schemas.openxmlformats.org/officeDocument/2006/relationships/slideLayout" Target="../slideLayouts/slideLayout662.xml"/><Relationship Id="rId1" Type="http://schemas.openxmlformats.org/officeDocument/2006/relationships/slideLayout" Target="../slideLayouts/slideLayout661.xml"/><Relationship Id="rId6" Type="http://schemas.openxmlformats.org/officeDocument/2006/relationships/slideLayout" Target="../slideLayouts/slideLayout666.xml"/><Relationship Id="rId11" Type="http://schemas.openxmlformats.org/officeDocument/2006/relationships/slideLayout" Target="../slideLayouts/slideLayout671.xml"/><Relationship Id="rId5" Type="http://schemas.openxmlformats.org/officeDocument/2006/relationships/slideLayout" Target="../slideLayouts/slideLayout665.xml"/><Relationship Id="rId10" Type="http://schemas.openxmlformats.org/officeDocument/2006/relationships/slideLayout" Target="../slideLayouts/slideLayout670.xml"/><Relationship Id="rId4" Type="http://schemas.openxmlformats.org/officeDocument/2006/relationships/slideLayout" Target="../slideLayouts/slideLayout664.xml"/><Relationship Id="rId9" Type="http://schemas.openxmlformats.org/officeDocument/2006/relationships/slideLayout" Target="../slideLayouts/slideLayout669.xml"/></Relationships>
</file>

<file path=ppt/slideMasters/_rels/slideMaster57.xml.rels><?xml version="1.0" encoding="UTF-8" standalone="yes"?>
<Relationships xmlns="http://schemas.openxmlformats.org/package/2006/relationships"><Relationship Id="rId8" Type="http://schemas.openxmlformats.org/officeDocument/2006/relationships/slideLayout" Target="../slideLayouts/slideLayout680.xml"/><Relationship Id="rId13" Type="http://schemas.openxmlformats.org/officeDocument/2006/relationships/theme" Target="../theme/theme57.xml"/><Relationship Id="rId3" Type="http://schemas.openxmlformats.org/officeDocument/2006/relationships/slideLayout" Target="../slideLayouts/slideLayout675.xml"/><Relationship Id="rId7" Type="http://schemas.openxmlformats.org/officeDocument/2006/relationships/slideLayout" Target="../slideLayouts/slideLayout679.xml"/><Relationship Id="rId12" Type="http://schemas.openxmlformats.org/officeDocument/2006/relationships/slideLayout" Target="../slideLayouts/slideLayout684.xml"/><Relationship Id="rId2" Type="http://schemas.openxmlformats.org/officeDocument/2006/relationships/slideLayout" Target="../slideLayouts/slideLayout674.xml"/><Relationship Id="rId1" Type="http://schemas.openxmlformats.org/officeDocument/2006/relationships/slideLayout" Target="../slideLayouts/slideLayout673.xml"/><Relationship Id="rId6" Type="http://schemas.openxmlformats.org/officeDocument/2006/relationships/slideLayout" Target="../slideLayouts/slideLayout678.xml"/><Relationship Id="rId11" Type="http://schemas.openxmlformats.org/officeDocument/2006/relationships/slideLayout" Target="../slideLayouts/slideLayout683.xml"/><Relationship Id="rId5" Type="http://schemas.openxmlformats.org/officeDocument/2006/relationships/slideLayout" Target="../slideLayouts/slideLayout677.xml"/><Relationship Id="rId10" Type="http://schemas.openxmlformats.org/officeDocument/2006/relationships/slideLayout" Target="../slideLayouts/slideLayout682.xml"/><Relationship Id="rId4" Type="http://schemas.openxmlformats.org/officeDocument/2006/relationships/slideLayout" Target="../slideLayouts/slideLayout676.xml"/><Relationship Id="rId9" Type="http://schemas.openxmlformats.org/officeDocument/2006/relationships/slideLayout" Target="../slideLayouts/slideLayout68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7" name="Rectangle 6"/>
          <p:cNvSpPr/>
          <p:nvPr userDrawn="1"/>
        </p:nvSpPr>
        <p:spPr>
          <a:xfrm>
            <a:off x="0" y="0"/>
            <a:ext cx="9144000" cy="704088"/>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25001" name="Rectangle 9"/>
          <p:cNvSpPr>
            <a:spLocks noChangeArrowheads="1"/>
          </p:cNvSpPr>
          <p:nvPr/>
        </p:nvSpPr>
        <p:spPr bwMode="auto">
          <a:xfrm>
            <a:off x="4763" y="731838"/>
            <a:ext cx="9136062" cy="6111875"/>
          </a:xfrm>
          <a:prstGeom prst="rect">
            <a:avLst/>
          </a:prstGeom>
          <a:noFill/>
          <a:ln w="28575" algn="ctr">
            <a:noFill/>
            <a:miter lim="800000"/>
            <a:headEnd/>
            <a:tailEnd/>
          </a:ln>
          <a:effectLst/>
        </p:spPr>
        <p:txBody>
          <a:bodyPr wrap="none" anchor="ctr"/>
          <a:lstStyle/>
          <a:p>
            <a:pPr algn="ctr" eaLnBrk="0" hangingPunct="0">
              <a:defRPr/>
            </a:pPr>
            <a:endParaRPr lang="en-US">
              <a:cs typeface="+mn-cs"/>
            </a:endParaRPr>
          </a:p>
        </p:txBody>
      </p:sp>
      <p:sp>
        <p:nvSpPr>
          <p:cNvPr id="1029" name="Rectangle 4"/>
          <p:cNvSpPr>
            <a:spLocks noGrp="1" noChangeArrowheads="1"/>
          </p:cNvSpPr>
          <p:nvPr>
            <p:ph type="title"/>
          </p:nvPr>
        </p:nvSpPr>
        <p:spPr bwMode="auto">
          <a:xfrm>
            <a:off x="460374" y="-2"/>
            <a:ext cx="8495847" cy="740664"/>
          </a:xfrm>
          <a:prstGeom prst="rect">
            <a:avLst/>
          </a:prstGeom>
          <a:noFill/>
          <a:ln w="9525">
            <a:noFill/>
            <a:miter lim="800000"/>
            <a:headEnd/>
            <a:tailEnd/>
          </a:ln>
        </p:spPr>
        <p:txBody>
          <a:bodyPr vert="horz" wrap="square" lIns="0" tIns="45720" rIns="91440" bIns="45720" numCol="1" anchor="ctr" anchorCtr="0" compatLnSpc="1">
            <a:prstTxWarp prst="textNoShape">
              <a:avLst/>
            </a:prstTxWarp>
          </a:bodyPr>
          <a:lstStyle/>
          <a:p>
            <a:pPr lvl="0"/>
            <a:r>
              <a:rPr lang="en-US" dirty="0"/>
              <a:t>Slide Title</a:t>
            </a:r>
          </a:p>
        </p:txBody>
      </p:sp>
      <p:sp>
        <p:nvSpPr>
          <p:cNvPr id="1030" name="Rectangle 5"/>
          <p:cNvSpPr>
            <a:spLocks noGrp="1" noChangeArrowheads="1"/>
          </p:cNvSpPr>
          <p:nvPr>
            <p:ph type="body" idx="1"/>
          </p:nvPr>
        </p:nvSpPr>
        <p:spPr bwMode="auto">
          <a:xfrm>
            <a:off x="458788" y="1021215"/>
            <a:ext cx="8119156" cy="5147356"/>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lvl="0"/>
            <a:r>
              <a:rPr lang="en-US" dirty="0"/>
              <a:t>Body Text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418260924"/>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Lst>
  <p:txStyles>
    <p:titleStyle>
      <a:lvl1pPr algn="l" rtl="0" eaLnBrk="1" fontAlgn="base" hangingPunct="1">
        <a:lnSpc>
          <a:spcPct val="85000"/>
        </a:lnSpc>
        <a:spcBef>
          <a:spcPct val="0"/>
        </a:spcBef>
        <a:spcAft>
          <a:spcPct val="0"/>
        </a:spcAft>
        <a:buClr>
          <a:srgbClr val="DC0081"/>
        </a:buClr>
        <a:buFont typeface="Wingdings" pitchFamily="2" charset="2"/>
        <a:defRPr sz="2800">
          <a:solidFill>
            <a:schemeClr val="bg1"/>
          </a:solidFill>
          <a:latin typeface="Segoe UI" pitchFamily="34" charset="0"/>
          <a:ea typeface="Segoe UI" pitchFamily="34" charset="0"/>
          <a:cs typeface="Segoe UI" pitchFamily="34" charset="0"/>
        </a:defRPr>
      </a:lvl1pPr>
      <a:lvl2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2pPr>
      <a:lvl3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3pPr>
      <a:lvl4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4pPr>
      <a:lvl5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5pPr>
      <a:lvl6pPr marL="4572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6pPr>
      <a:lvl7pPr marL="9144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7pPr>
      <a:lvl8pPr marL="13716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8pPr>
      <a:lvl9pPr marL="18288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9pPr>
    </p:titleStyle>
    <p:bodyStyle>
      <a:lvl1pPr marL="174625" indent="-174625" algn="l" rtl="0" eaLnBrk="1" fontAlgn="base" hangingPunct="1">
        <a:lnSpc>
          <a:spcPct val="100000"/>
        </a:lnSpc>
        <a:spcBef>
          <a:spcPts val="600"/>
        </a:spcBef>
        <a:spcAft>
          <a:spcPct val="0"/>
        </a:spcAft>
        <a:buClr>
          <a:srgbClr val="0070C0"/>
        </a:buClr>
        <a:buSzPct val="90000"/>
        <a:buFont typeface="Arial" pitchFamily="34" charset="0"/>
        <a:buChar char="•"/>
        <a:defRPr sz="2800">
          <a:solidFill>
            <a:schemeClr val="tx1"/>
          </a:solidFill>
          <a:latin typeface="Segoe UI" pitchFamily="34" charset="0"/>
          <a:ea typeface="Segoe UI" pitchFamily="34" charset="0"/>
          <a:cs typeface="Segoe UI" pitchFamily="34" charset="0"/>
        </a:defRPr>
      </a:lvl1pPr>
      <a:lvl2pPr marL="458788" indent="-169863" algn="l" rtl="0" eaLnBrk="1" fontAlgn="base" hangingPunct="1">
        <a:lnSpc>
          <a:spcPct val="100000"/>
        </a:lnSpc>
        <a:spcBef>
          <a:spcPts val="600"/>
        </a:spcBef>
        <a:spcAft>
          <a:spcPct val="0"/>
        </a:spcAft>
        <a:buClr>
          <a:srgbClr val="0070C0"/>
        </a:buClr>
        <a:buSzPct val="80000"/>
        <a:buFont typeface="Arial" pitchFamily="34" charset="0"/>
        <a:buChar char="•"/>
        <a:defRPr sz="2400">
          <a:solidFill>
            <a:schemeClr val="tx1"/>
          </a:solidFill>
          <a:latin typeface="Segoe UI" pitchFamily="34" charset="0"/>
          <a:ea typeface="Segoe UI" pitchFamily="34" charset="0"/>
          <a:cs typeface="Segoe UI" pitchFamily="34" charset="0"/>
        </a:defRPr>
      </a:lvl2pPr>
      <a:lvl3pPr marL="854075" indent="-173038" algn="l" rtl="0" eaLnBrk="1" fontAlgn="base" hangingPunct="1">
        <a:lnSpc>
          <a:spcPct val="100000"/>
        </a:lnSpc>
        <a:spcBef>
          <a:spcPts val="600"/>
        </a:spcBef>
        <a:spcAft>
          <a:spcPct val="0"/>
        </a:spcAft>
        <a:buClr>
          <a:srgbClr val="0070C0"/>
        </a:buClr>
        <a:buSzPct val="80000"/>
        <a:buFont typeface="Arial" pitchFamily="34" charset="0"/>
        <a:buChar char="•"/>
        <a:defRPr sz="2000">
          <a:solidFill>
            <a:schemeClr val="tx1"/>
          </a:solidFill>
          <a:latin typeface="Segoe UI" pitchFamily="34" charset="0"/>
          <a:ea typeface="Segoe UI" pitchFamily="34" charset="0"/>
          <a:cs typeface="Segoe UI" pitchFamily="34" charset="0"/>
        </a:defRPr>
      </a:lvl3pPr>
      <a:lvl4pPr marL="1254125" indent="-165100"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4pPr>
      <a:lvl5pPr marL="1544638" indent="-168275"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5pPr>
      <a:lvl6pPr marL="20018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6pPr>
      <a:lvl7pPr marL="24590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7pPr>
      <a:lvl8pPr marL="29162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8pPr>
      <a:lvl9pPr marL="33734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0" y="0"/>
            <a:ext cx="9144000" cy="704088"/>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25001" name="Rectangle 9"/>
          <p:cNvSpPr>
            <a:spLocks noChangeArrowheads="1"/>
          </p:cNvSpPr>
          <p:nvPr/>
        </p:nvSpPr>
        <p:spPr bwMode="auto">
          <a:xfrm>
            <a:off x="4763" y="731838"/>
            <a:ext cx="9136062" cy="6111875"/>
          </a:xfrm>
          <a:prstGeom prst="rect">
            <a:avLst/>
          </a:prstGeom>
          <a:noFill/>
          <a:ln w="28575" algn="ctr">
            <a:noFill/>
            <a:miter lim="800000"/>
            <a:headEnd/>
            <a:tailEnd/>
          </a:ln>
          <a:effectLst/>
        </p:spPr>
        <p:txBody>
          <a:bodyPr wrap="none" anchor="ctr"/>
          <a:lstStyle/>
          <a:p>
            <a:pPr algn="ctr" eaLnBrk="0" hangingPunct="0">
              <a:defRPr/>
            </a:pPr>
            <a:endParaRPr lang="en-US">
              <a:cs typeface="+mn-cs"/>
            </a:endParaRPr>
          </a:p>
        </p:txBody>
      </p:sp>
      <p:sp>
        <p:nvSpPr>
          <p:cNvPr id="1029" name="Rectangle 4"/>
          <p:cNvSpPr>
            <a:spLocks noGrp="1" noChangeArrowheads="1"/>
          </p:cNvSpPr>
          <p:nvPr>
            <p:ph type="title"/>
          </p:nvPr>
        </p:nvSpPr>
        <p:spPr bwMode="auto">
          <a:xfrm>
            <a:off x="460375" y="-2"/>
            <a:ext cx="7773988" cy="740664"/>
          </a:xfrm>
          <a:prstGeom prst="rect">
            <a:avLst/>
          </a:prstGeom>
          <a:noFill/>
          <a:ln w="9525">
            <a:noFill/>
            <a:miter lim="800000"/>
            <a:headEnd/>
            <a:tailEnd/>
          </a:ln>
        </p:spPr>
        <p:txBody>
          <a:bodyPr vert="horz" wrap="square" lIns="0" tIns="45720" rIns="91440" bIns="45720" numCol="1" anchor="ctr" anchorCtr="0" compatLnSpc="1">
            <a:prstTxWarp prst="textNoShape">
              <a:avLst/>
            </a:prstTxWarp>
          </a:bodyPr>
          <a:lstStyle/>
          <a:p>
            <a:pPr lvl="0"/>
            <a:r>
              <a:rPr lang="en-US" dirty="0"/>
              <a:t>Slide Title</a:t>
            </a:r>
          </a:p>
        </p:txBody>
      </p:sp>
      <p:sp>
        <p:nvSpPr>
          <p:cNvPr id="1030" name="Rectangle 5"/>
          <p:cNvSpPr>
            <a:spLocks noGrp="1" noChangeArrowheads="1"/>
          </p:cNvSpPr>
          <p:nvPr>
            <p:ph type="body" idx="1"/>
          </p:nvPr>
        </p:nvSpPr>
        <p:spPr bwMode="auto">
          <a:xfrm>
            <a:off x="458788" y="1021215"/>
            <a:ext cx="8119156" cy="5147356"/>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lvl="0"/>
            <a:r>
              <a:rPr lang="en-US" dirty="0"/>
              <a:t>Body Text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854857918"/>
      </p:ext>
    </p:extLst>
  </p:cSld>
  <p:clrMap bg1="lt1" tx1="dk1" bg2="lt2" tx2="dk2" accent1="accent1" accent2="accent2" accent3="accent3" accent4="accent4" accent5="accent5" accent6="accent6" hlink="hlink" folHlink="folHlink"/>
  <p:sldLayoutIdLst>
    <p:sldLayoutId id="2147483674" r:id="rId1"/>
    <p:sldLayoutId id="2147483675" r:id="rId2"/>
    <p:sldLayoutId id="2147483676" r:id="rId3"/>
    <p:sldLayoutId id="2147483677" r:id="rId4"/>
    <p:sldLayoutId id="2147483678" r:id="rId5"/>
    <p:sldLayoutId id="2147483679" r:id="rId6"/>
    <p:sldLayoutId id="2147483680" r:id="rId7"/>
    <p:sldLayoutId id="2147483681" r:id="rId8"/>
    <p:sldLayoutId id="2147483682" r:id="rId9"/>
    <p:sldLayoutId id="2147483683" r:id="rId10"/>
    <p:sldLayoutId id="2147483684" r:id="rId11"/>
    <p:sldLayoutId id="2147483685" r:id="rId12"/>
  </p:sldLayoutIdLst>
  <p:txStyles>
    <p:titleStyle>
      <a:lvl1pPr algn="l" rtl="0" eaLnBrk="1" fontAlgn="base" hangingPunct="1">
        <a:lnSpc>
          <a:spcPct val="85000"/>
        </a:lnSpc>
        <a:spcBef>
          <a:spcPct val="0"/>
        </a:spcBef>
        <a:spcAft>
          <a:spcPct val="0"/>
        </a:spcAft>
        <a:buClr>
          <a:srgbClr val="DC0081"/>
        </a:buClr>
        <a:buFont typeface="Wingdings" pitchFamily="2" charset="2"/>
        <a:defRPr sz="2800">
          <a:solidFill>
            <a:schemeClr val="bg1"/>
          </a:solidFill>
          <a:latin typeface="Segoe UI" pitchFamily="34" charset="0"/>
          <a:ea typeface="Segoe UI" pitchFamily="34" charset="0"/>
          <a:cs typeface="Segoe UI" pitchFamily="34" charset="0"/>
        </a:defRPr>
      </a:lvl1pPr>
      <a:lvl2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2pPr>
      <a:lvl3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3pPr>
      <a:lvl4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4pPr>
      <a:lvl5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5pPr>
      <a:lvl6pPr marL="4572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6pPr>
      <a:lvl7pPr marL="9144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7pPr>
      <a:lvl8pPr marL="13716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8pPr>
      <a:lvl9pPr marL="18288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9pPr>
    </p:titleStyle>
    <p:bodyStyle>
      <a:lvl1pPr marL="174625" indent="-174625" algn="l" rtl="0" eaLnBrk="1" fontAlgn="base" hangingPunct="1">
        <a:lnSpc>
          <a:spcPct val="100000"/>
        </a:lnSpc>
        <a:spcBef>
          <a:spcPts val="600"/>
        </a:spcBef>
        <a:spcAft>
          <a:spcPct val="0"/>
        </a:spcAft>
        <a:buClr>
          <a:srgbClr val="0070C0"/>
        </a:buClr>
        <a:buSzPct val="90000"/>
        <a:buFont typeface="Arial" pitchFamily="34" charset="0"/>
        <a:buChar char="•"/>
        <a:defRPr sz="2800">
          <a:solidFill>
            <a:schemeClr val="tx1"/>
          </a:solidFill>
          <a:latin typeface="Segoe UI" pitchFamily="34" charset="0"/>
          <a:ea typeface="Segoe UI" pitchFamily="34" charset="0"/>
          <a:cs typeface="Segoe UI" pitchFamily="34" charset="0"/>
        </a:defRPr>
      </a:lvl1pPr>
      <a:lvl2pPr marL="458788" indent="-169863" algn="l" rtl="0" eaLnBrk="1" fontAlgn="base" hangingPunct="1">
        <a:lnSpc>
          <a:spcPct val="100000"/>
        </a:lnSpc>
        <a:spcBef>
          <a:spcPts val="600"/>
        </a:spcBef>
        <a:spcAft>
          <a:spcPct val="0"/>
        </a:spcAft>
        <a:buClr>
          <a:srgbClr val="0070C0"/>
        </a:buClr>
        <a:buSzPct val="80000"/>
        <a:buFont typeface="Arial" pitchFamily="34" charset="0"/>
        <a:buChar char="•"/>
        <a:defRPr sz="2400">
          <a:solidFill>
            <a:schemeClr val="tx1"/>
          </a:solidFill>
          <a:latin typeface="Segoe UI" pitchFamily="34" charset="0"/>
          <a:ea typeface="Segoe UI" pitchFamily="34" charset="0"/>
          <a:cs typeface="Segoe UI" pitchFamily="34" charset="0"/>
        </a:defRPr>
      </a:lvl2pPr>
      <a:lvl3pPr marL="854075" indent="-173038" algn="l" rtl="0" eaLnBrk="1" fontAlgn="base" hangingPunct="1">
        <a:lnSpc>
          <a:spcPct val="100000"/>
        </a:lnSpc>
        <a:spcBef>
          <a:spcPts val="600"/>
        </a:spcBef>
        <a:spcAft>
          <a:spcPct val="0"/>
        </a:spcAft>
        <a:buClr>
          <a:srgbClr val="0070C0"/>
        </a:buClr>
        <a:buSzPct val="80000"/>
        <a:buFont typeface="Arial" pitchFamily="34" charset="0"/>
        <a:buChar char="•"/>
        <a:defRPr sz="2000">
          <a:solidFill>
            <a:schemeClr val="tx1"/>
          </a:solidFill>
          <a:latin typeface="Segoe UI" pitchFamily="34" charset="0"/>
          <a:ea typeface="Segoe UI" pitchFamily="34" charset="0"/>
          <a:cs typeface="Segoe UI" pitchFamily="34" charset="0"/>
        </a:defRPr>
      </a:lvl3pPr>
      <a:lvl4pPr marL="1254125" indent="-165100"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4pPr>
      <a:lvl5pPr marL="1544638" indent="-168275"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5pPr>
      <a:lvl6pPr marL="20018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6pPr>
      <a:lvl7pPr marL="24590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7pPr>
      <a:lvl8pPr marL="29162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8pPr>
      <a:lvl9pPr marL="33734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0" y="0"/>
            <a:ext cx="9144000" cy="704088"/>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25001" name="Rectangle 9"/>
          <p:cNvSpPr>
            <a:spLocks noChangeArrowheads="1"/>
          </p:cNvSpPr>
          <p:nvPr/>
        </p:nvSpPr>
        <p:spPr bwMode="auto">
          <a:xfrm>
            <a:off x="4763" y="731838"/>
            <a:ext cx="9136062" cy="6111875"/>
          </a:xfrm>
          <a:prstGeom prst="rect">
            <a:avLst/>
          </a:prstGeom>
          <a:noFill/>
          <a:ln w="28575" algn="ctr">
            <a:noFill/>
            <a:miter lim="800000"/>
            <a:headEnd/>
            <a:tailEnd/>
          </a:ln>
          <a:effectLst/>
        </p:spPr>
        <p:txBody>
          <a:bodyPr wrap="none" anchor="ctr"/>
          <a:lstStyle/>
          <a:p>
            <a:pPr algn="ctr" eaLnBrk="0" hangingPunct="0">
              <a:defRPr/>
            </a:pPr>
            <a:endParaRPr lang="en-US">
              <a:cs typeface="+mn-cs"/>
            </a:endParaRPr>
          </a:p>
        </p:txBody>
      </p:sp>
      <p:sp>
        <p:nvSpPr>
          <p:cNvPr id="1029" name="Rectangle 4"/>
          <p:cNvSpPr>
            <a:spLocks noGrp="1" noChangeArrowheads="1"/>
          </p:cNvSpPr>
          <p:nvPr>
            <p:ph type="title"/>
          </p:nvPr>
        </p:nvSpPr>
        <p:spPr bwMode="auto">
          <a:xfrm>
            <a:off x="460375" y="-2"/>
            <a:ext cx="7773988" cy="740664"/>
          </a:xfrm>
          <a:prstGeom prst="rect">
            <a:avLst/>
          </a:prstGeom>
          <a:noFill/>
          <a:ln w="9525">
            <a:noFill/>
            <a:miter lim="800000"/>
            <a:headEnd/>
            <a:tailEnd/>
          </a:ln>
        </p:spPr>
        <p:txBody>
          <a:bodyPr vert="horz" wrap="square" lIns="0" tIns="45720" rIns="91440" bIns="45720" numCol="1" anchor="ctr" anchorCtr="0" compatLnSpc="1">
            <a:prstTxWarp prst="textNoShape">
              <a:avLst/>
            </a:prstTxWarp>
          </a:bodyPr>
          <a:lstStyle/>
          <a:p>
            <a:pPr lvl="0"/>
            <a:r>
              <a:rPr lang="en-US" dirty="0"/>
              <a:t>Slide Title</a:t>
            </a:r>
          </a:p>
        </p:txBody>
      </p:sp>
      <p:sp>
        <p:nvSpPr>
          <p:cNvPr id="1030" name="Rectangle 5"/>
          <p:cNvSpPr>
            <a:spLocks noGrp="1" noChangeArrowheads="1"/>
          </p:cNvSpPr>
          <p:nvPr>
            <p:ph type="body" idx="1"/>
          </p:nvPr>
        </p:nvSpPr>
        <p:spPr bwMode="auto">
          <a:xfrm>
            <a:off x="458788" y="1021215"/>
            <a:ext cx="8119156" cy="5147356"/>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lvl="0"/>
            <a:r>
              <a:rPr lang="en-US" dirty="0"/>
              <a:t>Body Text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765593611"/>
      </p:ext>
    </p:extLst>
  </p:cSld>
  <p:clrMap bg1="lt1" tx1="dk1" bg2="lt2" tx2="dk2" accent1="accent1" accent2="accent2" accent3="accent3" accent4="accent4" accent5="accent5" accent6="accent6" hlink="hlink" folHlink="folHlink"/>
  <p:sldLayoutIdLst>
    <p:sldLayoutId id="2147483687" r:id="rId1"/>
    <p:sldLayoutId id="2147483688" r:id="rId2"/>
    <p:sldLayoutId id="2147483689" r:id="rId3"/>
    <p:sldLayoutId id="2147483690" r:id="rId4"/>
    <p:sldLayoutId id="2147483691" r:id="rId5"/>
    <p:sldLayoutId id="2147483692" r:id="rId6"/>
    <p:sldLayoutId id="2147483693" r:id="rId7"/>
    <p:sldLayoutId id="2147483694" r:id="rId8"/>
    <p:sldLayoutId id="2147483695" r:id="rId9"/>
    <p:sldLayoutId id="2147483696" r:id="rId10"/>
    <p:sldLayoutId id="2147483697" r:id="rId11"/>
    <p:sldLayoutId id="2147483698" r:id="rId12"/>
  </p:sldLayoutIdLst>
  <p:txStyles>
    <p:titleStyle>
      <a:lvl1pPr algn="l" rtl="0" eaLnBrk="1" fontAlgn="base" hangingPunct="1">
        <a:lnSpc>
          <a:spcPct val="85000"/>
        </a:lnSpc>
        <a:spcBef>
          <a:spcPct val="0"/>
        </a:spcBef>
        <a:spcAft>
          <a:spcPct val="0"/>
        </a:spcAft>
        <a:buClr>
          <a:srgbClr val="DC0081"/>
        </a:buClr>
        <a:buFont typeface="Wingdings" pitchFamily="2" charset="2"/>
        <a:defRPr sz="2800">
          <a:solidFill>
            <a:schemeClr val="bg1"/>
          </a:solidFill>
          <a:latin typeface="Segoe UI" pitchFamily="34" charset="0"/>
          <a:ea typeface="Segoe UI" pitchFamily="34" charset="0"/>
          <a:cs typeface="Segoe UI" pitchFamily="34" charset="0"/>
        </a:defRPr>
      </a:lvl1pPr>
      <a:lvl2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2pPr>
      <a:lvl3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3pPr>
      <a:lvl4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4pPr>
      <a:lvl5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5pPr>
      <a:lvl6pPr marL="4572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6pPr>
      <a:lvl7pPr marL="9144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7pPr>
      <a:lvl8pPr marL="13716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8pPr>
      <a:lvl9pPr marL="18288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9pPr>
    </p:titleStyle>
    <p:bodyStyle>
      <a:lvl1pPr marL="174625" indent="-174625" algn="l" rtl="0" eaLnBrk="1" fontAlgn="base" hangingPunct="1">
        <a:lnSpc>
          <a:spcPct val="100000"/>
        </a:lnSpc>
        <a:spcBef>
          <a:spcPts val="600"/>
        </a:spcBef>
        <a:spcAft>
          <a:spcPct val="0"/>
        </a:spcAft>
        <a:buClr>
          <a:srgbClr val="0070C0"/>
        </a:buClr>
        <a:buSzPct val="90000"/>
        <a:buFont typeface="Arial" pitchFamily="34" charset="0"/>
        <a:buChar char="•"/>
        <a:defRPr sz="2800">
          <a:solidFill>
            <a:schemeClr val="tx1"/>
          </a:solidFill>
          <a:latin typeface="Segoe UI" pitchFamily="34" charset="0"/>
          <a:ea typeface="Segoe UI" pitchFamily="34" charset="0"/>
          <a:cs typeface="Segoe UI" pitchFamily="34" charset="0"/>
        </a:defRPr>
      </a:lvl1pPr>
      <a:lvl2pPr marL="458788" indent="-169863" algn="l" rtl="0" eaLnBrk="1" fontAlgn="base" hangingPunct="1">
        <a:lnSpc>
          <a:spcPct val="100000"/>
        </a:lnSpc>
        <a:spcBef>
          <a:spcPts val="600"/>
        </a:spcBef>
        <a:spcAft>
          <a:spcPct val="0"/>
        </a:spcAft>
        <a:buClr>
          <a:srgbClr val="0070C0"/>
        </a:buClr>
        <a:buSzPct val="80000"/>
        <a:buFont typeface="Arial" pitchFamily="34" charset="0"/>
        <a:buChar char="•"/>
        <a:defRPr sz="2400">
          <a:solidFill>
            <a:schemeClr val="tx1"/>
          </a:solidFill>
          <a:latin typeface="Segoe UI" pitchFamily="34" charset="0"/>
          <a:ea typeface="Segoe UI" pitchFamily="34" charset="0"/>
          <a:cs typeface="Segoe UI" pitchFamily="34" charset="0"/>
        </a:defRPr>
      </a:lvl2pPr>
      <a:lvl3pPr marL="854075" indent="-173038" algn="l" rtl="0" eaLnBrk="1" fontAlgn="base" hangingPunct="1">
        <a:lnSpc>
          <a:spcPct val="100000"/>
        </a:lnSpc>
        <a:spcBef>
          <a:spcPts val="600"/>
        </a:spcBef>
        <a:spcAft>
          <a:spcPct val="0"/>
        </a:spcAft>
        <a:buClr>
          <a:srgbClr val="0070C0"/>
        </a:buClr>
        <a:buSzPct val="80000"/>
        <a:buFont typeface="Arial" pitchFamily="34" charset="0"/>
        <a:buChar char="•"/>
        <a:defRPr sz="2000">
          <a:solidFill>
            <a:schemeClr val="tx1"/>
          </a:solidFill>
          <a:latin typeface="Segoe UI" pitchFamily="34" charset="0"/>
          <a:ea typeface="Segoe UI" pitchFamily="34" charset="0"/>
          <a:cs typeface="Segoe UI" pitchFamily="34" charset="0"/>
        </a:defRPr>
      </a:lvl3pPr>
      <a:lvl4pPr marL="1254125" indent="-165100"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4pPr>
      <a:lvl5pPr marL="1544638" indent="-168275"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5pPr>
      <a:lvl6pPr marL="20018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6pPr>
      <a:lvl7pPr marL="24590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7pPr>
      <a:lvl8pPr marL="29162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8pPr>
      <a:lvl9pPr marL="33734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0" y="0"/>
            <a:ext cx="9144000" cy="704088"/>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25001" name="Rectangle 9"/>
          <p:cNvSpPr>
            <a:spLocks noChangeArrowheads="1"/>
          </p:cNvSpPr>
          <p:nvPr/>
        </p:nvSpPr>
        <p:spPr bwMode="auto">
          <a:xfrm>
            <a:off x="4763" y="731838"/>
            <a:ext cx="9136062" cy="6111875"/>
          </a:xfrm>
          <a:prstGeom prst="rect">
            <a:avLst/>
          </a:prstGeom>
          <a:noFill/>
          <a:ln w="28575" algn="ctr">
            <a:noFill/>
            <a:miter lim="800000"/>
            <a:headEnd/>
            <a:tailEnd/>
          </a:ln>
          <a:effectLst/>
        </p:spPr>
        <p:txBody>
          <a:bodyPr wrap="none" anchor="ctr"/>
          <a:lstStyle/>
          <a:p>
            <a:pPr algn="ctr" eaLnBrk="0" hangingPunct="0">
              <a:defRPr/>
            </a:pPr>
            <a:endParaRPr lang="en-US">
              <a:cs typeface="+mn-cs"/>
            </a:endParaRPr>
          </a:p>
        </p:txBody>
      </p:sp>
      <p:sp>
        <p:nvSpPr>
          <p:cNvPr id="1029" name="Rectangle 4"/>
          <p:cNvSpPr>
            <a:spLocks noGrp="1" noChangeArrowheads="1"/>
          </p:cNvSpPr>
          <p:nvPr>
            <p:ph type="title"/>
          </p:nvPr>
        </p:nvSpPr>
        <p:spPr bwMode="auto">
          <a:xfrm>
            <a:off x="460375" y="-2"/>
            <a:ext cx="7773988" cy="740664"/>
          </a:xfrm>
          <a:prstGeom prst="rect">
            <a:avLst/>
          </a:prstGeom>
          <a:noFill/>
          <a:ln w="9525">
            <a:noFill/>
            <a:miter lim="800000"/>
            <a:headEnd/>
            <a:tailEnd/>
          </a:ln>
        </p:spPr>
        <p:txBody>
          <a:bodyPr vert="horz" wrap="square" lIns="0" tIns="45720" rIns="91440" bIns="45720" numCol="1" anchor="ctr" anchorCtr="0" compatLnSpc="1">
            <a:prstTxWarp prst="textNoShape">
              <a:avLst/>
            </a:prstTxWarp>
          </a:bodyPr>
          <a:lstStyle/>
          <a:p>
            <a:pPr lvl="0"/>
            <a:r>
              <a:rPr lang="en-US" dirty="0"/>
              <a:t>Slide Title</a:t>
            </a:r>
          </a:p>
        </p:txBody>
      </p:sp>
      <p:sp>
        <p:nvSpPr>
          <p:cNvPr id="1030" name="Rectangle 5"/>
          <p:cNvSpPr>
            <a:spLocks noGrp="1" noChangeArrowheads="1"/>
          </p:cNvSpPr>
          <p:nvPr>
            <p:ph type="body" idx="1"/>
          </p:nvPr>
        </p:nvSpPr>
        <p:spPr bwMode="auto">
          <a:xfrm>
            <a:off x="458788" y="1021215"/>
            <a:ext cx="8119156" cy="5147356"/>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lvl="0"/>
            <a:r>
              <a:rPr lang="en-US" dirty="0"/>
              <a:t>Body Text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14007931"/>
      </p:ext>
    </p:extLst>
  </p:cSld>
  <p:clrMap bg1="lt1" tx1="dk1" bg2="lt2" tx2="dk2" accent1="accent1" accent2="accent2" accent3="accent3" accent4="accent4" accent5="accent5" accent6="accent6" hlink="hlink" folHlink="folHlink"/>
  <p:sldLayoutIdLst>
    <p:sldLayoutId id="2147483700" r:id="rId1"/>
    <p:sldLayoutId id="2147483701" r:id="rId2"/>
    <p:sldLayoutId id="2147483702" r:id="rId3"/>
    <p:sldLayoutId id="2147483703" r:id="rId4"/>
    <p:sldLayoutId id="2147483704" r:id="rId5"/>
    <p:sldLayoutId id="2147483705" r:id="rId6"/>
    <p:sldLayoutId id="2147483706" r:id="rId7"/>
    <p:sldLayoutId id="2147483707" r:id="rId8"/>
    <p:sldLayoutId id="2147483708" r:id="rId9"/>
    <p:sldLayoutId id="2147483709" r:id="rId10"/>
    <p:sldLayoutId id="2147483710" r:id="rId11"/>
    <p:sldLayoutId id="2147483711" r:id="rId12"/>
  </p:sldLayoutIdLst>
  <p:txStyles>
    <p:titleStyle>
      <a:lvl1pPr algn="l" rtl="0" eaLnBrk="1" fontAlgn="base" hangingPunct="1">
        <a:lnSpc>
          <a:spcPct val="85000"/>
        </a:lnSpc>
        <a:spcBef>
          <a:spcPct val="0"/>
        </a:spcBef>
        <a:spcAft>
          <a:spcPct val="0"/>
        </a:spcAft>
        <a:buClr>
          <a:srgbClr val="DC0081"/>
        </a:buClr>
        <a:buFont typeface="Wingdings" pitchFamily="2" charset="2"/>
        <a:defRPr sz="2800">
          <a:solidFill>
            <a:schemeClr val="bg1"/>
          </a:solidFill>
          <a:latin typeface="Segoe UI" pitchFamily="34" charset="0"/>
          <a:ea typeface="Segoe UI" pitchFamily="34" charset="0"/>
          <a:cs typeface="Segoe UI" pitchFamily="34" charset="0"/>
        </a:defRPr>
      </a:lvl1pPr>
      <a:lvl2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2pPr>
      <a:lvl3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3pPr>
      <a:lvl4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4pPr>
      <a:lvl5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5pPr>
      <a:lvl6pPr marL="4572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6pPr>
      <a:lvl7pPr marL="9144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7pPr>
      <a:lvl8pPr marL="13716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8pPr>
      <a:lvl9pPr marL="18288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9pPr>
    </p:titleStyle>
    <p:bodyStyle>
      <a:lvl1pPr marL="174625" indent="-174625" algn="l" rtl="0" eaLnBrk="1" fontAlgn="base" hangingPunct="1">
        <a:lnSpc>
          <a:spcPct val="100000"/>
        </a:lnSpc>
        <a:spcBef>
          <a:spcPts val="600"/>
        </a:spcBef>
        <a:spcAft>
          <a:spcPct val="0"/>
        </a:spcAft>
        <a:buClr>
          <a:srgbClr val="0070C0"/>
        </a:buClr>
        <a:buSzPct val="90000"/>
        <a:buFont typeface="Arial" pitchFamily="34" charset="0"/>
        <a:buChar char="•"/>
        <a:defRPr sz="2800">
          <a:solidFill>
            <a:schemeClr val="tx1"/>
          </a:solidFill>
          <a:latin typeface="Segoe UI" pitchFamily="34" charset="0"/>
          <a:ea typeface="Segoe UI" pitchFamily="34" charset="0"/>
          <a:cs typeface="Segoe UI" pitchFamily="34" charset="0"/>
        </a:defRPr>
      </a:lvl1pPr>
      <a:lvl2pPr marL="458788" indent="-169863" algn="l" rtl="0" eaLnBrk="1" fontAlgn="base" hangingPunct="1">
        <a:lnSpc>
          <a:spcPct val="100000"/>
        </a:lnSpc>
        <a:spcBef>
          <a:spcPts val="600"/>
        </a:spcBef>
        <a:spcAft>
          <a:spcPct val="0"/>
        </a:spcAft>
        <a:buClr>
          <a:srgbClr val="0070C0"/>
        </a:buClr>
        <a:buSzPct val="80000"/>
        <a:buFont typeface="Arial" pitchFamily="34" charset="0"/>
        <a:buChar char="•"/>
        <a:defRPr sz="2400">
          <a:solidFill>
            <a:schemeClr val="tx1"/>
          </a:solidFill>
          <a:latin typeface="Segoe UI" pitchFamily="34" charset="0"/>
          <a:ea typeface="Segoe UI" pitchFamily="34" charset="0"/>
          <a:cs typeface="Segoe UI" pitchFamily="34" charset="0"/>
        </a:defRPr>
      </a:lvl2pPr>
      <a:lvl3pPr marL="854075" indent="-173038" algn="l" rtl="0" eaLnBrk="1" fontAlgn="base" hangingPunct="1">
        <a:lnSpc>
          <a:spcPct val="100000"/>
        </a:lnSpc>
        <a:spcBef>
          <a:spcPts val="600"/>
        </a:spcBef>
        <a:spcAft>
          <a:spcPct val="0"/>
        </a:spcAft>
        <a:buClr>
          <a:srgbClr val="0070C0"/>
        </a:buClr>
        <a:buSzPct val="80000"/>
        <a:buFont typeface="Arial" pitchFamily="34" charset="0"/>
        <a:buChar char="•"/>
        <a:defRPr sz="2000">
          <a:solidFill>
            <a:schemeClr val="tx1"/>
          </a:solidFill>
          <a:latin typeface="Segoe UI" pitchFamily="34" charset="0"/>
          <a:ea typeface="Segoe UI" pitchFamily="34" charset="0"/>
          <a:cs typeface="Segoe UI" pitchFamily="34" charset="0"/>
        </a:defRPr>
      </a:lvl3pPr>
      <a:lvl4pPr marL="1254125" indent="-165100"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4pPr>
      <a:lvl5pPr marL="1544638" indent="-168275"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5pPr>
      <a:lvl6pPr marL="20018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6pPr>
      <a:lvl7pPr marL="24590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7pPr>
      <a:lvl8pPr marL="29162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8pPr>
      <a:lvl9pPr marL="33734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0" y="0"/>
            <a:ext cx="9144000" cy="704088"/>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25001" name="Rectangle 9"/>
          <p:cNvSpPr>
            <a:spLocks noChangeArrowheads="1"/>
          </p:cNvSpPr>
          <p:nvPr/>
        </p:nvSpPr>
        <p:spPr bwMode="auto">
          <a:xfrm>
            <a:off x="4763" y="731838"/>
            <a:ext cx="9136062" cy="6111875"/>
          </a:xfrm>
          <a:prstGeom prst="rect">
            <a:avLst/>
          </a:prstGeom>
          <a:noFill/>
          <a:ln w="28575" algn="ctr">
            <a:noFill/>
            <a:miter lim="800000"/>
            <a:headEnd/>
            <a:tailEnd/>
          </a:ln>
          <a:effectLst/>
        </p:spPr>
        <p:txBody>
          <a:bodyPr wrap="none" anchor="ctr"/>
          <a:lstStyle/>
          <a:p>
            <a:pPr algn="ctr" eaLnBrk="0" hangingPunct="0">
              <a:defRPr/>
            </a:pPr>
            <a:endParaRPr lang="en-US">
              <a:cs typeface="+mn-cs"/>
            </a:endParaRPr>
          </a:p>
        </p:txBody>
      </p:sp>
      <p:sp>
        <p:nvSpPr>
          <p:cNvPr id="1029" name="Rectangle 4"/>
          <p:cNvSpPr>
            <a:spLocks noGrp="1" noChangeArrowheads="1"/>
          </p:cNvSpPr>
          <p:nvPr>
            <p:ph type="title"/>
          </p:nvPr>
        </p:nvSpPr>
        <p:spPr bwMode="auto">
          <a:xfrm>
            <a:off x="460375" y="-2"/>
            <a:ext cx="7773988" cy="740664"/>
          </a:xfrm>
          <a:prstGeom prst="rect">
            <a:avLst/>
          </a:prstGeom>
          <a:noFill/>
          <a:ln w="9525">
            <a:noFill/>
            <a:miter lim="800000"/>
            <a:headEnd/>
            <a:tailEnd/>
          </a:ln>
        </p:spPr>
        <p:txBody>
          <a:bodyPr vert="horz" wrap="square" lIns="0" tIns="45720" rIns="91440" bIns="45720" numCol="1" anchor="ctr" anchorCtr="0" compatLnSpc="1">
            <a:prstTxWarp prst="textNoShape">
              <a:avLst/>
            </a:prstTxWarp>
          </a:bodyPr>
          <a:lstStyle/>
          <a:p>
            <a:pPr lvl="0"/>
            <a:r>
              <a:rPr lang="en-US" dirty="0"/>
              <a:t>Slide Title</a:t>
            </a:r>
          </a:p>
        </p:txBody>
      </p:sp>
      <p:sp>
        <p:nvSpPr>
          <p:cNvPr id="1030" name="Rectangle 5"/>
          <p:cNvSpPr>
            <a:spLocks noGrp="1" noChangeArrowheads="1"/>
          </p:cNvSpPr>
          <p:nvPr>
            <p:ph type="body" idx="1"/>
          </p:nvPr>
        </p:nvSpPr>
        <p:spPr bwMode="auto">
          <a:xfrm>
            <a:off x="458788" y="1021215"/>
            <a:ext cx="8119156" cy="5147356"/>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lvl="0"/>
            <a:r>
              <a:rPr lang="en-US" dirty="0"/>
              <a:t>Body Text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4007297214"/>
      </p:ext>
    </p:extLst>
  </p:cSld>
  <p:clrMap bg1="lt1" tx1="dk1" bg2="lt2" tx2="dk2" accent1="accent1" accent2="accent2" accent3="accent3" accent4="accent4" accent5="accent5" accent6="accent6" hlink="hlink" folHlink="folHlink"/>
  <p:sldLayoutIdLst>
    <p:sldLayoutId id="2147483713" r:id="rId1"/>
    <p:sldLayoutId id="2147483714" r:id="rId2"/>
    <p:sldLayoutId id="2147483715" r:id="rId3"/>
    <p:sldLayoutId id="2147483716" r:id="rId4"/>
    <p:sldLayoutId id="2147483717" r:id="rId5"/>
    <p:sldLayoutId id="2147483718" r:id="rId6"/>
    <p:sldLayoutId id="2147483719" r:id="rId7"/>
    <p:sldLayoutId id="2147483720" r:id="rId8"/>
    <p:sldLayoutId id="2147483721" r:id="rId9"/>
    <p:sldLayoutId id="2147483722" r:id="rId10"/>
    <p:sldLayoutId id="2147483723" r:id="rId11"/>
    <p:sldLayoutId id="2147483724" r:id="rId12"/>
  </p:sldLayoutIdLst>
  <p:txStyles>
    <p:titleStyle>
      <a:lvl1pPr algn="l" rtl="0" eaLnBrk="1" fontAlgn="base" hangingPunct="1">
        <a:lnSpc>
          <a:spcPct val="85000"/>
        </a:lnSpc>
        <a:spcBef>
          <a:spcPct val="0"/>
        </a:spcBef>
        <a:spcAft>
          <a:spcPct val="0"/>
        </a:spcAft>
        <a:buClr>
          <a:srgbClr val="DC0081"/>
        </a:buClr>
        <a:buFont typeface="Wingdings" pitchFamily="2" charset="2"/>
        <a:defRPr sz="2800">
          <a:solidFill>
            <a:schemeClr val="bg1"/>
          </a:solidFill>
          <a:latin typeface="Segoe UI" pitchFamily="34" charset="0"/>
          <a:ea typeface="Segoe UI" pitchFamily="34" charset="0"/>
          <a:cs typeface="Segoe UI" pitchFamily="34" charset="0"/>
        </a:defRPr>
      </a:lvl1pPr>
      <a:lvl2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2pPr>
      <a:lvl3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3pPr>
      <a:lvl4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4pPr>
      <a:lvl5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5pPr>
      <a:lvl6pPr marL="4572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6pPr>
      <a:lvl7pPr marL="9144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7pPr>
      <a:lvl8pPr marL="13716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8pPr>
      <a:lvl9pPr marL="18288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9pPr>
    </p:titleStyle>
    <p:bodyStyle>
      <a:lvl1pPr marL="174625" indent="-174625" algn="l" rtl="0" eaLnBrk="1" fontAlgn="base" hangingPunct="1">
        <a:lnSpc>
          <a:spcPct val="100000"/>
        </a:lnSpc>
        <a:spcBef>
          <a:spcPts val="600"/>
        </a:spcBef>
        <a:spcAft>
          <a:spcPct val="0"/>
        </a:spcAft>
        <a:buClr>
          <a:srgbClr val="0070C0"/>
        </a:buClr>
        <a:buSzPct val="90000"/>
        <a:buFont typeface="Arial" pitchFamily="34" charset="0"/>
        <a:buChar char="•"/>
        <a:defRPr sz="2800">
          <a:solidFill>
            <a:schemeClr val="tx1"/>
          </a:solidFill>
          <a:latin typeface="Segoe UI" pitchFamily="34" charset="0"/>
          <a:ea typeface="Segoe UI" pitchFamily="34" charset="0"/>
          <a:cs typeface="Segoe UI" pitchFamily="34" charset="0"/>
        </a:defRPr>
      </a:lvl1pPr>
      <a:lvl2pPr marL="458788" indent="-169863" algn="l" rtl="0" eaLnBrk="1" fontAlgn="base" hangingPunct="1">
        <a:lnSpc>
          <a:spcPct val="100000"/>
        </a:lnSpc>
        <a:spcBef>
          <a:spcPts val="600"/>
        </a:spcBef>
        <a:spcAft>
          <a:spcPct val="0"/>
        </a:spcAft>
        <a:buClr>
          <a:srgbClr val="0070C0"/>
        </a:buClr>
        <a:buSzPct val="80000"/>
        <a:buFont typeface="Arial" pitchFamily="34" charset="0"/>
        <a:buChar char="•"/>
        <a:defRPr sz="2400">
          <a:solidFill>
            <a:schemeClr val="tx1"/>
          </a:solidFill>
          <a:latin typeface="Segoe UI" pitchFamily="34" charset="0"/>
          <a:ea typeface="Segoe UI" pitchFamily="34" charset="0"/>
          <a:cs typeface="Segoe UI" pitchFamily="34" charset="0"/>
        </a:defRPr>
      </a:lvl2pPr>
      <a:lvl3pPr marL="854075" indent="-173038" algn="l" rtl="0" eaLnBrk="1" fontAlgn="base" hangingPunct="1">
        <a:lnSpc>
          <a:spcPct val="100000"/>
        </a:lnSpc>
        <a:spcBef>
          <a:spcPts val="600"/>
        </a:spcBef>
        <a:spcAft>
          <a:spcPct val="0"/>
        </a:spcAft>
        <a:buClr>
          <a:srgbClr val="0070C0"/>
        </a:buClr>
        <a:buSzPct val="80000"/>
        <a:buFont typeface="Arial" pitchFamily="34" charset="0"/>
        <a:buChar char="•"/>
        <a:defRPr sz="2000">
          <a:solidFill>
            <a:schemeClr val="tx1"/>
          </a:solidFill>
          <a:latin typeface="Segoe UI" pitchFamily="34" charset="0"/>
          <a:ea typeface="Segoe UI" pitchFamily="34" charset="0"/>
          <a:cs typeface="Segoe UI" pitchFamily="34" charset="0"/>
        </a:defRPr>
      </a:lvl3pPr>
      <a:lvl4pPr marL="1254125" indent="-165100"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4pPr>
      <a:lvl5pPr marL="1544638" indent="-168275"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5pPr>
      <a:lvl6pPr marL="20018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6pPr>
      <a:lvl7pPr marL="24590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7pPr>
      <a:lvl8pPr marL="29162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8pPr>
      <a:lvl9pPr marL="33734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0" y="0"/>
            <a:ext cx="9144000" cy="704088"/>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25001" name="Rectangle 9"/>
          <p:cNvSpPr>
            <a:spLocks noChangeArrowheads="1"/>
          </p:cNvSpPr>
          <p:nvPr/>
        </p:nvSpPr>
        <p:spPr bwMode="auto">
          <a:xfrm>
            <a:off x="4763" y="731838"/>
            <a:ext cx="9136062" cy="6111875"/>
          </a:xfrm>
          <a:prstGeom prst="rect">
            <a:avLst/>
          </a:prstGeom>
          <a:noFill/>
          <a:ln w="28575" algn="ctr">
            <a:noFill/>
            <a:miter lim="800000"/>
            <a:headEnd/>
            <a:tailEnd/>
          </a:ln>
          <a:effectLst/>
        </p:spPr>
        <p:txBody>
          <a:bodyPr wrap="none" anchor="ctr"/>
          <a:lstStyle/>
          <a:p>
            <a:pPr algn="ctr" eaLnBrk="0" hangingPunct="0">
              <a:defRPr/>
            </a:pPr>
            <a:endParaRPr lang="en-US">
              <a:cs typeface="+mn-cs"/>
            </a:endParaRPr>
          </a:p>
        </p:txBody>
      </p:sp>
      <p:sp>
        <p:nvSpPr>
          <p:cNvPr id="1029" name="Rectangle 4"/>
          <p:cNvSpPr>
            <a:spLocks noGrp="1" noChangeArrowheads="1"/>
          </p:cNvSpPr>
          <p:nvPr>
            <p:ph type="title"/>
          </p:nvPr>
        </p:nvSpPr>
        <p:spPr bwMode="auto">
          <a:xfrm>
            <a:off x="460375" y="-2"/>
            <a:ext cx="7773988" cy="740664"/>
          </a:xfrm>
          <a:prstGeom prst="rect">
            <a:avLst/>
          </a:prstGeom>
          <a:noFill/>
          <a:ln w="9525">
            <a:noFill/>
            <a:miter lim="800000"/>
            <a:headEnd/>
            <a:tailEnd/>
          </a:ln>
        </p:spPr>
        <p:txBody>
          <a:bodyPr vert="horz" wrap="square" lIns="0" tIns="45720" rIns="91440" bIns="45720" numCol="1" anchor="ctr" anchorCtr="0" compatLnSpc="1">
            <a:prstTxWarp prst="textNoShape">
              <a:avLst/>
            </a:prstTxWarp>
          </a:bodyPr>
          <a:lstStyle/>
          <a:p>
            <a:pPr lvl="0"/>
            <a:r>
              <a:rPr lang="en-US" dirty="0"/>
              <a:t>Slide Title</a:t>
            </a:r>
          </a:p>
        </p:txBody>
      </p:sp>
      <p:sp>
        <p:nvSpPr>
          <p:cNvPr id="1030" name="Rectangle 5"/>
          <p:cNvSpPr>
            <a:spLocks noGrp="1" noChangeArrowheads="1"/>
          </p:cNvSpPr>
          <p:nvPr>
            <p:ph type="body" idx="1"/>
          </p:nvPr>
        </p:nvSpPr>
        <p:spPr bwMode="auto">
          <a:xfrm>
            <a:off x="458788" y="1021215"/>
            <a:ext cx="8119156" cy="5147356"/>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lvl="0"/>
            <a:r>
              <a:rPr lang="en-US" dirty="0"/>
              <a:t>Body Text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718291089"/>
      </p:ext>
    </p:extLst>
  </p:cSld>
  <p:clrMap bg1="lt1" tx1="dk1" bg2="lt2" tx2="dk2" accent1="accent1" accent2="accent2" accent3="accent3" accent4="accent4" accent5="accent5" accent6="accent6" hlink="hlink" folHlink="folHlink"/>
  <p:sldLayoutIdLst>
    <p:sldLayoutId id="2147483726" r:id="rId1"/>
    <p:sldLayoutId id="2147483727" r:id="rId2"/>
    <p:sldLayoutId id="2147483728" r:id="rId3"/>
    <p:sldLayoutId id="2147483729" r:id="rId4"/>
    <p:sldLayoutId id="2147483730" r:id="rId5"/>
    <p:sldLayoutId id="2147483731" r:id="rId6"/>
    <p:sldLayoutId id="2147483732" r:id="rId7"/>
    <p:sldLayoutId id="2147483733" r:id="rId8"/>
    <p:sldLayoutId id="2147483734" r:id="rId9"/>
    <p:sldLayoutId id="2147483735" r:id="rId10"/>
    <p:sldLayoutId id="2147483736" r:id="rId11"/>
    <p:sldLayoutId id="2147483737" r:id="rId12"/>
  </p:sldLayoutIdLst>
  <p:txStyles>
    <p:titleStyle>
      <a:lvl1pPr algn="l" rtl="0" eaLnBrk="1" fontAlgn="base" hangingPunct="1">
        <a:lnSpc>
          <a:spcPct val="85000"/>
        </a:lnSpc>
        <a:spcBef>
          <a:spcPct val="0"/>
        </a:spcBef>
        <a:spcAft>
          <a:spcPct val="0"/>
        </a:spcAft>
        <a:buClr>
          <a:srgbClr val="DC0081"/>
        </a:buClr>
        <a:buFont typeface="Wingdings" pitchFamily="2" charset="2"/>
        <a:defRPr sz="2800">
          <a:solidFill>
            <a:schemeClr val="bg1"/>
          </a:solidFill>
          <a:latin typeface="Segoe UI" pitchFamily="34" charset="0"/>
          <a:ea typeface="Segoe UI" pitchFamily="34" charset="0"/>
          <a:cs typeface="Segoe UI" pitchFamily="34" charset="0"/>
        </a:defRPr>
      </a:lvl1pPr>
      <a:lvl2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2pPr>
      <a:lvl3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3pPr>
      <a:lvl4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4pPr>
      <a:lvl5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5pPr>
      <a:lvl6pPr marL="4572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6pPr>
      <a:lvl7pPr marL="9144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7pPr>
      <a:lvl8pPr marL="13716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8pPr>
      <a:lvl9pPr marL="18288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9pPr>
    </p:titleStyle>
    <p:bodyStyle>
      <a:lvl1pPr marL="174625" indent="-174625" algn="l" rtl="0" eaLnBrk="1" fontAlgn="base" hangingPunct="1">
        <a:lnSpc>
          <a:spcPct val="100000"/>
        </a:lnSpc>
        <a:spcBef>
          <a:spcPts val="600"/>
        </a:spcBef>
        <a:spcAft>
          <a:spcPct val="0"/>
        </a:spcAft>
        <a:buClr>
          <a:srgbClr val="0070C0"/>
        </a:buClr>
        <a:buSzPct val="90000"/>
        <a:buFont typeface="Arial" pitchFamily="34" charset="0"/>
        <a:buChar char="•"/>
        <a:defRPr sz="2800">
          <a:solidFill>
            <a:schemeClr val="tx1"/>
          </a:solidFill>
          <a:latin typeface="Segoe UI" pitchFamily="34" charset="0"/>
          <a:ea typeface="Segoe UI" pitchFamily="34" charset="0"/>
          <a:cs typeface="Segoe UI" pitchFamily="34" charset="0"/>
        </a:defRPr>
      </a:lvl1pPr>
      <a:lvl2pPr marL="458788" indent="-169863" algn="l" rtl="0" eaLnBrk="1" fontAlgn="base" hangingPunct="1">
        <a:lnSpc>
          <a:spcPct val="100000"/>
        </a:lnSpc>
        <a:spcBef>
          <a:spcPts val="600"/>
        </a:spcBef>
        <a:spcAft>
          <a:spcPct val="0"/>
        </a:spcAft>
        <a:buClr>
          <a:srgbClr val="0070C0"/>
        </a:buClr>
        <a:buSzPct val="80000"/>
        <a:buFont typeface="Arial" pitchFamily="34" charset="0"/>
        <a:buChar char="•"/>
        <a:defRPr sz="2400">
          <a:solidFill>
            <a:schemeClr val="tx1"/>
          </a:solidFill>
          <a:latin typeface="Segoe UI" pitchFamily="34" charset="0"/>
          <a:ea typeface="Segoe UI" pitchFamily="34" charset="0"/>
          <a:cs typeface="Segoe UI" pitchFamily="34" charset="0"/>
        </a:defRPr>
      </a:lvl2pPr>
      <a:lvl3pPr marL="854075" indent="-173038" algn="l" rtl="0" eaLnBrk="1" fontAlgn="base" hangingPunct="1">
        <a:lnSpc>
          <a:spcPct val="100000"/>
        </a:lnSpc>
        <a:spcBef>
          <a:spcPts val="600"/>
        </a:spcBef>
        <a:spcAft>
          <a:spcPct val="0"/>
        </a:spcAft>
        <a:buClr>
          <a:srgbClr val="0070C0"/>
        </a:buClr>
        <a:buSzPct val="80000"/>
        <a:buFont typeface="Arial" pitchFamily="34" charset="0"/>
        <a:buChar char="•"/>
        <a:defRPr sz="2000">
          <a:solidFill>
            <a:schemeClr val="tx1"/>
          </a:solidFill>
          <a:latin typeface="Segoe UI" pitchFamily="34" charset="0"/>
          <a:ea typeface="Segoe UI" pitchFamily="34" charset="0"/>
          <a:cs typeface="Segoe UI" pitchFamily="34" charset="0"/>
        </a:defRPr>
      </a:lvl3pPr>
      <a:lvl4pPr marL="1254125" indent="-165100"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4pPr>
      <a:lvl5pPr marL="1544638" indent="-168275"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5pPr>
      <a:lvl6pPr marL="20018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6pPr>
      <a:lvl7pPr marL="24590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7pPr>
      <a:lvl8pPr marL="29162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8pPr>
      <a:lvl9pPr marL="33734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0" y="0"/>
            <a:ext cx="9144000" cy="704088"/>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25001" name="Rectangle 9"/>
          <p:cNvSpPr>
            <a:spLocks noChangeArrowheads="1"/>
          </p:cNvSpPr>
          <p:nvPr/>
        </p:nvSpPr>
        <p:spPr bwMode="auto">
          <a:xfrm>
            <a:off x="4763" y="731838"/>
            <a:ext cx="9136062" cy="6111875"/>
          </a:xfrm>
          <a:prstGeom prst="rect">
            <a:avLst/>
          </a:prstGeom>
          <a:noFill/>
          <a:ln w="28575" algn="ctr">
            <a:noFill/>
            <a:miter lim="800000"/>
            <a:headEnd/>
            <a:tailEnd/>
          </a:ln>
          <a:effectLst/>
        </p:spPr>
        <p:txBody>
          <a:bodyPr wrap="none" anchor="ctr"/>
          <a:lstStyle/>
          <a:p>
            <a:pPr algn="ctr" eaLnBrk="0" hangingPunct="0">
              <a:defRPr/>
            </a:pPr>
            <a:endParaRPr lang="en-US">
              <a:cs typeface="+mn-cs"/>
            </a:endParaRPr>
          </a:p>
        </p:txBody>
      </p:sp>
      <p:sp>
        <p:nvSpPr>
          <p:cNvPr id="1029" name="Rectangle 4"/>
          <p:cNvSpPr>
            <a:spLocks noGrp="1" noChangeArrowheads="1"/>
          </p:cNvSpPr>
          <p:nvPr>
            <p:ph type="title"/>
          </p:nvPr>
        </p:nvSpPr>
        <p:spPr bwMode="auto">
          <a:xfrm>
            <a:off x="460375" y="-2"/>
            <a:ext cx="7773988" cy="740664"/>
          </a:xfrm>
          <a:prstGeom prst="rect">
            <a:avLst/>
          </a:prstGeom>
          <a:noFill/>
          <a:ln w="9525">
            <a:noFill/>
            <a:miter lim="800000"/>
            <a:headEnd/>
            <a:tailEnd/>
          </a:ln>
        </p:spPr>
        <p:txBody>
          <a:bodyPr vert="horz" wrap="square" lIns="0" tIns="45720" rIns="91440" bIns="45720" numCol="1" anchor="ctr" anchorCtr="0" compatLnSpc="1">
            <a:prstTxWarp prst="textNoShape">
              <a:avLst/>
            </a:prstTxWarp>
          </a:bodyPr>
          <a:lstStyle/>
          <a:p>
            <a:pPr lvl="0"/>
            <a:r>
              <a:rPr lang="en-US" dirty="0"/>
              <a:t>Slide Title</a:t>
            </a:r>
          </a:p>
        </p:txBody>
      </p:sp>
      <p:sp>
        <p:nvSpPr>
          <p:cNvPr id="1030" name="Rectangle 5"/>
          <p:cNvSpPr>
            <a:spLocks noGrp="1" noChangeArrowheads="1"/>
          </p:cNvSpPr>
          <p:nvPr>
            <p:ph type="body" idx="1"/>
          </p:nvPr>
        </p:nvSpPr>
        <p:spPr bwMode="auto">
          <a:xfrm>
            <a:off x="458788" y="1021215"/>
            <a:ext cx="8119156" cy="5147356"/>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lvl="0"/>
            <a:r>
              <a:rPr lang="en-US" dirty="0"/>
              <a:t>Body Text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36522108"/>
      </p:ext>
    </p:extLst>
  </p:cSld>
  <p:clrMap bg1="lt1" tx1="dk1" bg2="lt2" tx2="dk2" accent1="accent1" accent2="accent2" accent3="accent3" accent4="accent4" accent5="accent5" accent6="accent6" hlink="hlink" folHlink="folHlink"/>
  <p:sldLayoutIdLst>
    <p:sldLayoutId id="2147483739" r:id="rId1"/>
    <p:sldLayoutId id="2147483740" r:id="rId2"/>
    <p:sldLayoutId id="2147483741" r:id="rId3"/>
    <p:sldLayoutId id="2147483742" r:id="rId4"/>
    <p:sldLayoutId id="2147483743" r:id="rId5"/>
    <p:sldLayoutId id="2147483744" r:id="rId6"/>
    <p:sldLayoutId id="2147483745" r:id="rId7"/>
    <p:sldLayoutId id="2147483746" r:id="rId8"/>
    <p:sldLayoutId id="2147483747" r:id="rId9"/>
    <p:sldLayoutId id="2147483748" r:id="rId10"/>
    <p:sldLayoutId id="2147483749" r:id="rId11"/>
    <p:sldLayoutId id="2147483750" r:id="rId12"/>
  </p:sldLayoutIdLst>
  <p:txStyles>
    <p:titleStyle>
      <a:lvl1pPr algn="l" rtl="0" eaLnBrk="1" fontAlgn="base" hangingPunct="1">
        <a:lnSpc>
          <a:spcPct val="85000"/>
        </a:lnSpc>
        <a:spcBef>
          <a:spcPct val="0"/>
        </a:spcBef>
        <a:spcAft>
          <a:spcPct val="0"/>
        </a:spcAft>
        <a:buClr>
          <a:srgbClr val="DC0081"/>
        </a:buClr>
        <a:buFont typeface="Wingdings" pitchFamily="2" charset="2"/>
        <a:defRPr sz="2800">
          <a:solidFill>
            <a:schemeClr val="bg1"/>
          </a:solidFill>
          <a:latin typeface="Segoe UI" pitchFamily="34" charset="0"/>
          <a:ea typeface="Segoe UI" pitchFamily="34" charset="0"/>
          <a:cs typeface="Segoe UI" pitchFamily="34" charset="0"/>
        </a:defRPr>
      </a:lvl1pPr>
      <a:lvl2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2pPr>
      <a:lvl3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3pPr>
      <a:lvl4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4pPr>
      <a:lvl5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5pPr>
      <a:lvl6pPr marL="4572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6pPr>
      <a:lvl7pPr marL="9144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7pPr>
      <a:lvl8pPr marL="13716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8pPr>
      <a:lvl9pPr marL="18288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9pPr>
    </p:titleStyle>
    <p:bodyStyle>
      <a:lvl1pPr marL="174625" indent="-174625" algn="l" rtl="0" eaLnBrk="1" fontAlgn="base" hangingPunct="1">
        <a:lnSpc>
          <a:spcPct val="100000"/>
        </a:lnSpc>
        <a:spcBef>
          <a:spcPts val="600"/>
        </a:spcBef>
        <a:spcAft>
          <a:spcPct val="0"/>
        </a:spcAft>
        <a:buClr>
          <a:srgbClr val="0070C0"/>
        </a:buClr>
        <a:buSzPct val="90000"/>
        <a:buFont typeface="Arial" pitchFamily="34" charset="0"/>
        <a:buChar char="•"/>
        <a:defRPr sz="2800">
          <a:solidFill>
            <a:schemeClr val="tx1"/>
          </a:solidFill>
          <a:latin typeface="Segoe UI" pitchFamily="34" charset="0"/>
          <a:ea typeface="Segoe UI" pitchFamily="34" charset="0"/>
          <a:cs typeface="Segoe UI" pitchFamily="34" charset="0"/>
        </a:defRPr>
      </a:lvl1pPr>
      <a:lvl2pPr marL="458788" indent="-169863" algn="l" rtl="0" eaLnBrk="1" fontAlgn="base" hangingPunct="1">
        <a:lnSpc>
          <a:spcPct val="100000"/>
        </a:lnSpc>
        <a:spcBef>
          <a:spcPts val="600"/>
        </a:spcBef>
        <a:spcAft>
          <a:spcPct val="0"/>
        </a:spcAft>
        <a:buClr>
          <a:srgbClr val="0070C0"/>
        </a:buClr>
        <a:buSzPct val="80000"/>
        <a:buFont typeface="Arial" pitchFamily="34" charset="0"/>
        <a:buChar char="•"/>
        <a:defRPr sz="2400">
          <a:solidFill>
            <a:schemeClr val="tx1"/>
          </a:solidFill>
          <a:latin typeface="Segoe UI" pitchFamily="34" charset="0"/>
          <a:ea typeface="Segoe UI" pitchFamily="34" charset="0"/>
          <a:cs typeface="Segoe UI" pitchFamily="34" charset="0"/>
        </a:defRPr>
      </a:lvl2pPr>
      <a:lvl3pPr marL="854075" indent="-173038" algn="l" rtl="0" eaLnBrk="1" fontAlgn="base" hangingPunct="1">
        <a:lnSpc>
          <a:spcPct val="100000"/>
        </a:lnSpc>
        <a:spcBef>
          <a:spcPts val="600"/>
        </a:spcBef>
        <a:spcAft>
          <a:spcPct val="0"/>
        </a:spcAft>
        <a:buClr>
          <a:srgbClr val="0070C0"/>
        </a:buClr>
        <a:buSzPct val="80000"/>
        <a:buFont typeface="Arial" pitchFamily="34" charset="0"/>
        <a:buChar char="•"/>
        <a:defRPr sz="2000">
          <a:solidFill>
            <a:schemeClr val="tx1"/>
          </a:solidFill>
          <a:latin typeface="Segoe UI" pitchFamily="34" charset="0"/>
          <a:ea typeface="Segoe UI" pitchFamily="34" charset="0"/>
          <a:cs typeface="Segoe UI" pitchFamily="34" charset="0"/>
        </a:defRPr>
      </a:lvl3pPr>
      <a:lvl4pPr marL="1254125" indent="-165100"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4pPr>
      <a:lvl5pPr marL="1544638" indent="-168275"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5pPr>
      <a:lvl6pPr marL="20018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6pPr>
      <a:lvl7pPr marL="24590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7pPr>
      <a:lvl8pPr marL="29162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8pPr>
      <a:lvl9pPr marL="33734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8.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0" y="0"/>
            <a:ext cx="9144000" cy="704088"/>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25001" name="Rectangle 9"/>
          <p:cNvSpPr>
            <a:spLocks noChangeArrowheads="1"/>
          </p:cNvSpPr>
          <p:nvPr/>
        </p:nvSpPr>
        <p:spPr bwMode="auto">
          <a:xfrm>
            <a:off x="4763" y="731838"/>
            <a:ext cx="9136062" cy="6111875"/>
          </a:xfrm>
          <a:prstGeom prst="rect">
            <a:avLst/>
          </a:prstGeom>
          <a:noFill/>
          <a:ln w="28575" algn="ctr">
            <a:noFill/>
            <a:miter lim="800000"/>
            <a:headEnd/>
            <a:tailEnd/>
          </a:ln>
          <a:effectLst/>
        </p:spPr>
        <p:txBody>
          <a:bodyPr wrap="none" anchor="ctr"/>
          <a:lstStyle/>
          <a:p>
            <a:pPr algn="ctr" eaLnBrk="0" hangingPunct="0">
              <a:defRPr/>
            </a:pPr>
            <a:endParaRPr lang="en-US">
              <a:cs typeface="+mn-cs"/>
            </a:endParaRPr>
          </a:p>
        </p:txBody>
      </p:sp>
      <p:sp>
        <p:nvSpPr>
          <p:cNvPr id="1029" name="Rectangle 4"/>
          <p:cNvSpPr>
            <a:spLocks noGrp="1" noChangeArrowheads="1"/>
          </p:cNvSpPr>
          <p:nvPr>
            <p:ph type="title"/>
          </p:nvPr>
        </p:nvSpPr>
        <p:spPr bwMode="auto">
          <a:xfrm>
            <a:off x="460375" y="-2"/>
            <a:ext cx="7773988" cy="740664"/>
          </a:xfrm>
          <a:prstGeom prst="rect">
            <a:avLst/>
          </a:prstGeom>
          <a:noFill/>
          <a:ln w="9525">
            <a:noFill/>
            <a:miter lim="800000"/>
            <a:headEnd/>
            <a:tailEnd/>
          </a:ln>
        </p:spPr>
        <p:txBody>
          <a:bodyPr vert="horz" wrap="square" lIns="0" tIns="45720" rIns="91440" bIns="45720" numCol="1" anchor="ctr" anchorCtr="0" compatLnSpc="1">
            <a:prstTxWarp prst="textNoShape">
              <a:avLst/>
            </a:prstTxWarp>
          </a:bodyPr>
          <a:lstStyle/>
          <a:p>
            <a:pPr lvl="0"/>
            <a:r>
              <a:rPr lang="en-US" dirty="0"/>
              <a:t>Slide Title</a:t>
            </a:r>
          </a:p>
        </p:txBody>
      </p:sp>
      <p:sp>
        <p:nvSpPr>
          <p:cNvPr id="1030" name="Rectangle 5"/>
          <p:cNvSpPr>
            <a:spLocks noGrp="1" noChangeArrowheads="1"/>
          </p:cNvSpPr>
          <p:nvPr>
            <p:ph type="body" idx="1"/>
          </p:nvPr>
        </p:nvSpPr>
        <p:spPr bwMode="auto">
          <a:xfrm>
            <a:off x="458788" y="1021215"/>
            <a:ext cx="8119156" cy="5147356"/>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lvl="0"/>
            <a:r>
              <a:rPr lang="en-US" dirty="0"/>
              <a:t>Body Text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368741807"/>
      </p:ext>
    </p:extLst>
  </p:cSld>
  <p:clrMap bg1="lt1" tx1="dk1" bg2="lt2" tx2="dk2" accent1="accent1" accent2="accent2" accent3="accent3" accent4="accent4" accent5="accent5" accent6="accent6" hlink="hlink" folHlink="folHlink"/>
  <p:sldLayoutIdLst>
    <p:sldLayoutId id="2147483752" r:id="rId1"/>
    <p:sldLayoutId id="2147483753" r:id="rId2"/>
    <p:sldLayoutId id="2147483754" r:id="rId3"/>
    <p:sldLayoutId id="2147483755" r:id="rId4"/>
    <p:sldLayoutId id="2147483756" r:id="rId5"/>
    <p:sldLayoutId id="2147483757" r:id="rId6"/>
    <p:sldLayoutId id="2147483758" r:id="rId7"/>
    <p:sldLayoutId id="2147483759" r:id="rId8"/>
    <p:sldLayoutId id="2147483760" r:id="rId9"/>
    <p:sldLayoutId id="2147483761" r:id="rId10"/>
    <p:sldLayoutId id="2147483762" r:id="rId11"/>
    <p:sldLayoutId id="2147483763" r:id="rId12"/>
  </p:sldLayoutIdLst>
  <p:txStyles>
    <p:titleStyle>
      <a:lvl1pPr algn="l" rtl="0" eaLnBrk="1" fontAlgn="base" hangingPunct="1">
        <a:lnSpc>
          <a:spcPct val="85000"/>
        </a:lnSpc>
        <a:spcBef>
          <a:spcPct val="0"/>
        </a:spcBef>
        <a:spcAft>
          <a:spcPct val="0"/>
        </a:spcAft>
        <a:buClr>
          <a:srgbClr val="DC0081"/>
        </a:buClr>
        <a:buFont typeface="Wingdings" pitchFamily="2" charset="2"/>
        <a:defRPr sz="2800">
          <a:solidFill>
            <a:schemeClr val="bg1"/>
          </a:solidFill>
          <a:latin typeface="Segoe UI" pitchFamily="34" charset="0"/>
          <a:ea typeface="Segoe UI" pitchFamily="34" charset="0"/>
          <a:cs typeface="Segoe UI" pitchFamily="34" charset="0"/>
        </a:defRPr>
      </a:lvl1pPr>
      <a:lvl2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2pPr>
      <a:lvl3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3pPr>
      <a:lvl4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4pPr>
      <a:lvl5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5pPr>
      <a:lvl6pPr marL="4572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6pPr>
      <a:lvl7pPr marL="9144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7pPr>
      <a:lvl8pPr marL="13716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8pPr>
      <a:lvl9pPr marL="18288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9pPr>
    </p:titleStyle>
    <p:bodyStyle>
      <a:lvl1pPr marL="174625" indent="-174625" algn="l" rtl="0" eaLnBrk="1" fontAlgn="base" hangingPunct="1">
        <a:lnSpc>
          <a:spcPct val="100000"/>
        </a:lnSpc>
        <a:spcBef>
          <a:spcPts val="600"/>
        </a:spcBef>
        <a:spcAft>
          <a:spcPct val="0"/>
        </a:spcAft>
        <a:buClr>
          <a:srgbClr val="0070C0"/>
        </a:buClr>
        <a:buSzPct val="90000"/>
        <a:buFont typeface="Arial" pitchFamily="34" charset="0"/>
        <a:buChar char="•"/>
        <a:defRPr sz="2800">
          <a:solidFill>
            <a:schemeClr val="tx1"/>
          </a:solidFill>
          <a:latin typeface="Segoe UI" pitchFamily="34" charset="0"/>
          <a:ea typeface="Segoe UI" pitchFamily="34" charset="0"/>
          <a:cs typeface="Segoe UI" pitchFamily="34" charset="0"/>
        </a:defRPr>
      </a:lvl1pPr>
      <a:lvl2pPr marL="458788" indent="-169863" algn="l" rtl="0" eaLnBrk="1" fontAlgn="base" hangingPunct="1">
        <a:lnSpc>
          <a:spcPct val="100000"/>
        </a:lnSpc>
        <a:spcBef>
          <a:spcPts val="600"/>
        </a:spcBef>
        <a:spcAft>
          <a:spcPct val="0"/>
        </a:spcAft>
        <a:buClr>
          <a:srgbClr val="0070C0"/>
        </a:buClr>
        <a:buSzPct val="80000"/>
        <a:buFont typeface="Arial" pitchFamily="34" charset="0"/>
        <a:buChar char="•"/>
        <a:defRPr sz="2400">
          <a:solidFill>
            <a:schemeClr val="tx1"/>
          </a:solidFill>
          <a:latin typeface="Segoe UI" pitchFamily="34" charset="0"/>
          <a:ea typeface="Segoe UI" pitchFamily="34" charset="0"/>
          <a:cs typeface="Segoe UI" pitchFamily="34" charset="0"/>
        </a:defRPr>
      </a:lvl2pPr>
      <a:lvl3pPr marL="854075" indent="-173038" algn="l" rtl="0" eaLnBrk="1" fontAlgn="base" hangingPunct="1">
        <a:lnSpc>
          <a:spcPct val="100000"/>
        </a:lnSpc>
        <a:spcBef>
          <a:spcPts val="600"/>
        </a:spcBef>
        <a:spcAft>
          <a:spcPct val="0"/>
        </a:spcAft>
        <a:buClr>
          <a:srgbClr val="0070C0"/>
        </a:buClr>
        <a:buSzPct val="80000"/>
        <a:buFont typeface="Arial" pitchFamily="34" charset="0"/>
        <a:buChar char="•"/>
        <a:defRPr sz="2000">
          <a:solidFill>
            <a:schemeClr val="tx1"/>
          </a:solidFill>
          <a:latin typeface="Segoe UI" pitchFamily="34" charset="0"/>
          <a:ea typeface="Segoe UI" pitchFamily="34" charset="0"/>
          <a:cs typeface="Segoe UI" pitchFamily="34" charset="0"/>
        </a:defRPr>
      </a:lvl3pPr>
      <a:lvl4pPr marL="1254125" indent="-165100"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4pPr>
      <a:lvl5pPr marL="1544638" indent="-168275"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5pPr>
      <a:lvl6pPr marL="20018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6pPr>
      <a:lvl7pPr marL="24590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7pPr>
      <a:lvl8pPr marL="29162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8pPr>
      <a:lvl9pPr marL="33734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9.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0" y="0"/>
            <a:ext cx="9144000" cy="704088"/>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25001" name="Rectangle 9"/>
          <p:cNvSpPr>
            <a:spLocks noChangeArrowheads="1"/>
          </p:cNvSpPr>
          <p:nvPr/>
        </p:nvSpPr>
        <p:spPr bwMode="auto">
          <a:xfrm>
            <a:off x="4763" y="731838"/>
            <a:ext cx="9136062" cy="6111875"/>
          </a:xfrm>
          <a:prstGeom prst="rect">
            <a:avLst/>
          </a:prstGeom>
          <a:noFill/>
          <a:ln w="28575" algn="ctr">
            <a:noFill/>
            <a:miter lim="800000"/>
            <a:headEnd/>
            <a:tailEnd/>
          </a:ln>
          <a:effectLst/>
        </p:spPr>
        <p:txBody>
          <a:bodyPr wrap="none" anchor="ctr"/>
          <a:lstStyle/>
          <a:p>
            <a:pPr algn="ctr" eaLnBrk="0" hangingPunct="0">
              <a:defRPr/>
            </a:pPr>
            <a:endParaRPr lang="en-US">
              <a:cs typeface="+mn-cs"/>
            </a:endParaRPr>
          </a:p>
        </p:txBody>
      </p:sp>
      <p:sp>
        <p:nvSpPr>
          <p:cNvPr id="1029" name="Rectangle 4"/>
          <p:cNvSpPr>
            <a:spLocks noGrp="1" noChangeArrowheads="1"/>
          </p:cNvSpPr>
          <p:nvPr>
            <p:ph type="title"/>
          </p:nvPr>
        </p:nvSpPr>
        <p:spPr bwMode="auto">
          <a:xfrm>
            <a:off x="460375" y="-2"/>
            <a:ext cx="7773988" cy="740664"/>
          </a:xfrm>
          <a:prstGeom prst="rect">
            <a:avLst/>
          </a:prstGeom>
          <a:noFill/>
          <a:ln w="9525">
            <a:noFill/>
            <a:miter lim="800000"/>
            <a:headEnd/>
            <a:tailEnd/>
          </a:ln>
        </p:spPr>
        <p:txBody>
          <a:bodyPr vert="horz" wrap="square" lIns="0" tIns="45720" rIns="91440" bIns="45720" numCol="1" anchor="ctr" anchorCtr="0" compatLnSpc="1">
            <a:prstTxWarp prst="textNoShape">
              <a:avLst/>
            </a:prstTxWarp>
          </a:bodyPr>
          <a:lstStyle/>
          <a:p>
            <a:pPr lvl="0"/>
            <a:r>
              <a:rPr lang="en-US" dirty="0"/>
              <a:t>Slide Title</a:t>
            </a:r>
          </a:p>
        </p:txBody>
      </p:sp>
      <p:sp>
        <p:nvSpPr>
          <p:cNvPr id="1030" name="Rectangle 5"/>
          <p:cNvSpPr>
            <a:spLocks noGrp="1" noChangeArrowheads="1"/>
          </p:cNvSpPr>
          <p:nvPr>
            <p:ph type="body" idx="1"/>
          </p:nvPr>
        </p:nvSpPr>
        <p:spPr bwMode="auto">
          <a:xfrm>
            <a:off x="458788" y="1021215"/>
            <a:ext cx="8119156" cy="5147356"/>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lvl="0"/>
            <a:r>
              <a:rPr lang="en-US" dirty="0"/>
              <a:t>Body Text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911531351"/>
      </p:ext>
    </p:extLst>
  </p:cSld>
  <p:clrMap bg1="lt1" tx1="dk1" bg2="lt2" tx2="dk2" accent1="accent1" accent2="accent2" accent3="accent3" accent4="accent4" accent5="accent5" accent6="accent6" hlink="hlink" folHlink="folHlink"/>
  <p:sldLayoutIdLst>
    <p:sldLayoutId id="2147483765" r:id="rId1"/>
    <p:sldLayoutId id="2147483766" r:id="rId2"/>
    <p:sldLayoutId id="2147483767" r:id="rId3"/>
    <p:sldLayoutId id="2147483768" r:id="rId4"/>
    <p:sldLayoutId id="2147483769" r:id="rId5"/>
    <p:sldLayoutId id="2147483770" r:id="rId6"/>
    <p:sldLayoutId id="2147483771" r:id="rId7"/>
    <p:sldLayoutId id="2147483772" r:id="rId8"/>
    <p:sldLayoutId id="2147483773" r:id="rId9"/>
    <p:sldLayoutId id="2147483774" r:id="rId10"/>
    <p:sldLayoutId id="2147483775" r:id="rId11"/>
    <p:sldLayoutId id="2147483776" r:id="rId12"/>
  </p:sldLayoutIdLst>
  <p:txStyles>
    <p:titleStyle>
      <a:lvl1pPr algn="l" rtl="0" eaLnBrk="1" fontAlgn="base" hangingPunct="1">
        <a:lnSpc>
          <a:spcPct val="85000"/>
        </a:lnSpc>
        <a:spcBef>
          <a:spcPct val="0"/>
        </a:spcBef>
        <a:spcAft>
          <a:spcPct val="0"/>
        </a:spcAft>
        <a:buClr>
          <a:srgbClr val="DC0081"/>
        </a:buClr>
        <a:buFont typeface="Wingdings" pitchFamily="2" charset="2"/>
        <a:defRPr sz="2800">
          <a:solidFill>
            <a:schemeClr val="bg1"/>
          </a:solidFill>
          <a:latin typeface="Segoe UI" pitchFamily="34" charset="0"/>
          <a:ea typeface="Segoe UI" pitchFamily="34" charset="0"/>
          <a:cs typeface="Segoe UI" pitchFamily="34" charset="0"/>
        </a:defRPr>
      </a:lvl1pPr>
      <a:lvl2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2pPr>
      <a:lvl3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3pPr>
      <a:lvl4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4pPr>
      <a:lvl5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5pPr>
      <a:lvl6pPr marL="4572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6pPr>
      <a:lvl7pPr marL="9144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7pPr>
      <a:lvl8pPr marL="13716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8pPr>
      <a:lvl9pPr marL="18288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9pPr>
    </p:titleStyle>
    <p:bodyStyle>
      <a:lvl1pPr marL="174625" indent="-174625" algn="l" rtl="0" eaLnBrk="1" fontAlgn="base" hangingPunct="1">
        <a:lnSpc>
          <a:spcPct val="100000"/>
        </a:lnSpc>
        <a:spcBef>
          <a:spcPts val="600"/>
        </a:spcBef>
        <a:spcAft>
          <a:spcPct val="0"/>
        </a:spcAft>
        <a:buClr>
          <a:srgbClr val="0070C0"/>
        </a:buClr>
        <a:buSzPct val="90000"/>
        <a:buFont typeface="Arial" pitchFamily="34" charset="0"/>
        <a:buChar char="•"/>
        <a:defRPr sz="2800">
          <a:solidFill>
            <a:schemeClr val="tx1"/>
          </a:solidFill>
          <a:latin typeface="Segoe UI" pitchFamily="34" charset="0"/>
          <a:ea typeface="Segoe UI" pitchFamily="34" charset="0"/>
          <a:cs typeface="Segoe UI" pitchFamily="34" charset="0"/>
        </a:defRPr>
      </a:lvl1pPr>
      <a:lvl2pPr marL="458788" indent="-169863" algn="l" rtl="0" eaLnBrk="1" fontAlgn="base" hangingPunct="1">
        <a:lnSpc>
          <a:spcPct val="100000"/>
        </a:lnSpc>
        <a:spcBef>
          <a:spcPts val="600"/>
        </a:spcBef>
        <a:spcAft>
          <a:spcPct val="0"/>
        </a:spcAft>
        <a:buClr>
          <a:srgbClr val="0070C0"/>
        </a:buClr>
        <a:buSzPct val="80000"/>
        <a:buFont typeface="Arial" pitchFamily="34" charset="0"/>
        <a:buChar char="•"/>
        <a:defRPr sz="2400">
          <a:solidFill>
            <a:schemeClr val="tx1"/>
          </a:solidFill>
          <a:latin typeface="Segoe UI" pitchFamily="34" charset="0"/>
          <a:ea typeface="Segoe UI" pitchFamily="34" charset="0"/>
          <a:cs typeface="Segoe UI" pitchFamily="34" charset="0"/>
        </a:defRPr>
      </a:lvl2pPr>
      <a:lvl3pPr marL="854075" indent="-173038" algn="l" rtl="0" eaLnBrk="1" fontAlgn="base" hangingPunct="1">
        <a:lnSpc>
          <a:spcPct val="100000"/>
        </a:lnSpc>
        <a:spcBef>
          <a:spcPts val="600"/>
        </a:spcBef>
        <a:spcAft>
          <a:spcPct val="0"/>
        </a:spcAft>
        <a:buClr>
          <a:srgbClr val="0070C0"/>
        </a:buClr>
        <a:buSzPct val="80000"/>
        <a:buFont typeface="Arial" pitchFamily="34" charset="0"/>
        <a:buChar char="•"/>
        <a:defRPr sz="2000">
          <a:solidFill>
            <a:schemeClr val="tx1"/>
          </a:solidFill>
          <a:latin typeface="Segoe UI" pitchFamily="34" charset="0"/>
          <a:ea typeface="Segoe UI" pitchFamily="34" charset="0"/>
          <a:cs typeface="Segoe UI" pitchFamily="34" charset="0"/>
        </a:defRPr>
      </a:lvl3pPr>
      <a:lvl4pPr marL="1254125" indent="-165100"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4pPr>
      <a:lvl5pPr marL="1544638" indent="-168275"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5pPr>
      <a:lvl6pPr marL="20018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6pPr>
      <a:lvl7pPr marL="24590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7pPr>
      <a:lvl8pPr marL="29162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8pPr>
      <a:lvl9pPr marL="33734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0.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0" y="0"/>
            <a:ext cx="9144000" cy="704088"/>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25001" name="Rectangle 9"/>
          <p:cNvSpPr>
            <a:spLocks noChangeArrowheads="1"/>
          </p:cNvSpPr>
          <p:nvPr/>
        </p:nvSpPr>
        <p:spPr bwMode="auto">
          <a:xfrm>
            <a:off x="4763" y="731838"/>
            <a:ext cx="9136062" cy="6111875"/>
          </a:xfrm>
          <a:prstGeom prst="rect">
            <a:avLst/>
          </a:prstGeom>
          <a:noFill/>
          <a:ln w="28575" algn="ctr">
            <a:noFill/>
            <a:miter lim="800000"/>
            <a:headEnd/>
            <a:tailEnd/>
          </a:ln>
          <a:effectLst/>
        </p:spPr>
        <p:txBody>
          <a:bodyPr wrap="none" anchor="ctr"/>
          <a:lstStyle/>
          <a:p>
            <a:pPr algn="ctr" eaLnBrk="0" hangingPunct="0">
              <a:defRPr/>
            </a:pPr>
            <a:endParaRPr lang="en-US">
              <a:cs typeface="+mn-cs"/>
            </a:endParaRPr>
          </a:p>
        </p:txBody>
      </p:sp>
      <p:sp>
        <p:nvSpPr>
          <p:cNvPr id="1029" name="Rectangle 4"/>
          <p:cNvSpPr>
            <a:spLocks noGrp="1" noChangeArrowheads="1"/>
          </p:cNvSpPr>
          <p:nvPr>
            <p:ph type="title"/>
          </p:nvPr>
        </p:nvSpPr>
        <p:spPr bwMode="auto">
          <a:xfrm>
            <a:off x="460375" y="-2"/>
            <a:ext cx="7773988" cy="740664"/>
          </a:xfrm>
          <a:prstGeom prst="rect">
            <a:avLst/>
          </a:prstGeom>
          <a:noFill/>
          <a:ln w="9525">
            <a:noFill/>
            <a:miter lim="800000"/>
            <a:headEnd/>
            <a:tailEnd/>
          </a:ln>
        </p:spPr>
        <p:txBody>
          <a:bodyPr vert="horz" wrap="square" lIns="0" tIns="45720" rIns="91440" bIns="45720" numCol="1" anchor="ctr" anchorCtr="0" compatLnSpc="1">
            <a:prstTxWarp prst="textNoShape">
              <a:avLst/>
            </a:prstTxWarp>
          </a:bodyPr>
          <a:lstStyle/>
          <a:p>
            <a:pPr lvl="0"/>
            <a:r>
              <a:rPr lang="en-US" dirty="0"/>
              <a:t>Slide Title</a:t>
            </a:r>
          </a:p>
        </p:txBody>
      </p:sp>
      <p:sp>
        <p:nvSpPr>
          <p:cNvPr id="1030" name="Rectangle 5"/>
          <p:cNvSpPr>
            <a:spLocks noGrp="1" noChangeArrowheads="1"/>
          </p:cNvSpPr>
          <p:nvPr>
            <p:ph type="body" idx="1"/>
          </p:nvPr>
        </p:nvSpPr>
        <p:spPr bwMode="auto">
          <a:xfrm>
            <a:off x="458788" y="1021215"/>
            <a:ext cx="8119156" cy="5147356"/>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lvl="0"/>
            <a:r>
              <a:rPr lang="en-US" dirty="0"/>
              <a:t>Body Text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832104344"/>
      </p:ext>
    </p:extLst>
  </p:cSld>
  <p:clrMap bg1="lt1" tx1="dk1" bg2="lt2" tx2="dk2" accent1="accent1" accent2="accent2" accent3="accent3" accent4="accent4" accent5="accent5" accent6="accent6" hlink="hlink" folHlink="folHlink"/>
  <p:sldLayoutIdLst>
    <p:sldLayoutId id="2147483778" r:id="rId1"/>
    <p:sldLayoutId id="2147483779" r:id="rId2"/>
    <p:sldLayoutId id="2147483780" r:id="rId3"/>
    <p:sldLayoutId id="2147483781" r:id="rId4"/>
    <p:sldLayoutId id="2147483782" r:id="rId5"/>
    <p:sldLayoutId id="2147483783" r:id="rId6"/>
    <p:sldLayoutId id="2147483784" r:id="rId7"/>
    <p:sldLayoutId id="2147483785" r:id="rId8"/>
    <p:sldLayoutId id="2147483786" r:id="rId9"/>
    <p:sldLayoutId id="2147483787" r:id="rId10"/>
    <p:sldLayoutId id="2147483788" r:id="rId11"/>
    <p:sldLayoutId id="2147483789" r:id="rId12"/>
  </p:sldLayoutIdLst>
  <p:txStyles>
    <p:titleStyle>
      <a:lvl1pPr algn="l" rtl="0" eaLnBrk="1" fontAlgn="base" hangingPunct="1">
        <a:lnSpc>
          <a:spcPct val="85000"/>
        </a:lnSpc>
        <a:spcBef>
          <a:spcPct val="0"/>
        </a:spcBef>
        <a:spcAft>
          <a:spcPct val="0"/>
        </a:spcAft>
        <a:buClr>
          <a:srgbClr val="DC0081"/>
        </a:buClr>
        <a:buFont typeface="Wingdings" pitchFamily="2" charset="2"/>
        <a:defRPr sz="2800">
          <a:solidFill>
            <a:schemeClr val="bg1"/>
          </a:solidFill>
          <a:latin typeface="Segoe UI" pitchFamily="34" charset="0"/>
          <a:ea typeface="Segoe UI" pitchFamily="34" charset="0"/>
          <a:cs typeface="Segoe UI" pitchFamily="34" charset="0"/>
        </a:defRPr>
      </a:lvl1pPr>
      <a:lvl2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2pPr>
      <a:lvl3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3pPr>
      <a:lvl4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4pPr>
      <a:lvl5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5pPr>
      <a:lvl6pPr marL="4572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6pPr>
      <a:lvl7pPr marL="9144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7pPr>
      <a:lvl8pPr marL="13716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8pPr>
      <a:lvl9pPr marL="18288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9pPr>
    </p:titleStyle>
    <p:bodyStyle>
      <a:lvl1pPr marL="174625" indent="-174625" algn="l" rtl="0" eaLnBrk="1" fontAlgn="base" hangingPunct="1">
        <a:lnSpc>
          <a:spcPct val="100000"/>
        </a:lnSpc>
        <a:spcBef>
          <a:spcPts val="600"/>
        </a:spcBef>
        <a:spcAft>
          <a:spcPct val="0"/>
        </a:spcAft>
        <a:buClr>
          <a:srgbClr val="0070C0"/>
        </a:buClr>
        <a:buSzPct val="90000"/>
        <a:buFont typeface="Arial" pitchFamily="34" charset="0"/>
        <a:buChar char="•"/>
        <a:defRPr sz="2800">
          <a:solidFill>
            <a:schemeClr val="tx1"/>
          </a:solidFill>
          <a:latin typeface="Segoe UI" pitchFamily="34" charset="0"/>
          <a:ea typeface="Segoe UI" pitchFamily="34" charset="0"/>
          <a:cs typeface="Segoe UI" pitchFamily="34" charset="0"/>
        </a:defRPr>
      </a:lvl1pPr>
      <a:lvl2pPr marL="458788" indent="-169863" algn="l" rtl="0" eaLnBrk="1" fontAlgn="base" hangingPunct="1">
        <a:lnSpc>
          <a:spcPct val="100000"/>
        </a:lnSpc>
        <a:spcBef>
          <a:spcPts val="600"/>
        </a:spcBef>
        <a:spcAft>
          <a:spcPct val="0"/>
        </a:spcAft>
        <a:buClr>
          <a:srgbClr val="0070C0"/>
        </a:buClr>
        <a:buSzPct val="80000"/>
        <a:buFont typeface="Arial" pitchFamily="34" charset="0"/>
        <a:buChar char="•"/>
        <a:defRPr sz="2400">
          <a:solidFill>
            <a:schemeClr val="tx1"/>
          </a:solidFill>
          <a:latin typeface="Segoe UI" pitchFamily="34" charset="0"/>
          <a:ea typeface="Segoe UI" pitchFamily="34" charset="0"/>
          <a:cs typeface="Segoe UI" pitchFamily="34" charset="0"/>
        </a:defRPr>
      </a:lvl2pPr>
      <a:lvl3pPr marL="854075" indent="-173038" algn="l" rtl="0" eaLnBrk="1" fontAlgn="base" hangingPunct="1">
        <a:lnSpc>
          <a:spcPct val="100000"/>
        </a:lnSpc>
        <a:spcBef>
          <a:spcPts val="600"/>
        </a:spcBef>
        <a:spcAft>
          <a:spcPct val="0"/>
        </a:spcAft>
        <a:buClr>
          <a:srgbClr val="0070C0"/>
        </a:buClr>
        <a:buSzPct val="80000"/>
        <a:buFont typeface="Arial" pitchFamily="34" charset="0"/>
        <a:buChar char="•"/>
        <a:defRPr sz="2000">
          <a:solidFill>
            <a:schemeClr val="tx1"/>
          </a:solidFill>
          <a:latin typeface="Segoe UI" pitchFamily="34" charset="0"/>
          <a:ea typeface="Segoe UI" pitchFamily="34" charset="0"/>
          <a:cs typeface="Segoe UI" pitchFamily="34" charset="0"/>
        </a:defRPr>
      </a:lvl3pPr>
      <a:lvl4pPr marL="1254125" indent="-165100"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4pPr>
      <a:lvl5pPr marL="1544638" indent="-168275"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5pPr>
      <a:lvl6pPr marL="20018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6pPr>
      <a:lvl7pPr marL="24590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7pPr>
      <a:lvl8pPr marL="29162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8pPr>
      <a:lvl9pPr marL="33734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0" y="0"/>
            <a:ext cx="9144000" cy="704088"/>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25001" name="Rectangle 9"/>
          <p:cNvSpPr>
            <a:spLocks noChangeArrowheads="1"/>
          </p:cNvSpPr>
          <p:nvPr/>
        </p:nvSpPr>
        <p:spPr bwMode="auto">
          <a:xfrm>
            <a:off x="4763" y="731838"/>
            <a:ext cx="9136062" cy="6111875"/>
          </a:xfrm>
          <a:prstGeom prst="rect">
            <a:avLst/>
          </a:prstGeom>
          <a:noFill/>
          <a:ln w="28575" algn="ctr">
            <a:noFill/>
            <a:miter lim="800000"/>
            <a:headEnd/>
            <a:tailEnd/>
          </a:ln>
          <a:effectLst/>
        </p:spPr>
        <p:txBody>
          <a:bodyPr wrap="none" anchor="ctr"/>
          <a:lstStyle/>
          <a:p>
            <a:pPr algn="ctr" eaLnBrk="0" hangingPunct="0">
              <a:defRPr/>
            </a:pPr>
            <a:endParaRPr lang="en-US">
              <a:cs typeface="+mn-cs"/>
            </a:endParaRPr>
          </a:p>
        </p:txBody>
      </p:sp>
      <p:sp>
        <p:nvSpPr>
          <p:cNvPr id="1029" name="Rectangle 4"/>
          <p:cNvSpPr>
            <a:spLocks noGrp="1" noChangeArrowheads="1"/>
          </p:cNvSpPr>
          <p:nvPr>
            <p:ph type="title"/>
          </p:nvPr>
        </p:nvSpPr>
        <p:spPr bwMode="auto">
          <a:xfrm>
            <a:off x="460375" y="-2"/>
            <a:ext cx="7773988" cy="740664"/>
          </a:xfrm>
          <a:prstGeom prst="rect">
            <a:avLst/>
          </a:prstGeom>
          <a:noFill/>
          <a:ln w="9525">
            <a:noFill/>
            <a:miter lim="800000"/>
            <a:headEnd/>
            <a:tailEnd/>
          </a:ln>
        </p:spPr>
        <p:txBody>
          <a:bodyPr vert="horz" wrap="square" lIns="0" tIns="45720" rIns="91440" bIns="45720" numCol="1" anchor="ctr" anchorCtr="0" compatLnSpc="1">
            <a:prstTxWarp prst="textNoShape">
              <a:avLst/>
            </a:prstTxWarp>
          </a:bodyPr>
          <a:lstStyle/>
          <a:p>
            <a:pPr lvl="0"/>
            <a:r>
              <a:rPr lang="en-US" dirty="0"/>
              <a:t>Slide Title</a:t>
            </a:r>
          </a:p>
        </p:txBody>
      </p:sp>
      <p:sp>
        <p:nvSpPr>
          <p:cNvPr id="1030" name="Rectangle 5"/>
          <p:cNvSpPr>
            <a:spLocks noGrp="1" noChangeArrowheads="1"/>
          </p:cNvSpPr>
          <p:nvPr>
            <p:ph type="body" idx="1"/>
          </p:nvPr>
        </p:nvSpPr>
        <p:spPr bwMode="auto">
          <a:xfrm>
            <a:off x="458788" y="1021215"/>
            <a:ext cx="8119156" cy="5147356"/>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lvl="0"/>
            <a:r>
              <a:rPr lang="en-US" dirty="0"/>
              <a:t>Body Text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044310346"/>
      </p:ext>
    </p:extLst>
  </p:cSld>
  <p:clrMap bg1="lt1" tx1="dk1" bg2="lt2" tx2="dk2" accent1="accent1" accent2="accent2" accent3="accent3" accent4="accent4" accent5="accent5" accent6="accent6" hlink="hlink" folHlink="folHlink"/>
  <p:sldLayoutIdLst>
    <p:sldLayoutId id="2147483791" r:id="rId1"/>
    <p:sldLayoutId id="2147483792" r:id="rId2"/>
    <p:sldLayoutId id="2147483793" r:id="rId3"/>
    <p:sldLayoutId id="2147483794" r:id="rId4"/>
    <p:sldLayoutId id="2147483795" r:id="rId5"/>
    <p:sldLayoutId id="2147483796" r:id="rId6"/>
    <p:sldLayoutId id="2147483797" r:id="rId7"/>
    <p:sldLayoutId id="2147483798" r:id="rId8"/>
    <p:sldLayoutId id="2147483799" r:id="rId9"/>
    <p:sldLayoutId id="2147483800" r:id="rId10"/>
    <p:sldLayoutId id="2147483801" r:id="rId11"/>
    <p:sldLayoutId id="2147483802" r:id="rId12"/>
  </p:sldLayoutIdLst>
  <p:txStyles>
    <p:titleStyle>
      <a:lvl1pPr algn="l" rtl="0" eaLnBrk="1" fontAlgn="base" hangingPunct="1">
        <a:lnSpc>
          <a:spcPct val="85000"/>
        </a:lnSpc>
        <a:spcBef>
          <a:spcPct val="0"/>
        </a:spcBef>
        <a:spcAft>
          <a:spcPct val="0"/>
        </a:spcAft>
        <a:buClr>
          <a:srgbClr val="DC0081"/>
        </a:buClr>
        <a:buFont typeface="Wingdings" pitchFamily="2" charset="2"/>
        <a:defRPr sz="2800">
          <a:solidFill>
            <a:schemeClr val="bg1"/>
          </a:solidFill>
          <a:latin typeface="Segoe UI" pitchFamily="34" charset="0"/>
          <a:ea typeface="Segoe UI" pitchFamily="34" charset="0"/>
          <a:cs typeface="Segoe UI" pitchFamily="34" charset="0"/>
        </a:defRPr>
      </a:lvl1pPr>
      <a:lvl2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2pPr>
      <a:lvl3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3pPr>
      <a:lvl4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4pPr>
      <a:lvl5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5pPr>
      <a:lvl6pPr marL="4572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6pPr>
      <a:lvl7pPr marL="9144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7pPr>
      <a:lvl8pPr marL="13716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8pPr>
      <a:lvl9pPr marL="18288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9pPr>
    </p:titleStyle>
    <p:bodyStyle>
      <a:lvl1pPr marL="174625" indent="-174625" algn="l" rtl="0" eaLnBrk="1" fontAlgn="base" hangingPunct="1">
        <a:lnSpc>
          <a:spcPct val="100000"/>
        </a:lnSpc>
        <a:spcBef>
          <a:spcPts val="600"/>
        </a:spcBef>
        <a:spcAft>
          <a:spcPct val="0"/>
        </a:spcAft>
        <a:buClr>
          <a:srgbClr val="0070C0"/>
        </a:buClr>
        <a:buSzPct val="90000"/>
        <a:buFont typeface="Arial" pitchFamily="34" charset="0"/>
        <a:buChar char="•"/>
        <a:defRPr sz="2800">
          <a:solidFill>
            <a:schemeClr val="tx1"/>
          </a:solidFill>
          <a:latin typeface="Segoe UI" pitchFamily="34" charset="0"/>
          <a:ea typeface="Segoe UI" pitchFamily="34" charset="0"/>
          <a:cs typeface="Segoe UI" pitchFamily="34" charset="0"/>
        </a:defRPr>
      </a:lvl1pPr>
      <a:lvl2pPr marL="458788" indent="-169863" algn="l" rtl="0" eaLnBrk="1" fontAlgn="base" hangingPunct="1">
        <a:lnSpc>
          <a:spcPct val="100000"/>
        </a:lnSpc>
        <a:spcBef>
          <a:spcPts val="600"/>
        </a:spcBef>
        <a:spcAft>
          <a:spcPct val="0"/>
        </a:spcAft>
        <a:buClr>
          <a:srgbClr val="0070C0"/>
        </a:buClr>
        <a:buSzPct val="80000"/>
        <a:buFont typeface="Arial" pitchFamily="34" charset="0"/>
        <a:buChar char="•"/>
        <a:defRPr sz="2400">
          <a:solidFill>
            <a:schemeClr val="tx1"/>
          </a:solidFill>
          <a:latin typeface="Segoe UI" pitchFamily="34" charset="0"/>
          <a:ea typeface="Segoe UI" pitchFamily="34" charset="0"/>
          <a:cs typeface="Segoe UI" pitchFamily="34" charset="0"/>
        </a:defRPr>
      </a:lvl2pPr>
      <a:lvl3pPr marL="854075" indent="-173038" algn="l" rtl="0" eaLnBrk="1" fontAlgn="base" hangingPunct="1">
        <a:lnSpc>
          <a:spcPct val="100000"/>
        </a:lnSpc>
        <a:spcBef>
          <a:spcPts val="600"/>
        </a:spcBef>
        <a:spcAft>
          <a:spcPct val="0"/>
        </a:spcAft>
        <a:buClr>
          <a:srgbClr val="0070C0"/>
        </a:buClr>
        <a:buSzPct val="80000"/>
        <a:buFont typeface="Arial" pitchFamily="34" charset="0"/>
        <a:buChar char="•"/>
        <a:defRPr sz="2000">
          <a:solidFill>
            <a:schemeClr val="tx1"/>
          </a:solidFill>
          <a:latin typeface="Segoe UI" pitchFamily="34" charset="0"/>
          <a:ea typeface="Segoe UI" pitchFamily="34" charset="0"/>
          <a:cs typeface="Segoe UI" pitchFamily="34" charset="0"/>
        </a:defRPr>
      </a:lvl3pPr>
      <a:lvl4pPr marL="1254125" indent="-165100"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4pPr>
      <a:lvl5pPr marL="1544638" indent="-168275"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5pPr>
      <a:lvl6pPr marL="20018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6pPr>
      <a:lvl7pPr marL="24590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7pPr>
      <a:lvl8pPr marL="29162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8pPr>
      <a:lvl9pPr marL="33734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0" y="0"/>
            <a:ext cx="9144000" cy="704088"/>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25001" name="Rectangle 9"/>
          <p:cNvSpPr>
            <a:spLocks noChangeArrowheads="1"/>
          </p:cNvSpPr>
          <p:nvPr/>
        </p:nvSpPr>
        <p:spPr bwMode="auto">
          <a:xfrm>
            <a:off x="4763" y="731838"/>
            <a:ext cx="9136062" cy="6111875"/>
          </a:xfrm>
          <a:prstGeom prst="rect">
            <a:avLst/>
          </a:prstGeom>
          <a:noFill/>
          <a:ln w="28575" algn="ctr">
            <a:noFill/>
            <a:miter lim="800000"/>
            <a:headEnd/>
            <a:tailEnd/>
          </a:ln>
          <a:effectLst/>
        </p:spPr>
        <p:txBody>
          <a:bodyPr wrap="none" anchor="ctr"/>
          <a:lstStyle/>
          <a:p>
            <a:pPr algn="ctr" eaLnBrk="0" hangingPunct="0">
              <a:defRPr/>
            </a:pPr>
            <a:endParaRPr lang="en-US">
              <a:cs typeface="+mn-cs"/>
            </a:endParaRPr>
          </a:p>
        </p:txBody>
      </p:sp>
      <p:sp>
        <p:nvSpPr>
          <p:cNvPr id="1029" name="Rectangle 4"/>
          <p:cNvSpPr>
            <a:spLocks noGrp="1" noChangeArrowheads="1"/>
          </p:cNvSpPr>
          <p:nvPr>
            <p:ph type="title"/>
          </p:nvPr>
        </p:nvSpPr>
        <p:spPr bwMode="auto">
          <a:xfrm>
            <a:off x="460375" y="-2"/>
            <a:ext cx="7773988" cy="740664"/>
          </a:xfrm>
          <a:prstGeom prst="rect">
            <a:avLst/>
          </a:prstGeom>
          <a:noFill/>
          <a:ln w="9525">
            <a:noFill/>
            <a:miter lim="800000"/>
            <a:headEnd/>
            <a:tailEnd/>
          </a:ln>
        </p:spPr>
        <p:txBody>
          <a:bodyPr vert="horz" wrap="square" lIns="0" tIns="45720" rIns="91440" bIns="45720" numCol="1" anchor="ctr" anchorCtr="0" compatLnSpc="1">
            <a:prstTxWarp prst="textNoShape">
              <a:avLst/>
            </a:prstTxWarp>
          </a:bodyPr>
          <a:lstStyle/>
          <a:p>
            <a:pPr lvl="0"/>
            <a:r>
              <a:rPr lang="en-US" dirty="0"/>
              <a:t>Slide Title</a:t>
            </a:r>
          </a:p>
        </p:txBody>
      </p:sp>
      <p:sp>
        <p:nvSpPr>
          <p:cNvPr id="1030" name="Rectangle 5"/>
          <p:cNvSpPr>
            <a:spLocks noGrp="1" noChangeArrowheads="1"/>
          </p:cNvSpPr>
          <p:nvPr>
            <p:ph type="body" idx="1"/>
          </p:nvPr>
        </p:nvSpPr>
        <p:spPr bwMode="auto">
          <a:xfrm>
            <a:off x="458788" y="1021215"/>
            <a:ext cx="8119156" cy="5147356"/>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lvl="0"/>
            <a:r>
              <a:rPr lang="en-US" dirty="0"/>
              <a:t>Body Text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584134058"/>
      </p:ext>
    </p:extLst>
  </p:cSld>
  <p:clrMap bg1="lt1" tx1="dk1" bg2="lt2" tx2="dk2" accent1="accent1" accent2="accent2" accent3="accent3" accent4="accent4" accent5="accent5" accent6="accent6" hlink="hlink" folHlink="folHlink"/>
  <p:sldLayoutIdLst>
    <p:sldLayoutId id="2147483804" r:id="rId1"/>
    <p:sldLayoutId id="2147483805" r:id="rId2"/>
    <p:sldLayoutId id="2147483806" r:id="rId3"/>
    <p:sldLayoutId id="2147483807" r:id="rId4"/>
    <p:sldLayoutId id="2147483808" r:id="rId5"/>
    <p:sldLayoutId id="2147483809" r:id="rId6"/>
    <p:sldLayoutId id="2147483810" r:id="rId7"/>
    <p:sldLayoutId id="2147483811" r:id="rId8"/>
    <p:sldLayoutId id="2147483812" r:id="rId9"/>
    <p:sldLayoutId id="2147483813" r:id="rId10"/>
    <p:sldLayoutId id="2147483814" r:id="rId11"/>
    <p:sldLayoutId id="2147483815" r:id="rId12"/>
  </p:sldLayoutIdLst>
  <p:txStyles>
    <p:titleStyle>
      <a:lvl1pPr algn="l" rtl="0" eaLnBrk="1" fontAlgn="base" hangingPunct="1">
        <a:lnSpc>
          <a:spcPct val="85000"/>
        </a:lnSpc>
        <a:spcBef>
          <a:spcPct val="0"/>
        </a:spcBef>
        <a:spcAft>
          <a:spcPct val="0"/>
        </a:spcAft>
        <a:buClr>
          <a:srgbClr val="DC0081"/>
        </a:buClr>
        <a:buFont typeface="Wingdings" pitchFamily="2" charset="2"/>
        <a:defRPr sz="2800">
          <a:solidFill>
            <a:schemeClr val="bg1"/>
          </a:solidFill>
          <a:latin typeface="Segoe UI" pitchFamily="34" charset="0"/>
          <a:ea typeface="Segoe UI" pitchFamily="34" charset="0"/>
          <a:cs typeface="Segoe UI" pitchFamily="34" charset="0"/>
        </a:defRPr>
      </a:lvl1pPr>
      <a:lvl2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2pPr>
      <a:lvl3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3pPr>
      <a:lvl4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4pPr>
      <a:lvl5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5pPr>
      <a:lvl6pPr marL="4572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6pPr>
      <a:lvl7pPr marL="9144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7pPr>
      <a:lvl8pPr marL="13716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8pPr>
      <a:lvl9pPr marL="18288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9pPr>
    </p:titleStyle>
    <p:bodyStyle>
      <a:lvl1pPr marL="174625" indent="-174625" algn="l" rtl="0" eaLnBrk="1" fontAlgn="base" hangingPunct="1">
        <a:lnSpc>
          <a:spcPct val="100000"/>
        </a:lnSpc>
        <a:spcBef>
          <a:spcPts val="600"/>
        </a:spcBef>
        <a:spcAft>
          <a:spcPct val="0"/>
        </a:spcAft>
        <a:buClr>
          <a:srgbClr val="0070C0"/>
        </a:buClr>
        <a:buSzPct val="90000"/>
        <a:buFont typeface="Arial" pitchFamily="34" charset="0"/>
        <a:buChar char="•"/>
        <a:defRPr sz="2800">
          <a:solidFill>
            <a:schemeClr val="tx1"/>
          </a:solidFill>
          <a:latin typeface="Segoe UI" pitchFamily="34" charset="0"/>
          <a:ea typeface="Segoe UI" pitchFamily="34" charset="0"/>
          <a:cs typeface="Segoe UI" pitchFamily="34" charset="0"/>
        </a:defRPr>
      </a:lvl1pPr>
      <a:lvl2pPr marL="458788" indent="-169863" algn="l" rtl="0" eaLnBrk="1" fontAlgn="base" hangingPunct="1">
        <a:lnSpc>
          <a:spcPct val="100000"/>
        </a:lnSpc>
        <a:spcBef>
          <a:spcPts val="600"/>
        </a:spcBef>
        <a:spcAft>
          <a:spcPct val="0"/>
        </a:spcAft>
        <a:buClr>
          <a:srgbClr val="0070C0"/>
        </a:buClr>
        <a:buSzPct val="80000"/>
        <a:buFont typeface="Arial" pitchFamily="34" charset="0"/>
        <a:buChar char="•"/>
        <a:defRPr sz="2400">
          <a:solidFill>
            <a:schemeClr val="tx1"/>
          </a:solidFill>
          <a:latin typeface="Segoe UI" pitchFamily="34" charset="0"/>
          <a:ea typeface="Segoe UI" pitchFamily="34" charset="0"/>
          <a:cs typeface="Segoe UI" pitchFamily="34" charset="0"/>
        </a:defRPr>
      </a:lvl2pPr>
      <a:lvl3pPr marL="854075" indent="-173038" algn="l" rtl="0" eaLnBrk="1" fontAlgn="base" hangingPunct="1">
        <a:lnSpc>
          <a:spcPct val="100000"/>
        </a:lnSpc>
        <a:spcBef>
          <a:spcPts val="600"/>
        </a:spcBef>
        <a:spcAft>
          <a:spcPct val="0"/>
        </a:spcAft>
        <a:buClr>
          <a:srgbClr val="0070C0"/>
        </a:buClr>
        <a:buSzPct val="80000"/>
        <a:buFont typeface="Arial" pitchFamily="34" charset="0"/>
        <a:buChar char="•"/>
        <a:defRPr sz="2000">
          <a:solidFill>
            <a:schemeClr val="tx1"/>
          </a:solidFill>
          <a:latin typeface="Segoe UI" pitchFamily="34" charset="0"/>
          <a:ea typeface="Segoe UI" pitchFamily="34" charset="0"/>
          <a:cs typeface="Segoe UI" pitchFamily="34" charset="0"/>
        </a:defRPr>
      </a:lvl3pPr>
      <a:lvl4pPr marL="1254125" indent="-165100"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4pPr>
      <a:lvl5pPr marL="1544638" indent="-168275"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5pPr>
      <a:lvl6pPr marL="20018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6pPr>
      <a:lvl7pPr marL="24590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7pPr>
      <a:lvl8pPr marL="29162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8pPr>
      <a:lvl9pPr marL="33734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0" y="0"/>
            <a:ext cx="9144000" cy="704088"/>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25001" name="Rectangle 9"/>
          <p:cNvSpPr>
            <a:spLocks noChangeArrowheads="1"/>
          </p:cNvSpPr>
          <p:nvPr/>
        </p:nvSpPr>
        <p:spPr bwMode="auto">
          <a:xfrm>
            <a:off x="4763" y="731838"/>
            <a:ext cx="9136062" cy="6111875"/>
          </a:xfrm>
          <a:prstGeom prst="rect">
            <a:avLst/>
          </a:prstGeom>
          <a:noFill/>
          <a:ln w="28575" algn="ctr">
            <a:noFill/>
            <a:miter lim="800000"/>
            <a:headEnd/>
            <a:tailEnd/>
          </a:ln>
          <a:effectLst/>
        </p:spPr>
        <p:txBody>
          <a:bodyPr wrap="none" anchor="ctr"/>
          <a:lstStyle/>
          <a:p>
            <a:pPr algn="ctr" eaLnBrk="0" hangingPunct="0">
              <a:defRPr/>
            </a:pPr>
            <a:endParaRPr lang="en-US">
              <a:cs typeface="+mn-cs"/>
            </a:endParaRPr>
          </a:p>
        </p:txBody>
      </p:sp>
      <p:sp>
        <p:nvSpPr>
          <p:cNvPr id="1029" name="Rectangle 4"/>
          <p:cNvSpPr>
            <a:spLocks noGrp="1" noChangeArrowheads="1"/>
          </p:cNvSpPr>
          <p:nvPr>
            <p:ph type="title"/>
          </p:nvPr>
        </p:nvSpPr>
        <p:spPr bwMode="auto">
          <a:xfrm>
            <a:off x="460375" y="-2"/>
            <a:ext cx="7773988" cy="740664"/>
          </a:xfrm>
          <a:prstGeom prst="rect">
            <a:avLst/>
          </a:prstGeom>
          <a:noFill/>
          <a:ln w="9525">
            <a:noFill/>
            <a:miter lim="800000"/>
            <a:headEnd/>
            <a:tailEnd/>
          </a:ln>
        </p:spPr>
        <p:txBody>
          <a:bodyPr vert="horz" wrap="square" lIns="0" tIns="45720" rIns="91440" bIns="45720" numCol="1" anchor="ctr" anchorCtr="0" compatLnSpc="1">
            <a:prstTxWarp prst="textNoShape">
              <a:avLst/>
            </a:prstTxWarp>
          </a:bodyPr>
          <a:lstStyle/>
          <a:p>
            <a:pPr lvl="0"/>
            <a:r>
              <a:rPr lang="en-US" dirty="0"/>
              <a:t>Slide Title</a:t>
            </a:r>
          </a:p>
        </p:txBody>
      </p:sp>
      <p:sp>
        <p:nvSpPr>
          <p:cNvPr id="1030" name="Rectangle 5"/>
          <p:cNvSpPr>
            <a:spLocks noGrp="1" noChangeArrowheads="1"/>
          </p:cNvSpPr>
          <p:nvPr>
            <p:ph type="body" idx="1"/>
          </p:nvPr>
        </p:nvSpPr>
        <p:spPr bwMode="auto">
          <a:xfrm>
            <a:off x="458788" y="1021215"/>
            <a:ext cx="8119156" cy="5147356"/>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lvl="0"/>
            <a:r>
              <a:rPr lang="en-US" dirty="0"/>
              <a:t>Body Text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3617221"/>
      </p:ext>
    </p:extLst>
  </p:cSld>
  <p:clrMap bg1="lt1" tx1="dk1" bg2="lt2" tx2="dk2" accent1="accent1" accent2="accent2" accent3="accent3" accent4="accent4" accent5="accent5" accent6="accent6" hlink="hlink" folHlink="folHlink"/>
  <p:sldLayoutIdLst>
    <p:sldLayoutId id="2147483817" r:id="rId1"/>
    <p:sldLayoutId id="2147483818" r:id="rId2"/>
    <p:sldLayoutId id="2147483819" r:id="rId3"/>
    <p:sldLayoutId id="2147483820" r:id="rId4"/>
    <p:sldLayoutId id="2147483821" r:id="rId5"/>
    <p:sldLayoutId id="2147483822" r:id="rId6"/>
    <p:sldLayoutId id="2147483823" r:id="rId7"/>
    <p:sldLayoutId id="2147483824" r:id="rId8"/>
    <p:sldLayoutId id="2147483825" r:id="rId9"/>
    <p:sldLayoutId id="2147483826" r:id="rId10"/>
    <p:sldLayoutId id="2147483827" r:id="rId11"/>
    <p:sldLayoutId id="2147483828" r:id="rId12"/>
  </p:sldLayoutIdLst>
  <p:txStyles>
    <p:titleStyle>
      <a:lvl1pPr algn="l" rtl="0" eaLnBrk="1" fontAlgn="base" hangingPunct="1">
        <a:lnSpc>
          <a:spcPct val="85000"/>
        </a:lnSpc>
        <a:spcBef>
          <a:spcPct val="0"/>
        </a:spcBef>
        <a:spcAft>
          <a:spcPct val="0"/>
        </a:spcAft>
        <a:buClr>
          <a:srgbClr val="DC0081"/>
        </a:buClr>
        <a:buFont typeface="Wingdings" pitchFamily="2" charset="2"/>
        <a:defRPr sz="2800">
          <a:solidFill>
            <a:schemeClr val="bg1"/>
          </a:solidFill>
          <a:latin typeface="Segoe UI" pitchFamily="34" charset="0"/>
          <a:ea typeface="Segoe UI" pitchFamily="34" charset="0"/>
          <a:cs typeface="Segoe UI" pitchFamily="34" charset="0"/>
        </a:defRPr>
      </a:lvl1pPr>
      <a:lvl2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2pPr>
      <a:lvl3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3pPr>
      <a:lvl4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4pPr>
      <a:lvl5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5pPr>
      <a:lvl6pPr marL="4572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6pPr>
      <a:lvl7pPr marL="9144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7pPr>
      <a:lvl8pPr marL="13716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8pPr>
      <a:lvl9pPr marL="18288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9pPr>
    </p:titleStyle>
    <p:bodyStyle>
      <a:lvl1pPr marL="174625" indent="-174625" algn="l" rtl="0" eaLnBrk="1" fontAlgn="base" hangingPunct="1">
        <a:lnSpc>
          <a:spcPct val="100000"/>
        </a:lnSpc>
        <a:spcBef>
          <a:spcPts val="600"/>
        </a:spcBef>
        <a:spcAft>
          <a:spcPct val="0"/>
        </a:spcAft>
        <a:buClr>
          <a:srgbClr val="0070C0"/>
        </a:buClr>
        <a:buSzPct val="90000"/>
        <a:buFont typeface="Arial" pitchFamily="34" charset="0"/>
        <a:buChar char="•"/>
        <a:defRPr sz="2800">
          <a:solidFill>
            <a:schemeClr val="tx1"/>
          </a:solidFill>
          <a:latin typeface="Segoe UI" pitchFamily="34" charset="0"/>
          <a:ea typeface="Segoe UI" pitchFamily="34" charset="0"/>
          <a:cs typeface="Segoe UI" pitchFamily="34" charset="0"/>
        </a:defRPr>
      </a:lvl1pPr>
      <a:lvl2pPr marL="458788" indent="-169863" algn="l" rtl="0" eaLnBrk="1" fontAlgn="base" hangingPunct="1">
        <a:lnSpc>
          <a:spcPct val="100000"/>
        </a:lnSpc>
        <a:spcBef>
          <a:spcPts val="600"/>
        </a:spcBef>
        <a:spcAft>
          <a:spcPct val="0"/>
        </a:spcAft>
        <a:buClr>
          <a:srgbClr val="0070C0"/>
        </a:buClr>
        <a:buSzPct val="80000"/>
        <a:buFont typeface="Arial" pitchFamily="34" charset="0"/>
        <a:buChar char="•"/>
        <a:defRPr sz="2400">
          <a:solidFill>
            <a:schemeClr val="tx1"/>
          </a:solidFill>
          <a:latin typeface="Segoe UI" pitchFamily="34" charset="0"/>
          <a:ea typeface="Segoe UI" pitchFamily="34" charset="0"/>
          <a:cs typeface="Segoe UI" pitchFamily="34" charset="0"/>
        </a:defRPr>
      </a:lvl2pPr>
      <a:lvl3pPr marL="854075" indent="-173038" algn="l" rtl="0" eaLnBrk="1" fontAlgn="base" hangingPunct="1">
        <a:lnSpc>
          <a:spcPct val="100000"/>
        </a:lnSpc>
        <a:spcBef>
          <a:spcPts val="600"/>
        </a:spcBef>
        <a:spcAft>
          <a:spcPct val="0"/>
        </a:spcAft>
        <a:buClr>
          <a:srgbClr val="0070C0"/>
        </a:buClr>
        <a:buSzPct val="80000"/>
        <a:buFont typeface="Arial" pitchFamily="34" charset="0"/>
        <a:buChar char="•"/>
        <a:defRPr sz="2000">
          <a:solidFill>
            <a:schemeClr val="tx1"/>
          </a:solidFill>
          <a:latin typeface="Segoe UI" pitchFamily="34" charset="0"/>
          <a:ea typeface="Segoe UI" pitchFamily="34" charset="0"/>
          <a:cs typeface="Segoe UI" pitchFamily="34" charset="0"/>
        </a:defRPr>
      </a:lvl3pPr>
      <a:lvl4pPr marL="1254125" indent="-165100"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4pPr>
      <a:lvl5pPr marL="1544638" indent="-168275"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5pPr>
      <a:lvl6pPr marL="20018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6pPr>
      <a:lvl7pPr marL="24590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7pPr>
      <a:lvl8pPr marL="29162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8pPr>
      <a:lvl9pPr marL="33734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4.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0" y="0"/>
            <a:ext cx="9144000" cy="704088"/>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25001" name="Rectangle 9"/>
          <p:cNvSpPr>
            <a:spLocks noChangeArrowheads="1"/>
          </p:cNvSpPr>
          <p:nvPr/>
        </p:nvSpPr>
        <p:spPr bwMode="auto">
          <a:xfrm>
            <a:off x="4763" y="731838"/>
            <a:ext cx="9136062" cy="6111875"/>
          </a:xfrm>
          <a:prstGeom prst="rect">
            <a:avLst/>
          </a:prstGeom>
          <a:noFill/>
          <a:ln w="28575" algn="ctr">
            <a:noFill/>
            <a:miter lim="800000"/>
            <a:headEnd/>
            <a:tailEnd/>
          </a:ln>
          <a:effectLst/>
        </p:spPr>
        <p:txBody>
          <a:bodyPr wrap="none" anchor="ctr"/>
          <a:lstStyle/>
          <a:p>
            <a:pPr algn="ctr" eaLnBrk="0" hangingPunct="0">
              <a:defRPr/>
            </a:pPr>
            <a:endParaRPr lang="en-US">
              <a:cs typeface="+mn-cs"/>
            </a:endParaRPr>
          </a:p>
        </p:txBody>
      </p:sp>
      <p:sp>
        <p:nvSpPr>
          <p:cNvPr id="1029" name="Rectangle 4"/>
          <p:cNvSpPr>
            <a:spLocks noGrp="1" noChangeArrowheads="1"/>
          </p:cNvSpPr>
          <p:nvPr>
            <p:ph type="title"/>
          </p:nvPr>
        </p:nvSpPr>
        <p:spPr bwMode="auto">
          <a:xfrm>
            <a:off x="460375" y="-2"/>
            <a:ext cx="7773988" cy="740664"/>
          </a:xfrm>
          <a:prstGeom prst="rect">
            <a:avLst/>
          </a:prstGeom>
          <a:noFill/>
          <a:ln w="9525">
            <a:noFill/>
            <a:miter lim="800000"/>
            <a:headEnd/>
            <a:tailEnd/>
          </a:ln>
        </p:spPr>
        <p:txBody>
          <a:bodyPr vert="horz" wrap="square" lIns="0" tIns="45720" rIns="91440" bIns="45720" numCol="1" anchor="ctr" anchorCtr="0" compatLnSpc="1">
            <a:prstTxWarp prst="textNoShape">
              <a:avLst/>
            </a:prstTxWarp>
          </a:bodyPr>
          <a:lstStyle/>
          <a:p>
            <a:pPr lvl="0"/>
            <a:r>
              <a:rPr lang="en-US" dirty="0"/>
              <a:t>Slide Title</a:t>
            </a:r>
          </a:p>
        </p:txBody>
      </p:sp>
      <p:sp>
        <p:nvSpPr>
          <p:cNvPr id="1030" name="Rectangle 5"/>
          <p:cNvSpPr>
            <a:spLocks noGrp="1" noChangeArrowheads="1"/>
          </p:cNvSpPr>
          <p:nvPr>
            <p:ph type="body" idx="1"/>
          </p:nvPr>
        </p:nvSpPr>
        <p:spPr bwMode="auto">
          <a:xfrm>
            <a:off x="458788" y="1021215"/>
            <a:ext cx="8119156" cy="5147356"/>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lvl="0"/>
            <a:r>
              <a:rPr lang="en-US" dirty="0"/>
              <a:t>Body Text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637099172"/>
      </p:ext>
    </p:extLst>
  </p:cSld>
  <p:clrMap bg1="lt1" tx1="dk1" bg2="lt2" tx2="dk2" accent1="accent1" accent2="accent2" accent3="accent3" accent4="accent4" accent5="accent5" accent6="accent6" hlink="hlink" folHlink="folHlink"/>
  <p:sldLayoutIdLst>
    <p:sldLayoutId id="2147483830" r:id="rId1"/>
    <p:sldLayoutId id="2147483831" r:id="rId2"/>
    <p:sldLayoutId id="2147483832" r:id="rId3"/>
    <p:sldLayoutId id="2147483833" r:id="rId4"/>
    <p:sldLayoutId id="2147483834" r:id="rId5"/>
    <p:sldLayoutId id="2147483835" r:id="rId6"/>
    <p:sldLayoutId id="2147483836" r:id="rId7"/>
    <p:sldLayoutId id="2147483837" r:id="rId8"/>
    <p:sldLayoutId id="2147483838" r:id="rId9"/>
    <p:sldLayoutId id="2147483839" r:id="rId10"/>
    <p:sldLayoutId id="2147483840" r:id="rId11"/>
    <p:sldLayoutId id="2147483841" r:id="rId12"/>
  </p:sldLayoutIdLst>
  <p:txStyles>
    <p:titleStyle>
      <a:lvl1pPr algn="l" rtl="0" eaLnBrk="1" fontAlgn="base" hangingPunct="1">
        <a:lnSpc>
          <a:spcPct val="85000"/>
        </a:lnSpc>
        <a:spcBef>
          <a:spcPct val="0"/>
        </a:spcBef>
        <a:spcAft>
          <a:spcPct val="0"/>
        </a:spcAft>
        <a:buClr>
          <a:srgbClr val="DC0081"/>
        </a:buClr>
        <a:buFont typeface="Wingdings" pitchFamily="2" charset="2"/>
        <a:defRPr sz="2800">
          <a:solidFill>
            <a:schemeClr val="bg1"/>
          </a:solidFill>
          <a:latin typeface="Segoe UI" pitchFamily="34" charset="0"/>
          <a:ea typeface="Segoe UI" pitchFamily="34" charset="0"/>
          <a:cs typeface="Segoe UI" pitchFamily="34" charset="0"/>
        </a:defRPr>
      </a:lvl1pPr>
      <a:lvl2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2pPr>
      <a:lvl3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3pPr>
      <a:lvl4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4pPr>
      <a:lvl5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5pPr>
      <a:lvl6pPr marL="4572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6pPr>
      <a:lvl7pPr marL="9144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7pPr>
      <a:lvl8pPr marL="13716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8pPr>
      <a:lvl9pPr marL="18288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9pPr>
    </p:titleStyle>
    <p:bodyStyle>
      <a:lvl1pPr marL="174625" indent="-174625" algn="l" rtl="0" eaLnBrk="1" fontAlgn="base" hangingPunct="1">
        <a:lnSpc>
          <a:spcPct val="100000"/>
        </a:lnSpc>
        <a:spcBef>
          <a:spcPts val="600"/>
        </a:spcBef>
        <a:spcAft>
          <a:spcPct val="0"/>
        </a:spcAft>
        <a:buClr>
          <a:srgbClr val="0070C0"/>
        </a:buClr>
        <a:buSzPct val="90000"/>
        <a:buFont typeface="Arial" pitchFamily="34" charset="0"/>
        <a:buChar char="•"/>
        <a:defRPr sz="2800">
          <a:solidFill>
            <a:schemeClr val="tx1"/>
          </a:solidFill>
          <a:latin typeface="Segoe UI" pitchFamily="34" charset="0"/>
          <a:ea typeface="Segoe UI" pitchFamily="34" charset="0"/>
          <a:cs typeface="Segoe UI" pitchFamily="34" charset="0"/>
        </a:defRPr>
      </a:lvl1pPr>
      <a:lvl2pPr marL="458788" indent="-169863" algn="l" rtl="0" eaLnBrk="1" fontAlgn="base" hangingPunct="1">
        <a:lnSpc>
          <a:spcPct val="100000"/>
        </a:lnSpc>
        <a:spcBef>
          <a:spcPts val="600"/>
        </a:spcBef>
        <a:spcAft>
          <a:spcPct val="0"/>
        </a:spcAft>
        <a:buClr>
          <a:srgbClr val="0070C0"/>
        </a:buClr>
        <a:buSzPct val="80000"/>
        <a:buFont typeface="Arial" pitchFamily="34" charset="0"/>
        <a:buChar char="•"/>
        <a:defRPr sz="2400">
          <a:solidFill>
            <a:schemeClr val="tx1"/>
          </a:solidFill>
          <a:latin typeface="Segoe UI" pitchFamily="34" charset="0"/>
          <a:ea typeface="Segoe UI" pitchFamily="34" charset="0"/>
          <a:cs typeface="Segoe UI" pitchFamily="34" charset="0"/>
        </a:defRPr>
      </a:lvl2pPr>
      <a:lvl3pPr marL="854075" indent="-173038" algn="l" rtl="0" eaLnBrk="1" fontAlgn="base" hangingPunct="1">
        <a:lnSpc>
          <a:spcPct val="100000"/>
        </a:lnSpc>
        <a:spcBef>
          <a:spcPts val="600"/>
        </a:spcBef>
        <a:spcAft>
          <a:spcPct val="0"/>
        </a:spcAft>
        <a:buClr>
          <a:srgbClr val="0070C0"/>
        </a:buClr>
        <a:buSzPct val="80000"/>
        <a:buFont typeface="Arial" pitchFamily="34" charset="0"/>
        <a:buChar char="•"/>
        <a:defRPr sz="2000">
          <a:solidFill>
            <a:schemeClr val="tx1"/>
          </a:solidFill>
          <a:latin typeface="Segoe UI" pitchFamily="34" charset="0"/>
          <a:ea typeface="Segoe UI" pitchFamily="34" charset="0"/>
          <a:cs typeface="Segoe UI" pitchFamily="34" charset="0"/>
        </a:defRPr>
      </a:lvl3pPr>
      <a:lvl4pPr marL="1254125" indent="-165100"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4pPr>
      <a:lvl5pPr marL="1544638" indent="-168275"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5pPr>
      <a:lvl6pPr marL="20018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6pPr>
      <a:lvl7pPr marL="24590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7pPr>
      <a:lvl8pPr marL="29162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8pPr>
      <a:lvl9pPr marL="33734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5.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0" y="0"/>
            <a:ext cx="9144000" cy="704088"/>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25001" name="Rectangle 9"/>
          <p:cNvSpPr>
            <a:spLocks noChangeArrowheads="1"/>
          </p:cNvSpPr>
          <p:nvPr/>
        </p:nvSpPr>
        <p:spPr bwMode="auto">
          <a:xfrm>
            <a:off x="4763" y="731838"/>
            <a:ext cx="9136062" cy="6111875"/>
          </a:xfrm>
          <a:prstGeom prst="rect">
            <a:avLst/>
          </a:prstGeom>
          <a:noFill/>
          <a:ln w="28575" algn="ctr">
            <a:noFill/>
            <a:miter lim="800000"/>
            <a:headEnd/>
            <a:tailEnd/>
          </a:ln>
          <a:effectLst/>
        </p:spPr>
        <p:txBody>
          <a:bodyPr wrap="none" anchor="ctr"/>
          <a:lstStyle/>
          <a:p>
            <a:pPr algn="ctr" eaLnBrk="0" hangingPunct="0">
              <a:defRPr/>
            </a:pPr>
            <a:endParaRPr lang="en-US">
              <a:cs typeface="+mn-cs"/>
            </a:endParaRPr>
          </a:p>
        </p:txBody>
      </p:sp>
      <p:sp>
        <p:nvSpPr>
          <p:cNvPr id="1029" name="Rectangle 4"/>
          <p:cNvSpPr>
            <a:spLocks noGrp="1" noChangeArrowheads="1"/>
          </p:cNvSpPr>
          <p:nvPr>
            <p:ph type="title"/>
          </p:nvPr>
        </p:nvSpPr>
        <p:spPr bwMode="auto">
          <a:xfrm>
            <a:off x="460375" y="-2"/>
            <a:ext cx="7773988" cy="740664"/>
          </a:xfrm>
          <a:prstGeom prst="rect">
            <a:avLst/>
          </a:prstGeom>
          <a:noFill/>
          <a:ln w="9525">
            <a:noFill/>
            <a:miter lim="800000"/>
            <a:headEnd/>
            <a:tailEnd/>
          </a:ln>
        </p:spPr>
        <p:txBody>
          <a:bodyPr vert="horz" wrap="square" lIns="0" tIns="45720" rIns="91440" bIns="45720" numCol="1" anchor="ctr" anchorCtr="0" compatLnSpc="1">
            <a:prstTxWarp prst="textNoShape">
              <a:avLst/>
            </a:prstTxWarp>
          </a:bodyPr>
          <a:lstStyle/>
          <a:p>
            <a:pPr lvl="0"/>
            <a:r>
              <a:rPr lang="en-US" dirty="0"/>
              <a:t>Slide Title</a:t>
            </a:r>
          </a:p>
        </p:txBody>
      </p:sp>
      <p:sp>
        <p:nvSpPr>
          <p:cNvPr id="1030" name="Rectangle 5"/>
          <p:cNvSpPr>
            <a:spLocks noGrp="1" noChangeArrowheads="1"/>
          </p:cNvSpPr>
          <p:nvPr>
            <p:ph type="body" idx="1"/>
          </p:nvPr>
        </p:nvSpPr>
        <p:spPr bwMode="auto">
          <a:xfrm>
            <a:off x="458788" y="1021215"/>
            <a:ext cx="8119156" cy="5147356"/>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lvl="0"/>
            <a:r>
              <a:rPr lang="en-US" dirty="0"/>
              <a:t>Body Text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283213827"/>
      </p:ext>
    </p:extLst>
  </p:cSld>
  <p:clrMap bg1="lt1" tx1="dk1" bg2="lt2" tx2="dk2" accent1="accent1" accent2="accent2" accent3="accent3" accent4="accent4" accent5="accent5" accent6="accent6" hlink="hlink" folHlink="folHlink"/>
  <p:sldLayoutIdLst>
    <p:sldLayoutId id="2147483843" r:id="rId1"/>
    <p:sldLayoutId id="2147483844" r:id="rId2"/>
    <p:sldLayoutId id="2147483845" r:id="rId3"/>
    <p:sldLayoutId id="2147483846" r:id="rId4"/>
    <p:sldLayoutId id="2147483847" r:id="rId5"/>
    <p:sldLayoutId id="2147483848" r:id="rId6"/>
    <p:sldLayoutId id="2147483849" r:id="rId7"/>
    <p:sldLayoutId id="2147483850" r:id="rId8"/>
    <p:sldLayoutId id="2147483851" r:id="rId9"/>
    <p:sldLayoutId id="2147483852" r:id="rId10"/>
    <p:sldLayoutId id="2147483853" r:id="rId11"/>
    <p:sldLayoutId id="2147483854" r:id="rId12"/>
  </p:sldLayoutIdLst>
  <p:txStyles>
    <p:titleStyle>
      <a:lvl1pPr algn="l" rtl="0" eaLnBrk="1" fontAlgn="base" hangingPunct="1">
        <a:lnSpc>
          <a:spcPct val="85000"/>
        </a:lnSpc>
        <a:spcBef>
          <a:spcPct val="0"/>
        </a:spcBef>
        <a:spcAft>
          <a:spcPct val="0"/>
        </a:spcAft>
        <a:buClr>
          <a:srgbClr val="DC0081"/>
        </a:buClr>
        <a:buFont typeface="Wingdings" pitchFamily="2" charset="2"/>
        <a:defRPr sz="2800">
          <a:solidFill>
            <a:schemeClr val="bg1"/>
          </a:solidFill>
          <a:latin typeface="Segoe UI" pitchFamily="34" charset="0"/>
          <a:ea typeface="Segoe UI" pitchFamily="34" charset="0"/>
          <a:cs typeface="Segoe UI" pitchFamily="34" charset="0"/>
        </a:defRPr>
      </a:lvl1pPr>
      <a:lvl2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2pPr>
      <a:lvl3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3pPr>
      <a:lvl4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4pPr>
      <a:lvl5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5pPr>
      <a:lvl6pPr marL="4572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6pPr>
      <a:lvl7pPr marL="9144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7pPr>
      <a:lvl8pPr marL="13716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8pPr>
      <a:lvl9pPr marL="18288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9pPr>
    </p:titleStyle>
    <p:bodyStyle>
      <a:lvl1pPr marL="174625" indent="-174625" algn="l" rtl="0" eaLnBrk="1" fontAlgn="base" hangingPunct="1">
        <a:lnSpc>
          <a:spcPct val="100000"/>
        </a:lnSpc>
        <a:spcBef>
          <a:spcPts val="600"/>
        </a:spcBef>
        <a:spcAft>
          <a:spcPct val="0"/>
        </a:spcAft>
        <a:buClr>
          <a:srgbClr val="0070C0"/>
        </a:buClr>
        <a:buSzPct val="90000"/>
        <a:buFont typeface="Arial" pitchFamily="34" charset="0"/>
        <a:buChar char="•"/>
        <a:defRPr sz="2800">
          <a:solidFill>
            <a:schemeClr val="tx1"/>
          </a:solidFill>
          <a:latin typeface="Segoe UI" pitchFamily="34" charset="0"/>
          <a:ea typeface="Segoe UI" pitchFamily="34" charset="0"/>
          <a:cs typeface="Segoe UI" pitchFamily="34" charset="0"/>
        </a:defRPr>
      </a:lvl1pPr>
      <a:lvl2pPr marL="458788" indent="-169863" algn="l" rtl="0" eaLnBrk="1" fontAlgn="base" hangingPunct="1">
        <a:lnSpc>
          <a:spcPct val="100000"/>
        </a:lnSpc>
        <a:spcBef>
          <a:spcPts val="600"/>
        </a:spcBef>
        <a:spcAft>
          <a:spcPct val="0"/>
        </a:spcAft>
        <a:buClr>
          <a:srgbClr val="0070C0"/>
        </a:buClr>
        <a:buSzPct val="80000"/>
        <a:buFont typeface="Arial" pitchFamily="34" charset="0"/>
        <a:buChar char="•"/>
        <a:defRPr sz="2400">
          <a:solidFill>
            <a:schemeClr val="tx1"/>
          </a:solidFill>
          <a:latin typeface="Segoe UI" pitchFamily="34" charset="0"/>
          <a:ea typeface="Segoe UI" pitchFamily="34" charset="0"/>
          <a:cs typeface="Segoe UI" pitchFamily="34" charset="0"/>
        </a:defRPr>
      </a:lvl2pPr>
      <a:lvl3pPr marL="854075" indent="-173038" algn="l" rtl="0" eaLnBrk="1" fontAlgn="base" hangingPunct="1">
        <a:lnSpc>
          <a:spcPct val="100000"/>
        </a:lnSpc>
        <a:spcBef>
          <a:spcPts val="600"/>
        </a:spcBef>
        <a:spcAft>
          <a:spcPct val="0"/>
        </a:spcAft>
        <a:buClr>
          <a:srgbClr val="0070C0"/>
        </a:buClr>
        <a:buSzPct val="80000"/>
        <a:buFont typeface="Arial" pitchFamily="34" charset="0"/>
        <a:buChar char="•"/>
        <a:defRPr sz="2000">
          <a:solidFill>
            <a:schemeClr val="tx1"/>
          </a:solidFill>
          <a:latin typeface="Segoe UI" pitchFamily="34" charset="0"/>
          <a:ea typeface="Segoe UI" pitchFamily="34" charset="0"/>
          <a:cs typeface="Segoe UI" pitchFamily="34" charset="0"/>
        </a:defRPr>
      </a:lvl3pPr>
      <a:lvl4pPr marL="1254125" indent="-165100"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4pPr>
      <a:lvl5pPr marL="1544638" indent="-168275"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5pPr>
      <a:lvl6pPr marL="20018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6pPr>
      <a:lvl7pPr marL="24590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7pPr>
      <a:lvl8pPr marL="29162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8pPr>
      <a:lvl9pPr marL="33734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6.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0" y="0"/>
            <a:ext cx="9144000" cy="704088"/>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25001" name="Rectangle 9"/>
          <p:cNvSpPr>
            <a:spLocks noChangeArrowheads="1"/>
          </p:cNvSpPr>
          <p:nvPr/>
        </p:nvSpPr>
        <p:spPr bwMode="auto">
          <a:xfrm>
            <a:off x="4763" y="731838"/>
            <a:ext cx="9136062" cy="6111875"/>
          </a:xfrm>
          <a:prstGeom prst="rect">
            <a:avLst/>
          </a:prstGeom>
          <a:noFill/>
          <a:ln w="28575" algn="ctr">
            <a:noFill/>
            <a:miter lim="800000"/>
            <a:headEnd/>
            <a:tailEnd/>
          </a:ln>
          <a:effectLst/>
        </p:spPr>
        <p:txBody>
          <a:bodyPr wrap="none" anchor="ctr"/>
          <a:lstStyle/>
          <a:p>
            <a:pPr algn="ctr" eaLnBrk="0" hangingPunct="0">
              <a:defRPr/>
            </a:pPr>
            <a:endParaRPr lang="en-US">
              <a:cs typeface="+mn-cs"/>
            </a:endParaRPr>
          </a:p>
        </p:txBody>
      </p:sp>
      <p:sp>
        <p:nvSpPr>
          <p:cNvPr id="1029" name="Rectangle 4"/>
          <p:cNvSpPr>
            <a:spLocks noGrp="1" noChangeArrowheads="1"/>
          </p:cNvSpPr>
          <p:nvPr>
            <p:ph type="title"/>
          </p:nvPr>
        </p:nvSpPr>
        <p:spPr bwMode="auto">
          <a:xfrm>
            <a:off x="460375" y="-2"/>
            <a:ext cx="7773988" cy="740664"/>
          </a:xfrm>
          <a:prstGeom prst="rect">
            <a:avLst/>
          </a:prstGeom>
          <a:noFill/>
          <a:ln w="9525">
            <a:noFill/>
            <a:miter lim="800000"/>
            <a:headEnd/>
            <a:tailEnd/>
          </a:ln>
        </p:spPr>
        <p:txBody>
          <a:bodyPr vert="horz" wrap="square" lIns="0" tIns="45720" rIns="91440" bIns="45720" numCol="1" anchor="ctr" anchorCtr="0" compatLnSpc="1">
            <a:prstTxWarp prst="textNoShape">
              <a:avLst/>
            </a:prstTxWarp>
          </a:bodyPr>
          <a:lstStyle/>
          <a:p>
            <a:pPr lvl="0"/>
            <a:r>
              <a:rPr lang="en-US" dirty="0"/>
              <a:t>Slide Title</a:t>
            </a:r>
          </a:p>
        </p:txBody>
      </p:sp>
      <p:sp>
        <p:nvSpPr>
          <p:cNvPr id="1030" name="Rectangle 5"/>
          <p:cNvSpPr>
            <a:spLocks noGrp="1" noChangeArrowheads="1"/>
          </p:cNvSpPr>
          <p:nvPr>
            <p:ph type="body" idx="1"/>
          </p:nvPr>
        </p:nvSpPr>
        <p:spPr bwMode="auto">
          <a:xfrm>
            <a:off x="458788" y="1021215"/>
            <a:ext cx="8119156" cy="5147356"/>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lvl="0"/>
            <a:r>
              <a:rPr lang="en-US" dirty="0"/>
              <a:t>Body Text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065720219"/>
      </p:ext>
    </p:extLst>
  </p:cSld>
  <p:clrMap bg1="lt1" tx1="dk1" bg2="lt2" tx2="dk2" accent1="accent1" accent2="accent2" accent3="accent3" accent4="accent4" accent5="accent5" accent6="accent6" hlink="hlink" folHlink="folHlink"/>
  <p:sldLayoutIdLst>
    <p:sldLayoutId id="2147483856" r:id="rId1"/>
    <p:sldLayoutId id="2147483857" r:id="rId2"/>
    <p:sldLayoutId id="2147483858" r:id="rId3"/>
    <p:sldLayoutId id="2147483859" r:id="rId4"/>
    <p:sldLayoutId id="2147483860" r:id="rId5"/>
    <p:sldLayoutId id="2147483861" r:id="rId6"/>
    <p:sldLayoutId id="2147483862" r:id="rId7"/>
    <p:sldLayoutId id="2147483863" r:id="rId8"/>
    <p:sldLayoutId id="2147483864" r:id="rId9"/>
    <p:sldLayoutId id="2147483865" r:id="rId10"/>
    <p:sldLayoutId id="2147483866" r:id="rId11"/>
    <p:sldLayoutId id="2147483867" r:id="rId12"/>
  </p:sldLayoutIdLst>
  <p:txStyles>
    <p:titleStyle>
      <a:lvl1pPr algn="l" rtl="0" eaLnBrk="1" fontAlgn="base" hangingPunct="1">
        <a:lnSpc>
          <a:spcPct val="85000"/>
        </a:lnSpc>
        <a:spcBef>
          <a:spcPct val="0"/>
        </a:spcBef>
        <a:spcAft>
          <a:spcPct val="0"/>
        </a:spcAft>
        <a:buClr>
          <a:srgbClr val="DC0081"/>
        </a:buClr>
        <a:buFont typeface="Wingdings" pitchFamily="2" charset="2"/>
        <a:defRPr sz="2800">
          <a:solidFill>
            <a:schemeClr val="bg1"/>
          </a:solidFill>
          <a:latin typeface="Segoe UI" pitchFamily="34" charset="0"/>
          <a:ea typeface="Segoe UI" pitchFamily="34" charset="0"/>
          <a:cs typeface="Segoe UI" pitchFamily="34" charset="0"/>
        </a:defRPr>
      </a:lvl1pPr>
      <a:lvl2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2pPr>
      <a:lvl3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3pPr>
      <a:lvl4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4pPr>
      <a:lvl5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5pPr>
      <a:lvl6pPr marL="4572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6pPr>
      <a:lvl7pPr marL="9144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7pPr>
      <a:lvl8pPr marL="13716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8pPr>
      <a:lvl9pPr marL="18288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9pPr>
    </p:titleStyle>
    <p:bodyStyle>
      <a:lvl1pPr marL="174625" indent="-174625" algn="l" rtl="0" eaLnBrk="1" fontAlgn="base" hangingPunct="1">
        <a:lnSpc>
          <a:spcPct val="100000"/>
        </a:lnSpc>
        <a:spcBef>
          <a:spcPts val="600"/>
        </a:spcBef>
        <a:spcAft>
          <a:spcPct val="0"/>
        </a:spcAft>
        <a:buClr>
          <a:srgbClr val="0070C0"/>
        </a:buClr>
        <a:buSzPct val="90000"/>
        <a:buFont typeface="Arial" pitchFamily="34" charset="0"/>
        <a:buChar char="•"/>
        <a:defRPr sz="2800">
          <a:solidFill>
            <a:schemeClr val="tx1"/>
          </a:solidFill>
          <a:latin typeface="Segoe UI" pitchFamily="34" charset="0"/>
          <a:ea typeface="Segoe UI" pitchFamily="34" charset="0"/>
          <a:cs typeface="Segoe UI" pitchFamily="34" charset="0"/>
        </a:defRPr>
      </a:lvl1pPr>
      <a:lvl2pPr marL="458788" indent="-169863" algn="l" rtl="0" eaLnBrk="1" fontAlgn="base" hangingPunct="1">
        <a:lnSpc>
          <a:spcPct val="100000"/>
        </a:lnSpc>
        <a:spcBef>
          <a:spcPts val="600"/>
        </a:spcBef>
        <a:spcAft>
          <a:spcPct val="0"/>
        </a:spcAft>
        <a:buClr>
          <a:srgbClr val="0070C0"/>
        </a:buClr>
        <a:buSzPct val="80000"/>
        <a:buFont typeface="Arial" pitchFamily="34" charset="0"/>
        <a:buChar char="•"/>
        <a:defRPr sz="2400">
          <a:solidFill>
            <a:schemeClr val="tx1"/>
          </a:solidFill>
          <a:latin typeface="Segoe UI" pitchFamily="34" charset="0"/>
          <a:ea typeface="Segoe UI" pitchFamily="34" charset="0"/>
          <a:cs typeface="Segoe UI" pitchFamily="34" charset="0"/>
        </a:defRPr>
      </a:lvl2pPr>
      <a:lvl3pPr marL="854075" indent="-173038" algn="l" rtl="0" eaLnBrk="1" fontAlgn="base" hangingPunct="1">
        <a:lnSpc>
          <a:spcPct val="100000"/>
        </a:lnSpc>
        <a:spcBef>
          <a:spcPts val="600"/>
        </a:spcBef>
        <a:spcAft>
          <a:spcPct val="0"/>
        </a:spcAft>
        <a:buClr>
          <a:srgbClr val="0070C0"/>
        </a:buClr>
        <a:buSzPct val="80000"/>
        <a:buFont typeface="Arial" pitchFamily="34" charset="0"/>
        <a:buChar char="•"/>
        <a:defRPr sz="2000">
          <a:solidFill>
            <a:schemeClr val="tx1"/>
          </a:solidFill>
          <a:latin typeface="Segoe UI" pitchFamily="34" charset="0"/>
          <a:ea typeface="Segoe UI" pitchFamily="34" charset="0"/>
          <a:cs typeface="Segoe UI" pitchFamily="34" charset="0"/>
        </a:defRPr>
      </a:lvl3pPr>
      <a:lvl4pPr marL="1254125" indent="-165100"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4pPr>
      <a:lvl5pPr marL="1544638" indent="-168275"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5pPr>
      <a:lvl6pPr marL="20018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6pPr>
      <a:lvl7pPr marL="24590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7pPr>
      <a:lvl8pPr marL="29162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8pPr>
      <a:lvl9pPr marL="33734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7.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0" y="0"/>
            <a:ext cx="9144000" cy="704088"/>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25001" name="Rectangle 9"/>
          <p:cNvSpPr>
            <a:spLocks noChangeArrowheads="1"/>
          </p:cNvSpPr>
          <p:nvPr/>
        </p:nvSpPr>
        <p:spPr bwMode="auto">
          <a:xfrm>
            <a:off x="4763" y="731838"/>
            <a:ext cx="9136062" cy="6111875"/>
          </a:xfrm>
          <a:prstGeom prst="rect">
            <a:avLst/>
          </a:prstGeom>
          <a:noFill/>
          <a:ln w="28575" algn="ctr">
            <a:noFill/>
            <a:miter lim="800000"/>
            <a:headEnd/>
            <a:tailEnd/>
          </a:ln>
          <a:effectLst/>
        </p:spPr>
        <p:txBody>
          <a:bodyPr wrap="none" anchor="ctr"/>
          <a:lstStyle/>
          <a:p>
            <a:pPr algn="ctr" eaLnBrk="0" hangingPunct="0">
              <a:defRPr/>
            </a:pPr>
            <a:endParaRPr lang="en-US">
              <a:cs typeface="+mn-cs"/>
            </a:endParaRPr>
          </a:p>
        </p:txBody>
      </p:sp>
      <p:sp>
        <p:nvSpPr>
          <p:cNvPr id="1029" name="Rectangle 4"/>
          <p:cNvSpPr>
            <a:spLocks noGrp="1" noChangeArrowheads="1"/>
          </p:cNvSpPr>
          <p:nvPr>
            <p:ph type="title"/>
          </p:nvPr>
        </p:nvSpPr>
        <p:spPr bwMode="auto">
          <a:xfrm>
            <a:off x="460375" y="-2"/>
            <a:ext cx="7773988" cy="740664"/>
          </a:xfrm>
          <a:prstGeom prst="rect">
            <a:avLst/>
          </a:prstGeom>
          <a:noFill/>
          <a:ln w="9525">
            <a:noFill/>
            <a:miter lim="800000"/>
            <a:headEnd/>
            <a:tailEnd/>
          </a:ln>
        </p:spPr>
        <p:txBody>
          <a:bodyPr vert="horz" wrap="square" lIns="0" tIns="45720" rIns="91440" bIns="45720" numCol="1" anchor="ctr" anchorCtr="0" compatLnSpc="1">
            <a:prstTxWarp prst="textNoShape">
              <a:avLst/>
            </a:prstTxWarp>
          </a:bodyPr>
          <a:lstStyle/>
          <a:p>
            <a:pPr lvl="0"/>
            <a:r>
              <a:rPr lang="en-US" dirty="0"/>
              <a:t>Slide Title</a:t>
            </a:r>
          </a:p>
        </p:txBody>
      </p:sp>
      <p:sp>
        <p:nvSpPr>
          <p:cNvPr id="1030" name="Rectangle 5"/>
          <p:cNvSpPr>
            <a:spLocks noGrp="1" noChangeArrowheads="1"/>
          </p:cNvSpPr>
          <p:nvPr>
            <p:ph type="body" idx="1"/>
          </p:nvPr>
        </p:nvSpPr>
        <p:spPr bwMode="auto">
          <a:xfrm>
            <a:off x="458788" y="1021215"/>
            <a:ext cx="8119156" cy="5147356"/>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lvl="0"/>
            <a:r>
              <a:rPr lang="en-US" dirty="0"/>
              <a:t>Body Text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517112581"/>
      </p:ext>
    </p:extLst>
  </p:cSld>
  <p:clrMap bg1="lt1" tx1="dk1" bg2="lt2" tx2="dk2" accent1="accent1" accent2="accent2" accent3="accent3" accent4="accent4" accent5="accent5" accent6="accent6" hlink="hlink" folHlink="folHlink"/>
  <p:sldLayoutIdLst>
    <p:sldLayoutId id="2147483869" r:id="rId1"/>
    <p:sldLayoutId id="2147483870" r:id="rId2"/>
    <p:sldLayoutId id="2147483871" r:id="rId3"/>
    <p:sldLayoutId id="2147483872" r:id="rId4"/>
    <p:sldLayoutId id="2147483873" r:id="rId5"/>
    <p:sldLayoutId id="2147483874" r:id="rId6"/>
    <p:sldLayoutId id="2147483875" r:id="rId7"/>
    <p:sldLayoutId id="2147483876" r:id="rId8"/>
    <p:sldLayoutId id="2147483877" r:id="rId9"/>
    <p:sldLayoutId id="2147483878" r:id="rId10"/>
    <p:sldLayoutId id="2147483879" r:id="rId11"/>
    <p:sldLayoutId id="2147483880" r:id="rId12"/>
  </p:sldLayoutIdLst>
  <p:txStyles>
    <p:titleStyle>
      <a:lvl1pPr algn="l" rtl="0" eaLnBrk="1" fontAlgn="base" hangingPunct="1">
        <a:lnSpc>
          <a:spcPct val="85000"/>
        </a:lnSpc>
        <a:spcBef>
          <a:spcPct val="0"/>
        </a:spcBef>
        <a:spcAft>
          <a:spcPct val="0"/>
        </a:spcAft>
        <a:buClr>
          <a:srgbClr val="DC0081"/>
        </a:buClr>
        <a:buFont typeface="Wingdings" pitchFamily="2" charset="2"/>
        <a:defRPr sz="2800">
          <a:solidFill>
            <a:schemeClr val="bg1"/>
          </a:solidFill>
          <a:latin typeface="Segoe UI" pitchFamily="34" charset="0"/>
          <a:ea typeface="Segoe UI" pitchFamily="34" charset="0"/>
          <a:cs typeface="Segoe UI" pitchFamily="34" charset="0"/>
        </a:defRPr>
      </a:lvl1pPr>
      <a:lvl2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2pPr>
      <a:lvl3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3pPr>
      <a:lvl4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4pPr>
      <a:lvl5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5pPr>
      <a:lvl6pPr marL="4572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6pPr>
      <a:lvl7pPr marL="9144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7pPr>
      <a:lvl8pPr marL="13716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8pPr>
      <a:lvl9pPr marL="18288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9pPr>
    </p:titleStyle>
    <p:bodyStyle>
      <a:lvl1pPr marL="174625" indent="-174625" algn="l" rtl="0" eaLnBrk="1" fontAlgn="base" hangingPunct="1">
        <a:lnSpc>
          <a:spcPct val="100000"/>
        </a:lnSpc>
        <a:spcBef>
          <a:spcPts val="600"/>
        </a:spcBef>
        <a:spcAft>
          <a:spcPct val="0"/>
        </a:spcAft>
        <a:buClr>
          <a:srgbClr val="0070C0"/>
        </a:buClr>
        <a:buSzPct val="90000"/>
        <a:buFont typeface="Arial" pitchFamily="34" charset="0"/>
        <a:buChar char="•"/>
        <a:defRPr sz="2800">
          <a:solidFill>
            <a:schemeClr val="tx1"/>
          </a:solidFill>
          <a:latin typeface="Segoe UI" pitchFamily="34" charset="0"/>
          <a:ea typeface="Segoe UI" pitchFamily="34" charset="0"/>
          <a:cs typeface="Segoe UI" pitchFamily="34" charset="0"/>
        </a:defRPr>
      </a:lvl1pPr>
      <a:lvl2pPr marL="458788" indent="-169863" algn="l" rtl="0" eaLnBrk="1" fontAlgn="base" hangingPunct="1">
        <a:lnSpc>
          <a:spcPct val="100000"/>
        </a:lnSpc>
        <a:spcBef>
          <a:spcPts val="600"/>
        </a:spcBef>
        <a:spcAft>
          <a:spcPct val="0"/>
        </a:spcAft>
        <a:buClr>
          <a:srgbClr val="0070C0"/>
        </a:buClr>
        <a:buSzPct val="80000"/>
        <a:buFont typeface="Arial" pitchFamily="34" charset="0"/>
        <a:buChar char="•"/>
        <a:defRPr sz="2400">
          <a:solidFill>
            <a:schemeClr val="tx1"/>
          </a:solidFill>
          <a:latin typeface="Segoe UI" pitchFamily="34" charset="0"/>
          <a:ea typeface="Segoe UI" pitchFamily="34" charset="0"/>
          <a:cs typeface="Segoe UI" pitchFamily="34" charset="0"/>
        </a:defRPr>
      </a:lvl2pPr>
      <a:lvl3pPr marL="854075" indent="-173038" algn="l" rtl="0" eaLnBrk="1" fontAlgn="base" hangingPunct="1">
        <a:lnSpc>
          <a:spcPct val="100000"/>
        </a:lnSpc>
        <a:spcBef>
          <a:spcPts val="600"/>
        </a:spcBef>
        <a:spcAft>
          <a:spcPct val="0"/>
        </a:spcAft>
        <a:buClr>
          <a:srgbClr val="0070C0"/>
        </a:buClr>
        <a:buSzPct val="80000"/>
        <a:buFont typeface="Arial" pitchFamily="34" charset="0"/>
        <a:buChar char="•"/>
        <a:defRPr sz="2000">
          <a:solidFill>
            <a:schemeClr val="tx1"/>
          </a:solidFill>
          <a:latin typeface="Segoe UI" pitchFamily="34" charset="0"/>
          <a:ea typeface="Segoe UI" pitchFamily="34" charset="0"/>
          <a:cs typeface="Segoe UI" pitchFamily="34" charset="0"/>
        </a:defRPr>
      </a:lvl3pPr>
      <a:lvl4pPr marL="1254125" indent="-165100"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4pPr>
      <a:lvl5pPr marL="1544638" indent="-168275"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5pPr>
      <a:lvl6pPr marL="20018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6pPr>
      <a:lvl7pPr marL="24590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7pPr>
      <a:lvl8pPr marL="29162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8pPr>
      <a:lvl9pPr marL="33734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8.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0" y="0"/>
            <a:ext cx="9144000" cy="704088"/>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25001" name="Rectangle 9"/>
          <p:cNvSpPr>
            <a:spLocks noChangeArrowheads="1"/>
          </p:cNvSpPr>
          <p:nvPr/>
        </p:nvSpPr>
        <p:spPr bwMode="auto">
          <a:xfrm>
            <a:off x="4763" y="731838"/>
            <a:ext cx="9136062" cy="6111875"/>
          </a:xfrm>
          <a:prstGeom prst="rect">
            <a:avLst/>
          </a:prstGeom>
          <a:noFill/>
          <a:ln w="28575" algn="ctr">
            <a:noFill/>
            <a:miter lim="800000"/>
            <a:headEnd/>
            <a:tailEnd/>
          </a:ln>
          <a:effectLst/>
        </p:spPr>
        <p:txBody>
          <a:bodyPr wrap="none" anchor="ctr"/>
          <a:lstStyle/>
          <a:p>
            <a:pPr algn="ctr" eaLnBrk="0" hangingPunct="0">
              <a:defRPr/>
            </a:pPr>
            <a:endParaRPr lang="en-US">
              <a:cs typeface="+mn-cs"/>
            </a:endParaRPr>
          </a:p>
        </p:txBody>
      </p:sp>
      <p:sp>
        <p:nvSpPr>
          <p:cNvPr id="1029" name="Rectangle 4"/>
          <p:cNvSpPr>
            <a:spLocks noGrp="1" noChangeArrowheads="1"/>
          </p:cNvSpPr>
          <p:nvPr>
            <p:ph type="title"/>
          </p:nvPr>
        </p:nvSpPr>
        <p:spPr bwMode="auto">
          <a:xfrm>
            <a:off x="460375" y="-2"/>
            <a:ext cx="7773988" cy="740664"/>
          </a:xfrm>
          <a:prstGeom prst="rect">
            <a:avLst/>
          </a:prstGeom>
          <a:noFill/>
          <a:ln w="9525">
            <a:noFill/>
            <a:miter lim="800000"/>
            <a:headEnd/>
            <a:tailEnd/>
          </a:ln>
        </p:spPr>
        <p:txBody>
          <a:bodyPr vert="horz" wrap="square" lIns="0" tIns="45720" rIns="91440" bIns="45720" numCol="1" anchor="ctr" anchorCtr="0" compatLnSpc="1">
            <a:prstTxWarp prst="textNoShape">
              <a:avLst/>
            </a:prstTxWarp>
          </a:bodyPr>
          <a:lstStyle/>
          <a:p>
            <a:pPr lvl="0"/>
            <a:r>
              <a:rPr lang="en-US" dirty="0"/>
              <a:t>Slide Title</a:t>
            </a:r>
          </a:p>
        </p:txBody>
      </p:sp>
      <p:sp>
        <p:nvSpPr>
          <p:cNvPr id="1030" name="Rectangle 5"/>
          <p:cNvSpPr>
            <a:spLocks noGrp="1" noChangeArrowheads="1"/>
          </p:cNvSpPr>
          <p:nvPr>
            <p:ph type="body" idx="1"/>
          </p:nvPr>
        </p:nvSpPr>
        <p:spPr bwMode="auto">
          <a:xfrm>
            <a:off x="458788" y="1021215"/>
            <a:ext cx="8119156" cy="5147356"/>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lvl="0"/>
            <a:r>
              <a:rPr lang="en-US" dirty="0"/>
              <a:t>Body Text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509322786"/>
      </p:ext>
    </p:extLst>
  </p:cSld>
  <p:clrMap bg1="lt1" tx1="dk1" bg2="lt2" tx2="dk2" accent1="accent1" accent2="accent2" accent3="accent3" accent4="accent4" accent5="accent5" accent6="accent6" hlink="hlink" folHlink="folHlink"/>
  <p:sldLayoutIdLst>
    <p:sldLayoutId id="2147483882" r:id="rId1"/>
    <p:sldLayoutId id="2147483883" r:id="rId2"/>
    <p:sldLayoutId id="2147483884" r:id="rId3"/>
    <p:sldLayoutId id="2147483885" r:id="rId4"/>
    <p:sldLayoutId id="2147483886" r:id="rId5"/>
    <p:sldLayoutId id="2147483887" r:id="rId6"/>
    <p:sldLayoutId id="2147483888" r:id="rId7"/>
    <p:sldLayoutId id="2147483889" r:id="rId8"/>
    <p:sldLayoutId id="2147483890" r:id="rId9"/>
    <p:sldLayoutId id="2147483891" r:id="rId10"/>
    <p:sldLayoutId id="2147483892" r:id="rId11"/>
    <p:sldLayoutId id="2147483893" r:id="rId12"/>
  </p:sldLayoutIdLst>
  <p:txStyles>
    <p:titleStyle>
      <a:lvl1pPr algn="l" rtl="0" eaLnBrk="1" fontAlgn="base" hangingPunct="1">
        <a:lnSpc>
          <a:spcPct val="85000"/>
        </a:lnSpc>
        <a:spcBef>
          <a:spcPct val="0"/>
        </a:spcBef>
        <a:spcAft>
          <a:spcPct val="0"/>
        </a:spcAft>
        <a:buClr>
          <a:srgbClr val="DC0081"/>
        </a:buClr>
        <a:buFont typeface="Wingdings" pitchFamily="2" charset="2"/>
        <a:defRPr sz="2800">
          <a:solidFill>
            <a:schemeClr val="bg1"/>
          </a:solidFill>
          <a:latin typeface="Segoe UI" pitchFamily="34" charset="0"/>
          <a:ea typeface="Segoe UI" pitchFamily="34" charset="0"/>
          <a:cs typeface="Segoe UI" pitchFamily="34" charset="0"/>
        </a:defRPr>
      </a:lvl1pPr>
      <a:lvl2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2pPr>
      <a:lvl3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3pPr>
      <a:lvl4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4pPr>
      <a:lvl5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5pPr>
      <a:lvl6pPr marL="4572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6pPr>
      <a:lvl7pPr marL="9144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7pPr>
      <a:lvl8pPr marL="13716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8pPr>
      <a:lvl9pPr marL="18288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9pPr>
    </p:titleStyle>
    <p:bodyStyle>
      <a:lvl1pPr marL="174625" indent="-174625" algn="l" rtl="0" eaLnBrk="1" fontAlgn="base" hangingPunct="1">
        <a:lnSpc>
          <a:spcPct val="100000"/>
        </a:lnSpc>
        <a:spcBef>
          <a:spcPts val="600"/>
        </a:spcBef>
        <a:spcAft>
          <a:spcPct val="0"/>
        </a:spcAft>
        <a:buClr>
          <a:srgbClr val="0070C0"/>
        </a:buClr>
        <a:buSzPct val="90000"/>
        <a:buFont typeface="Arial" pitchFamily="34" charset="0"/>
        <a:buChar char="•"/>
        <a:defRPr sz="2800">
          <a:solidFill>
            <a:schemeClr val="tx1"/>
          </a:solidFill>
          <a:latin typeface="Segoe UI" pitchFamily="34" charset="0"/>
          <a:ea typeface="Segoe UI" pitchFamily="34" charset="0"/>
          <a:cs typeface="Segoe UI" pitchFamily="34" charset="0"/>
        </a:defRPr>
      </a:lvl1pPr>
      <a:lvl2pPr marL="458788" indent="-169863" algn="l" rtl="0" eaLnBrk="1" fontAlgn="base" hangingPunct="1">
        <a:lnSpc>
          <a:spcPct val="100000"/>
        </a:lnSpc>
        <a:spcBef>
          <a:spcPts val="600"/>
        </a:spcBef>
        <a:spcAft>
          <a:spcPct val="0"/>
        </a:spcAft>
        <a:buClr>
          <a:srgbClr val="0070C0"/>
        </a:buClr>
        <a:buSzPct val="80000"/>
        <a:buFont typeface="Arial" pitchFamily="34" charset="0"/>
        <a:buChar char="•"/>
        <a:defRPr sz="2400">
          <a:solidFill>
            <a:schemeClr val="tx1"/>
          </a:solidFill>
          <a:latin typeface="Segoe UI" pitchFamily="34" charset="0"/>
          <a:ea typeface="Segoe UI" pitchFamily="34" charset="0"/>
          <a:cs typeface="Segoe UI" pitchFamily="34" charset="0"/>
        </a:defRPr>
      </a:lvl2pPr>
      <a:lvl3pPr marL="854075" indent="-173038" algn="l" rtl="0" eaLnBrk="1" fontAlgn="base" hangingPunct="1">
        <a:lnSpc>
          <a:spcPct val="100000"/>
        </a:lnSpc>
        <a:spcBef>
          <a:spcPts val="600"/>
        </a:spcBef>
        <a:spcAft>
          <a:spcPct val="0"/>
        </a:spcAft>
        <a:buClr>
          <a:srgbClr val="0070C0"/>
        </a:buClr>
        <a:buSzPct val="80000"/>
        <a:buFont typeface="Arial" pitchFamily="34" charset="0"/>
        <a:buChar char="•"/>
        <a:defRPr sz="2000">
          <a:solidFill>
            <a:schemeClr val="tx1"/>
          </a:solidFill>
          <a:latin typeface="Segoe UI" pitchFamily="34" charset="0"/>
          <a:ea typeface="Segoe UI" pitchFamily="34" charset="0"/>
          <a:cs typeface="Segoe UI" pitchFamily="34" charset="0"/>
        </a:defRPr>
      </a:lvl3pPr>
      <a:lvl4pPr marL="1254125" indent="-165100"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4pPr>
      <a:lvl5pPr marL="1544638" indent="-168275"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5pPr>
      <a:lvl6pPr marL="20018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6pPr>
      <a:lvl7pPr marL="24590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7pPr>
      <a:lvl8pPr marL="29162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8pPr>
      <a:lvl9pPr marL="33734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9.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0" y="0"/>
            <a:ext cx="9144000" cy="704088"/>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25001" name="Rectangle 9"/>
          <p:cNvSpPr>
            <a:spLocks noChangeArrowheads="1"/>
          </p:cNvSpPr>
          <p:nvPr/>
        </p:nvSpPr>
        <p:spPr bwMode="auto">
          <a:xfrm>
            <a:off x="4763" y="731838"/>
            <a:ext cx="9136062" cy="6111875"/>
          </a:xfrm>
          <a:prstGeom prst="rect">
            <a:avLst/>
          </a:prstGeom>
          <a:noFill/>
          <a:ln w="28575" algn="ctr">
            <a:noFill/>
            <a:miter lim="800000"/>
            <a:headEnd/>
            <a:tailEnd/>
          </a:ln>
          <a:effectLst/>
        </p:spPr>
        <p:txBody>
          <a:bodyPr wrap="none" anchor="ctr"/>
          <a:lstStyle/>
          <a:p>
            <a:pPr algn="ctr" eaLnBrk="0" hangingPunct="0">
              <a:defRPr/>
            </a:pPr>
            <a:endParaRPr lang="en-US">
              <a:cs typeface="+mn-cs"/>
            </a:endParaRPr>
          </a:p>
        </p:txBody>
      </p:sp>
      <p:sp>
        <p:nvSpPr>
          <p:cNvPr id="1029" name="Rectangle 4"/>
          <p:cNvSpPr>
            <a:spLocks noGrp="1" noChangeArrowheads="1"/>
          </p:cNvSpPr>
          <p:nvPr>
            <p:ph type="title"/>
          </p:nvPr>
        </p:nvSpPr>
        <p:spPr bwMode="auto">
          <a:xfrm>
            <a:off x="460375" y="-2"/>
            <a:ext cx="7773988" cy="740664"/>
          </a:xfrm>
          <a:prstGeom prst="rect">
            <a:avLst/>
          </a:prstGeom>
          <a:noFill/>
          <a:ln w="9525">
            <a:noFill/>
            <a:miter lim="800000"/>
            <a:headEnd/>
            <a:tailEnd/>
          </a:ln>
        </p:spPr>
        <p:txBody>
          <a:bodyPr vert="horz" wrap="square" lIns="0" tIns="45720" rIns="91440" bIns="45720" numCol="1" anchor="ctr" anchorCtr="0" compatLnSpc="1">
            <a:prstTxWarp prst="textNoShape">
              <a:avLst/>
            </a:prstTxWarp>
          </a:bodyPr>
          <a:lstStyle/>
          <a:p>
            <a:pPr lvl="0"/>
            <a:r>
              <a:rPr lang="en-US" dirty="0"/>
              <a:t>Slide Title</a:t>
            </a:r>
          </a:p>
        </p:txBody>
      </p:sp>
      <p:sp>
        <p:nvSpPr>
          <p:cNvPr id="1030" name="Rectangle 5"/>
          <p:cNvSpPr>
            <a:spLocks noGrp="1" noChangeArrowheads="1"/>
          </p:cNvSpPr>
          <p:nvPr>
            <p:ph type="body" idx="1"/>
          </p:nvPr>
        </p:nvSpPr>
        <p:spPr bwMode="auto">
          <a:xfrm>
            <a:off x="458788" y="1021215"/>
            <a:ext cx="8119156" cy="5147356"/>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lvl="0"/>
            <a:r>
              <a:rPr lang="en-US" dirty="0"/>
              <a:t>Body Text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434254343"/>
      </p:ext>
    </p:extLst>
  </p:cSld>
  <p:clrMap bg1="lt1" tx1="dk1" bg2="lt2" tx2="dk2" accent1="accent1" accent2="accent2" accent3="accent3" accent4="accent4" accent5="accent5" accent6="accent6" hlink="hlink" folHlink="folHlink"/>
  <p:sldLayoutIdLst>
    <p:sldLayoutId id="2147483895" r:id="rId1"/>
    <p:sldLayoutId id="2147483896" r:id="rId2"/>
    <p:sldLayoutId id="2147483897" r:id="rId3"/>
    <p:sldLayoutId id="2147483898" r:id="rId4"/>
    <p:sldLayoutId id="2147483899" r:id="rId5"/>
    <p:sldLayoutId id="2147483900" r:id="rId6"/>
    <p:sldLayoutId id="2147483901" r:id="rId7"/>
    <p:sldLayoutId id="2147483902" r:id="rId8"/>
    <p:sldLayoutId id="2147483903" r:id="rId9"/>
    <p:sldLayoutId id="2147483904" r:id="rId10"/>
    <p:sldLayoutId id="2147483905" r:id="rId11"/>
    <p:sldLayoutId id="2147483906" r:id="rId12"/>
  </p:sldLayoutIdLst>
  <p:txStyles>
    <p:titleStyle>
      <a:lvl1pPr algn="l" rtl="0" eaLnBrk="1" fontAlgn="base" hangingPunct="1">
        <a:lnSpc>
          <a:spcPct val="85000"/>
        </a:lnSpc>
        <a:spcBef>
          <a:spcPct val="0"/>
        </a:spcBef>
        <a:spcAft>
          <a:spcPct val="0"/>
        </a:spcAft>
        <a:buClr>
          <a:srgbClr val="DC0081"/>
        </a:buClr>
        <a:buFont typeface="Wingdings" pitchFamily="2" charset="2"/>
        <a:defRPr sz="2800">
          <a:solidFill>
            <a:schemeClr val="bg1"/>
          </a:solidFill>
          <a:latin typeface="Segoe UI" pitchFamily="34" charset="0"/>
          <a:ea typeface="Segoe UI" pitchFamily="34" charset="0"/>
          <a:cs typeface="Segoe UI" pitchFamily="34" charset="0"/>
        </a:defRPr>
      </a:lvl1pPr>
      <a:lvl2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2pPr>
      <a:lvl3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3pPr>
      <a:lvl4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4pPr>
      <a:lvl5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5pPr>
      <a:lvl6pPr marL="4572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6pPr>
      <a:lvl7pPr marL="9144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7pPr>
      <a:lvl8pPr marL="13716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8pPr>
      <a:lvl9pPr marL="18288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9pPr>
    </p:titleStyle>
    <p:bodyStyle>
      <a:lvl1pPr marL="174625" indent="-174625" algn="l" rtl="0" eaLnBrk="1" fontAlgn="base" hangingPunct="1">
        <a:lnSpc>
          <a:spcPct val="100000"/>
        </a:lnSpc>
        <a:spcBef>
          <a:spcPts val="600"/>
        </a:spcBef>
        <a:spcAft>
          <a:spcPct val="0"/>
        </a:spcAft>
        <a:buClr>
          <a:srgbClr val="0070C0"/>
        </a:buClr>
        <a:buSzPct val="90000"/>
        <a:buFont typeface="Arial" pitchFamily="34" charset="0"/>
        <a:buChar char="•"/>
        <a:defRPr sz="2800">
          <a:solidFill>
            <a:schemeClr val="tx1"/>
          </a:solidFill>
          <a:latin typeface="Segoe UI" pitchFamily="34" charset="0"/>
          <a:ea typeface="Segoe UI" pitchFamily="34" charset="0"/>
          <a:cs typeface="Segoe UI" pitchFamily="34" charset="0"/>
        </a:defRPr>
      </a:lvl1pPr>
      <a:lvl2pPr marL="458788" indent="-169863" algn="l" rtl="0" eaLnBrk="1" fontAlgn="base" hangingPunct="1">
        <a:lnSpc>
          <a:spcPct val="100000"/>
        </a:lnSpc>
        <a:spcBef>
          <a:spcPts val="600"/>
        </a:spcBef>
        <a:spcAft>
          <a:spcPct val="0"/>
        </a:spcAft>
        <a:buClr>
          <a:srgbClr val="0070C0"/>
        </a:buClr>
        <a:buSzPct val="80000"/>
        <a:buFont typeface="Arial" pitchFamily="34" charset="0"/>
        <a:buChar char="•"/>
        <a:defRPr sz="2400">
          <a:solidFill>
            <a:schemeClr val="tx1"/>
          </a:solidFill>
          <a:latin typeface="Segoe UI" pitchFamily="34" charset="0"/>
          <a:ea typeface="Segoe UI" pitchFamily="34" charset="0"/>
          <a:cs typeface="Segoe UI" pitchFamily="34" charset="0"/>
        </a:defRPr>
      </a:lvl2pPr>
      <a:lvl3pPr marL="854075" indent="-173038" algn="l" rtl="0" eaLnBrk="1" fontAlgn="base" hangingPunct="1">
        <a:lnSpc>
          <a:spcPct val="100000"/>
        </a:lnSpc>
        <a:spcBef>
          <a:spcPts val="600"/>
        </a:spcBef>
        <a:spcAft>
          <a:spcPct val="0"/>
        </a:spcAft>
        <a:buClr>
          <a:srgbClr val="0070C0"/>
        </a:buClr>
        <a:buSzPct val="80000"/>
        <a:buFont typeface="Arial" pitchFamily="34" charset="0"/>
        <a:buChar char="•"/>
        <a:defRPr sz="2000">
          <a:solidFill>
            <a:schemeClr val="tx1"/>
          </a:solidFill>
          <a:latin typeface="Segoe UI" pitchFamily="34" charset="0"/>
          <a:ea typeface="Segoe UI" pitchFamily="34" charset="0"/>
          <a:cs typeface="Segoe UI" pitchFamily="34" charset="0"/>
        </a:defRPr>
      </a:lvl3pPr>
      <a:lvl4pPr marL="1254125" indent="-165100"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4pPr>
      <a:lvl5pPr marL="1544638" indent="-168275"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5pPr>
      <a:lvl6pPr marL="20018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6pPr>
      <a:lvl7pPr marL="24590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7pPr>
      <a:lvl8pPr marL="29162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8pPr>
      <a:lvl9pPr marL="33734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0.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0" y="0"/>
            <a:ext cx="9144000" cy="704088"/>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25001" name="Rectangle 9"/>
          <p:cNvSpPr>
            <a:spLocks noChangeArrowheads="1"/>
          </p:cNvSpPr>
          <p:nvPr/>
        </p:nvSpPr>
        <p:spPr bwMode="auto">
          <a:xfrm>
            <a:off x="4763" y="731838"/>
            <a:ext cx="9136062" cy="6111875"/>
          </a:xfrm>
          <a:prstGeom prst="rect">
            <a:avLst/>
          </a:prstGeom>
          <a:noFill/>
          <a:ln w="28575" algn="ctr">
            <a:noFill/>
            <a:miter lim="800000"/>
            <a:headEnd/>
            <a:tailEnd/>
          </a:ln>
          <a:effectLst/>
        </p:spPr>
        <p:txBody>
          <a:bodyPr wrap="none" anchor="ctr"/>
          <a:lstStyle/>
          <a:p>
            <a:pPr algn="ctr" eaLnBrk="0" hangingPunct="0">
              <a:defRPr/>
            </a:pPr>
            <a:endParaRPr lang="en-US">
              <a:cs typeface="+mn-cs"/>
            </a:endParaRPr>
          </a:p>
        </p:txBody>
      </p:sp>
      <p:sp>
        <p:nvSpPr>
          <p:cNvPr id="1029" name="Rectangle 4"/>
          <p:cNvSpPr>
            <a:spLocks noGrp="1" noChangeArrowheads="1"/>
          </p:cNvSpPr>
          <p:nvPr>
            <p:ph type="title"/>
          </p:nvPr>
        </p:nvSpPr>
        <p:spPr bwMode="auto">
          <a:xfrm>
            <a:off x="460375" y="-2"/>
            <a:ext cx="7773988" cy="740664"/>
          </a:xfrm>
          <a:prstGeom prst="rect">
            <a:avLst/>
          </a:prstGeom>
          <a:noFill/>
          <a:ln w="9525">
            <a:noFill/>
            <a:miter lim="800000"/>
            <a:headEnd/>
            <a:tailEnd/>
          </a:ln>
        </p:spPr>
        <p:txBody>
          <a:bodyPr vert="horz" wrap="square" lIns="0" tIns="45720" rIns="91440" bIns="45720" numCol="1" anchor="ctr" anchorCtr="0" compatLnSpc="1">
            <a:prstTxWarp prst="textNoShape">
              <a:avLst/>
            </a:prstTxWarp>
          </a:bodyPr>
          <a:lstStyle/>
          <a:p>
            <a:pPr lvl="0"/>
            <a:r>
              <a:rPr lang="en-US" dirty="0"/>
              <a:t>Slide Title</a:t>
            </a:r>
          </a:p>
        </p:txBody>
      </p:sp>
      <p:sp>
        <p:nvSpPr>
          <p:cNvPr id="1030" name="Rectangle 5"/>
          <p:cNvSpPr>
            <a:spLocks noGrp="1" noChangeArrowheads="1"/>
          </p:cNvSpPr>
          <p:nvPr>
            <p:ph type="body" idx="1"/>
          </p:nvPr>
        </p:nvSpPr>
        <p:spPr bwMode="auto">
          <a:xfrm>
            <a:off x="458788" y="1021215"/>
            <a:ext cx="8119156" cy="5147356"/>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lvl="0"/>
            <a:r>
              <a:rPr lang="en-US" dirty="0"/>
              <a:t>Body Text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128144751"/>
      </p:ext>
    </p:extLst>
  </p:cSld>
  <p:clrMap bg1="lt1" tx1="dk1" bg2="lt2" tx2="dk2" accent1="accent1" accent2="accent2" accent3="accent3" accent4="accent4" accent5="accent5" accent6="accent6" hlink="hlink" folHlink="folHlink"/>
  <p:sldLayoutIdLst>
    <p:sldLayoutId id="2147483908" r:id="rId1"/>
    <p:sldLayoutId id="2147483909" r:id="rId2"/>
    <p:sldLayoutId id="2147483910" r:id="rId3"/>
    <p:sldLayoutId id="2147483911" r:id="rId4"/>
    <p:sldLayoutId id="2147483912" r:id="rId5"/>
    <p:sldLayoutId id="2147483913" r:id="rId6"/>
    <p:sldLayoutId id="2147483914" r:id="rId7"/>
    <p:sldLayoutId id="2147483915" r:id="rId8"/>
    <p:sldLayoutId id="2147483916" r:id="rId9"/>
    <p:sldLayoutId id="2147483917" r:id="rId10"/>
    <p:sldLayoutId id="2147483918" r:id="rId11"/>
    <p:sldLayoutId id="2147483919" r:id="rId12"/>
  </p:sldLayoutIdLst>
  <p:txStyles>
    <p:titleStyle>
      <a:lvl1pPr algn="l" rtl="0" eaLnBrk="1" fontAlgn="base" hangingPunct="1">
        <a:lnSpc>
          <a:spcPct val="85000"/>
        </a:lnSpc>
        <a:spcBef>
          <a:spcPct val="0"/>
        </a:spcBef>
        <a:spcAft>
          <a:spcPct val="0"/>
        </a:spcAft>
        <a:buClr>
          <a:srgbClr val="DC0081"/>
        </a:buClr>
        <a:buFont typeface="Wingdings" pitchFamily="2" charset="2"/>
        <a:defRPr sz="2800">
          <a:solidFill>
            <a:schemeClr val="bg1"/>
          </a:solidFill>
          <a:latin typeface="Segoe UI" pitchFamily="34" charset="0"/>
          <a:ea typeface="Segoe UI" pitchFamily="34" charset="0"/>
          <a:cs typeface="Segoe UI" pitchFamily="34" charset="0"/>
        </a:defRPr>
      </a:lvl1pPr>
      <a:lvl2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2pPr>
      <a:lvl3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3pPr>
      <a:lvl4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4pPr>
      <a:lvl5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5pPr>
      <a:lvl6pPr marL="4572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6pPr>
      <a:lvl7pPr marL="9144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7pPr>
      <a:lvl8pPr marL="13716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8pPr>
      <a:lvl9pPr marL="18288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9pPr>
    </p:titleStyle>
    <p:bodyStyle>
      <a:lvl1pPr marL="174625" indent="-174625" algn="l" rtl="0" eaLnBrk="1" fontAlgn="base" hangingPunct="1">
        <a:lnSpc>
          <a:spcPct val="100000"/>
        </a:lnSpc>
        <a:spcBef>
          <a:spcPts val="600"/>
        </a:spcBef>
        <a:spcAft>
          <a:spcPct val="0"/>
        </a:spcAft>
        <a:buClr>
          <a:srgbClr val="0070C0"/>
        </a:buClr>
        <a:buSzPct val="90000"/>
        <a:buFont typeface="Arial" pitchFamily="34" charset="0"/>
        <a:buChar char="•"/>
        <a:defRPr sz="2800">
          <a:solidFill>
            <a:schemeClr val="tx1"/>
          </a:solidFill>
          <a:latin typeface="Segoe UI" pitchFamily="34" charset="0"/>
          <a:ea typeface="Segoe UI" pitchFamily="34" charset="0"/>
          <a:cs typeface="Segoe UI" pitchFamily="34" charset="0"/>
        </a:defRPr>
      </a:lvl1pPr>
      <a:lvl2pPr marL="458788" indent="-169863" algn="l" rtl="0" eaLnBrk="1" fontAlgn="base" hangingPunct="1">
        <a:lnSpc>
          <a:spcPct val="100000"/>
        </a:lnSpc>
        <a:spcBef>
          <a:spcPts val="600"/>
        </a:spcBef>
        <a:spcAft>
          <a:spcPct val="0"/>
        </a:spcAft>
        <a:buClr>
          <a:srgbClr val="0070C0"/>
        </a:buClr>
        <a:buSzPct val="80000"/>
        <a:buFont typeface="Arial" pitchFamily="34" charset="0"/>
        <a:buChar char="•"/>
        <a:defRPr sz="2400">
          <a:solidFill>
            <a:schemeClr val="tx1"/>
          </a:solidFill>
          <a:latin typeface="Segoe UI" pitchFamily="34" charset="0"/>
          <a:ea typeface="Segoe UI" pitchFamily="34" charset="0"/>
          <a:cs typeface="Segoe UI" pitchFamily="34" charset="0"/>
        </a:defRPr>
      </a:lvl2pPr>
      <a:lvl3pPr marL="854075" indent="-173038" algn="l" rtl="0" eaLnBrk="1" fontAlgn="base" hangingPunct="1">
        <a:lnSpc>
          <a:spcPct val="100000"/>
        </a:lnSpc>
        <a:spcBef>
          <a:spcPts val="600"/>
        </a:spcBef>
        <a:spcAft>
          <a:spcPct val="0"/>
        </a:spcAft>
        <a:buClr>
          <a:srgbClr val="0070C0"/>
        </a:buClr>
        <a:buSzPct val="80000"/>
        <a:buFont typeface="Arial" pitchFamily="34" charset="0"/>
        <a:buChar char="•"/>
        <a:defRPr sz="2000">
          <a:solidFill>
            <a:schemeClr val="tx1"/>
          </a:solidFill>
          <a:latin typeface="Segoe UI" pitchFamily="34" charset="0"/>
          <a:ea typeface="Segoe UI" pitchFamily="34" charset="0"/>
          <a:cs typeface="Segoe UI" pitchFamily="34" charset="0"/>
        </a:defRPr>
      </a:lvl3pPr>
      <a:lvl4pPr marL="1254125" indent="-165100"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4pPr>
      <a:lvl5pPr marL="1544638" indent="-168275"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5pPr>
      <a:lvl6pPr marL="20018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6pPr>
      <a:lvl7pPr marL="24590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7pPr>
      <a:lvl8pPr marL="29162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8pPr>
      <a:lvl9pPr marL="33734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0" y="0"/>
            <a:ext cx="9144000" cy="704088"/>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25001" name="Rectangle 9"/>
          <p:cNvSpPr>
            <a:spLocks noChangeArrowheads="1"/>
          </p:cNvSpPr>
          <p:nvPr/>
        </p:nvSpPr>
        <p:spPr bwMode="auto">
          <a:xfrm>
            <a:off x="4763" y="731838"/>
            <a:ext cx="9136062" cy="6111875"/>
          </a:xfrm>
          <a:prstGeom prst="rect">
            <a:avLst/>
          </a:prstGeom>
          <a:noFill/>
          <a:ln w="28575" algn="ctr">
            <a:noFill/>
            <a:miter lim="800000"/>
            <a:headEnd/>
            <a:tailEnd/>
          </a:ln>
          <a:effectLst/>
        </p:spPr>
        <p:txBody>
          <a:bodyPr wrap="none" anchor="ctr"/>
          <a:lstStyle/>
          <a:p>
            <a:pPr algn="ctr" eaLnBrk="0" hangingPunct="0">
              <a:defRPr/>
            </a:pPr>
            <a:endParaRPr lang="en-US">
              <a:cs typeface="+mn-cs"/>
            </a:endParaRPr>
          </a:p>
        </p:txBody>
      </p:sp>
      <p:sp>
        <p:nvSpPr>
          <p:cNvPr id="1029" name="Rectangle 4"/>
          <p:cNvSpPr>
            <a:spLocks noGrp="1" noChangeArrowheads="1"/>
          </p:cNvSpPr>
          <p:nvPr>
            <p:ph type="title"/>
          </p:nvPr>
        </p:nvSpPr>
        <p:spPr bwMode="auto">
          <a:xfrm>
            <a:off x="460375" y="-2"/>
            <a:ext cx="7773988" cy="740664"/>
          </a:xfrm>
          <a:prstGeom prst="rect">
            <a:avLst/>
          </a:prstGeom>
          <a:noFill/>
          <a:ln w="9525">
            <a:noFill/>
            <a:miter lim="800000"/>
            <a:headEnd/>
            <a:tailEnd/>
          </a:ln>
        </p:spPr>
        <p:txBody>
          <a:bodyPr vert="horz" wrap="square" lIns="0" tIns="45720" rIns="91440" bIns="45720" numCol="1" anchor="ctr" anchorCtr="0" compatLnSpc="1">
            <a:prstTxWarp prst="textNoShape">
              <a:avLst/>
            </a:prstTxWarp>
          </a:bodyPr>
          <a:lstStyle/>
          <a:p>
            <a:pPr lvl="0"/>
            <a:r>
              <a:rPr lang="en-US" dirty="0"/>
              <a:t>Slide Title</a:t>
            </a:r>
          </a:p>
        </p:txBody>
      </p:sp>
      <p:sp>
        <p:nvSpPr>
          <p:cNvPr id="1030" name="Rectangle 5"/>
          <p:cNvSpPr>
            <a:spLocks noGrp="1" noChangeArrowheads="1"/>
          </p:cNvSpPr>
          <p:nvPr>
            <p:ph type="body" idx="1"/>
          </p:nvPr>
        </p:nvSpPr>
        <p:spPr bwMode="auto">
          <a:xfrm>
            <a:off x="458788" y="1021215"/>
            <a:ext cx="8119156" cy="5147356"/>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lvl="0"/>
            <a:r>
              <a:rPr lang="en-US" dirty="0"/>
              <a:t>Body Text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4213438"/>
      </p:ext>
    </p:extLst>
  </p:cSld>
  <p:clrMap bg1="lt1" tx1="dk1" bg2="lt2" tx2="dk2" accent1="accent1" accent2="accent2" accent3="accent3" accent4="accent4" accent5="accent5" accent6="accent6" hlink="hlink" folHlink="folHlink"/>
  <p:sldLayoutIdLst>
    <p:sldLayoutId id="2147483921" r:id="rId1"/>
    <p:sldLayoutId id="2147483922" r:id="rId2"/>
    <p:sldLayoutId id="2147483923" r:id="rId3"/>
    <p:sldLayoutId id="2147483924" r:id="rId4"/>
    <p:sldLayoutId id="2147483925" r:id="rId5"/>
    <p:sldLayoutId id="2147483926" r:id="rId6"/>
    <p:sldLayoutId id="2147483927" r:id="rId7"/>
    <p:sldLayoutId id="2147483928" r:id="rId8"/>
    <p:sldLayoutId id="2147483929" r:id="rId9"/>
    <p:sldLayoutId id="2147483930" r:id="rId10"/>
    <p:sldLayoutId id="2147483931" r:id="rId11"/>
    <p:sldLayoutId id="2147483932" r:id="rId12"/>
  </p:sldLayoutIdLst>
  <p:txStyles>
    <p:titleStyle>
      <a:lvl1pPr algn="l" rtl="0" eaLnBrk="1" fontAlgn="base" hangingPunct="1">
        <a:lnSpc>
          <a:spcPct val="85000"/>
        </a:lnSpc>
        <a:spcBef>
          <a:spcPct val="0"/>
        </a:spcBef>
        <a:spcAft>
          <a:spcPct val="0"/>
        </a:spcAft>
        <a:buClr>
          <a:srgbClr val="DC0081"/>
        </a:buClr>
        <a:buFont typeface="Wingdings" pitchFamily="2" charset="2"/>
        <a:defRPr sz="2800">
          <a:solidFill>
            <a:schemeClr val="bg1"/>
          </a:solidFill>
          <a:latin typeface="Segoe UI" pitchFamily="34" charset="0"/>
          <a:ea typeface="Segoe UI" pitchFamily="34" charset="0"/>
          <a:cs typeface="Segoe UI" pitchFamily="34" charset="0"/>
        </a:defRPr>
      </a:lvl1pPr>
      <a:lvl2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2pPr>
      <a:lvl3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3pPr>
      <a:lvl4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4pPr>
      <a:lvl5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5pPr>
      <a:lvl6pPr marL="4572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6pPr>
      <a:lvl7pPr marL="9144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7pPr>
      <a:lvl8pPr marL="13716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8pPr>
      <a:lvl9pPr marL="18288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9pPr>
    </p:titleStyle>
    <p:bodyStyle>
      <a:lvl1pPr marL="174625" indent="-174625" algn="l" rtl="0" eaLnBrk="1" fontAlgn="base" hangingPunct="1">
        <a:lnSpc>
          <a:spcPct val="100000"/>
        </a:lnSpc>
        <a:spcBef>
          <a:spcPts val="600"/>
        </a:spcBef>
        <a:spcAft>
          <a:spcPct val="0"/>
        </a:spcAft>
        <a:buClr>
          <a:srgbClr val="0070C0"/>
        </a:buClr>
        <a:buSzPct val="90000"/>
        <a:buFont typeface="Arial" pitchFamily="34" charset="0"/>
        <a:buChar char="•"/>
        <a:defRPr sz="2800">
          <a:solidFill>
            <a:schemeClr val="tx1"/>
          </a:solidFill>
          <a:latin typeface="Segoe UI" pitchFamily="34" charset="0"/>
          <a:ea typeface="Segoe UI" pitchFamily="34" charset="0"/>
          <a:cs typeface="Segoe UI" pitchFamily="34" charset="0"/>
        </a:defRPr>
      </a:lvl1pPr>
      <a:lvl2pPr marL="458788" indent="-169863" algn="l" rtl="0" eaLnBrk="1" fontAlgn="base" hangingPunct="1">
        <a:lnSpc>
          <a:spcPct val="100000"/>
        </a:lnSpc>
        <a:spcBef>
          <a:spcPts val="600"/>
        </a:spcBef>
        <a:spcAft>
          <a:spcPct val="0"/>
        </a:spcAft>
        <a:buClr>
          <a:srgbClr val="0070C0"/>
        </a:buClr>
        <a:buSzPct val="80000"/>
        <a:buFont typeface="Arial" pitchFamily="34" charset="0"/>
        <a:buChar char="•"/>
        <a:defRPr sz="2400">
          <a:solidFill>
            <a:schemeClr val="tx1"/>
          </a:solidFill>
          <a:latin typeface="Segoe UI" pitchFamily="34" charset="0"/>
          <a:ea typeface="Segoe UI" pitchFamily="34" charset="0"/>
          <a:cs typeface="Segoe UI" pitchFamily="34" charset="0"/>
        </a:defRPr>
      </a:lvl2pPr>
      <a:lvl3pPr marL="854075" indent="-173038" algn="l" rtl="0" eaLnBrk="1" fontAlgn="base" hangingPunct="1">
        <a:lnSpc>
          <a:spcPct val="100000"/>
        </a:lnSpc>
        <a:spcBef>
          <a:spcPts val="600"/>
        </a:spcBef>
        <a:spcAft>
          <a:spcPct val="0"/>
        </a:spcAft>
        <a:buClr>
          <a:srgbClr val="0070C0"/>
        </a:buClr>
        <a:buSzPct val="80000"/>
        <a:buFont typeface="Arial" pitchFamily="34" charset="0"/>
        <a:buChar char="•"/>
        <a:defRPr sz="2000">
          <a:solidFill>
            <a:schemeClr val="tx1"/>
          </a:solidFill>
          <a:latin typeface="Segoe UI" pitchFamily="34" charset="0"/>
          <a:ea typeface="Segoe UI" pitchFamily="34" charset="0"/>
          <a:cs typeface="Segoe UI" pitchFamily="34" charset="0"/>
        </a:defRPr>
      </a:lvl3pPr>
      <a:lvl4pPr marL="1254125" indent="-165100"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4pPr>
      <a:lvl5pPr marL="1544638" indent="-168275"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5pPr>
      <a:lvl6pPr marL="20018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6pPr>
      <a:lvl7pPr marL="24590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7pPr>
      <a:lvl8pPr marL="29162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8pPr>
      <a:lvl9pPr marL="33734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0" y="0"/>
            <a:ext cx="9144000" cy="704088"/>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25001" name="Rectangle 9"/>
          <p:cNvSpPr>
            <a:spLocks noChangeArrowheads="1"/>
          </p:cNvSpPr>
          <p:nvPr/>
        </p:nvSpPr>
        <p:spPr bwMode="auto">
          <a:xfrm>
            <a:off x="4763" y="731838"/>
            <a:ext cx="9136062" cy="6111875"/>
          </a:xfrm>
          <a:prstGeom prst="rect">
            <a:avLst/>
          </a:prstGeom>
          <a:noFill/>
          <a:ln w="28575" algn="ctr">
            <a:noFill/>
            <a:miter lim="800000"/>
            <a:headEnd/>
            <a:tailEnd/>
          </a:ln>
          <a:effectLst/>
        </p:spPr>
        <p:txBody>
          <a:bodyPr wrap="none" anchor="ctr"/>
          <a:lstStyle/>
          <a:p>
            <a:pPr algn="ctr" eaLnBrk="0" hangingPunct="0">
              <a:defRPr/>
            </a:pPr>
            <a:endParaRPr lang="en-US">
              <a:cs typeface="+mn-cs"/>
            </a:endParaRPr>
          </a:p>
        </p:txBody>
      </p:sp>
      <p:sp>
        <p:nvSpPr>
          <p:cNvPr id="1029" name="Rectangle 4"/>
          <p:cNvSpPr>
            <a:spLocks noGrp="1" noChangeArrowheads="1"/>
          </p:cNvSpPr>
          <p:nvPr>
            <p:ph type="title"/>
          </p:nvPr>
        </p:nvSpPr>
        <p:spPr bwMode="auto">
          <a:xfrm>
            <a:off x="460375" y="-2"/>
            <a:ext cx="7773988" cy="740664"/>
          </a:xfrm>
          <a:prstGeom prst="rect">
            <a:avLst/>
          </a:prstGeom>
          <a:noFill/>
          <a:ln w="9525">
            <a:noFill/>
            <a:miter lim="800000"/>
            <a:headEnd/>
            <a:tailEnd/>
          </a:ln>
        </p:spPr>
        <p:txBody>
          <a:bodyPr vert="horz" wrap="square" lIns="0" tIns="45720" rIns="91440" bIns="45720" numCol="1" anchor="ctr" anchorCtr="0" compatLnSpc="1">
            <a:prstTxWarp prst="textNoShape">
              <a:avLst/>
            </a:prstTxWarp>
          </a:bodyPr>
          <a:lstStyle/>
          <a:p>
            <a:pPr lvl="0"/>
            <a:r>
              <a:rPr lang="en-US" dirty="0"/>
              <a:t>Slide Title</a:t>
            </a:r>
          </a:p>
        </p:txBody>
      </p:sp>
      <p:sp>
        <p:nvSpPr>
          <p:cNvPr id="1030" name="Rectangle 5"/>
          <p:cNvSpPr>
            <a:spLocks noGrp="1" noChangeArrowheads="1"/>
          </p:cNvSpPr>
          <p:nvPr>
            <p:ph type="body" idx="1"/>
          </p:nvPr>
        </p:nvSpPr>
        <p:spPr bwMode="auto">
          <a:xfrm>
            <a:off x="458788" y="1021215"/>
            <a:ext cx="8119156" cy="5147356"/>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lvl="0"/>
            <a:r>
              <a:rPr lang="en-US" dirty="0"/>
              <a:t>Body Text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552343156"/>
      </p:ext>
    </p:extLst>
  </p:cSld>
  <p:clrMap bg1="lt1" tx1="dk1" bg2="lt2" tx2="dk2" accent1="accent1" accent2="accent2" accent3="accent3" accent4="accent4" accent5="accent5" accent6="accent6" hlink="hlink" folHlink="folHlink"/>
  <p:sldLayoutIdLst>
    <p:sldLayoutId id="2147483934" r:id="rId1"/>
    <p:sldLayoutId id="2147483935" r:id="rId2"/>
    <p:sldLayoutId id="2147483936" r:id="rId3"/>
    <p:sldLayoutId id="2147483937" r:id="rId4"/>
    <p:sldLayoutId id="2147483938" r:id="rId5"/>
    <p:sldLayoutId id="2147483939" r:id="rId6"/>
    <p:sldLayoutId id="2147483940" r:id="rId7"/>
    <p:sldLayoutId id="2147483941" r:id="rId8"/>
    <p:sldLayoutId id="2147483942" r:id="rId9"/>
    <p:sldLayoutId id="2147483943" r:id="rId10"/>
    <p:sldLayoutId id="2147483944" r:id="rId11"/>
    <p:sldLayoutId id="2147483945" r:id="rId12"/>
  </p:sldLayoutIdLst>
  <p:txStyles>
    <p:titleStyle>
      <a:lvl1pPr algn="l" rtl="0" eaLnBrk="1" fontAlgn="base" hangingPunct="1">
        <a:lnSpc>
          <a:spcPct val="85000"/>
        </a:lnSpc>
        <a:spcBef>
          <a:spcPct val="0"/>
        </a:spcBef>
        <a:spcAft>
          <a:spcPct val="0"/>
        </a:spcAft>
        <a:buClr>
          <a:srgbClr val="DC0081"/>
        </a:buClr>
        <a:buFont typeface="Wingdings" pitchFamily="2" charset="2"/>
        <a:defRPr sz="2800">
          <a:solidFill>
            <a:schemeClr val="bg1"/>
          </a:solidFill>
          <a:latin typeface="Segoe UI" pitchFamily="34" charset="0"/>
          <a:ea typeface="Segoe UI" pitchFamily="34" charset="0"/>
          <a:cs typeface="Segoe UI" pitchFamily="34" charset="0"/>
        </a:defRPr>
      </a:lvl1pPr>
      <a:lvl2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2pPr>
      <a:lvl3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3pPr>
      <a:lvl4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4pPr>
      <a:lvl5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5pPr>
      <a:lvl6pPr marL="4572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6pPr>
      <a:lvl7pPr marL="9144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7pPr>
      <a:lvl8pPr marL="13716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8pPr>
      <a:lvl9pPr marL="18288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9pPr>
    </p:titleStyle>
    <p:bodyStyle>
      <a:lvl1pPr marL="174625" indent="-174625" algn="l" rtl="0" eaLnBrk="1" fontAlgn="base" hangingPunct="1">
        <a:lnSpc>
          <a:spcPct val="100000"/>
        </a:lnSpc>
        <a:spcBef>
          <a:spcPts val="600"/>
        </a:spcBef>
        <a:spcAft>
          <a:spcPct val="0"/>
        </a:spcAft>
        <a:buClr>
          <a:srgbClr val="0070C0"/>
        </a:buClr>
        <a:buSzPct val="90000"/>
        <a:buFont typeface="Arial" pitchFamily="34" charset="0"/>
        <a:buChar char="•"/>
        <a:defRPr sz="2800">
          <a:solidFill>
            <a:schemeClr val="tx1"/>
          </a:solidFill>
          <a:latin typeface="Segoe UI" pitchFamily="34" charset="0"/>
          <a:ea typeface="Segoe UI" pitchFamily="34" charset="0"/>
          <a:cs typeface="Segoe UI" pitchFamily="34" charset="0"/>
        </a:defRPr>
      </a:lvl1pPr>
      <a:lvl2pPr marL="458788" indent="-169863" algn="l" rtl="0" eaLnBrk="1" fontAlgn="base" hangingPunct="1">
        <a:lnSpc>
          <a:spcPct val="100000"/>
        </a:lnSpc>
        <a:spcBef>
          <a:spcPts val="600"/>
        </a:spcBef>
        <a:spcAft>
          <a:spcPct val="0"/>
        </a:spcAft>
        <a:buClr>
          <a:srgbClr val="0070C0"/>
        </a:buClr>
        <a:buSzPct val="80000"/>
        <a:buFont typeface="Arial" pitchFamily="34" charset="0"/>
        <a:buChar char="•"/>
        <a:defRPr sz="2400">
          <a:solidFill>
            <a:schemeClr val="tx1"/>
          </a:solidFill>
          <a:latin typeface="Segoe UI" pitchFamily="34" charset="0"/>
          <a:ea typeface="Segoe UI" pitchFamily="34" charset="0"/>
          <a:cs typeface="Segoe UI" pitchFamily="34" charset="0"/>
        </a:defRPr>
      </a:lvl2pPr>
      <a:lvl3pPr marL="854075" indent="-173038" algn="l" rtl="0" eaLnBrk="1" fontAlgn="base" hangingPunct="1">
        <a:lnSpc>
          <a:spcPct val="100000"/>
        </a:lnSpc>
        <a:spcBef>
          <a:spcPts val="600"/>
        </a:spcBef>
        <a:spcAft>
          <a:spcPct val="0"/>
        </a:spcAft>
        <a:buClr>
          <a:srgbClr val="0070C0"/>
        </a:buClr>
        <a:buSzPct val="80000"/>
        <a:buFont typeface="Arial" pitchFamily="34" charset="0"/>
        <a:buChar char="•"/>
        <a:defRPr sz="2000">
          <a:solidFill>
            <a:schemeClr val="tx1"/>
          </a:solidFill>
          <a:latin typeface="Segoe UI" pitchFamily="34" charset="0"/>
          <a:ea typeface="Segoe UI" pitchFamily="34" charset="0"/>
          <a:cs typeface="Segoe UI" pitchFamily="34" charset="0"/>
        </a:defRPr>
      </a:lvl3pPr>
      <a:lvl4pPr marL="1254125" indent="-165100"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4pPr>
      <a:lvl5pPr marL="1544638" indent="-168275"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5pPr>
      <a:lvl6pPr marL="20018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6pPr>
      <a:lvl7pPr marL="24590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7pPr>
      <a:lvl8pPr marL="29162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8pPr>
      <a:lvl9pPr marL="33734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0" y="0"/>
            <a:ext cx="9144000" cy="704088"/>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25001" name="Rectangle 9"/>
          <p:cNvSpPr>
            <a:spLocks noChangeArrowheads="1"/>
          </p:cNvSpPr>
          <p:nvPr/>
        </p:nvSpPr>
        <p:spPr bwMode="auto">
          <a:xfrm>
            <a:off x="4763" y="731838"/>
            <a:ext cx="9136062" cy="6111875"/>
          </a:xfrm>
          <a:prstGeom prst="rect">
            <a:avLst/>
          </a:prstGeom>
          <a:noFill/>
          <a:ln w="28575" algn="ctr">
            <a:noFill/>
            <a:miter lim="800000"/>
            <a:headEnd/>
            <a:tailEnd/>
          </a:ln>
          <a:effectLst/>
        </p:spPr>
        <p:txBody>
          <a:bodyPr wrap="none" anchor="ctr"/>
          <a:lstStyle/>
          <a:p>
            <a:pPr algn="ctr" eaLnBrk="0" hangingPunct="0">
              <a:defRPr/>
            </a:pPr>
            <a:endParaRPr lang="en-US">
              <a:cs typeface="+mn-cs"/>
            </a:endParaRPr>
          </a:p>
        </p:txBody>
      </p:sp>
      <p:sp>
        <p:nvSpPr>
          <p:cNvPr id="1029" name="Rectangle 4"/>
          <p:cNvSpPr>
            <a:spLocks noGrp="1" noChangeArrowheads="1"/>
          </p:cNvSpPr>
          <p:nvPr>
            <p:ph type="title"/>
          </p:nvPr>
        </p:nvSpPr>
        <p:spPr bwMode="auto">
          <a:xfrm>
            <a:off x="460375" y="-2"/>
            <a:ext cx="7773988" cy="740664"/>
          </a:xfrm>
          <a:prstGeom prst="rect">
            <a:avLst/>
          </a:prstGeom>
          <a:noFill/>
          <a:ln w="9525">
            <a:noFill/>
            <a:miter lim="800000"/>
            <a:headEnd/>
            <a:tailEnd/>
          </a:ln>
        </p:spPr>
        <p:txBody>
          <a:bodyPr vert="horz" wrap="square" lIns="0" tIns="45720" rIns="91440" bIns="45720" numCol="1" anchor="ctr" anchorCtr="0" compatLnSpc="1">
            <a:prstTxWarp prst="textNoShape">
              <a:avLst/>
            </a:prstTxWarp>
          </a:bodyPr>
          <a:lstStyle/>
          <a:p>
            <a:pPr lvl="0"/>
            <a:r>
              <a:rPr lang="en-US" dirty="0"/>
              <a:t>Slide Title</a:t>
            </a:r>
          </a:p>
        </p:txBody>
      </p:sp>
      <p:sp>
        <p:nvSpPr>
          <p:cNvPr id="1030" name="Rectangle 5"/>
          <p:cNvSpPr>
            <a:spLocks noGrp="1" noChangeArrowheads="1"/>
          </p:cNvSpPr>
          <p:nvPr>
            <p:ph type="body" idx="1"/>
          </p:nvPr>
        </p:nvSpPr>
        <p:spPr bwMode="auto">
          <a:xfrm>
            <a:off x="458788" y="1021215"/>
            <a:ext cx="8119156" cy="5147356"/>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lvl="0"/>
            <a:r>
              <a:rPr lang="en-US" dirty="0"/>
              <a:t>Body Text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080034248"/>
      </p:ext>
    </p:extLst>
  </p:cSld>
  <p:clrMap bg1="lt1" tx1="dk1" bg2="lt2" tx2="dk2" accent1="accent1" accent2="accent2" accent3="accent3" accent4="accent4" accent5="accent5" accent6="accent6" hlink="hlink" folHlink="folHlink"/>
  <p:sldLayoutIdLst>
    <p:sldLayoutId id="2147483947" r:id="rId1"/>
    <p:sldLayoutId id="2147483948" r:id="rId2"/>
    <p:sldLayoutId id="2147483949" r:id="rId3"/>
    <p:sldLayoutId id="2147483950" r:id="rId4"/>
    <p:sldLayoutId id="2147483951" r:id="rId5"/>
    <p:sldLayoutId id="2147483952" r:id="rId6"/>
    <p:sldLayoutId id="2147483953" r:id="rId7"/>
    <p:sldLayoutId id="2147483954" r:id="rId8"/>
    <p:sldLayoutId id="2147483955" r:id="rId9"/>
    <p:sldLayoutId id="2147483956" r:id="rId10"/>
    <p:sldLayoutId id="2147483957" r:id="rId11"/>
    <p:sldLayoutId id="2147483958" r:id="rId12"/>
  </p:sldLayoutIdLst>
  <p:txStyles>
    <p:titleStyle>
      <a:lvl1pPr algn="l" rtl="0" eaLnBrk="1" fontAlgn="base" hangingPunct="1">
        <a:lnSpc>
          <a:spcPct val="85000"/>
        </a:lnSpc>
        <a:spcBef>
          <a:spcPct val="0"/>
        </a:spcBef>
        <a:spcAft>
          <a:spcPct val="0"/>
        </a:spcAft>
        <a:buClr>
          <a:srgbClr val="DC0081"/>
        </a:buClr>
        <a:buFont typeface="Wingdings" pitchFamily="2" charset="2"/>
        <a:defRPr sz="2800">
          <a:solidFill>
            <a:schemeClr val="bg1"/>
          </a:solidFill>
          <a:latin typeface="Segoe UI" pitchFamily="34" charset="0"/>
          <a:ea typeface="Segoe UI" pitchFamily="34" charset="0"/>
          <a:cs typeface="Segoe UI" pitchFamily="34" charset="0"/>
        </a:defRPr>
      </a:lvl1pPr>
      <a:lvl2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2pPr>
      <a:lvl3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3pPr>
      <a:lvl4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4pPr>
      <a:lvl5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5pPr>
      <a:lvl6pPr marL="4572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6pPr>
      <a:lvl7pPr marL="9144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7pPr>
      <a:lvl8pPr marL="13716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8pPr>
      <a:lvl9pPr marL="18288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9pPr>
    </p:titleStyle>
    <p:bodyStyle>
      <a:lvl1pPr marL="174625" indent="-174625" algn="l" rtl="0" eaLnBrk="1" fontAlgn="base" hangingPunct="1">
        <a:lnSpc>
          <a:spcPct val="100000"/>
        </a:lnSpc>
        <a:spcBef>
          <a:spcPts val="600"/>
        </a:spcBef>
        <a:spcAft>
          <a:spcPct val="0"/>
        </a:spcAft>
        <a:buClr>
          <a:srgbClr val="0070C0"/>
        </a:buClr>
        <a:buSzPct val="90000"/>
        <a:buFont typeface="Arial" pitchFamily="34" charset="0"/>
        <a:buChar char="•"/>
        <a:defRPr sz="2800">
          <a:solidFill>
            <a:schemeClr val="tx1"/>
          </a:solidFill>
          <a:latin typeface="Segoe UI" pitchFamily="34" charset="0"/>
          <a:ea typeface="Segoe UI" pitchFamily="34" charset="0"/>
          <a:cs typeface="Segoe UI" pitchFamily="34" charset="0"/>
        </a:defRPr>
      </a:lvl1pPr>
      <a:lvl2pPr marL="458788" indent="-169863" algn="l" rtl="0" eaLnBrk="1" fontAlgn="base" hangingPunct="1">
        <a:lnSpc>
          <a:spcPct val="100000"/>
        </a:lnSpc>
        <a:spcBef>
          <a:spcPts val="600"/>
        </a:spcBef>
        <a:spcAft>
          <a:spcPct val="0"/>
        </a:spcAft>
        <a:buClr>
          <a:srgbClr val="0070C0"/>
        </a:buClr>
        <a:buSzPct val="80000"/>
        <a:buFont typeface="Arial" pitchFamily="34" charset="0"/>
        <a:buChar char="•"/>
        <a:defRPr sz="2400">
          <a:solidFill>
            <a:schemeClr val="tx1"/>
          </a:solidFill>
          <a:latin typeface="Segoe UI" pitchFamily="34" charset="0"/>
          <a:ea typeface="Segoe UI" pitchFamily="34" charset="0"/>
          <a:cs typeface="Segoe UI" pitchFamily="34" charset="0"/>
        </a:defRPr>
      </a:lvl2pPr>
      <a:lvl3pPr marL="854075" indent="-173038" algn="l" rtl="0" eaLnBrk="1" fontAlgn="base" hangingPunct="1">
        <a:lnSpc>
          <a:spcPct val="100000"/>
        </a:lnSpc>
        <a:spcBef>
          <a:spcPts val="600"/>
        </a:spcBef>
        <a:spcAft>
          <a:spcPct val="0"/>
        </a:spcAft>
        <a:buClr>
          <a:srgbClr val="0070C0"/>
        </a:buClr>
        <a:buSzPct val="80000"/>
        <a:buFont typeface="Arial" pitchFamily="34" charset="0"/>
        <a:buChar char="•"/>
        <a:defRPr sz="2000">
          <a:solidFill>
            <a:schemeClr val="tx1"/>
          </a:solidFill>
          <a:latin typeface="Segoe UI" pitchFamily="34" charset="0"/>
          <a:ea typeface="Segoe UI" pitchFamily="34" charset="0"/>
          <a:cs typeface="Segoe UI" pitchFamily="34" charset="0"/>
        </a:defRPr>
      </a:lvl3pPr>
      <a:lvl4pPr marL="1254125" indent="-165100"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4pPr>
      <a:lvl5pPr marL="1544638" indent="-168275"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5pPr>
      <a:lvl6pPr marL="20018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6pPr>
      <a:lvl7pPr marL="24590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7pPr>
      <a:lvl8pPr marL="29162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8pPr>
      <a:lvl9pPr marL="33734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4.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0" y="0"/>
            <a:ext cx="9144000" cy="704088"/>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25001" name="Rectangle 9"/>
          <p:cNvSpPr>
            <a:spLocks noChangeArrowheads="1"/>
          </p:cNvSpPr>
          <p:nvPr/>
        </p:nvSpPr>
        <p:spPr bwMode="auto">
          <a:xfrm>
            <a:off x="4763" y="731838"/>
            <a:ext cx="9136062" cy="6111875"/>
          </a:xfrm>
          <a:prstGeom prst="rect">
            <a:avLst/>
          </a:prstGeom>
          <a:noFill/>
          <a:ln w="28575" algn="ctr">
            <a:noFill/>
            <a:miter lim="800000"/>
            <a:headEnd/>
            <a:tailEnd/>
          </a:ln>
          <a:effectLst/>
        </p:spPr>
        <p:txBody>
          <a:bodyPr wrap="none" anchor="ctr"/>
          <a:lstStyle/>
          <a:p>
            <a:pPr algn="ctr" eaLnBrk="0" hangingPunct="0">
              <a:defRPr/>
            </a:pPr>
            <a:endParaRPr lang="en-US">
              <a:cs typeface="+mn-cs"/>
            </a:endParaRPr>
          </a:p>
        </p:txBody>
      </p:sp>
      <p:sp>
        <p:nvSpPr>
          <p:cNvPr id="1029" name="Rectangle 4"/>
          <p:cNvSpPr>
            <a:spLocks noGrp="1" noChangeArrowheads="1"/>
          </p:cNvSpPr>
          <p:nvPr>
            <p:ph type="title"/>
          </p:nvPr>
        </p:nvSpPr>
        <p:spPr bwMode="auto">
          <a:xfrm>
            <a:off x="460375" y="-2"/>
            <a:ext cx="7773988" cy="740664"/>
          </a:xfrm>
          <a:prstGeom prst="rect">
            <a:avLst/>
          </a:prstGeom>
          <a:noFill/>
          <a:ln w="9525">
            <a:noFill/>
            <a:miter lim="800000"/>
            <a:headEnd/>
            <a:tailEnd/>
          </a:ln>
        </p:spPr>
        <p:txBody>
          <a:bodyPr vert="horz" wrap="square" lIns="0" tIns="45720" rIns="91440" bIns="45720" numCol="1" anchor="ctr" anchorCtr="0" compatLnSpc="1">
            <a:prstTxWarp prst="textNoShape">
              <a:avLst/>
            </a:prstTxWarp>
          </a:bodyPr>
          <a:lstStyle/>
          <a:p>
            <a:pPr lvl="0"/>
            <a:r>
              <a:rPr lang="en-US" dirty="0"/>
              <a:t>Slide Title</a:t>
            </a:r>
          </a:p>
        </p:txBody>
      </p:sp>
      <p:sp>
        <p:nvSpPr>
          <p:cNvPr id="1030" name="Rectangle 5"/>
          <p:cNvSpPr>
            <a:spLocks noGrp="1" noChangeArrowheads="1"/>
          </p:cNvSpPr>
          <p:nvPr>
            <p:ph type="body" idx="1"/>
          </p:nvPr>
        </p:nvSpPr>
        <p:spPr bwMode="auto">
          <a:xfrm>
            <a:off x="458788" y="1021215"/>
            <a:ext cx="8119156" cy="5147356"/>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lvl="0"/>
            <a:r>
              <a:rPr lang="en-US" dirty="0"/>
              <a:t>Body Text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580856003"/>
      </p:ext>
    </p:extLst>
  </p:cSld>
  <p:clrMap bg1="lt1" tx1="dk1" bg2="lt2" tx2="dk2" accent1="accent1" accent2="accent2" accent3="accent3" accent4="accent4" accent5="accent5" accent6="accent6" hlink="hlink" folHlink="folHlink"/>
  <p:sldLayoutIdLst>
    <p:sldLayoutId id="2147483960" r:id="rId1"/>
    <p:sldLayoutId id="2147483961" r:id="rId2"/>
    <p:sldLayoutId id="2147483962" r:id="rId3"/>
    <p:sldLayoutId id="2147483963" r:id="rId4"/>
    <p:sldLayoutId id="2147483964" r:id="rId5"/>
    <p:sldLayoutId id="2147483965" r:id="rId6"/>
    <p:sldLayoutId id="2147483966" r:id="rId7"/>
    <p:sldLayoutId id="2147483967" r:id="rId8"/>
    <p:sldLayoutId id="2147483968" r:id="rId9"/>
    <p:sldLayoutId id="2147483969" r:id="rId10"/>
    <p:sldLayoutId id="2147483970" r:id="rId11"/>
    <p:sldLayoutId id="2147483971" r:id="rId12"/>
  </p:sldLayoutIdLst>
  <p:txStyles>
    <p:titleStyle>
      <a:lvl1pPr algn="l" rtl="0" eaLnBrk="1" fontAlgn="base" hangingPunct="1">
        <a:lnSpc>
          <a:spcPct val="85000"/>
        </a:lnSpc>
        <a:spcBef>
          <a:spcPct val="0"/>
        </a:spcBef>
        <a:spcAft>
          <a:spcPct val="0"/>
        </a:spcAft>
        <a:buClr>
          <a:srgbClr val="DC0081"/>
        </a:buClr>
        <a:buFont typeface="Wingdings" pitchFamily="2" charset="2"/>
        <a:defRPr sz="2800">
          <a:solidFill>
            <a:schemeClr val="bg1"/>
          </a:solidFill>
          <a:latin typeface="Segoe UI" pitchFamily="34" charset="0"/>
          <a:ea typeface="Segoe UI" pitchFamily="34" charset="0"/>
          <a:cs typeface="Segoe UI" pitchFamily="34" charset="0"/>
        </a:defRPr>
      </a:lvl1pPr>
      <a:lvl2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2pPr>
      <a:lvl3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3pPr>
      <a:lvl4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4pPr>
      <a:lvl5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5pPr>
      <a:lvl6pPr marL="4572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6pPr>
      <a:lvl7pPr marL="9144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7pPr>
      <a:lvl8pPr marL="13716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8pPr>
      <a:lvl9pPr marL="18288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9pPr>
    </p:titleStyle>
    <p:bodyStyle>
      <a:lvl1pPr marL="174625" indent="-174625" algn="l" rtl="0" eaLnBrk="1" fontAlgn="base" hangingPunct="1">
        <a:lnSpc>
          <a:spcPct val="100000"/>
        </a:lnSpc>
        <a:spcBef>
          <a:spcPts val="600"/>
        </a:spcBef>
        <a:spcAft>
          <a:spcPct val="0"/>
        </a:spcAft>
        <a:buClr>
          <a:srgbClr val="0070C0"/>
        </a:buClr>
        <a:buSzPct val="90000"/>
        <a:buFont typeface="Arial" pitchFamily="34" charset="0"/>
        <a:buChar char="•"/>
        <a:defRPr sz="2800">
          <a:solidFill>
            <a:schemeClr val="tx1"/>
          </a:solidFill>
          <a:latin typeface="Segoe UI" pitchFamily="34" charset="0"/>
          <a:ea typeface="Segoe UI" pitchFamily="34" charset="0"/>
          <a:cs typeface="Segoe UI" pitchFamily="34" charset="0"/>
        </a:defRPr>
      </a:lvl1pPr>
      <a:lvl2pPr marL="458788" indent="-169863" algn="l" rtl="0" eaLnBrk="1" fontAlgn="base" hangingPunct="1">
        <a:lnSpc>
          <a:spcPct val="100000"/>
        </a:lnSpc>
        <a:spcBef>
          <a:spcPts val="600"/>
        </a:spcBef>
        <a:spcAft>
          <a:spcPct val="0"/>
        </a:spcAft>
        <a:buClr>
          <a:srgbClr val="0070C0"/>
        </a:buClr>
        <a:buSzPct val="80000"/>
        <a:buFont typeface="Arial" pitchFamily="34" charset="0"/>
        <a:buChar char="•"/>
        <a:defRPr sz="2400">
          <a:solidFill>
            <a:schemeClr val="tx1"/>
          </a:solidFill>
          <a:latin typeface="Segoe UI" pitchFamily="34" charset="0"/>
          <a:ea typeface="Segoe UI" pitchFamily="34" charset="0"/>
          <a:cs typeface="Segoe UI" pitchFamily="34" charset="0"/>
        </a:defRPr>
      </a:lvl2pPr>
      <a:lvl3pPr marL="854075" indent="-173038" algn="l" rtl="0" eaLnBrk="1" fontAlgn="base" hangingPunct="1">
        <a:lnSpc>
          <a:spcPct val="100000"/>
        </a:lnSpc>
        <a:spcBef>
          <a:spcPts val="600"/>
        </a:spcBef>
        <a:spcAft>
          <a:spcPct val="0"/>
        </a:spcAft>
        <a:buClr>
          <a:srgbClr val="0070C0"/>
        </a:buClr>
        <a:buSzPct val="80000"/>
        <a:buFont typeface="Arial" pitchFamily="34" charset="0"/>
        <a:buChar char="•"/>
        <a:defRPr sz="2000">
          <a:solidFill>
            <a:schemeClr val="tx1"/>
          </a:solidFill>
          <a:latin typeface="Segoe UI" pitchFamily="34" charset="0"/>
          <a:ea typeface="Segoe UI" pitchFamily="34" charset="0"/>
          <a:cs typeface="Segoe UI" pitchFamily="34" charset="0"/>
        </a:defRPr>
      </a:lvl3pPr>
      <a:lvl4pPr marL="1254125" indent="-165100"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4pPr>
      <a:lvl5pPr marL="1544638" indent="-168275"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5pPr>
      <a:lvl6pPr marL="20018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6pPr>
      <a:lvl7pPr marL="24590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7pPr>
      <a:lvl8pPr marL="29162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8pPr>
      <a:lvl9pPr marL="33734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5.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0" y="0"/>
            <a:ext cx="9144000" cy="704088"/>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25001" name="Rectangle 9"/>
          <p:cNvSpPr>
            <a:spLocks noChangeArrowheads="1"/>
          </p:cNvSpPr>
          <p:nvPr/>
        </p:nvSpPr>
        <p:spPr bwMode="auto">
          <a:xfrm>
            <a:off x="4763" y="731838"/>
            <a:ext cx="9136062" cy="6111875"/>
          </a:xfrm>
          <a:prstGeom prst="rect">
            <a:avLst/>
          </a:prstGeom>
          <a:noFill/>
          <a:ln w="28575" algn="ctr">
            <a:noFill/>
            <a:miter lim="800000"/>
            <a:headEnd/>
            <a:tailEnd/>
          </a:ln>
          <a:effectLst/>
        </p:spPr>
        <p:txBody>
          <a:bodyPr wrap="none" anchor="ctr"/>
          <a:lstStyle/>
          <a:p>
            <a:pPr algn="ctr" eaLnBrk="0" hangingPunct="0">
              <a:defRPr/>
            </a:pPr>
            <a:endParaRPr lang="en-US">
              <a:cs typeface="+mn-cs"/>
            </a:endParaRPr>
          </a:p>
        </p:txBody>
      </p:sp>
      <p:sp>
        <p:nvSpPr>
          <p:cNvPr id="1029" name="Rectangle 4"/>
          <p:cNvSpPr>
            <a:spLocks noGrp="1" noChangeArrowheads="1"/>
          </p:cNvSpPr>
          <p:nvPr>
            <p:ph type="title"/>
          </p:nvPr>
        </p:nvSpPr>
        <p:spPr bwMode="auto">
          <a:xfrm>
            <a:off x="460375" y="-2"/>
            <a:ext cx="7773988" cy="740664"/>
          </a:xfrm>
          <a:prstGeom prst="rect">
            <a:avLst/>
          </a:prstGeom>
          <a:noFill/>
          <a:ln w="9525">
            <a:noFill/>
            <a:miter lim="800000"/>
            <a:headEnd/>
            <a:tailEnd/>
          </a:ln>
        </p:spPr>
        <p:txBody>
          <a:bodyPr vert="horz" wrap="square" lIns="0" tIns="45720" rIns="91440" bIns="45720" numCol="1" anchor="ctr" anchorCtr="0" compatLnSpc="1">
            <a:prstTxWarp prst="textNoShape">
              <a:avLst/>
            </a:prstTxWarp>
          </a:bodyPr>
          <a:lstStyle/>
          <a:p>
            <a:pPr lvl="0"/>
            <a:r>
              <a:rPr lang="en-US" dirty="0"/>
              <a:t>Slide Title</a:t>
            </a:r>
          </a:p>
        </p:txBody>
      </p:sp>
      <p:sp>
        <p:nvSpPr>
          <p:cNvPr id="1030" name="Rectangle 5"/>
          <p:cNvSpPr>
            <a:spLocks noGrp="1" noChangeArrowheads="1"/>
          </p:cNvSpPr>
          <p:nvPr>
            <p:ph type="body" idx="1"/>
          </p:nvPr>
        </p:nvSpPr>
        <p:spPr bwMode="auto">
          <a:xfrm>
            <a:off x="458788" y="1021215"/>
            <a:ext cx="8119156" cy="5147356"/>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lvl="0"/>
            <a:r>
              <a:rPr lang="en-US" dirty="0"/>
              <a:t>Body Text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934348695"/>
      </p:ext>
    </p:extLst>
  </p:cSld>
  <p:clrMap bg1="lt1" tx1="dk1" bg2="lt2" tx2="dk2" accent1="accent1" accent2="accent2" accent3="accent3" accent4="accent4" accent5="accent5" accent6="accent6" hlink="hlink" folHlink="folHlink"/>
  <p:sldLayoutIdLst>
    <p:sldLayoutId id="2147483973" r:id="rId1"/>
    <p:sldLayoutId id="2147483974" r:id="rId2"/>
    <p:sldLayoutId id="2147483975" r:id="rId3"/>
    <p:sldLayoutId id="2147483976" r:id="rId4"/>
    <p:sldLayoutId id="2147483977" r:id="rId5"/>
    <p:sldLayoutId id="2147483978" r:id="rId6"/>
    <p:sldLayoutId id="2147483979" r:id="rId7"/>
    <p:sldLayoutId id="2147483980" r:id="rId8"/>
    <p:sldLayoutId id="2147483981" r:id="rId9"/>
    <p:sldLayoutId id="2147483982" r:id="rId10"/>
    <p:sldLayoutId id="2147483983" r:id="rId11"/>
    <p:sldLayoutId id="2147483984" r:id="rId12"/>
  </p:sldLayoutIdLst>
  <p:txStyles>
    <p:titleStyle>
      <a:lvl1pPr algn="l" rtl="0" eaLnBrk="1" fontAlgn="base" hangingPunct="1">
        <a:lnSpc>
          <a:spcPct val="85000"/>
        </a:lnSpc>
        <a:spcBef>
          <a:spcPct val="0"/>
        </a:spcBef>
        <a:spcAft>
          <a:spcPct val="0"/>
        </a:spcAft>
        <a:buClr>
          <a:srgbClr val="DC0081"/>
        </a:buClr>
        <a:buFont typeface="Wingdings" pitchFamily="2" charset="2"/>
        <a:defRPr sz="2800">
          <a:solidFill>
            <a:schemeClr val="bg1"/>
          </a:solidFill>
          <a:latin typeface="Segoe UI" pitchFamily="34" charset="0"/>
          <a:ea typeface="Segoe UI" pitchFamily="34" charset="0"/>
          <a:cs typeface="Segoe UI" pitchFamily="34" charset="0"/>
        </a:defRPr>
      </a:lvl1pPr>
      <a:lvl2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2pPr>
      <a:lvl3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3pPr>
      <a:lvl4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4pPr>
      <a:lvl5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5pPr>
      <a:lvl6pPr marL="4572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6pPr>
      <a:lvl7pPr marL="9144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7pPr>
      <a:lvl8pPr marL="13716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8pPr>
      <a:lvl9pPr marL="18288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9pPr>
    </p:titleStyle>
    <p:bodyStyle>
      <a:lvl1pPr marL="174625" indent="-174625" algn="l" rtl="0" eaLnBrk="1" fontAlgn="base" hangingPunct="1">
        <a:lnSpc>
          <a:spcPct val="100000"/>
        </a:lnSpc>
        <a:spcBef>
          <a:spcPts val="600"/>
        </a:spcBef>
        <a:spcAft>
          <a:spcPct val="0"/>
        </a:spcAft>
        <a:buClr>
          <a:srgbClr val="0070C0"/>
        </a:buClr>
        <a:buSzPct val="90000"/>
        <a:buFont typeface="Arial" pitchFamily="34" charset="0"/>
        <a:buChar char="•"/>
        <a:defRPr sz="2800">
          <a:solidFill>
            <a:schemeClr val="tx1"/>
          </a:solidFill>
          <a:latin typeface="Segoe UI" pitchFamily="34" charset="0"/>
          <a:ea typeface="Segoe UI" pitchFamily="34" charset="0"/>
          <a:cs typeface="Segoe UI" pitchFamily="34" charset="0"/>
        </a:defRPr>
      </a:lvl1pPr>
      <a:lvl2pPr marL="458788" indent="-169863" algn="l" rtl="0" eaLnBrk="1" fontAlgn="base" hangingPunct="1">
        <a:lnSpc>
          <a:spcPct val="100000"/>
        </a:lnSpc>
        <a:spcBef>
          <a:spcPts val="600"/>
        </a:spcBef>
        <a:spcAft>
          <a:spcPct val="0"/>
        </a:spcAft>
        <a:buClr>
          <a:srgbClr val="0070C0"/>
        </a:buClr>
        <a:buSzPct val="80000"/>
        <a:buFont typeface="Arial" pitchFamily="34" charset="0"/>
        <a:buChar char="•"/>
        <a:defRPr sz="2400">
          <a:solidFill>
            <a:schemeClr val="tx1"/>
          </a:solidFill>
          <a:latin typeface="Segoe UI" pitchFamily="34" charset="0"/>
          <a:ea typeface="Segoe UI" pitchFamily="34" charset="0"/>
          <a:cs typeface="Segoe UI" pitchFamily="34" charset="0"/>
        </a:defRPr>
      </a:lvl2pPr>
      <a:lvl3pPr marL="854075" indent="-173038" algn="l" rtl="0" eaLnBrk="1" fontAlgn="base" hangingPunct="1">
        <a:lnSpc>
          <a:spcPct val="100000"/>
        </a:lnSpc>
        <a:spcBef>
          <a:spcPts val="600"/>
        </a:spcBef>
        <a:spcAft>
          <a:spcPct val="0"/>
        </a:spcAft>
        <a:buClr>
          <a:srgbClr val="0070C0"/>
        </a:buClr>
        <a:buSzPct val="80000"/>
        <a:buFont typeface="Arial" pitchFamily="34" charset="0"/>
        <a:buChar char="•"/>
        <a:defRPr sz="2000">
          <a:solidFill>
            <a:schemeClr val="tx1"/>
          </a:solidFill>
          <a:latin typeface="Segoe UI" pitchFamily="34" charset="0"/>
          <a:ea typeface="Segoe UI" pitchFamily="34" charset="0"/>
          <a:cs typeface="Segoe UI" pitchFamily="34" charset="0"/>
        </a:defRPr>
      </a:lvl3pPr>
      <a:lvl4pPr marL="1254125" indent="-165100"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4pPr>
      <a:lvl5pPr marL="1544638" indent="-168275"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5pPr>
      <a:lvl6pPr marL="20018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6pPr>
      <a:lvl7pPr marL="24590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7pPr>
      <a:lvl8pPr marL="29162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8pPr>
      <a:lvl9pPr marL="33734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6.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0" y="0"/>
            <a:ext cx="9144000" cy="704088"/>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25001" name="Rectangle 9"/>
          <p:cNvSpPr>
            <a:spLocks noChangeArrowheads="1"/>
          </p:cNvSpPr>
          <p:nvPr/>
        </p:nvSpPr>
        <p:spPr bwMode="auto">
          <a:xfrm>
            <a:off x="4763" y="731838"/>
            <a:ext cx="9136062" cy="6111875"/>
          </a:xfrm>
          <a:prstGeom prst="rect">
            <a:avLst/>
          </a:prstGeom>
          <a:noFill/>
          <a:ln w="28575" algn="ctr">
            <a:noFill/>
            <a:miter lim="800000"/>
            <a:headEnd/>
            <a:tailEnd/>
          </a:ln>
          <a:effectLst/>
        </p:spPr>
        <p:txBody>
          <a:bodyPr wrap="none" anchor="ctr"/>
          <a:lstStyle/>
          <a:p>
            <a:pPr algn="ctr" eaLnBrk="0" hangingPunct="0">
              <a:defRPr/>
            </a:pPr>
            <a:endParaRPr lang="en-US">
              <a:cs typeface="+mn-cs"/>
            </a:endParaRPr>
          </a:p>
        </p:txBody>
      </p:sp>
      <p:sp>
        <p:nvSpPr>
          <p:cNvPr id="1029" name="Rectangle 4"/>
          <p:cNvSpPr>
            <a:spLocks noGrp="1" noChangeArrowheads="1"/>
          </p:cNvSpPr>
          <p:nvPr>
            <p:ph type="title"/>
          </p:nvPr>
        </p:nvSpPr>
        <p:spPr bwMode="auto">
          <a:xfrm>
            <a:off x="460375" y="-2"/>
            <a:ext cx="7773988" cy="740664"/>
          </a:xfrm>
          <a:prstGeom prst="rect">
            <a:avLst/>
          </a:prstGeom>
          <a:noFill/>
          <a:ln w="9525">
            <a:noFill/>
            <a:miter lim="800000"/>
            <a:headEnd/>
            <a:tailEnd/>
          </a:ln>
        </p:spPr>
        <p:txBody>
          <a:bodyPr vert="horz" wrap="square" lIns="0" tIns="45720" rIns="91440" bIns="45720" numCol="1" anchor="ctr" anchorCtr="0" compatLnSpc="1">
            <a:prstTxWarp prst="textNoShape">
              <a:avLst/>
            </a:prstTxWarp>
          </a:bodyPr>
          <a:lstStyle/>
          <a:p>
            <a:pPr lvl="0"/>
            <a:r>
              <a:rPr lang="en-US" dirty="0"/>
              <a:t>Slide Title</a:t>
            </a:r>
          </a:p>
        </p:txBody>
      </p:sp>
      <p:sp>
        <p:nvSpPr>
          <p:cNvPr id="1030" name="Rectangle 5"/>
          <p:cNvSpPr>
            <a:spLocks noGrp="1" noChangeArrowheads="1"/>
          </p:cNvSpPr>
          <p:nvPr>
            <p:ph type="body" idx="1"/>
          </p:nvPr>
        </p:nvSpPr>
        <p:spPr bwMode="auto">
          <a:xfrm>
            <a:off x="458788" y="1021215"/>
            <a:ext cx="8119156" cy="5147356"/>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lvl="0"/>
            <a:r>
              <a:rPr lang="en-US" dirty="0"/>
              <a:t>Body Text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677999323"/>
      </p:ext>
    </p:extLst>
  </p:cSld>
  <p:clrMap bg1="lt1" tx1="dk1" bg2="lt2" tx2="dk2" accent1="accent1" accent2="accent2" accent3="accent3" accent4="accent4" accent5="accent5" accent6="accent6" hlink="hlink" folHlink="folHlink"/>
  <p:sldLayoutIdLst>
    <p:sldLayoutId id="2147483986" r:id="rId1"/>
    <p:sldLayoutId id="2147483987" r:id="rId2"/>
    <p:sldLayoutId id="2147483988" r:id="rId3"/>
    <p:sldLayoutId id="2147483989" r:id="rId4"/>
    <p:sldLayoutId id="2147483990" r:id="rId5"/>
    <p:sldLayoutId id="2147483991" r:id="rId6"/>
    <p:sldLayoutId id="2147483992" r:id="rId7"/>
    <p:sldLayoutId id="2147483993" r:id="rId8"/>
    <p:sldLayoutId id="2147483994" r:id="rId9"/>
    <p:sldLayoutId id="2147483995" r:id="rId10"/>
    <p:sldLayoutId id="2147483996" r:id="rId11"/>
    <p:sldLayoutId id="2147483997" r:id="rId12"/>
  </p:sldLayoutIdLst>
  <p:txStyles>
    <p:titleStyle>
      <a:lvl1pPr algn="l" rtl="0" eaLnBrk="1" fontAlgn="base" hangingPunct="1">
        <a:lnSpc>
          <a:spcPct val="85000"/>
        </a:lnSpc>
        <a:spcBef>
          <a:spcPct val="0"/>
        </a:spcBef>
        <a:spcAft>
          <a:spcPct val="0"/>
        </a:spcAft>
        <a:buClr>
          <a:srgbClr val="DC0081"/>
        </a:buClr>
        <a:buFont typeface="Wingdings" pitchFamily="2" charset="2"/>
        <a:defRPr sz="2800">
          <a:solidFill>
            <a:schemeClr val="bg1"/>
          </a:solidFill>
          <a:latin typeface="Segoe UI" pitchFamily="34" charset="0"/>
          <a:ea typeface="Segoe UI" pitchFamily="34" charset="0"/>
          <a:cs typeface="Segoe UI" pitchFamily="34" charset="0"/>
        </a:defRPr>
      </a:lvl1pPr>
      <a:lvl2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2pPr>
      <a:lvl3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3pPr>
      <a:lvl4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4pPr>
      <a:lvl5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5pPr>
      <a:lvl6pPr marL="4572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6pPr>
      <a:lvl7pPr marL="9144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7pPr>
      <a:lvl8pPr marL="13716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8pPr>
      <a:lvl9pPr marL="18288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9pPr>
    </p:titleStyle>
    <p:bodyStyle>
      <a:lvl1pPr marL="174625" indent="-174625" algn="l" rtl="0" eaLnBrk="1" fontAlgn="base" hangingPunct="1">
        <a:lnSpc>
          <a:spcPct val="100000"/>
        </a:lnSpc>
        <a:spcBef>
          <a:spcPts val="600"/>
        </a:spcBef>
        <a:spcAft>
          <a:spcPct val="0"/>
        </a:spcAft>
        <a:buClr>
          <a:srgbClr val="0070C0"/>
        </a:buClr>
        <a:buSzPct val="90000"/>
        <a:buFont typeface="Arial" pitchFamily="34" charset="0"/>
        <a:buChar char="•"/>
        <a:defRPr sz="2800">
          <a:solidFill>
            <a:schemeClr val="tx1"/>
          </a:solidFill>
          <a:latin typeface="Segoe UI" pitchFamily="34" charset="0"/>
          <a:ea typeface="Segoe UI" pitchFamily="34" charset="0"/>
          <a:cs typeface="Segoe UI" pitchFamily="34" charset="0"/>
        </a:defRPr>
      </a:lvl1pPr>
      <a:lvl2pPr marL="458788" indent="-169863" algn="l" rtl="0" eaLnBrk="1" fontAlgn="base" hangingPunct="1">
        <a:lnSpc>
          <a:spcPct val="100000"/>
        </a:lnSpc>
        <a:spcBef>
          <a:spcPts val="600"/>
        </a:spcBef>
        <a:spcAft>
          <a:spcPct val="0"/>
        </a:spcAft>
        <a:buClr>
          <a:srgbClr val="0070C0"/>
        </a:buClr>
        <a:buSzPct val="80000"/>
        <a:buFont typeface="Arial" pitchFamily="34" charset="0"/>
        <a:buChar char="•"/>
        <a:defRPr sz="2400">
          <a:solidFill>
            <a:schemeClr val="tx1"/>
          </a:solidFill>
          <a:latin typeface="Segoe UI" pitchFamily="34" charset="0"/>
          <a:ea typeface="Segoe UI" pitchFamily="34" charset="0"/>
          <a:cs typeface="Segoe UI" pitchFamily="34" charset="0"/>
        </a:defRPr>
      </a:lvl2pPr>
      <a:lvl3pPr marL="854075" indent="-173038" algn="l" rtl="0" eaLnBrk="1" fontAlgn="base" hangingPunct="1">
        <a:lnSpc>
          <a:spcPct val="100000"/>
        </a:lnSpc>
        <a:spcBef>
          <a:spcPts val="600"/>
        </a:spcBef>
        <a:spcAft>
          <a:spcPct val="0"/>
        </a:spcAft>
        <a:buClr>
          <a:srgbClr val="0070C0"/>
        </a:buClr>
        <a:buSzPct val="80000"/>
        <a:buFont typeface="Arial" pitchFamily="34" charset="0"/>
        <a:buChar char="•"/>
        <a:defRPr sz="2000">
          <a:solidFill>
            <a:schemeClr val="tx1"/>
          </a:solidFill>
          <a:latin typeface="Segoe UI" pitchFamily="34" charset="0"/>
          <a:ea typeface="Segoe UI" pitchFamily="34" charset="0"/>
          <a:cs typeface="Segoe UI" pitchFamily="34" charset="0"/>
        </a:defRPr>
      </a:lvl3pPr>
      <a:lvl4pPr marL="1254125" indent="-165100"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4pPr>
      <a:lvl5pPr marL="1544638" indent="-168275"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5pPr>
      <a:lvl6pPr marL="20018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6pPr>
      <a:lvl7pPr marL="24590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7pPr>
      <a:lvl8pPr marL="29162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8pPr>
      <a:lvl9pPr marL="33734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7.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0" y="0"/>
            <a:ext cx="9144000" cy="704088"/>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25001" name="Rectangle 9"/>
          <p:cNvSpPr>
            <a:spLocks noChangeArrowheads="1"/>
          </p:cNvSpPr>
          <p:nvPr/>
        </p:nvSpPr>
        <p:spPr bwMode="auto">
          <a:xfrm>
            <a:off x="4763" y="731838"/>
            <a:ext cx="9136062" cy="6111875"/>
          </a:xfrm>
          <a:prstGeom prst="rect">
            <a:avLst/>
          </a:prstGeom>
          <a:noFill/>
          <a:ln w="28575" algn="ctr">
            <a:noFill/>
            <a:miter lim="800000"/>
            <a:headEnd/>
            <a:tailEnd/>
          </a:ln>
          <a:effectLst/>
        </p:spPr>
        <p:txBody>
          <a:bodyPr wrap="none" anchor="ctr"/>
          <a:lstStyle/>
          <a:p>
            <a:pPr algn="ctr" eaLnBrk="0" hangingPunct="0">
              <a:defRPr/>
            </a:pPr>
            <a:endParaRPr lang="en-US">
              <a:cs typeface="+mn-cs"/>
            </a:endParaRPr>
          </a:p>
        </p:txBody>
      </p:sp>
      <p:sp>
        <p:nvSpPr>
          <p:cNvPr id="1029" name="Rectangle 4"/>
          <p:cNvSpPr>
            <a:spLocks noGrp="1" noChangeArrowheads="1"/>
          </p:cNvSpPr>
          <p:nvPr>
            <p:ph type="title"/>
          </p:nvPr>
        </p:nvSpPr>
        <p:spPr bwMode="auto">
          <a:xfrm>
            <a:off x="460375" y="-2"/>
            <a:ext cx="7773988" cy="740664"/>
          </a:xfrm>
          <a:prstGeom prst="rect">
            <a:avLst/>
          </a:prstGeom>
          <a:noFill/>
          <a:ln w="9525">
            <a:noFill/>
            <a:miter lim="800000"/>
            <a:headEnd/>
            <a:tailEnd/>
          </a:ln>
        </p:spPr>
        <p:txBody>
          <a:bodyPr vert="horz" wrap="square" lIns="0" tIns="45720" rIns="91440" bIns="45720" numCol="1" anchor="ctr" anchorCtr="0" compatLnSpc="1">
            <a:prstTxWarp prst="textNoShape">
              <a:avLst/>
            </a:prstTxWarp>
          </a:bodyPr>
          <a:lstStyle/>
          <a:p>
            <a:pPr lvl="0"/>
            <a:r>
              <a:rPr lang="en-US" dirty="0"/>
              <a:t>Slide Title</a:t>
            </a:r>
          </a:p>
        </p:txBody>
      </p:sp>
      <p:sp>
        <p:nvSpPr>
          <p:cNvPr id="1030" name="Rectangle 5"/>
          <p:cNvSpPr>
            <a:spLocks noGrp="1" noChangeArrowheads="1"/>
          </p:cNvSpPr>
          <p:nvPr>
            <p:ph type="body" idx="1"/>
          </p:nvPr>
        </p:nvSpPr>
        <p:spPr bwMode="auto">
          <a:xfrm>
            <a:off x="458788" y="1021215"/>
            <a:ext cx="8119156" cy="5147356"/>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lvl="0"/>
            <a:r>
              <a:rPr lang="en-US" dirty="0"/>
              <a:t>Body Text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322878857"/>
      </p:ext>
    </p:extLst>
  </p:cSld>
  <p:clrMap bg1="lt1" tx1="dk1" bg2="lt2" tx2="dk2" accent1="accent1" accent2="accent2" accent3="accent3" accent4="accent4" accent5="accent5" accent6="accent6" hlink="hlink" folHlink="folHlink"/>
  <p:sldLayoutIdLst>
    <p:sldLayoutId id="2147483999" r:id="rId1"/>
    <p:sldLayoutId id="2147484000" r:id="rId2"/>
    <p:sldLayoutId id="2147484001" r:id="rId3"/>
    <p:sldLayoutId id="2147484002" r:id="rId4"/>
    <p:sldLayoutId id="2147484003" r:id="rId5"/>
    <p:sldLayoutId id="2147484004" r:id="rId6"/>
    <p:sldLayoutId id="2147484005" r:id="rId7"/>
    <p:sldLayoutId id="2147484006" r:id="rId8"/>
    <p:sldLayoutId id="2147484007" r:id="rId9"/>
    <p:sldLayoutId id="2147484008" r:id="rId10"/>
    <p:sldLayoutId id="2147484009" r:id="rId11"/>
    <p:sldLayoutId id="2147484010" r:id="rId12"/>
  </p:sldLayoutIdLst>
  <p:txStyles>
    <p:titleStyle>
      <a:lvl1pPr algn="l" rtl="0" eaLnBrk="1" fontAlgn="base" hangingPunct="1">
        <a:lnSpc>
          <a:spcPct val="85000"/>
        </a:lnSpc>
        <a:spcBef>
          <a:spcPct val="0"/>
        </a:spcBef>
        <a:spcAft>
          <a:spcPct val="0"/>
        </a:spcAft>
        <a:buClr>
          <a:srgbClr val="DC0081"/>
        </a:buClr>
        <a:buFont typeface="Wingdings" pitchFamily="2" charset="2"/>
        <a:defRPr sz="2800">
          <a:solidFill>
            <a:schemeClr val="bg1"/>
          </a:solidFill>
          <a:latin typeface="Segoe UI" pitchFamily="34" charset="0"/>
          <a:ea typeface="Segoe UI" pitchFamily="34" charset="0"/>
          <a:cs typeface="Segoe UI" pitchFamily="34" charset="0"/>
        </a:defRPr>
      </a:lvl1pPr>
      <a:lvl2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2pPr>
      <a:lvl3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3pPr>
      <a:lvl4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4pPr>
      <a:lvl5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5pPr>
      <a:lvl6pPr marL="4572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6pPr>
      <a:lvl7pPr marL="9144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7pPr>
      <a:lvl8pPr marL="13716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8pPr>
      <a:lvl9pPr marL="18288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9pPr>
    </p:titleStyle>
    <p:bodyStyle>
      <a:lvl1pPr marL="174625" indent="-174625" algn="l" rtl="0" eaLnBrk="1" fontAlgn="base" hangingPunct="1">
        <a:lnSpc>
          <a:spcPct val="100000"/>
        </a:lnSpc>
        <a:spcBef>
          <a:spcPts val="600"/>
        </a:spcBef>
        <a:spcAft>
          <a:spcPct val="0"/>
        </a:spcAft>
        <a:buClr>
          <a:srgbClr val="0070C0"/>
        </a:buClr>
        <a:buSzPct val="90000"/>
        <a:buFont typeface="Arial" pitchFamily="34" charset="0"/>
        <a:buChar char="•"/>
        <a:defRPr sz="2800">
          <a:solidFill>
            <a:schemeClr val="tx1"/>
          </a:solidFill>
          <a:latin typeface="Segoe UI" pitchFamily="34" charset="0"/>
          <a:ea typeface="Segoe UI" pitchFamily="34" charset="0"/>
          <a:cs typeface="Segoe UI" pitchFamily="34" charset="0"/>
        </a:defRPr>
      </a:lvl1pPr>
      <a:lvl2pPr marL="458788" indent="-169863" algn="l" rtl="0" eaLnBrk="1" fontAlgn="base" hangingPunct="1">
        <a:lnSpc>
          <a:spcPct val="100000"/>
        </a:lnSpc>
        <a:spcBef>
          <a:spcPts val="600"/>
        </a:spcBef>
        <a:spcAft>
          <a:spcPct val="0"/>
        </a:spcAft>
        <a:buClr>
          <a:srgbClr val="0070C0"/>
        </a:buClr>
        <a:buSzPct val="80000"/>
        <a:buFont typeface="Arial" pitchFamily="34" charset="0"/>
        <a:buChar char="•"/>
        <a:defRPr sz="2400">
          <a:solidFill>
            <a:schemeClr val="tx1"/>
          </a:solidFill>
          <a:latin typeface="Segoe UI" pitchFamily="34" charset="0"/>
          <a:ea typeface="Segoe UI" pitchFamily="34" charset="0"/>
          <a:cs typeface="Segoe UI" pitchFamily="34" charset="0"/>
        </a:defRPr>
      </a:lvl2pPr>
      <a:lvl3pPr marL="854075" indent="-173038" algn="l" rtl="0" eaLnBrk="1" fontAlgn="base" hangingPunct="1">
        <a:lnSpc>
          <a:spcPct val="100000"/>
        </a:lnSpc>
        <a:spcBef>
          <a:spcPts val="600"/>
        </a:spcBef>
        <a:spcAft>
          <a:spcPct val="0"/>
        </a:spcAft>
        <a:buClr>
          <a:srgbClr val="0070C0"/>
        </a:buClr>
        <a:buSzPct val="80000"/>
        <a:buFont typeface="Arial" pitchFamily="34" charset="0"/>
        <a:buChar char="•"/>
        <a:defRPr sz="2000">
          <a:solidFill>
            <a:schemeClr val="tx1"/>
          </a:solidFill>
          <a:latin typeface="Segoe UI" pitchFamily="34" charset="0"/>
          <a:ea typeface="Segoe UI" pitchFamily="34" charset="0"/>
          <a:cs typeface="Segoe UI" pitchFamily="34" charset="0"/>
        </a:defRPr>
      </a:lvl3pPr>
      <a:lvl4pPr marL="1254125" indent="-165100"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4pPr>
      <a:lvl5pPr marL="1544638" indent="-168275"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5pPr>
      <a:lvl6pPr marL="20018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6pPr>
      <a:lvl7pPr marL="24590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7pPr>
      <a:lvl8pPr marL="29162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8pPr>
      <a:lvl9pPr marL="33734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8.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0" y="0"/>
            <a:ext cx="9144000" cy="704088"/>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25001" name="Rectangle 9"/>
          <p:cNvSpPr>
            <a:spLocks noChangeArrowheads="1"/>
          </p:cNvSpPr>
          <p:nvPr/>
        </p:nvSpPr>
        <p:spPr bwMode="auto">
          <a:xfrm>
            <a:off x="4763" y="731838"/>
            <a:ext cx="9136062" cy="6111875"/>
          </a:xfrm>
          <a:prstGeom prst="rect">
            <a:avLst/>
          </a:prstGeom>
          <a:noFill/>
          <a:ln w="28575" algn="ctr">
            <a:noFill/>
            <a:miter lim="800000"/>
            <a:headEnd/>
            <a:tailEnd/>
          </a:ln>
          <a:effectLst/>
        </p:spPr>
        <p:txBody>
          <a:bodyPr wrap="none" anchor="ctr"/>
          <a:lstStyle/>
          <a:p>
            <a:pPr algn="ctr" eaLnBrk="0" hangingPunct="0">
              <a:defRPr/>
            </a:pPr>
            <a:endParaRPr lang="en-US">
              <a:cs typeface="+mn-cs"/>
            </a:endParaRPr>
          </a:p>
        </p:txBody>
      </p:sp>
      <p:sp>
        <p:nvSpPr>
          <p:cNvPr id="1029" name="Rectangle 4"/>
          <p:cNvSpPr>
            <a:spLocks noGrp="1" noChangeArrowheads="1"/>
          </p:cNvSpPr>
          <p:nvPr>
            <p:ph type="title"/>
          </p:nvPr>
        </p:nvSpPr>
        <p:spPr bwMode="auto">
          <a:xfrm>
            <a:off x="460375" y="-2"/>
            <a:ext cx="7773988" cy="740664"/>
          </a:xfrm>
          <a:prstGeom prst="rect">
            <a:avLst/>
          </a:prstGeom>
          <a:noFill/>
          <a:ln w="9525">
            <a:noFill/>
            <a:miter lim="800000"/>
            <a:headEnd/>
            <a:tailEnd/>
          </a:ln>
        </p:spPr>
        <p:txBody>
          <a:bodyPr vert="horz" wrap="square" lIns="0" tIns="45720" rIns="91440" bIns="45720" numCol="1" anchor="ctr" anchorCtr="0" compatLnSpc="1">
            <a:prstTxWarp prst="textNoShape">
              <a:avLst/>
            </a:prstTxWarp>
          </a:bodyPr>
          <a:lstStyle/>
          <a:p>
            <a:pPr lvl="0"/>
            <a:r>
              <a:rPr lang="en-US" dirty="0"/>
              <a:t>Slide Title</a:t>
            </a:r>
          </a:p>
        </p:txBody>
      </p:sp>
      <p:sp>
        <p:nvSpPr>
          <p:cNvPr id="1030" name="Rectangle 5"/>
          <p:cNvSpPr>
            <a:spLocks noGrp="1" noChangeArrowheads="1"/>
          </p:cNvSpPr>
          <p:nvPr>
            <p:ph type="body" idx="1"/>
          </p:nvPr>
        </p:nvSpPr>
        <p:spPr bwMode="auto">
          <a:xfrm>
            <a:off x="458788" y="1021215"/>
            <a:ext cx="8119156" cy="5147356"/>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lvl="0"/>
            <a:r>
              <a:rPr lang="en-US" dirty="0"/>
              <a:t>Body Text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488844335"/>
      </p:ext>
    </p:extLst>
  </p:cSld>
  <p:clrMap bg1="lt1" tx1="dk1" bg2="lt2" tx2="dk2" accent1="accent1" accent2="accent2" accent3="accent3" accent4="accent4" accent5="accent5" accent6="accent6" hlink="hlink" folHlink="folHlink"/>
  <p:sldLayoutIdLst>
    <p:sldLayoutId id="2147484012" r:id="rId1"/>
    <p:sldLayoutId id="2147484013" r:id="rId2"/>
    <p:sldLayoutId id="2147484014" r:id="rId3"/>
    <p:sldLayoutId id="2147484015" r:id="rId4"/>
    <p:sldLayoutId id="2147484016" r:id="rId5"/>
    <p:sldLayoutId id="2147484017" r:id="rId6"/>
    <p:sldLayoutId id="2147484018" r:id="rId7"/>
    <p:sldLayoutId id="2147484019" r:id="rId8"/>
    <p:sldLayoutId id="2147484020" r:id="rId9"/>
    <p:sldLayoutId id="2147484021" r:id="rId10"/>
    <p:sldLayoutId id="2147484022" r:id="rId11"/>
    <p:sldLayoutId id="2147484023" r:id="rId12"/>
  </p:sldLayoutIdLst>
  <p:txStyles>
    <p:titleStyle>
      <a:lvl1pPr algn="l" rtl="0" eaLnBrk="1" fontAlgn="base" hangingPunct="1">
        <a:lnSpc>
          <a:spcPct val="85000"/>
        </a:lnSpc>
        <a:spcBef>
          <a:spcPct val="0"/>
        </a:spcBef>
        <a:spcAft>
          <a:spcPct val="0"/>
        </a:spcAft>
        <a:buClr>
          <a:srgbClr val="DC0081"/>
        </a:buClr>
        <a:buFont typeface="Wingdings" pitchFamily="2" charset="2"/>
        <a:defRPr sz="2800">
          <a:solidFill>
            <a:schemeClr val="bg1"/>
          </a:solidFill>
          <a:latin typeface="Segoe UI" pitchFamily="34" charset="0"/>
          <a:ea typeface="Segoe UI" pitchFamily="34" charset="0"/>
          <a:cs typeface="Segoe UI" pitchFamily="34" charset="0"/>
        </a:defRPr>
      </a:lvl1pPr>
      <a:lvl2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2pPr>
      <a:lvl3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3pPr>
      <a:lvl4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4pPr>
      <a:lvl5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5pPr>
      <a:lvl6pPr marL="4572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6pPr>
      <a:lvl7pPr marL="9144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7pPr>
      <a:lvl8pPr marL="13716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8pPr>
      <a:lvl9pPr marL="18288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9pPr>
    </p:titleStyle>
    <p:bodyStyle>
      <a:lvl1pPr marL="174625" indent="-174625" algn="l" rtl="0" eaLnBrk="1" fontAlgn="base" hangingPunct="1">
        <a:lnSpc>
          <a:spcPct val="100000"/>
        </a:lnSpc>
        <a:spcBef>
          <a:spcPts val="600"/>
        </a:spcBef>
        <a:spcAft>
          <a:spcPct val="0"/>
        </a:spcAft>
        <a:buClr>
          <a:srgbClr val="0070C0"/>
        </a:buClr>
        <a:buSzPct val="90000"/>
        <a:buFont typeface="Arial" pitchFamily="34" charset="0"/>
        <a:buChar char="•"/>
        <a:defRPr sz="2800">
          <a:solidFill>
            <a:schemeClr val="tx1"/>
          </a:solidFill>
          <a:latin typeface="Segoe UI" pitchFamily="34" charset="0"/>
          <a:ea typeface="Segoe UI" pitchFamily="34" charset="0"/>
          <a:cs typeface="Segoe UI" pitchFamily="34" charset="0"/>
        </a:defRPr>
      </a:lvl1pPr>
      <a:lvl2pPr marL="458788" indent="-169863" algn="l" rtl="0" eaLnBrk="1" fontAlgn="base" hangingPunct="1">
        <a:lnSpc>
          <a:spcPct val="100000"/>
        </a:lnSpc>
        <a:spcBef>
          <a:spcPts val="600"/>
        </a:spcBef>
        <a:spcAft>
          <a:spcPct val="0"/>
        </a:spcAft>
        <a:buClr>
          <a:srgbClr val="0070C0"/>
        </a:buClr>
        <a:buSzPct val="80000"/>
        <a:buFont typeface="Arial" pitchFamily="34" charset="0"/>
        <a:buChar char="•"/>
        <a:defRPr sz="2400">
          <a:solidFill>
            <a:schemeClr val="tx1"/>
          </a:solidFill>
          <a:latin typeface="Segoe UI" pitchFamily="34" charset="0"/>
          <a:ea typeface="Segoe UI" pitchFamily="34" charset="0"/>
          <a:cs typeface="Segoe UI" pitchFamily="34" charset="0"/>
        </a:defRPr>
      </a:lvl2pPr>
      <a:lvl3pPr marL="854075" indent="-173038" algn="l" rtl="0" eaLnBrk="1" fontAlgn="base" hangingPunct="1">
        <a:lnSpc>
          <a:spcPct val="100000"/>
        </a:lnSpc>
        <a:spcBef>
          <a:spcPts val="600"/>
        </a:spcBef>
        <a:spcAft>
          <a:spcPct val="0"/>
        </a:spcAft>
        <a:buClr>
          <a:srgbClr val="0070C0"/>
        </a:buClr>
        <a:buSzPct val="80000"/>
        <a:buFont typeface="Arial" pitchFamily="34" charset="0"/>
        <a:buChar char="•"/>
        <a:defRPr sz="2000">
          <a:solidFill>
            <a:schemeClr val="tx1"/>
          </a:solidFill>
          <a:latin typeface="Segoe UI" pitchFamily="34" charset="0"/>
          <a:ea typeface="Segoe UI" pitchFamily="34" charset="0"/>
          <a:cs typeface="Segoe UI" pitchFamily="34" charset="0"/>
        </a:defRPr>
      </a:lvl3pPr>
      <a:lvl4pPr marL="1254125" indent="-165100"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4pPr>
      <a:lvl5pPr marL="1544638" indent="-168275"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5pPr>
      <a:lvl6pPr marL="20018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6pPr>
      <a:lvl7pPr marL="24590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7pPr>
      <a:lvl8pPr marL="29162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8pPr>
      <a:lvl9pPr marL="33734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9.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0" y="0"/>
            <a:ext cx="9144000" cy="704088"/>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25001" name="Rectangle 9"/>
          <p:cNvSpPr>
            <a:spLocks noChangeArrowheads="1"/>
          </p:cNvSpPr>
          <p:nvPr/>
        </p:nvSpPr>
        <p:spPr bwMode="auto">
          <a:xfrm>
            <a:off x="4763" y="731838"/>
            <a:ext cx="9136062" cy="6111875"/>
          </a:xfrm>
          <a:prstGeom prst="rect">
            <a:avLst/>
          </a:prstGeom>
          <a:noFill/>
          <a:ln w="28575" algn="ctr">
            <a:noFill/>
            <a:miter lim="800000"/>
            <a:headEnd/>
            <a:tailEnd/>
          </a:ln>
          <a:effectLst/>
        </p:spPr>
        <p:txBody>
          <a:bodyPr wrap="none" anchor="ctr"/>
          <a:lstStyle/>
          <a:p>
            <a:pPr algn="ctr" eaLnBrk="0" hangingPunct="0">
              <a:defRPr/>
            </a:pPr>
            <a:endParaRPr lang="en-US">
              <a:cs typeface="+mn-cs"/>
            </a:endParaRPr>
          </a:p>
        </p:txBody>
      </p:sp>
      <p:sp>
        <p:nvSpPr>
          <p:cNvPr id="1029" name="Rectangle 4"/>
          <p:cNvSpPr>
            <a:spLocks noGrp="1" noChangeArrowheads="1"/>
          </p:cNvSpPr>
          <p:nvPr>
            <p:ph type="title"/>
          </p:nvPr>
        </p:nvSpPr>
        <p:spPr bwMode="auto">
          <a:xfrm>
            <a:off x="460375" y="-2"/>
            <a:ext cx="7773988" cy="740664"/>
          </a:xfrm>
          <a:prstGeom prst="rect">
            <a:avLst/>
          </a:prstGeom>
          <a:noFill/>
          <a:ln w="9525">
            <a:noFill/>
            <a:miter lim="800000"/>
            <a:headEnd/>
            <a:tailEnd/>
          </a:ln>
        </p:spPr>
        <p:txBody>
          <a:bodyPr vert="horz" wrap="square" lIns="0" tIns="45720" rIns="91440" bIns="45720" numCol="1" anchor="ctr" anchorCtr="0" compatLnSpc="1">
            <a:prstTxWarp prst="textNoShape">
              <a:avLst/>
            </a:prstTxWarp>
          </a:bodyPr>
          <a:lstStyle/>
          <a:p>
            <a:pPr lvl="0"/>
            <a:r>
              <a:rPr lang="en-US" dirty="0"/>
              <a:t>Slide Title</a:t>
            </a:r>
          </a:p>
        </p:txBody>
      </p:sp>
      <p:sp>
        <p:nvSpPr>
          <p:cNvPr id="1030" name="Rectangle 5"/>
          <p:cNvSpPr>
            <a:spLocks noGrp="1" noChangeArrowheads="1"/>
          </p:cNvSpPr>
          <p:nvPr>
            <p:ph type="body" idx="1"/>
          </p:nvPr>
        </p:nvSpPr>
        <p:spPr bwMode="auto">
          <a:xfrm>
            <a:off x="458788" y="1021215"/>
            <a:ext cx="8119156" cy="5147356"/>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lvl="0"/>
            <a:r>
              <a:rPr lang="en-US" dirty="0"/>
              <a:t>Body Text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490477971"/>
      </p:ext>
    </p:extLst>
  </p:cSld>
  <p:clrMap bg1="lt1" tx1="dk1" bg2="lt2" tx2="dk2" accent1="accent1" accent2="accent2" accent3="accent3" accent4="accent4" accent5="accent5" accent6="accent6" hlink="hlink" folHlink="folHlink"/>
  <p:sldLayoutIdLst>
    <p:sldLayoutId id="2147484025" r:id="rId1"/>
    <p:sldLayoutId id="2147484026" r:id="rId2"/>
    <p:sldLayoutId id="2147484027" r:id="rId3"/>
    <p:sldLayoutId id="2147484028" r:id="rId4"/>
    <p:sldLayoutId id="2147484029" r:id="rId5"/>
    <p:sldLayoutId id="2147484030" r:id="rId6"/>
    <p:sldLayoutId id="2147484031" r:id="rId7"/>
    <p:sldLayoutId id="2147484032" r:id="rId8"/>
    <p:sldLayoutId id="2147484033" r:id="rId9"/>
    <p:sldLayoutId id="2147484034" r:id="rId10"/>
    <p:sldLayoutId id="2147484035" r:id="rId11"/>
    <p:sldLayoutId id="2147484036" r:id="rId12"/>
  </p:sldLayoutIdLst>
  <p:txStyles>
    <p:titleStyle>
      <a:lvl1pPr algn="l" rtl="0" eaLnBrk="1" fontAlgn="base" hangingPunct="1">
        <a:lnSpc>
          <a:spcPct val="85000"/>
        </a:lnSpc>
        <a:spcBef>
          <a:spcPct val="0"/>
        </a:spcBef>
        <a:spcAft>
          <a:spcPct val="0"/>
        </a:spcAft>
        <a:buClr>
          <a:srgbClr val="DC0081"/>
        </a:buClr>
        <a:buFont typeface="Wingdings" pitchFamily="2" charset="2"/>
        <a:defRPr sz="2800">
          <a:solidFill>
            <a:schemeClr val="bg1"/>
          </a:solidFill>
          <a:latin typeface="Segoe UI" pitchFamily="34" charset="0"/>
          <a:ea typeface="Segoe UI" pitchFamily="34" charset="0"/>
          <a:cs typeface="Segoe UI" pitchFamily="34" charset="0"/>
        </a:defRPr>
      </a:lvl1pPr>
      <a:lvl2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2pPr>
      <a:lvl3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3pPr>
      <a:lvl4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4pPr>
      <a:lvl5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5pPr>
      <a:lvl6pPr marL="4572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6pPr>
      <a:lvl7pPr marL="9144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7pPr>
      <a:lvl8pPr marL="13716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8pPr>
      <a:lvl9pPr marL="18288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9pPr>
    </p:titleStyle>
    <p:bodyStyle>
      <a:lvl1pPr marL="174625" indent="-174625" algn="l" rtl="0" eaLnBrk="1" fontAlgn="base" hangingPunct="1">
        <a:lnSpc>
          <a:spcPct val="100000"/>
        </a:lnSpc>
        <a:spcBef>
          <a:spcPts val="600"/>
        </a:spcBef>
        <a:spcAft>
          <a:spcPct val="0"/>
        </a:spcAft>
        <a:buClr>
          <a:srgbClr val="0070C0"/>
        </a:buClr>
        <a:buSzPct val="90000"/>
        <a:buFont typeface="Arial" pitchFamily="34" charset="0"/>
        <a:buChar char="•"/>
        <a:defRPr sz="2800">
          <a:solidFill>
            <a:schemeClr val="tx1"/>
          </a:solidFill>
          <a:latin typeface="Segoe UI" pitchFamily="34" charset="0"/>
          <a:ea typeface="Segoe UI" pitchFamily="34" charset="0"/>
          <a:cs typeface="Segoe UI" pitchFamily="34" charset="0"/>
        </a:defRPr>
      </a:lvl1pPr>
      <a:lvl2pPr marL="458788" indent="-169863" algn="l" rtl="0" eaLnBrk="1" fontAlgn="base" hangingPunct="1">
        <a:lnSpc>
          <a:spcPct val="100000"/>
        </a:lnSpc>
        <a:spcBef>
          <a:spcPts val="600"/>
        </a:spcBef>
        <a:spcAft>
          <a:spcPct val="0"/>
        </a:spcAft>
        <a:buClr>
          <a:srgbClr val="0070C0"/>
        </a:buClr>
        <a:buSzPct val="80000"/>
        <a:buFont typeface="Arial" pitchFamily="34" charset="0"/>
        <a:buChar char="•"/>
        <a:defRPr sz="2400">
          <a:solidFill>
            <a:schemeClr val="tx1"/>
          </a:solidFill>
          <a:latin typeface="Segoe UI" pitchFamily="34" charset="0"/>
          <a:ea typeface="Segoe UI" pitchFamily="34" charset="0"/>
          <a:cs typeface="Segoe UI" pitchFamily="34" charset="0"/>
        </a:defRPr>
      </a:lvl2pPr>
      <a:lvl3pPr marL="854075" indent="-173038" algn="l" rtl="0" eaLnBrk="1" fontAlgn="base" hangingPunct="1">
        <a:lnSpc>
          <a:spcPct val="100000"/>
        </a:lnSpc>
        <a:spcBef>
          <a:spcPts val="600"/>
        </a:spcBef>
        <a:spcAft>
          <a:spcPct val="0"/>
        </a:spcAft>
        <a:buClr>
          <a:srgbClr val="0070C0"/>
        </a:buClr>
        <a:buSzPct val="80000"/>
        <a:buFont typeface="Arial" pitchFamily="34" charset="0"/>
        <a:buChar char="•"/>
        <a:defRPr sz="2000">
          <a:solidFill>
            <a:schemeClr val="tx1"/>
          </a:solidFill>
          <a:latin typeface="Segoe UI" pitchFamily="34" charset="0"/>
          <a:ea typeface="Segoe UI" pitchFamily="34" charset="0"/>
          <a:cs typeface="Segoe UI" pitchFamily="34" charset="0"/>
        </a:defRPr>
      </a:lvl3pPr>
      <a:lvl4pPr marL="1254125" indent="-165100"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4pPr>
      <a:lvl5pPr marL="1544638" indent="-168275"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5pPr>
      <a:lvl6pPr marL="20018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6pPr>
      <a:lvl7pPr marL="24590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7pPr>
      <a:lvl8pPr marL="29162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8pPr>
      <a:lvl9pPr marL="33734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0.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0" y="0"/>
            <a:ext cx="9144000" cy="704088"/>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25001" name="Rectangle 9"/>
          <p:cNvSpPr>
            <a:spLocks noChangeArrowheads="1"/>
          </p:cNvSpPr>
          <p:nvPr/>
        </p:nvSpPr>
        <p:spPr bwMode="auto">
          <a:xfrm>
            <a:off x="4763" y="731838"/>
            <a:ext cx="9136062" cy="6111875"/>
          </a:xfrm>
          <a:prstGeom prst="rect">
            <a:avLst/>
          </a:prstGeom>
          <a:noFill/>
          <a:ln w="28575" algn="ctr">
            <a:noFill/>
            <a:miter lim="800000"/>
            <a:headEnd/>
            <a:tailEnd/>
          </a:ln>
          <a:effectLst/>
        </p:spPr>
        <p:txBody>
          <a:bodyPr wrap="none" anchor="ctr"/>
          <a:lstStyle/>
          <a:p>
            <a:pPr algn="ctr" eaLnBrk="0" hangingPunct="0">
              <a:defRPr/>
            </a:pPr>
            <a:endParaRPr lang="en-US">
              <a:cs typeface="+mn-cs"/>
            </a:endParaRPr>
          </a:p>
        </p:txBody>
      </p:sp>
      <p:sp>
        <p:nvSpPr>
          <p:cNvPr id="1029" name="Rectangle 4"/>
          <p:cNvSpPr>
            <a:spLocks noGrp="1" noChangeArrowheads="1"/>
          </p:cNvSpPr>
          <p:nvPr>
            <p:ph type="title"/>
          </p:nvPr>
        </p:nvSpPr>
        <p:spPr bwMode="auto">
          <a:xfrm>
            <a:off x="460375" y="-2"/>
            <a:ext cx="7773988" cy="740664"/>
          </a:xfrm>
          <a:prstGeom prst="rect">
            <a:avLst/>
          </a:prstGeom>
          <a:noFill/>
          <a:ln w="9525">
            <a:noFill/>
            <a:miter lim="800000"/>
            <a:headEnd/>
            <a:tailEnd/>
          </a:ln>
        </p:spPr>
        <p:txBody>
          <a:bodyPr vert="horz" wrap="square" lIns="0" tIns="45720" rIns="91440" bIns="45720" numCol="1" anchor="ctr" anchorCtr="0" compatLnSpc="1">
            <a:prstTxWarp prst="textNoShape">
              <a:avLst/>
            </a:prstTxWarp>
          </a:bodyPr>
          <a:lstStyle/>
          <a:p>
            <a:pPr lvl="0"/>
            <a:r>
              <a:rPr lang="en-US" dirty="0"/>
              <a:t>Slide Title</a:t>
            </a:r>
          </a:p>
        </p:txBody>
      </p:sp>
      <p:sp>
        <p:nvSpPr>
          <p:cNvPr id="1030" name="Rectangle 5"/>
          <p:cNvSpPr>
            <a:spLocks noGrp="1" noChangeArrowheads="1"/>
          </p:cNvSpPr>
          <p:nvPr>
            <p:ph type="body" idx="1"/>
          </p:nvPr>
        </p:nvSpPr>
        <p:spPr bwMode="auto">
          <a:xfrm>
            <a:off x="458788" y="1021215"/>
            <a:ext cx="8119156" cy="5147356"/>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lvl="0"/>
            <a:r>
              <a:rPr lang="en-US" dirty="0"/>
              <a:t>Body Text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4232720267"/>
      </p:ext>
    </p:extLst>
  </p:cSld>
  <p:clrMap bg1="lt1" tx1="dk1" bg2="lt2" tx2="dk2" accent1="accent1" accent2="accent2" accent3="accent3" accent4="accent4" accent5="accent5" accent6="accent6" hlink="hlink" folHlink="folHlink"/>
  <p:sldLayoutIdLst>
    <p:sldLayoutId id="2147484038" r:id="rId1"/>
    <p:sldLayoutId id="2147484039" r:id="rId2"/>
    <p:sldLayoutId id="2147484040" r:id="rId3"/>
    <p:sldLayoutId id="2147484041" r:id="rId4"/>
    <p:sldLayoutId id="2147484042" r:id="rId5"/>
    <p:sldLayoutId id="2147484043" r:id="rId6"/>
    <p:sldLayoutId id="2147484044" r:id="rId7"/>
    <p:sldLayoutId id="2147484045" r:id="rId8"/>
    <p:sldLayoutId id="2147484046" r:id="rId9"/>
    <p:sldLayoutId id="2147484047" r:id="rId10"/>
    <p:sldLayoutId id="2147484048" r:id="rId11"/>
    <p:sldLayoutId id="2147484049" r:id="rId12"/>
  </p:sldLayoutIdLst>
  <p:txStyles>
    <p:titleStyle>
      <a:lvl1pPr algn="l" rtl="0" eaLnBrk="1" fontAlgn="base" hangingPunct="1">
        <a:lnSpc>
          <a:spcPct val="85000"/>
        </a:lnSpc>
        <a:spcBef>
          <a:spcPct val="0"/>
        </a:spcBef>
        <a:spcAft>
          <a:spcPct val="0"/>
        </a:spcAft>
        <a:buClr>
          <a:srgbClr val="DC0081"/>
        </a:buClr>
        <a:buFont typeface="Wingdings" pitchFamily="2" charset="2"/>
        <a:defRPr sz="2800">
          <a:solidFill>
            <a:schemeClr val="bg1"/>
          </a:solidFill>
          <a:latin typeface="Segoe UI" pitchFamily="34" charset="0"/>
          <a:ea typeface="Segoe UI" pitchFamily="34" charset="0"/>
          <a:cs typeface="Segoe UI" pitchFamily="34" charset="0"/>
        </a:defRPr>
      </a:lvl1pPr>
      <a:lvl2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2pPr>
      <a:lvl3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3pPr>
      <a:lvl4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4pPr>
      <a:lvl5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5pPr>
      <a:lvl6pPr marL="4572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6pPr>
      <a:lvl7pPr marL="9144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7pPr>
      <a:lvl8pPr marL="13716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8pPr>
      <a:lvl9pPr marL="18288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9pPr>
    </p:titleStyle>
    <p:bodyStyle>
      <a:lvl1pPr marL="174625" indent="-174625" algn="l" rtl="0" eaLnBrk="1" fontAlgn="base" hangingPunct="1">
        <a:lnSpc>
          <a:spcPct val="100000"/>
        </a:lnSpc>
        <a:spcBef>
          <a:spcPts val="600"/>
        </a:spcBef>
        <a:spcAft>
          <a:spcPct val="0"/>
        </a:spcAft>
        <a:buClr>
          <a:srgbClr val="0070C0"/>
        </a:buClr>
        <a:buSzPct val="90000"/>
        <a:buFont typeface="Arial" pitchFamily="34" charset="0"/>
        <a:buChar char="•"/>
        <a:defRPr sz="2800">
          <a:solidFill>
            <a:schemeClr val="tx1"/>
          </a:solidFill>
          <a:latin typeface="Segoe UI" pitchFamily="34" charset="0"/>
          <a:ea typeface="Segoe UI" pitchFamily="34" charset="0"/>
          <a:cs typeface="Segoe UI" pitchFamily="34" charset="0"/>
        </a:defRPr>
      </a:lvl1pPr>
      <a:lvl2pPr marL="458788" indent="-169863" algn="l" rtl="0" eaLnBrk="1" fontAlgn="base" hangingPunct="1">
        <a:lnSpc>
          <a:spcPct val="100000"/>
        </a:lnSpc>
        <a:spcBef>
          <a:spcPts val="600"/>
        </a:spcBef>
        <a:spcAft>
          <a:spcPct val="0"/>
        </a:spcAft>
        <a:buClr>
          <a:srgbClr val="0070C0"/>
        </a:buClr>
        <a:buSzPct val="80000"/>
        <a:buFont typeface="Arial" pitchFamily="34" charset="0"/>
        <a:buChar char="•"/>
        <a:defRPr sz="2400">
          <a:solidFill>
            <a:schemeClr val="tx1"/>
          </a:solidFill>
          <a:latin typeface="Segoe UI" pitchFamily="34" charset="0"/>
          <a:ea typeface="Segoe UI" pitchFamily="34" charset="0"/>
          <a:cs typeface="Segoe UI" pitchFamily="34" charset="0"/>
        </a:defRPr>
      </a:lvl2pPr>
      <a:lvl3pPr marL="854075" indent="-173038" algn="l" rtl="0" eaLnBrk="1" fontAlgn="base" hangingPunct="1">
        <a:lnSpc>
          <a:spcPct val="100000"/>
        </a:lnSpc>
        <a:spcBef>
          <a:spcPts val="600"/>
        </a:spcBef>
        <a:spcAft>
          <a:spcPct val="0"/>
        </a:spcAft>
        <a:buClr>
          <a:srgbClr val="0070C0"/>
        </a:buClr>
        <a:buSzPct val="80000"/>
        <a:buFont typeface="Arial" pitchFamily="34" charset="0"/>
        <a:buChar char="•"/>
        <a:defRPr sz="2000">
          <a:solidFill>
            <a:schemeClr val="tx1"/>
          </a:solidFill>
          <a:latin typeface="Segoe UI" pitchFamily="34" charset="0"/>
          <a:ea typeface="Segoe UI" pitchFamily="34" charset="0"/>
          <a:cs typeface="Segoe UI" pitchFamily="34" charset="0"/>
        </a:defRPr>
      </a:lvl3pPr>
      <a:lvl4pPr marL="1254125" indent="-165100"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4pPr>
      <a:lvl5pPr marL="1544638" indent="-168275"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5pPr>
      <a:lvl6pPr marL="20018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6pPr>
      <a:lvl7pPr marL="24590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7pPr>
      <a:lvl8pPr marL="29162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8pPr>
      <a:lvl9pPr marL="33734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0" y="0"/>
            <a:ext cx="9144000" cy="704088"/>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25001" name="Rectangle 9"/>
          <p:cNvSpPr>
            <a:spLocks noChangeArrowheads="1"/>
          </p:cNvSpPr>
          <p:nvPr/>
        </p:nvSpPr>
        <p:spPr bwMode="auto">
          <a:xfrm>
            <a:off x="4763" y="731838"/>
            <a:ext cx="9136062" cy="6111875"/>
          </a:xfrm>
          <a:prstGeom prst="rect">
            <a:avLst/>
          </a:prstGeom>
          <a:noFill/>
          <a:ln w="28575" algn="ctr">
            <a:noFill/>
            <a:miter lim="800000"/>
            <a:headEnd/>
            <a:tailEnd/>
          </a:ln>
          <a:effectLst/>
        </p:spPr>
        <p:txBody>
          <a:bodyPr wrap="none" anchor="ctr"/>
          <a:lstStyle/>
          <a:p>
            <a:pPr algn="ctr" eaLnBrk="0" hangingPunct="0">
              <a:defRPr/>
            </a:pPr>
            <a:endParaRPr lang="en-US">
              <a:cs typeface="+mn-cs"/>
            </a:endParaRPr>
          </a:p>
        </p:txBody>
      </p:sp>
      <p:sp>
        <p:nvSpPr>
          <p:cNvPr id="1029" name="Rectangle 4"/>
          <p:cNvSpPr>
            <a:spLocks noGrp="1" noChangeArrowheads="1"/>
          </p:cNvSpPr>
          <p:nvPr>
            <p:ph type="title"/>
          </p:nvPr>
        </p:nvSpPr>
        <p:spPr bwMode="auto">
          <a:xfrm>
            <a:off x="460375" y="-2"/>
            <a:ext cx="7773988" cy="740664"/>
          </a:xfrm>
          <a:prstGeom prst="rect">
            <a:avLst/>
          </a:prstGeom>
          <a:noFill/>
          <a:ln w="9525">
            <a:noFill/>
            <a:miter lim="800000"/>
            <a:headEnd/>
            <a:tailEnd/>
          </a:ln>
        </p:spPr>
        <p:txBody>
          <a:bodyPr vert="horz" wrap="square" lIns="0" tIns="45720" rIns="91440" bIns="45720" numCol="1" anchor="ctr" anchorCtr="0" compatLnSpc="1">
            <a:prstTxWarp prst="textNoShape">
              <a:avLst/>
            </a:prstTxWarp>
          </a:bodyPr>
          <a:lstStyle/>
          <a:p>
            <a:pPr lvl="0"/>
            <a:r>
              <a:rPr lang="en-US" dirty="0"/>
              <a:t>Slide Title</a:t>
            </a:r>
          </a:p>
        </p:txBody>
      </p:sp>
      <p:sp>
        <p:nvSpPr>
          <p:cNvPr id="1030" name="Rectangle 5"/>
          <p:cNvSpPr>
            <a:spLocks noGrp="1" noChangeArrowheads="1"/>
          </p:cNvSpPr>
          <p:nvPr>
            <p:ph type="body" idx="1"/>
          </p:nvPr>
        </p:nvSpPr>
        <p:spPr bwMode="auto">
          <a:xfrm>
            <a:off x="458788" y="1021215"/>
            <a:ext cx="8119156" cy="5147356"/>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lvl="0"/>
            <a:r>
              <a:rPr lang="en-US" dirty="0"/>
              <a:t>Body Text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486886559"/>
      </p:ext>
    </p:extLst>
  </p:cSld>
  <p:clrMap bg1="lt1" tx1="dk1" bg2="lt2" tx2="dk2" accent1="accent1" accent2="accent2" accent3="accent3" accent4="accent4" accent5="accent5" accent6="accent6" hlink="hlink" folHlink="folHlink"/>
  <p:sldLayoutIdLst>
    <p:sldLayoutId id="2147484051" r:id="rId1"/>
    <p:sldLayoutId id="2147484052" r:id="rId2"/>
    <p:sldLayoutId id="2147484053" r:id="rId3"/>
    <p:sldLayoutId id="2147484054" r:id="rId4"/>
    <p:sldLayoutId id="2147484055" r:id="rId5"/>
    <p:sldLayoutId id="2147484056" r:id="rId6"/>
    <p:sldLayoutId id="2147484057" r:id="rId7"/>
    <p:sldLayoutId id="2147484058" r:id="rId8"/>
    <p:sldLayoutId id="2147484059" r:id="rId9"/>
    <p:sldLayoutId id="2147484060" r:id="rId10"/>
    <p:sldLayoutId id="2147484061" r:id="rId11"/>
    <p:sldLayoutId id="2147484062" r:id="rId12"/>
  </p:sldLayoutIdLst>
  <p:txStyles>
    <p:titleStyle>
      <a:lvl1pPr algn="l" rtl="0" eaLnBrk="1" fontAlgn="base" hangingPunct="1">
        <a:lnSpc>
          <a:spcPct val="85000"/>
        </a:lnSpc>
        <a:spcBef>
          <a:spcPct val="0"/>
        </a:spcBef>
        <a:spcAft>
          <a:spcPct val="0"/>
        </a:spcAft>
        <a:buClr>
          <a:srgbClr val="DC0081"/>
        </a:buClr>
        <a:buFont typeface="Wingdings" pitchFamily="2" charset="2"/>
        <a:defRPr sz="2800">
          <a:solidFill>
            <a:schemeClr val="bg1"/>
          </a:solidFill>
          <a:latin typeface="Segoe UI" pitchFamily="34" charset="0"/>
          <a:ea typeface="Segoe UI" pitchFamily="34" charset="0"/>
          <a:cs typeface="Segoe UI" pitchFamily="34" charset="0"/>
        </a:defRPr>
      </a:lvl1pPr>
      <a:lvl2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2pPr>
      <a:lvl3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3pPr>
      <a:lvl4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4pPr>
      <a:lvl5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5pPr>
      <a:lvl6pPr marL="4572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6pPr>
      <a:lvl7pPr marL="9144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7pPr>
      <a:lvl8pPr marL="13716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8pPr>
      <a:lvl9pPr marL="18288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9pPr>
    </p:titleStyle>
    <p:bodyStyle>
      <a:lvl1pPr marL="174625" indent="-174625" algn="l" rtl="0" eaLnBrk="1" fontAlgn="base" hangingPunct="1">
        <a:lnSpc>
          <a:spcPct val="100000"/>
        </a:lnSpc>
        <a:spcBef>
          <a:spcPts val="600"/>
        </a:spcBef>
        <a:spcAft>
          <a:spcPct val="0"/>
        </a:spcAft>
        <a:buClr>
          <a:srgbClr val="0070C0"/>
        </a:buClr>
        <a:buSzPct val="90000"/>
        <a:buFont typeface="Arial" pitchFamily="34" charset="0"/>
        <a:buChar char="•"/>
        <a:defRPr sz="2800">
          <a:solidFill>
            <a:schemeClr val="tx1"/>
          </a:solidFill>
          <a:latin typeface="Segoe UI" pitchFamily="34" charset="0"/>
          <a:ea typeface="Segoe UI" pitchFamily="34" charset="0"/>
          <a:cs typeface="Segoe UI" pitchFamily="34" charset="0"/>
        </a:defRPr>
      </a:lvl1pPr>
      <a:lvl2pPr marL="458788" indent="-169863" algn="l" rtl="0" eaLnBrk="1" fontAlgn="base" hangingPunct="1">
        <a:lnSpc>
          <a:spcPct val="100000"/>
        </a:lnSpc>
        <a:spcBef>
          <a:spcPts val="600"/>
        </a:spcBef>
        <a:spcAft>
          <a:spcPct val="0"/>
        </a:spcAft>
        <a:buClr>
          <a:srgbClr val="0070C0"/>
        </a:buClr>
        <a:buSzPct val="80000"/>
        <a:buFont typeface="Arial" pitchFamily="34" charset="0"/>
        <a:buChar char="•"/>
        <a:defRPr sz="2400">
          <a:solidFill>
            <a:schemeClr val="tx1"/>
          </a:solidFill>
          <a:latin typeface="Segoe UI" pitchFamily="34" charset="0"/>
          <a:ea typeface="Segoe UI" pitchFamily="34" charset="0"/>
          <a:cs typeface="Segoe UI" pitchFamily="34" charset="0"/>
        </a:defRPr>
      </a:lvl2pPr>
      <a:lvl3pPr marL="854075" indent="-173038" algn="l" rtl="0" eaLnBrk="1" fontAlgn="base" hangingPunct="1">
        <a:lnSpc>
          <a:spcPct val="100000"/>
        </a:lnSpc>
        <a:spcBef>
          <a:spcPts val="600"/>
        </a:spcBef>
        <a:spcAft>
          <a:spcPct val="0"/>
        </a:spcAft>
        <a:buClr>
          <a:srgbClr val="0070C0"/>
        </a:buClr>
        <a:buSzPct val="80000"/>
        <a:buFont typeface="Arial" pitchFamily="34" charset="0"/>
        <a:buChar char="•"/>
        <a:defRPr sz="2000">
          <a:solidFill>
            <a:schemeClr val="tx1"/>
          </a:solidFill>
          <a:latin typeface="Segoe UI" pitchFamily="34" charset="0"/>
          <a:ea typeface="Segoe UI" pitchFamily="34" charset="0"/>
          <a:cs typeface="Segoe UI" pitchFamily="34" charset="0"/>
        </a:defRPr>
      </a:lvl3pPr>
      <a:lvl4pPr marL="1254125" indent="-165100"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4pPr>
      <a:lvl5pPr marL="1544638" indent="-168275"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5pPr>
      <a:lvl6pPr marL="20018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6pPr>
      <a:lvl7pPr marL="24590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7pPr>
      <a:lvl8pPr marL="29162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8pPr>
      <a:lvl9pPr marL="33734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0" y="0"/>
            <a:ext cx="9144000" cy="704088"/>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25001" name="Rectangle 9"/>
          <p:cNvSpPr>
            <a:spLocks noChangeArrowheads="1"/>
          </p:cNvSpPr>
          <p:nvPr/>
        </p:nvSpPr>
        <p:spPr bwMode="auto">
          <a:xfrm>
            <a:off x="4763" y="731838"/>
            <a:ext cx="9136062" cy="6111875"/>
          </a:xfrm>
          <a:prstGeom prst="rect">
            <a:avLst/>
          </a:prstGeom>
          <a:noFill/>
          <a:ln w="28575" algn="ctr">
            <a:noFill/>
            <a:miter lim="800000"/>
            <a:headEnd/>
            <a:tailEnd/>
          </a:ln>
          <a:effectLst/>
        </p:spPr>
        <p:txBody>
          <a:bodyPr wrap="none" anchor="ctr"/>
          <a:lstStyle/>
          <a:p>
            <a:pPr algn="ctr" eaLnBrk="0" hangingPunct="0">
              <a:defRPr/>
            </a:pPr>
            <a:endParaRPr lang="en-US">
              <a:cs typeface="+mn-cs"/>
            </a:endParaRPr>
          </a:p>
        </p:txBody>
      </p:sp>
      <p:sp>
        <p:nvSpPr>
          <p:cNvPr id="1029" name="Rectangle 4"/>
          <p:cNvSpPr>
            <a:spLocks noGrp="1" noChangeArrowheads="1"/>
          </p:cNvSpPr>
          <p:nvPr>
            <p:ph type="title"/>
          </p:nvPr>
        </p:nvSpPr>
        <p:spPr bwMode="auto">
          <a:xfrm>
            <a:off x="460375" y="-2"/>
            <a:ext cx="7773988" cy="740664"/>
          </a:xfrm>
          <a:prstGeom prst="rect">
            <a:avLst/>
          </a:prstGeom>
          <a:noFill/>
          <a:ln w="9525">
            <a:noFill/>
            <a:miter lim="800000"/>
            <a:headEnd/>
            <a:tailEnd/>
          </a:ln>
        </p:spPr>
        <p:txBody>
          <a:bodyPr vert="horz" wrap="square" lIns="0" tIns="45720" rIns="91440" bIns="45720" numCol="1" anchor="ctr" anchorCtr="0" compatLnSpc="1">
            <a:prstTxWarp prst="textNoShape">
              <a:avLst/>
            </a:prstTxWarp>
          </a:bodyPr>
          <a:lstStyle/>
          <a:p>
            <a:pPr lvl="0"/>
            <a:r>
              <a:rPr lang="en-US" dirty="0"/>
              <a:t>Slide Title</a:t>
            </a:r>
          </a:p>
        </p:txBody>
      </p:sp>
      <p:sp>
        <p:nvSpPr>
          <p:cNvPr id="1030" name="Rectangle 5"/>
          <p:cNvSpPr>
            <a:spLocks noGrp="1" noChangeArrowheads="1"/>
          </p:cNvSpPr>
          <p:nvPr>
            <p:ph type="body" idx="1"/>
          </p:nvPr>
        </p:nvSpPr>
        <p:spPr bwMode="auto">
          <a:xfrm>
            <a:off x="458788" y="1021215"/>
            <a:ext cx="8119156" cy="5147356"/>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lvl="0"/>
            <a:r>
              <a:rPr lang="en-US" dirty="0"/>
              <a:t>Body Text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900157885"/>
      </p:ext>
    </p:extLst>
  </p:cSld>
  <p:clrMap bg1="lt1" tx1="dk1" bg2="lt2" tx2="dk2" accent1="accent1" accent2="accent2" accent3="accent3" accent4="accent4" accent5="accent5" accent6="accent6" hlink="hlink" folHlink="folHlink"/>
  <p:sldLayoutIdLst>
    <p:sldLayoutId id="2147484064" r:id="rId1"/>
    <p:sldLayoutId id="2147484065" r:id="rId2"/>
    <p:sldLayoutId id="2147484066" r:id="rId3"/>
    <p:sldLayoutId id="2147484067" r:id="rId4"/>
    <p:sldLayoutId id="2147484068" r:id="rId5"/>
    <p:sldLayoutId id="2147484069" r:id="rId6"/>
    <p:sldLayoutId id="2147484070" r:id="rId7"/>
    <p:sldLayoutId id="2147484071" r:id="rId8"/>
    <p:sldLayoutId id="2147484072" r:id="rId9"/>
    <p:sldLayoutId id="2147484073" r:id="rId10"/>
    <p:sldLayoutId id="2147484074" r:id="rId11"/>
    <p:sldLayoutId id="2147484075" r:id="rId12"/>
  </p:sldLayoutIdLst>
  <p:txStyles>
    <p:titleStyle>
      <a:lvl1pPr algn="l" rtl="0" eaLnBrk="1" fontAlgn="base" hangingPunct="1">
        <a:lnSpc>
          <a:spcPct val="85000"/>
        </a:lnSpc>
        <a:spcBef>
          <a:spcPct val="0"/>
        </a:spcBef>
        <a:spcAft>
          <a:spcPct val="0"/>
        </a:spcAft>
        <a:buClr>
          <a:srgbClr val="DC0081"/>
        </a:buClr>
        <a:buFont typeface="Wingdings" pitchFamily="2" charset="2"/>
        <a:defRPr sz="2800">
          <a:solidFill>
            <a:schemeClr val="bg1"/>
          </a:solidFill>
          <a:latin typeface="Segoe UI" pitchFamily="34" charset="0"/>
          <a:ea typeface="Segoe UI" pitchFamily="34" charset="0"/>
          <a:cs typeface="Segoe UI" pitchFamily="34" charset="0"/>
        </a:defRPr>
      </a:lvl1pPr>
      <a:lvl2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2pPr>
      <a:lvl3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3pPr>
      <a:lvl4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4pPr>
      <a:lvl5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5pPr>
      <a:lvl6pPr marL="4572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6pPr>
      <a:lvl7pPr marL="9144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7pPr>
      <a:lvl8pPr marL="13716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8pPr>
      <a:lvl9pPr marL="18288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9pPr>
    </p:titleStyle>
    <p:bodyStyle>
      <a:lvl1pPr marL="174625" indent="-174625" algn="l" rtl="0" eaLnBrk="1" fontAlgn="base" hangingPunct="1">
        <a:lnSpc>
          <a:spcPct val="100000"/>
        </a:lnSpc>
        <a:spcBef>
          <a:spcPts val="600"/>
        </a:spcBef>
        <a:spcAft>
          <a:spcPct val="0"/>
        </a:spcAft>
        <a:buClr>
          <a:srgbClr val="0070C0"/>
        </a:buClr>
        <a:buSzPct val="90000"/>
        <a:buFont typeface="Arial" pitchFamily="34" charset="0"/>
        <a:buChar char="•"/>
        <a:defRPr sz="2800">
          <a:solidFill>
            <a:schemeClr val="tx1"/>
          </a:solidFill>
          <a:latin typeface="Segoe UI" pitchFamily="34" charset="0"/>
          <a:ea typeface="Segoe UI" pitchFamily="34" charset="0"/>
          <a:cs typeface="Segoe UI" pitchFamily="34" charset="0"/>
        </a:defRPr>
      </a:lvl1pPr>
      <a:lvl2pPr marL="458788" indent="-169863" algn="l" rtl="0" eaLnBrk="1" fontAlgn="base" hangingPunct="1">
        <a:lnSpc>
          <a:spcPct val="100000"/>
        </a:lnSpc>
        <a:spcBef>
          <a:spcPts val="600"/>
        </a:spcBef>
        <a:spcAft>
          <a:spcPct val="0"/>
        </a:spcAft>
        <a:buClr>
          <a:srgbClr val="0070C0"/>
        </a:buClr>
        <a:buSzPct val="80000"/>
        <a:buFont typeface="Arial" pitchFamily="34" charset="0"/>
        <a:buChar char="•"/>
        <a:defRPr sz="2400">
          <a:solidFill>
            <a:schemeClr val="tx1"/>
          </a:solidFill>
          <a:latin typeface="Segoe UI" pitchFamily="34" charset="0"/>
          <a:ea typeface="Segoe UI" pitchFamily="34" charset="0"/>
          <a:cs typeface="Segoe UI" pitchFamily="34" charset="0"/>
        </a:defRPr>
      </a:lvl2pPr>
      <a:lvl3pPr marL="854075" indent="-173038" algn="l" rtl="0" eaLnBrk="1" fontAlgn="base" hangingPunct="1">
        <a:lnSpc>
          <a:spcPct val="100000"/>
        </a:lnSpc>
        <a:spcBef>
          <a:spcPts val="600"/>
        </a:spcBef>
        <a:spcAft>
          <a:spcPct val="0"/>
        </a:spcAft>
        <a:buClr>
          <a:srgbClr val="0070C0"/>
        </a:buClr>
        <a:buSzPct val="80000"/>
        <a:buFont typeface="Arial" pitchFamily="34" charset="0"/>
        <a:buChar char="•"/>
        <a:defRPr sz="2000">
          <a:solidFill>
            <a:schemeClr val="tx1"/>
          </a:solidFill>
          <a:latin typeface="Segoe UI" pitchFamily="34" charset="0"/>
          <a:ea typeface="Segoe UI" pitchFamily="34" charset="0"/>
          <a:cs typeface="Segoe UI" pitchFamily="34" charset="0"/>
        </a:defRPr>
      </a:lvl3pPr>
      <a:lvl4pPr marL="1254125" indent="-165100"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4pPr>
      <a:lvl5pPr marL="1544638" indent="-168275"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5pPr>
      <a:lvl6pPr marL="20018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6pPr>
      <a:lvl7pPr marL="24590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7pPr>
      <a:lvl8pPr marL="29162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8pPr>
      <a:lvl9pPr marL="33734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0" y="0"/>
            <a:ext cx="9144000" cy="704088"/>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25001" name="Rectangle 9"/>
          <p:cNvSpPr>
            <a:spLocks noChangeArrowheads="1"/>
          </p:cNvSpPr>
          <p:nvPr/>
        </p:nvSpPr>
        <p:spPr bwMode="auto">
          <a:xfrm>
            <a:off x="4763" y="731838"/>
            <a:ext cx="9136062" cy="6111875"/>
          </a:xfrm>
          <a:prstGeom prst="rect">
            <a:avLst/>
          </a:prstGeom>
          <a:noFill/>
          <a:ln w="28575" algn="ctr">
            <a:noFill/>
            <a:miter lim="800000"/>
            <a:headEnd/>
            <a:tailEnd/>
          </a:ln>
          <a:effectLst/>
        </p:spPr>
        <p:txBody>
          <a:bodyPr wrap="none" anchor="ctr"/>
          <a:lstStyle/>
          <a:p>
            <a:pPr algn="ctr" eaLnBrk="0" hangingPunct="0">
              <a:defRPr/>
            </a:pPr>
            <a:endParaRPr lang="en-US">
              <a:cs typeface="+mn-cs"/>
            </a:endParaRPr>
          </a:p>
        </p:txBody>
      </p:sp>
      <p:sp>
        <p:nvSpPr>
          <p:cNvPr id="1029" name="Rectangle 4"/>
          <p:cNvSpPr>
            <a:spLocks noGrp="1" noChangeArrowheads="1"/>
          </p:cNvSpPr>
          <p:nvPr>
            <p:ph type="title"/>
          </p:nvPr>
        </p:nvSpPr>
        <p:spPr bwMode="auto">
          <a:xfrm>
            <a:off x="460375" y="-2"/>
            <a:ext cx="7773988" cy="740664"/>
          </a:xfrm>
          <a:prstGeom prst="rect">
            <a:avLst/>
          </a:prstGeom>
          <a:noFill/>
          <a:ln w="9525">
            <a:noFill/>
            <a:miter lim="800000"/>
            <a:headEnd/>
            <a:tailEnd/>
          </a:ln>
        </p:spPr>
        <p:txBody>
          <a:bodyPr vert="horz" wrap="square" lIns="0" tIns="45720" rIns="91440" bIns="45720" numCol="1" anchor="ctr" anchorCtr="0" compatLnSpc="1">
            <a:prstTxWarp prst="textNoShape">
              <a:avLst/>
            </a:prstTxWarp>
          </a:bodyPr>
          <a:lstStyle/>
          <a:p>
            <a:pPr lvl="0"/>
            <a:r>
              <a:rPr lang="en-US" dirty="0"/>
              <a:t>Slide Title</a:t>
            </a:r>
          </a:p>
        </p:txBody>
      </p:sp>
      <p:sp>
        <p:nvSpPr>
          <p:cNvPr id="1030" name="Rectangle 5"/>
          <p:cNvSpPr>
            <a:spLocks noGrp="1" noChangeArrowheads="1"/>
          </p:cNvSpPr>
          <p:nvPr>
            <p:ph type="body" idx="1"/>
          </p:nvPr>
        </p:nvSpPr>
        <p:spPr bwMode="auto">
          <a:xfrm>
            <a:off x="458788" y="1021215"/>
            <a:ext cx="8119156" cy="5147356"/>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lvl="0"/>
            <a:r>
              <a:rPr lang="en-US" dirty="0"/>
              <a:t>Body Text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616057214"/>
      </p:ext>
    </p:extLst>
  </p:cSld>
  <p:clrMap bg1="lt1" tx1="dk1" bg2="lt2" tx2="dk2" accent1="accent1" accent2="accent2" accent3="accent3" accent4="accent4" accent5="accent5" accent6="accent6" hlink="hlink" folHlink="folHlink"/>
  <p:sldLayoutIdLst>
    <p:sldLayoutId id="2147484077" r:id="rId1"/>
    <p:sldLayoutId id="2147484078" r:id="rId2"/>
    <p:sldLayoutId id="2147484079" r:id="rId3"/>
    <p:sldLayoutId id="2147484080" r:id="rId4"/>
    <p:sldLayoutId id="2147484081" r:id="rId5"/>
    <p:sldLayoutId id="2147484082" r:id="rId6"/>
    <p:sldLayoutId id="2147484083" r:id="rId7"/>
    <p:sldLayoutId id="2147484084" r:id="rId8"/>
    <p:sldLayoutId id="2147484085" r:id="rId9"/>
    <p:sldLayoutId id="2147484086" r:id="rId10"/>
    <p:sldLayoutId id="2147484087" r:id="rId11"/>
    <p:sldLayoutId id="2147484088" r:id="rId12"/>
  </p:sldLayoutIdLst>
  <p:txStyles>
    <p:titleStyle>
      <a:lvl1pPr algn="l" rtl="0" eaLnBrk="1" fontAlgn="base" hangingPunct="1">
        <a:lnSpc>
          <a:spcPct val="85000"/>
        </a:lnSpc>
        <a:spcBef>
          <a:spcPct val="0"/>
        </a:spcBef>
        <a:spcAft>
          <a:spcPct val="0"/>
        </a:spcAft>
        <a:buClr>
          <a:srgbClr val="DC0081"/>
        </a:buClr>
        <a:buFont typeface="Wingdings" pitchFamily="2" charset="2"/>
        <a:defRPr sz="2800">
          <a:solidFill>
            <a:schemeClr val="bg1"/>
          </a:solidFill>
          <a:latin typeface="Segoe UI" pitchFamily="34" charset="0"/>
          <a:ea typeface="Segoe UI" pitchFamily="34" charset="0"/>
          <a:cs typeface="Segoe UI" pitchFamily="34" charset="0"/>
        </a:defRPr>
      </a:lvl1pPr>
      <a:lvl2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2pPr>
      <a:lvl3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3pPr>
      <a:lvl4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4pPr>
      <a:lvl5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5pPr>
      <a:lvl6pPr marL="4572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6pPr>
      <a:lvl7pPr marL="9144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7pPr>
      <a:lvl8pPr marL="13716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8pPr>
      <a:lvl9pPr marL="18288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9pPr>
    </p:titleStyle>
    <p:bodyStyle>
      <a:lvl1pPr marL="174625" indent="-174625" algn="l" rtl="0" eaLnBrk="1" fontAlgn="base" hangingPunct="1">
        <a:lnSpc>
          <a:spcPct val="100000"/>
        </a:lnSpc>
        <a:spcBef>
          <a:spcPts val="600"/>
        </a:spcBef>
        <a:spcAft>
          <a:spcPct val="0"/>
        </a:spcAft>
        <a:buClr>
          <a:srgbClr val="0070C0"/>
        </a:buClr>
        <a:buSzPct val="90000"/>
        <a:buFont typeface="Arial" pitchFamily="34" charset="0"/>
        <a:buChar char="•"/>
        <a:defRPr sz="2800">
          <a:solidFill>
            <a:schemeClr val="tx1"/>
          </a:solidFill>
          <a:latin typeface="Segoe UI" pitchFamily="34" charset="0"/>
          <a:ea typeface="Segoe UI" pitchFamily="34" charset="0"/>
          <a:cs typeface="Segoe UI" pitchFamily="34" charset="0"/>
        </a:defRPr>
      </a:lvl1pPr>
      <a:lvl2pPr marL="458788" indent="-169863" algn="l" rtl="0" eaLnBrk="1" fontAlgn="base" hangingPunct="1">
        <a:lnSpc>
          <a:spcPct val="100000"/>
        </a:lnSpc>
        <a:spcBef>
          <a:spcPts val="600"/>
        </a:spcBef>
        <a:spcAft>
          <a:spcPct val="0"/>
        </a:spcAft>
        <a:buClr>
          <a:srgbClr val="0070C0"/>
        </a:buClr>
        <a:buSzPct val="80000"/>
        <a:buFont typeface="Arial" pitchFamily="34" charset="0"/>
        <a:buChar char="•"/>
        <a:defRPr sz="2400">
          <a:solidFill>
            <a:schemeClr val="tx1"/>
          </a:solidFill>
          <a:latin typeface="Segoe UI" pitchFamily="34" charset="0"/>
          <a:ea typeface="Segoe UI" pitchFamily="34" charset="0"/>
          <a:cs typeface="Segoe UI" pitchFamily="34" charset="0"/>
        </a:defRPr>
      </a:lvl2pPr>
      <a:lvl3pPr marL="854075" indent="-173038" algn="l" rtl="0" eaLnBrk="1" fontAlgn="base" hangingPunct="1">
        <a:lnSpc>
          <a:spcPct val="100000"/>
        </a:lnSpc>
        <a:spcBef>
          <a:spcPts val="600"/>
        </a:spcBef>
        <a:spcAft>
          <a:spcPct val="0"/>
        </a:spcAft>
        <a:buClr>
          <a:srgbClr val="0070C0"/>
        </a:buClr>
        <a:buSzPct val="80000"/>
        <a:buFont typeface="Arial" pitchFamily="34" charset="0"/>
        <a:buChar char="•"/>
        <a:defRPr sz="2000">
          <a:solidFill>
            <a:schemeClr val="tx1"/>
          </a:solidFill>
          <a:latin typeface="Segoe UI" pitchFamily="34" charset="0"/>
          <a:ea typeface="Segoe UI" pitchFamily="34" charset="0"/>
          <a:cs typeface="Segoe UI" pitchFamily="34" charset="0"/>
        </a:defRPr>
      </a:lvl3pPr>
      <a:lvl4pPr marL="1254125" indent="-165100"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4pPr>
      <a:lvl5pPr marL="1544638" indent="-168275"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5pPr>
      <a:lvl6pPr marL="20018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6pPr>
      <a:lvl7pPr marL="24590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7pPr>
      <a:lvl8pPr marL="29162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8pPr>
      <a:lvl9pPr marL="33734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4.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0" y="0"/>
            <a:ext cx="9144000" cy="704088"/>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25001" name="Rectangle 9"/>
          <p:cNvSpPr>
            <a:spLocks noChangeArrowheads="1"/>
          </p:cNvSpPr>
          <p:nvPr/>
        </p:nvSpPr>
        <p:spPr bwMode="auto">
          <a:xfrm>
            <a:off x="4763" y="731838"/>
            <a:ext cx="9136062" cy="6111875"/>
          </a:xfrm>
          <a:prstGeom prst="rect">
            <a:avLst/>
          </a:prstGeom>
          <a:noFill/>
          <a:ln w="28575" algn="ctr">
            <a:noFill/>
            <a:miter lim="800000"/>
            <a:headEnd/>
            <a:tailEnd/>
          </a:ln>
          <a:effectLst/>
        </p:spPr>
        <p:txBody>
          <a:bodyPr wrap="none" anchor="ctr"/>
          <a:lstStyle/>
          <a:p>
            <a:pPr algn="ctr" eaLnBrk="0" hangingPunct="0">
              <a:defRPr/>
            </a:pPr>
            <a:endParaRPr lang="en-US">
              <a:cs typeface="+mn-cs"/>
            </a:endParaRPr>
          </a:p>
        </p:txBody>
      </p:sp>
      <p:sp>
        <p:nvSpPr>
          <p:cNvPr id="1029" name="Rectangle 4"/>
          <p:cNvSpPr>
            <a:spLocks noGrp="1" noChangeArrowheads="1"/>
          </p:cNvSpPr>
          <p:nvPr>
            <p:ph type="title"/>
          </p:nvPr>
        </p:nvSpPr>
        <p:spPr bwMode="auto">
          <a:xfrm>
            <a:off x="460375" y="-2"/>
            <a:ext cx="7773988" cy="740664"/>
          </a:xfrm>
          <a:prstGeom prst="rect">
            <a:avLst/>
          </a:prstGeom>
          <a:noFill/>
          <a:ln w="9525">
            <a:noFill/>
            <a:miter lim="800000"/>
            <a:headEnd/>
            <a:tailEnd/>
          </a:ln>
        </p:spPr>
        <p:txBody>
          <a:bodyPr vert="horz" wrap="square" lIns="0" tIns="45720" rIns="91440" bIns="45720" numCol="1" anchor="ctr" anchorCtr="0" compatLnSpc="1">
            <a:prstTxWarp prst="textNoShape">
              <a:avLst/>
            </a:prstTxWarp>
          </a:bodyPr>
          <a:lstStyle/>
          <a:p>
            <a:pPr lvl="0"/>
            <a:r>
              <a:rPr lang="en-US" dirty="0"/>
              <a:t>Slide Title</a:t>
            </a:r>
          </a:p>
        </p:txBody>
      </p:sp>
      <p:sp>
        <p:nvSpPr>
          <p:cNvPr id="1030" name="Rectangle 5"/>
          <p:cNvSpPr>
            <a:spLocks noGrp="1" noChangeArrowheads="1"/>
          </p:cNvSpPr>
          <p:nvPr>
            <p:ph type="body" idx="1"/>
          </p:nvPr>
        </p:nvSpPr>
        <p:spPr bwMode="auto">
          <a:xfrm>
            <a:off x="458788" y="1021215"/>
            <a:ext cx="8119156" cy="5147356"/>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lvl="0"/>
            <a:r>
              <a:rPr lang="en-US" dirty="0"/>
              <a:t>Body Text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441788404"/>
      </p:ext>
    </p:extLst>
  </p:cSld>
  <p:clrMap bg1="lt1" tx1="dk1" bg2="lt2" tx2="dk2" accent1="accent1" accent2="accent2" accent3="accent3" accent4="accent4" accent5="accent5" accent6="accent6" hlink="hlink" folHlink="folHlink"/>
  <p:sldLayoutIdLst>
    <p:sldLayoutId id="2147484090" r:id="rId1"/>
    <p:sldLayoutId id="2147484091" r:id="rId2"/>
    <p:sldLayoutId id="2147484092" r:id="rId3"/>
    <p:sldLayoutId id="2147484093" r:id="rId4"/>
    <p:sldLayoutId id="2147484094" r:id="rId5"/>
    <p:sldLayoutId id="2147484095" r:id="rId6"/>
    <p:sldLayoutId id="2147484096" r:id="rId7"/>
    <p:sldLayoutId id="2147484097" r:id="rId8"/>
    <p:sldLayoutId id="2147484098" r:id="rId9"/>
    <p:sldLayoutId id="2147484099" r:id="rId10"/>
    <p:sldLayoutId id="2147484100" r:id="rId11"/>
    <p:sldLayoutId id="2147484101" r:id="rId12"/>
  </p:sldLayoutIdLst>
  <p:txStyles>
    <p:titleStyle>
      <a:lvl1pPr algn="l" rtl="0" eaLnBrk="1" fontAlgn="base" hangingPunct="1">
        <a:lnSpc>
          <a:spcPct val="85000"/>
        </a:lnSpc>
        <a:spcBef>
          <a:spcPct val="0"/>
        </a:spcBef>
        <a:spcAft>
          <a:spcPct val="0"/>
        </a:spcAft>
        <a:buClr>
          <a:srgbClr val="DC0081"/>
        </a:buClr>
        <a:buFont typeface="Wingdings" pitchFamily="2" charset="2"/>
        <a:defRPr sz="2800">
          <a:solidFill>
            <a:schemeClr val="bg1"/>
          </a:solidFill>
          <a:latin typeface="Segoe UI" pitchFamily="34" charset="0"/>
          <a:ea typeface="Segoe UI" pitchFamily="34" charset="0"/>
          <a:cs typeface="Segoe UI" pitchFamily="34" charset="0"/>
        </a:defRPr>
      </a:lvl1pPr>
      <a:lvl2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2pPr>
      <a:lvl3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3pPr>
      <a:lvl4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4pPr>
      <a:lvl5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5pPr>
      <a:lvl6pPr marL="4572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6pPr>
      <a:lvl7pPr marL="9144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7pPr>
      <a:lvl8pPr marL="13716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8pPr>
      <a:lvl9pPr marL="18288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9pPr>
    </p:titleStyle>
    <p:bodyStyle>
      <a:lvl1pPr marL="174625" indent="-174625" algn="l" rtl="0" eaLnBrk="1" fontAlgn="base" hangingPunct="1">
        <a:lnSpc>
          <a:spcPct val="100000"/>
        </a:lnSpc>
        <a:spcBef>
          <a:spcPts val="600"/>
        </a:spcBef>
        <a:spcAft>
          <a:spcPct val="0"/>
        </a:spcAft>
        <a:buClr>
          <a:srgbClr val="0070C0"/>
        </a:buClr>
        <a:buSzPct val="90000"/>
        <a:buFont typeface="Arial" pitchFamily="34" charset="0"/>
        <a:buChar char="•"/>
        <a:defRPr sz="2800">
          <a:solidFill>
            <a:schemeClr val="tx1"/>
          </a:solidFill>
          <a:latin typeface="Segoe UI" pitchFamily="34" charset="0"/>
          <a:ea typeface="Segoe UI" pitchFamily="34" charset="0"/>
          <a:cs typeface="Segoe UI" pitchFamily="34" charset="0"/>
        </a:defRPr>
      </a:lvl1pPr>
      <a:lvl2pPr marL="458788" indent="-169863" algn="l" rtl="0" eaLnBrk="1" fontAlgn="base" hangingPunct="1">
        <a:lnSpc>
          <a:spcPct val="100000"/>
        </a:lnSpc>
        <a:spcBef>
          <a:spcPts val="600"/>
        </a:spcBef>
        <a:spcAft>
          <a:spcPct val="0"/>
        </a:spcAft>
        <a:buClr>
          <a:srgbClr val="0070C0"/>
        </a:buClr>
        <a:buSzPct val="80000"/>
        <a:buFont typeface="Arial" pitchFamily="34" charset="0"/>
        <a:buChar char="•"/>
        <a:defRPr sz="2400">
          <a:solidFill>
            <a:schemeClr val="tx1"/>
          </a:solidFill>
          <a:latin typeface="Segoe UI" pitchFamily="34" charset="0"/>
          <a:ea typeface="Segoe UI" pitchFamily="34" charset="0"/>
          <a:cs typeface="Segoe UI" pitchFamily="34" charset="0"/>
        </a:defRPr>
      </a:lvl2pPr>
      <a:lvl3pPr marL="854075" indent="-173038" algn="l" rtl="0" eaLnBrk="1" fontAlgn="base" hangingPunct="1">
        <a:lnSpc>
          <a:spcPct val="100000"/>
        </a:lnSpc>
        <a:spcBef>
          <a:spcPts val="600"/>
        </a:spcBef>
        <a:spcAft>
          <a:spcPct val="0"/>
        </a:spcAft>
        <a:buClr>
          <a:srgbClr val="0070C0"/>
        </a:buClr>
        <a:buSzPct val="80000"/>
        <a:buFont typeface="Arial" pitchFamily="34" charset="0"/>
        <a:buChar char="•"/>
        <a:defRPr sz="2000">
          <a:solidFill>
            <a:schemeClr val="tx1"/>
          </a:solidFill>
          <a:latin typeface="Segoe UI" pitchFamily="34" charset="0"/>
          <a:ea typeface="Segoe UI" pitchFamily="34" charset="0"/>
          <a:cs typeface="Segoe UI" pitchFamily="34" charset="0"/>
        </a:defRPr>
      </a:lvl3pPr>
      <a:lvl4pPr marL="1254125" indent="-165100"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4pPr>
      <a:lvl5pPr marL="1544638" indent="-168275"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5pPr>
      <a:lvl6pPr marL="20018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6pPr>
      <a:lvl7pPr marL="24590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7pPr>
      <a:lvl8pPr marL="29162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8pPr>
      <a:lvl9pPr marL="33734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5.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0" y="0"/>
            <a:ext cx="9144000" cy="704088"/>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25001" name="Rectangle 9"/>
          <p:cNvSpPr>
            <a:spLocks noChangeArrowheads="1"/>
          </p:cNvSpPr>
          <p:nvPr/>
        </p:nvSpPr>
        <p:spPr bwMode="auto">
          <a:xfrm>
            <a:off x="4763" y="731838"/>
            <a:ext cx="9136062" cy="6111875"/>
          </a:xfrm>
          <a:prstGeom prst="rect">
            <a:avLst/>
          </a:prstGeom>
          <a:noFill/>
          <a:ln w="28575" algn="ctr">
            <a:noFill/>
            <a:miter lim="800000"/>
            <a:headEnd/>
            <a:tailEnd/>
          </a:ln>
          <a:effectLst/>
        </p:spPr>
        <p:txBody>
          <a:bodyPr wrap="none" anchor="ctr"/>
          <a:lstStyle/>
          <a:p>
            <a:pPr algn="ctr" eaLnBrk="0" hangingPunct="0">
              <a:defRPr/>
            </a:pPr>
            <a:endParaRPr lang="en-US">
              <a:cs typeface="+mn-cs"/>
            </a:endParaRPr>
          </a:p>
        </p:txBody>
      </p:sp>
      <p:sp>
        <p:nvSpPr>
          <p:cNvPr id="1029" name="Rectangle 4"/>
          <p:cNvSpPr>
            <a:spLocks noGrp="1" noChangeArrowheads="1"/>
          </p:cNvSpPr>
          <p:nvPr>
            <p:ph type="title"/>
          </p:nvPr>
        </p:nvSpPr>
        <p:spPr bwMode="auto">
          <a:xfrm>
            <a:off x="460375" y="-2"/>
            <a:ext cx="7773988" cy="740664"/>
          </a:xfrm>
          <a:prstGeom prst="rect">
            <a:avLst/>
          </a:prstGeom>
          <a:noFill/>
          <a:ln w="9525">
            <a:noFill/>
            <a:miter lim="800000"/>
            <a:headEnd/>
            <a:tailEnd/>
          </a:ln>
        </p:spPr>
        <p:txBody>
          <a:bodyPr vert="horz" wrap="square" lIns="0" tIns="45720" rIns="91440" bIns="45720" numCol="1" anchor="ctr" anchorCtr="0" compatLnSpc="1">
            <a:prstTxWarp prst="textNoShape">
              <a:avLst/>
            </a:prstTxWarp>
          </a:bodyPr>
          <a:lstStyle/>
          <a:p>
            <a:pPr lvl="0"/>
            <a:r>
              <a:rPr lang="en-US" dirty="0"/>
              <a:t>Slide Title</a:t>
            </a:r>
          </a:p>
        </p:txBody>
      </p:sp>
      <p:sp>
        <p:nvSpPr>
          <p:cNvPr id="1030" name="Rectangle 5"/>
          <p:cNvSpPr>
            <a:spLocks noGrp="1" noChangeArrowheads="1"/>
          </p:cNvSpPr>
          <p:nvPr>
            <p:ph type="body" idx="1"/>
          </p:nvPr>
        </p:nvSpPr>
        <p:spPr bwMode="auto">
          <a:xfrm>
            <a:off x="458788" y="1021215"/>
            <a:ext cx="8119156" cy="5147356"/>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lvl="0"/>
            <a:r>
              <a:rPr lang="en-US" dirty="0"/>
              <a:t>Body Text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088108762"/>
      </p:ext>
    </p:extLst>
  </p:cSld>
  <p:clrMap bg1="lt1" tx1="dk1" bg2="lt2" tx2="dk2" accent1="accent1" accent2="accent2" accent3="accent3" accent4="accent4" accent5="accent5" accent6="accent6" hlink="hlink" folHlink="folHlink"/>
  <p:sldLayoutIdLst>
    <p:sldLayoutId id="2147484103" r:id="rId1"/>
    <p:sldLayoutId id="2147484104" r:id="rId2"/>
    <p:sldLayoutId id="2147484105" r:id="rId3"/>
    <p:sldLayoutId id="2147484106" r:id="rId4"/>
    <p:sldLayoutId id="2147484107" r:id="rId5"/>
    <p:sldLayoutId id="2147484108" r:id="rId6"/>
    <p:sldLayoutId id="2147484109" r:id="rId7"/>
    <p:sldLayoutId id="2147484110" r:id="rId8"/>
    <p:sldLayoutId id="2147484111" r:id="rId9"/>
    <p:sldLayoutId id="2147484112" r:id="rId10"/>
    <p:sldLayoutId id="2147484113" r:id="rId11"/>
    <p:sldLayoutId id="2147484114" r:id="rId12"/>
  </p:sldLayoutIdLst>
  <p:txStyles>
    <p:titleStyle>
      <a:lvl1pPr algn="l" rtl="0" eaLnBrk="1" fontAlgn="base" hangingPunct="1">
        <a:lnSpc>
          <a:spcPct val="85000"/>
        </a:lnSpc>
        <a:spcBef>
          <a:spcPct val="0"/>
        </a:spcBef>
        <a:spcAft>
          <a:spcPct val="0"/>
        </a:spcAft>
        <a:buClr>
          <a:srgbClr val="DC0081"/>
        </a:buClr>
        <a:buFont typeface="Wingdings" pitchFamily="2" charset="2"/>
        <a:defRPr sz="2800">
          <a:solidFill>
            <a:schemeClr val="bg1"/>
          </a:solidFill>
          <a:latin typeface="Segoe UI" pitchFamily="34" charset="0"/>
          <a:ea typeface="Segoe UI" pitchFamily="34" charset="0"/>
          <a:cs typeface="Segoe UI" pitchFamily="34" charset="0"/>
        </a:defRPr>
      </a:lvl1pPr>
      <a:lvl2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2pPr>
      <a:lvl3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3pPr>
      <a:lvl4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4pPr>
      <a:lvl5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5pPr>
      <a:lvl6pPr marL="4572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6pPr>
      <a:lvl7pPr marL="9144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7pPr>
      <a:lvl8pPr marL="13716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8pPr>
      <a:lvl9pPr marL="18288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9pPr>
    </p:titleStyle>
    <p:bodyStyle>
      <a:lvl1pPr marL="174625" indent="-174625" algn="l" rtl="0" eaLnBrk="1" fontAlgn="base" hangingPunct="1">
        <a:lnSpc>
          <a:spcPct val="100000"/>
        </a:lnSpc>
        <a:spcBef>
          <a:spcPts val="600"/>
        </a:spcBef>
        <a:spcAft>
          <a:spcPct val="0"/>
        </a:spcAft>
        <a:buClr>
          <a:srgbClr val="0070C0"/>
        </a:buClr>
        <a:buSzPct val="90000"/>
        <a:buFont typeface="Arial" pitchFamily="34" charset="0"/>
        <a:buChar char="•"/>
        <a:defRPr sz="2800">
          <a:solidFill>
            <a:schemeClr val="tx1"/>
          </a:solidFill>
          <a:latin typeface="Segoe UI" pitchFamily="34" charset="0"/>
          <a:ea typeface="Segoe UI" pitchFamily="34" charset="0"/>
          <a:cs typeface="Segoe UI" pitchFamily="34" charset="0"/>
        </a:defRPr>
      </a:lvl1pPr>
      <a:lvl2pPr marL="458788" indent="-169863" algn="l" rtl="0" eaLnBrk="1" fontAlgn="base" hangingPunct="1">
        <a:lnSpc>
          <a:spcPct val="100000"/>
        </a:lnSpc>
        <a:spcBef>
          <a:spcPts val="600"/>
        </a:spcBef>
        <a:spcAft>
          <a:spcPct val="0"/>
        </a:spcAft>
        <a:buClr>
          <a:srgbClr val="0070C0"/>
        </a:buClr>
        <a:buSzPct val="80000"/>
        <a:buFont typeface="Arial" pitchFamily="34" charset="0"/>
        <a:buChar char="•"/>
        <a:defRPr sz="2400">
          <a:solidFill>
            <a:schemeClr val="tx1"/>
          </a:solidFill>
          <a:latin typeface="Segoe UI" pitchFamily="34" charset="0"/>
          <a:ea typeface="Segoe UI" pitchFamily="34" charset="0"/>
          <a:cs typeface="Segoe UI" pitchFamily="34" charset="0"/>
        </a:defRPr>
      </a:lvl2pPr>
      <a:lvl3pPr marL="854075" indent="-173038" algn="l" rtl="0" eaLnBrk="1" fontAlgn="base" hangingPunct="1">
        <a:lnSpc>
          <a:spcPct val="100000"/>
        </a:lnSpc>
        <a:spcBef>
          <a:spcPts val="600"/>
        </a:spcBef>
        <a:spcAft>
          <a:spcPct val="0"/>
        </a:spcAft>
        <a:buClr>
          <a:srgbClr val="0070C0"/>
        </a:buClr>
        <a:buSzPct val="80000"/>
        <a:buFont typeface="Arial" pitchFamily="34" charset="0"/>
        <a:buChar char="•"/>
        <a:defRPr sz="2000">
          <a:solidFill>
            <a:schemeClr val="tx1"/>
          </a:solidFill>
          <a:latin typeface="Segoe UI" pitchFamily="34" charset="0"/>
          <a:ea typeface="Segoe UI" pitchFamily="34" charset="0"/>
          <a:cs typeface="Segoe UI" pitchFamily="34" charset="0"/>
        </a:defRPr>
      </a:lvl3pPr>
      <a:lvl4pPr marL="1254125" indent="-165100"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4pPr>
      <a:lvl5pPr marL="1544638" indent="-168275"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5pPr>
      <a:lvl6pPr marL="20018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6pPr>
      <a:lvl7pPr marL="24590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7pPr>
      <a:lvl8pPr marL="29162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8pPr>
      <a:lvl9pPr marL="33734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6.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0" y="0"/>
            <a:ext cx="9144000" cy="704088"/>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25001" name="Rectangle 9"/>
          <p:cNvSpPr>
            <a:spLocks noChangeArrowheads="1"/>
          </p:cNvSpPr>
          <p:nvPr/>
        </p:nvSpPr>
        <p:spPr bwMode="auto">
          <a:xfrm>
            <a:off x="4763" y="731838"/>
            <a:ext cx="9136062" cy="6111875"/>
          </a:xfrm>
          <a:prstGeom prst="rect">
            <a:avLst/>
          </a:prstGeom>
          <a:noFill/>
          <a:ln w="28575" algn="ctr">
            <a:noFill/>
            <a:miter lim="800000"/>
            <a:headEnd/>
            <a:tailEnd/>
          </a:ln>
          <a:effectLst/>
        </p:spPr>
        <p:txBody>
          <a:bodyPr wrap="none" anchor="ctr"/>
          <a:lstStyle/>
          <a:p>
            <a:pPr algn="ctr" eaLnBrk="0" hangingPunct="0">
              <a:defRPr/>
            </a:pPr>
            <a:endParaRPr lang="en-US">
              <a:cs typeface="+mn-cs"/>
            </a:endParaRPr>
          </a:p>
        </p:txBody>
      </p:sp>
      <p:sp>
        <p:nvSpPr>
          <p:cNvPr id="1029" name="Rectangle 4"/>
          <p:cNvSpPr>
            <a:spLocks noGrp="1" noChangeArrowheads="1"/>
          </p:cNvSpPr>
          <p:nvPr>
            <p:ph type="title"/>
          </p:nvPr>
        </p:nvSpPr>
        <p:spPr bwMode="auto">
          <a:xfrm>
            <a:off x="460375" y="-2"/>
            <a:ext cx="7773988" cy="740664"/>
          </a:xfrm>
          <a:prstGeom prst="rect">
            <a:avLst/>
          </a:prstGeom>
          <a:noFill/>
          <a:ln w="9525">
            <a:noFill/>
            <a:miter lim="800000"/>
            <a:headEnd/>
            <a:tailEnd/>
          </a:ln>
        </p:spPr>
        <p:txBody>
          <a:bodyPr vert="horz" wrap="square" lIns="0" tIns="45720" rIns="91440" bIns="45720" numCol="1" anchor="ctr" anchorCtr="0" compatLnSpc="1">
            <a:prstTxWarp prst="textNoShape">
              <a:avLst/>
            </a:prstTxWarp>
          </a:bodyPr>
          <a:lstStyle/>
          <a:p>
            <a:pPr lvl="0"/>
            <a:r>
              <a:rPr lang="en-US" dirty="0"/>
              <a:t>Slide Title</a:t>
            </a:r>
          </a:p>
        </p:txBody>
      </p:sp>
      <p:sp>
        <p:nvSpPr>
          <p:cNvPr id="1030" name="Rectangle 5"/>
          <p:cNvSpPr>
            <a:spLocks noGrp="1" noChangeArrowheads="1"/>
          </p:cNvSpPr>
          <p:nvPr>
            <p:ph type="body" idx="1"/>
          </p:nvPr>
        </p:nvSpPr>
        <p:spPr bwMode="auto">
          <a:xfrm>
            <a:off x="458788" y="1021215"/>
            <a:ext cx="8119156" cy="5147356"/>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lvl="0"/>
            <a:r>
              <a:rPr lang="en-US" dirty="0"/>
              <a:t>Body Text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980802277"/>
      </p:ext>
    </p:extLst>
  </p:cSld>
  <p:clrMap bg1="lt1" tx1="dk1" bg2="lt2" tx2="dk2" accent1="accent1" accent2="accent2" accent3="accent3" accent4="accent4" accent5="accent5" accent6="accent6" hlink="hlink" folHlink="folHlink"/>
  <p:sldLayoutIdLst>
    <p:sldLayoutId id="2147484116" r:id="rId1"/>
    <p:sldLayoutId id="2147484117" r:id="rId2"/>
    <p:sldLayoutId id="2147484118" r:id="rId3"/>
    <p:sldLayoutId id="2147484119" r:id="rId4"/>
    <p:sldLayoutId id="2147484120" r:id="rId5"/>
    <p:sldLayoutId id="2147484121" r:id="rId6"/>
    <p:sldLayoutId id="2147484122" r:id="rId7"/>
    <p:sldLayoutId id="2147484123" r:id="rId8"/>
    <p:sldLayoutId id="2147484124" r:id="rId9"/>
    <p:sldLayoutId id="2147484125" r:id="rId10"/>
    <p:sldLayoutId id="2147484126" r:id="rId11"/>
    <p:sldLayoutId id="2147484127" r:id="rId12"/>
  </p:sldLayoutIdLst>
  <p:txStyles>
    <p:titleStyle>
      <a:lvl1pPr algn="l" rtl="0" eaLnBrk="1" fontAlgn="base" hangingPunct="1">
        <a:lnSpc>
          <a:spcPct val="85000"/>
        </a:lnSpc>
        <a:spcBef>
          <a:spcPct val="0"/>
        </a:spcBef>
        <a:spcAft>
          <a:spcPct val="0"/>
        </a:spcAft>
        <a:buClr>
          <a:srgbClr val="DC0081"/>
        </a:buClr>
        <a:buFont typeface="Wingdings" pitchFamily="2" charset="2"/>
        <a:defRPr sz="2800">
          <a:solidFill>
            <a:schemeClr val="bg1"/>
          </a:solidFill>
          <a:latin typeface="Segoe UI" pitchFamily="34" charset="0"/>
          <a:ea typeface="Segoe UI" pitchFamily="34" charset="0"/>
          <a:cs typeface="Segoe UI" pitchFamily="34" charset="0"/>
        </a:defRPr>
      </a:lvl1pPr>
      <a:lvl2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2pPr>
      <a:lvl3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3pPr>
      <a:lvl4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4pPr>
      <a:lvl5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5pPr>
      <a:lvl6pPr marL="4572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6pPr>
      <a:lvl7pPr marL="9144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7pPr>
      <a:lvl8pPr marL="13716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8pPr>
      <a:lvl9pPr marL="18288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9pPr>
    </p:titleStyle>
    <p:bodyStyle>
      <a:lvl1pPr marL="174625" indent="-174625" algn="l" rtl="0" eaLnBrk="1" fontAlgn="base" hangingPunct="1">
        <a:lnSpc>
          <a:spcPct val="100000"/>
        </a:lnSpc>
        <a:spcBef>
          <a:spcPts val="600"/>
        </a:spcBef>
        <a:spcAft>
          <a:spcPct val="0"/>
        </a:spcAft>
        <a:buClr>
          <a:srgbClr val="0070C0"/>
        </a:buClr>
        <a:buSzPct val="90000"/>
        <a:buFont typeface="Arial" pitchFamily="34" charset="0"/>
        <a:buChar char="•"/>
        <a:defRPr sz="2800">
          <a:solidFill>
            <a:schemeClr val="tx1"/>
          </a:solidFill>
          <a:latin typeface="Segoe UI" pitchFamily="34" charset="0"/>
          <a:ea typeface="Segoe UI" pitchFamily="34" charset="0"/>
          <a:cs typeface="Segoe UI" pitchFamily="34" charset="0"/>
        </a:defRPr>
      </a:lvl1pPr>
      <a:lvl2pPr marL="458788" indent="-169863" algn="l" rtl="0" eaLnBrk="1" fontAlgn="base" hangingPunct="1">
        <a:lnSpc>
          <a:spcPct val="100000"/>
        </a:lnSpc>
        <a:spcBef>
          <a:spcPts val="600"/>
        </a:spcBef>
        <a:spcAft>
          <a:spcPct val="0"/>
        </a:spcAft>
        <a:buClr>
          <a:srgbClr val="0070C0"/>
        </a:buClr>
        <a:buSzPct val="80000"/>
        <a:buFont typeface="Arial" pitchFamily="34" charset="0"/>
        <a:buChar char="•"/>
        <a:defRPr sz="2400">
          <a:solidFill>
            <a:schemeClr val="tx1"/>
          </a:solidFill>
          <a:latin typeface="Segoe UI" pitchFamily="34" charset="0"/>
          <a:ea typeface="Segoe UI" pitchFamily="34" charset="0"/>
          <a:cs typeface="Segoe UI" pitchFamily="34" charset="0"/>
        </a:defRPr>
      </a:lvl2pPr>
      <a:lvl3pPr marL="854075" indent="-173038" algn="l" rtl="0" eaLnBrk="1" fontAlgn="base" hangingPunct="1">
        <a:lnSpc>
          <a:spcPct val="100000"/>
        </a:lnSpc>
        <a:spcBef>
          <a:spcPts val="600"/>
        </a:spcBef>
        <a:spcAft>
          <a:spcPct val="0"/>
        </a:spcAft>
        <a:buClr>
          <a:srgbClr val="0070C0"/>
        </a:buClr>
        <a:buSzPct val="80000"/>
        <a:buFont typeface="Arial" pitchFamily="34" charset="0"/>
        <a:buChar char="•"/>
        <a:defRPr sz="2000">
          <a:solidFill>
            <a:schemeClr val="tx1"/>
          </a:solidFill>
          <a:latin typeface="Segoe UI" pitchFamily="34" charset="0"/>
          <a:ea typeface="Segoe UI" pitchFamily="34" charset="0"/>
          <a:cs typeface="Segoe UI" pitchFamily="34" charset="0"/>
        </a:defRPr>
      </a:lvl3pPr>
      <a:lvl4pPr marL="1254125" indent="-165100"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4pPr>
      <a:lvl5pPr marL="1544638" indent="-168275"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5pPr>
      <a:lvl6pPr marL="20018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6pPr>
      <a:lvl7pPr marL="24590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7pPr>
      <a:lvl8pPr marL="29162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8pPr>
      <a:lvl9pPr marL="33734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7.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0" y="0"/>
            <a:ext cx="9144000" cy="704088"/>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25001" name="Rectangle 9"/>
          <p:cNvSpPr>
            <a:spLocks noChangeArrowheads="1"/>
          </p:cNvSpPr>
          <p:nvPr/>
        </p:nvSpPr>
        <p:spPr bwMode="auto">
          <a:xfrm>
            <a:off x="4763" y="731838"/>
            <a:ext cx="9136062" cy="6111875"/>
          </a:xfrm>
          <a:prstGeom prst="rect">
            <a:avLst/>
          </a:prstGeom>
          <a:noFill/>
          <a:ln w="28575" algn="ctr">
            <a:noFill/>
            <a:miter lim="800000"/>
            <a:headEnd/>
            <a:tailEnd/>
          </a:ln>
          <a:effectLst/>
        </p:spPr>
        <p:txBody>
          <a:bodyPr wrap="none" anchor="ctr"/>
          <a:lstStyle/>
          <a:p>
            <a:pPr algn="ctr" eaLnBrk="0" hangingPunct="0">
              <a:defRPr/>
            </a:pPr>
            <a:endParaRPr lang="en-US">
              <a:cs typeface="+mn-cs"/>
            </a:endParaRPr>
          </a:p>
        </p:txBody>
      </p:sp>
      <p:sp>
        <p:nvSpPr>
          <p:cNvPr id="1029" name="Rectangle 4"/>
          <p:cNvSpPr>
            <a:spLocks noGrp="1" noChangeArrowheads="1"/>
          </p:cNvSpPr>
          <p:nvPr>
            <p:ph type="title"/>
          </p:nvPr>
        </p:nvSpPr>
        <p:spPr bwMode="auto">
          <a:xfrm>
            <a:off x="460375" y="-2"/>
            <a:ext cx="7773988" cy="740664"/>
          </a:xfrm>
          <a:prstGeom prst="rect">
            <a:avLst/>
          </a:prstGeom>
          <a:noFill/>
          <a:ln w="9525">
            <a:noFill/>
            <a:miter lim="800000"/>
            <a:headEnd/>
            <a:tailEnd/>
          </a:ln>
        </p:spPr>
        <p:txBody>
          <a:bodyPr vert="horz" wrap="square" lIns="0" tIns="45720" rIns="91440" bIns="45720" numCol="1" anchor="ctr" anchorCtr="0" compatLnSpc="1">
            <a:prstTxWarp prst="textNoShape">
              <a:avLst/>
            </a:prstTxWarp>
          </a:bodyPr>
          <a:lstStyle/>
          <a:p>
            <a:pPr lvl="0"/>
            <a:r>
              <a:rPr lang="en-US" dirty="0"/>
              <a:t>Slide Title</a:t>
            </a:r>
          </a:p>
        </p:txBody>
      </p:sp>
      <p:sp>
        <p:nvSpPr>
          <p:cNvPr id="1030" name="Rectangle 5"/>
          <p:cNvSpPr>
            <a:spLocks noGrp="1" noChangeArrowheads="1"/>
          </p:cNvSpPr>
          <p:nvPr>
            <p:ph type="body" idx="1"/>
          </p:nvPr>
        </p:nvSpPr>
        <p:spPr bwMode="auto">
          <a:xfrm>
            <a:off x="458788" y="1021215"/>
            <a:ext cx="8119156" cy="5147356"/>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lvl="0"/>
            <a:r>
              <a:rPr lang="en-US" dirty="0"/>
              <a:t>Body Text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240611941"/>
      </p:ext>
    </p:extLst>
  </p:cSld>
  <p:clrMap bg1="lt1" tx1="dk1" bg2="lt2" tx2="dk2" accent1="accent1" accent2="accent2" accent3="accent3" accent4="accent4" accent5="accent5" accent6="accent6" hlink="hlink" folHlink="folHlink"/>
  <p:sldLayoutIdLst>
    <p:sldLayoutId id="2147484129" r:id="rId1"/>
    <p:sldLayoutId id="2147484130" r:id="rId2"/>
    <p:sldLayoutId id="2147484131" r:id="rId3"/>
    <p:sldLayoutId id="2147484132" r:id="rId4"/>
    <p:sldLayoutId id="2147484133" r:id="rId5"/>
    <p:sldLayoutId id="2147484134" r:id="rId6"/>
    <p:sldLayoutId id="2147484135" r:id="rId7"/>
    <p:sldLayoutId id="2147484136" r:id="rId8"/>
    <p:sldLayoutId id="2147484137" r:id="rId9"/>
    <p:sldLayoutId id="2147484138" r:id="rId10"/>
    <p:sldLayoutId id="2147484139" r:id="rId11"/>
    <p:sldLayoutId id="2147484140" r:id="rId12"/>
  </p:sldLayoutIdLst>
  <p:txStyles>
    <p:titleStyle>
      <a:lvl1pPr algn="l" rtl="0" eaLnBrk="1" fontAlgn="base" hangingPunct="1">
        <a:lnSpc>
          <a:spcPct val="85000"/>
        </a:lnSpc>
        <a:spcBef>
          <a:spcPct val="0"/>
        </a:spcBef>
        <a:spcAft>
          <a:spcPct val="0"/>
        </a:spcAft>
        <a:buClr>
          <a:srgbClr val="DC0081"/>
        </a:buClr>
        <a:buFont typeface="Wingdings" pitchFamily="2" charset="2"/>
        <a:defRPr sz="2800">
          <a:solidFill>
            <a:schemeClr val="bg1"/>
          </a:solidFill>
          <a:latin typeface="Segoe UI" pitchFamily="34" charset="0"/>
          <a:ea typeface="Segoe UI" pitchFamily="34" charset="0"/>
          <a:cs typeface="Segoe UI" pitchFamily="34" charset="0"/>
        </a:defRPr>
      </a:lvl1pPr>
      <a:lvl2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2pPr>
      <a:lvl3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3pPr>
      <a:lvl4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4pPr>
      <a:lvl5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5pPr>
      <a:lvl6pPr marL="4572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6pPr>
      <a:lvl7pPr marL="9144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7pPr>
      <a:lvl8pPr marL="13716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8pPr>
      <a:lvl9pPr marL="18288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9pPr>
    </p:titleStyle>
    <p:bodyStyle>
      <a:lvl1pPr marL="174625" indent="-174625" algn="l" rtl="0" eaLnBrk="1" fontAlgn="base" hangingPunct="1">
        <a:lnSpc>
          <a:spcPct val="100000"/>
        </a:lnSpc>
        <a:spcBef>
          <a:spcPts val="600"/>
        </a:spcBef>
        <a:spcAft>
          <a:spcPct val="0"/>
        </a:spcAft>
        <a:buClr>
          <a:srgbClr val="0070C0"/>
        </a:buClr>
        <a:buSzPct val="90000"/>
        <a:buFont typeface="Arial" pitchFamily="34" charset="0"/>
        <a:buChar char="•"/>
        <a:defRPr sz="2800">
          <a:solidFill>
            <a:schemeClr val="tx1"/>
          </a:solidFill>
          <a:latin typeface="Segoe UI" pitchFamily="34" charset="0"/>
          <a:ea typeface="Segoe UI" pitchFamily="34" charset="0"/>
          <a:cs typeface="Segoe UI" pitchFamily="34" charset="0"/>
        </a:defRPr>
      </a:lvl1pPr>
      <a:lvl2pPr marL="458788" indent="-169863" algn="l" rtl="0" eaLnBrk="1" fontAlgn="base" hangingPunct="1">
        <a:lnSpc>
          <a:spcPct val="100000"/>
        </a:lnSpc>
        <a:spcBef>
          <a:spcPts val="600"/>
        </a:spcBef>
        <a:spcAft>
          <a:spcPct val="0"/>
        </a:spcAft>
        <a:buClr>
          <a:srgbClr val="0070C0"/>
        </a:buClr>
        <a:buSzPct val="80000"/>
        <a:buFont typeface="Arial" pitchFamily="34" charset="0"/>
        <a:buChar char="•"/>
        <a:defRPr sz="2400">
          <a:solidFill>
            <a:schemeClr val="tx1"/>
          </a:solidFill>
          <a:latin typeface="Segoe UI" pitchFamily="34" charset="0"/>
          <a:ea typeface="Segoe UI" pitchFamily="34" charset="0"/>
          <a:cs typeface="Segoe UI" pitchFamily="34" charset="0"/>
        </a:defRPr>
      </a:lvl2pPr>
      <a:lvl3pPr marL="854075" indent="-173038" algn="l" rtl="0" eaLnBrk="1" fontAlgn="base" hangingPunct="1">
        <a:lnSpc>
          <a:spcPct val="100000"/>
        </a:lnSpc>
        <a:spcBef>
          <a:spcPts val="600"/>
        </a:spcBef>
        <a:spcAft>
          <a:spcPct val="0"/>
        </a:spcAft>
        <a:buClr>
          <a:srgbClr val="0070C0"/>
        </a:buClr>
        <a:buSzPct val="80000"/>
        <a:buFont typeface="Arial" pitchFamily="34" charset="0"/>
        <a:buChar char="•"/>
        <a:defRPr sz="2000">
          <a:solidFill>
            <a:schemeClr val="tx1"/>
          </a:solidFill>
          <a:latin typeface="Segoe UI" pitchFamily="34" charset="0"/>
          <a:ea typeface="Segoe UI" pitchFamily="34" charset="0"/>
          <a:cs typeface="Segoe UI" pitchFamily="34" charset="0"/>
        </a:defRPr>
      </a:lvl3pPr>
      <a:lvl4pPr marL="1254125" indent="-165100"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4pPr>
      <a:lvl5pPr marL="1544638" indent="-168275"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5pPr>
      <a:lvl6pPr marL="20018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6pPr>
      <a:lvl7pPr marL="24590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7pPr>
      <a:lvl8pPr marL="29162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8pPr>
      <a:lvl9pPr marL="33734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8.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0" y="0"/>
            <a:ext cx="9144000" cy="704088"/>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25001" name="Rectangle 9"/>
          <p:cNvSpPr>
            <a:spLocks noChangeArrowheads="1"/>
          </p:cNvSpPr>
          <p:nvPr/>
        </p:nvSpPr>
        <p:spPr bwMode="auto">
          <a:xfrm>
            <a:off x="4763" y="731838"/>
            <a:ext cx="9136062" cy="6111875"/>
          </a:xfrm>
          <a:prstGeom prst="rect">
            <a:avLst/>
          </a:prstGeom>
          <a:noFill/>
          <a:ln w="28575" algn="ctr">
            <a:noFill/>
            <a:miter lim="800000"/>
            <a:headEnd/>
            <a:tailEnd/>
          </a:ln>
          <a:effectLst/>
        </p:spPr>
        <p:txBody>
          <a:bodyPr wrap="none" anchor="ctr"/>
          <a:lstStyle/>
          <a:p>
            <a:pPr algn="ctr" eaLnBrk="0" hangingPunct="0">
              <a:defRPr/>
            </a:pPr>
            <a:endParaRPr lang="en-US">
              <a:cs typeface="+mn-cs"/>
            </a:endParaRPr>
          </a:p>
        </p:txBody>
      </p:sp>
      <p:sp>
        <p:nvSpPr>
          <p:cNvPr id="1029" name="Rectangle 4"/>
          <p:cNvSpPr>
            <a:spLocks noGrp="1" noChangeArrowheads="1"/>
          </p:cNvSpPr>
          <p:nvPr>
            <p:ph type="title"/>
          </p:nvPr>
        </p:nvSpPr>
        <p:spPr bwMode="auto">
          <a:xfrm>
            <a:off x="460375" y="-2"/>
            <a:ext cx="7773988" cy="740664"/>
          </a:xfrm>
          <a:prstGeom prst="rect">
            <a:avLst/>
          </a:prstGeom>
          <a:noFill/>
          <a:ln w="9525">
            <a:noFill/>
            <a:miter lim="800000"/>
            <a:headEnd/>
            <a:tailEnd/>
          </a:ln>
        </p:spPr>
        <p:txBody>
          <a:bodyPr vert="horz" wrap="square" lIns="0" tIns="45720" rIns="91440" bIns="45720" numCol="1" anchor="ctr" anchorCtr="0" compatLnSpc="1">
            <a:prstTxWarp prst="textNoShape">
              <a:avLst/>
            </a:prstTxWarp>
          </a:bodyPr>
          <a:lstStyle/>
          <a:p>
            <a:pPr lvl="0"/>
            <a:r>
              <a:rPr lang="en-US" dirty="0"/>
              <a:t>Slide Title</a:t>
            </a:r>
          </a:p>
        </p:txBody>
      </p:sp>
      <p:sp>
        <p:nvSpPr>
          <p:cNvPr id="1030" name="Rectangle 5"/>
          <p:cNvSpPr>
            <a:spLocks noGrp="1" noChangeArrowheads="1"/>
          </p:cNvSpPr>
          <p:nvPr>
            <p:ph type="body" idx="1"/>
          </p:nvPr>
        </p:nvSpPr>
        <p:spPr bwMode="auto">
          <a:xfrm>
            <a:off x="458788" y="1021215"/>
            <a:ext cx="8119156" cy="5147356"/>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lvl="0"/>
            <a:r>
              <a:rPr lang="en-US" dirty="0"/>
              <a:t>Body Text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601806066"/>
      </p:ext>
    </p:extLst>
  </p:cSld>
  <p:clrMap bg1="lt1" tx1="dk1" bg2="lt2" tx2="dk2" accent1="accent1" accent2="accent2" accent3="accent3" accent4="accent4" accent5="accent5" accent6="accent6" hlink="hlink" folHlink="folHlink"/>
  <p:sldLayoutIdLst>
    <p:sldLayoutId id="2147484142" r:id="rId1"/>
    <p:sldLayoutId id="2147484143" r:id="rId2"/>
    <p:sldLayoutId id="2147484144" r:id="rId3"/>
    <p:sldLayoutId id="2147484145" r:id="rId4"/>
    <p:sldLayoutId id="2147484146" r:id="rId5"/>
    <p:sldLayoutId id="2147484147" r:id="rId6"/>
    <p:sldLayoutId id="2147484148" r:id="rId7"/>
    <p:sldLayoutId id="2147484149" r:id="rId8"/>
    <p:sldLayoutId id="2147484150" r:id="rId9"/>
    <p:sldLayoutId id="2147484151" r:id="rId10"/>
    <p:sldLayoutId id="2147484152" r:id="rId11"/>
    <p:sldLayoutId id="2147484153" r:id="rId12"/>
  </p:sldLayoutIdLst>
  <p:txStyles>
    <p:titleStyle>
      <a:lvl1pPr algn="l" rtl="0" eaLnBrk="1" fontAlgn="base" hangingPunct="1">
        <a:lnSpc>
          <a:spcPct val="85000"/>
        </a:lnSpc>
        <a:spcBef>
          <a:spcPct val="0"/>
        </a:spcBef>
        <a:spcAft>
          <a:spcPct val="0"/>
        </a:spcAft>
        <a:buClr>
          <a:srgbClr val="DC0081"/>
        </a:buClr>
        <a:buFont typeface="Wingdings" pitchFamily="2" charset="2"/>
        <a:defRPr sz="2800">
          <a:solidFill>
            <a:schemeClr val="bg1"/>
          </a:solidFill>
          <a:latin typeface="Segoe UI" pitchFamily="34" charset="0"/>
          <a:ea typeface="Segoe UI" pitchFamily="34" charset="0"/>
          <a:cs typeface="Segoe UI" pitchFamily="34" charset="0"/>
        </a:defRPr>
      </a:lvl1pPr>
      <a:lvl2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2pPr>
      <a:lvl3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3pPr>
      <a:lvl4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4pPr>
      <a:lvl5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5pPr>
      <a:lvl6pPr marL="4572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6pPr>
      <a:lvl7pPr marL="9144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7pPr>
      <a:lvl8pPr marL="13716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8pPr>
      <a:lvl9pPr marL="18288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9pPr>
    </p:titleStyle>
    <p:bodyStyle>
      <a:lvl1pPr marL="174625" indent="-174625" algn="l" rtl="0" eaLnBrk="1" fontAlgn="base" hangingPunct="1">
        <a:lnSpc>
          <a:spcPct val="100000"/>
        </a:lnSpc>
        <a:spcBef>
          <a:spcPts val="600"/>
        </a:spcBef>
        <a:spcAft>
          <a:spcPct val="0"/>
        </a:spcAft>
        <a:buClr>
          <a:srgbClr val="0070C0"/>
        </a:buClr>
        <a:buSzPct val="90000"/>
        <a:buFont typeface="Arial" pitchFamily="34" charset="0"/>
        <a:buChar char="•"/>
        <a:defRPr sz="2800">
          <a:solidFill>
            <a:schemeClr val="tx1"/>
          </a:solidFill>
          <a:latin typeface="Segoe UI" pitchFamily="34" charset="0"/>
          <a:ea typeface="Segoe UI" pitchFamily="34" charset="0"/>
          <a:cs typeface="Segoe UI" pitchFamily="34" charset="0"/>
        </a:defRPr>
      </a:lvl1pPr>
      <a:lvl2pPr marL="458788" indent="-169863" algn="l" rtl="0" eaLnBrk="1" fontAlgn="base" hangingPunct="1">
        <a:lnSpc>
          <a:spcPct val="100000"/>
        </a:lnSpc>
        <a:spcBef>
          <a:spcPts val="600"/>
        </a:spcBef>
        <a:spcAft>
          <a:spcPct val="0"/>
        </a:spcAft>
        <a:buClr>
          <a:srgbClr val="0070C0"/>
        </a:buClr>
        <a:buSzPct val="80000"/>
        <a:buFont typeface="Arial" pitchFamily="34" charset="0"/>
        <a:buChar char="•"/>
        <a:defRPr sz="2400">
          <a:solidFill>
            <a:schemeClr val="tx1"/>
          </a:solidFill>
          <a:latin typeface="Segoe UI" pitchFamily="34" charset="0"/>
          <a:ea typeface="Segoe UI" pitchFamily="34" charset="0"/>
          <a:cs typeface="Segoe UI" pitchFamily="34" charset="0"/>
        </a:defRPr>
      </a:lvl2pPr>
      <a:lvl3pPr marL="854075" indent="-173038" algn="l" rtl="0" eaLnBrk="1" fontAlgn="base" hangingPunct="1">
        <a:lnSpc>
          <a:spcPct val="100000"/>
        </a:lnSpc>
        <a:spcBef>
          <a:spcPts val="600"/>
        </a:spcBef>
        <a:spcAft>
          <a:spcPct val="0"/>
        </a:spcAft>
        <a:buClr>
          <a:srgbClr val="0070C0"/>
        </a:buClr>
        <a:buSzPct val="80000"/>
        <a:buFont typeface="Arial" pitchFamily="34" charset="0"/>
        <a:buChar char="•"/>
        <a:defRPr sz="2000">
          <a:solidFill>
            <a:schemeClr val="tx1"/>
          </a:solidFill>
          <a:latin typeface="Segoe UI" pitchFamily="34" charset="0"/>
          <a:ea typeface="Segoe UI" pitchFamily="34" charset="0"/>
          <a:cs typeface="Segoe UI" pitchFamily="34" charset="0"/>
        </a:defRPr>
      </a:lvl3pPr>
      <a:lvl4pPr marL="1254125" indent="-165100"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4pPr>
      <a:lvl5pPr marL="1544638" indent="-168275"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5pPr>
      <a:lvl6pPr marL="20018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6pPr>
      <a:lvl7pPr marL="24590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7pPr>
      <a:lvl8pPr marL="29162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8pPr>
      <a:lvl9pPr marL="33734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9.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0" y="0"/>
            <a:ext cx="9144000" cy="704088"/>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25001" name="Rectangle 9"/>
          <p:cNvSpPr>
            <a:spLocks noChangeArrowheads="1"/>
          </p:cNvSpPr>
          <p:nvPr/>
        </p:nvSpPr>
        <p:spPr bwMode="auto">
          <a:xfrm>
            <a:off x="4763" y="731838"/>
            <a:ext cx="9136062" cy="6111875"/>
          </a:xfrm>
          <a:prstGeom prst="rect">
            <a:avLst/>
          </a:prstGeom>
          <a:noFill/>
          <a:ln w="28575" algn="ctr">
            <a:noFill/>
            <a:miter lim="800000"/>
            <a:headEnd/>
            <a:tailEnd/>
          </a:ln>
          <a:effectLst/>
        </p:spPr>
        <p:txBody>
          <a:bodyPr wrap="none" anchor="ctr"/>
          <a:lstStyle/>
          <a:p>
            <a:pPr algn="ctr" eaLnBrk="0" hangingPunct="0">
              <a:defRPr/>
            </a:pPr>
            <a:endParaRPr lang="en-US">
              <a:cs typeface="+mn-cs"/>
            </a:endParaRPr>
          </a:p>
        </p:txBody>
      </p:sp>
      <p:sp>
        <p:nvSpPr>
          <p:cNvPr id="1029" name="Rectangle 4"/>
          <p:cNvSpPr>
            <a:spLocks noGrp="1" noChangeArrowheads="1"/>
          </p:cNvSpPr>
          <p:nvPr>
            <p:ph type="title"/>
          </p:nvPr>
        </p:nvSpPr>
        <p:spPr bwMode="auto">
          <a:xfrm>
            <a:off x="460375" y="-2"/>
            <a:ext cx="7773988" cy="740664"/>
          </a:xfrm>
          <a:prstGeom prst="rect">
            <a:avLst/>
          </a:prstGeom>
          <a:noFill/>
          <a:ln w="9525">
            <a:noFill/>
            <a:miter lim="800000"/>
            <a:headEnd/>
            <a:tailEnd/>
          </a:ln>
        </p:spPr>
        <p:txBody>
          <a:bodyPr vert="horz" wrap="square" lIns="0" tIns="45720" rIns="91440" bIns="45720" numCol="1" anchor="ctr" anchorCtr="0" compatLnSpc="1">
            <a:prstTxWarp prst="textNoShape">
              <a:avLst/>
            </a:prstTxWarp>
          </a:bodyPr>
          <a:lstStyle/>
          <a:p>
            <a:pPr lvl="0"/>
            <a:r>
              <a:rPr lang="en-US" dirty="0"/>
              <a:t>Slide Title</a:t>
            </a:r>
          </a:p>
        </p:txBody>
      </p:sp>
      <p:sp>
        <p:nvSpPr>
          <p:cNvPr id="1030" name="Rectangle 5"/>
          <p:cNvSpPr>
            <a:spLocks noGrp="1" noChangeArrowheads="1"/>
          </p:cNvSpPr>
          <p:nvPr>
            <p:ph type="body" idx="1"/>
          </p:nvPr>
        </p:nvSpPr>
        <p:spPr bwMode="auto">
          <a:xfrm>
            <a:off x="458788" y="1021215"/>
            <a:ext cx="8119156" cy="5147356"/>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lvl="0"/>
            <a:r>
              <a:rPr lang="en-US" dirty="0"/>
              <a:t>Body Text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712595124"/>
      </p:ext>
    </p:extLst>
  </p:cSld>
  <p:clrMap bg1="lt1" tx1="dk1" bg2="lt2" tx2="dk2" accent1="accent1" accent2="accent2" accent3="accent3" accent4="accent4" accent5="accent5" accent6="accent6" hlink="hlink" folHlink="folHlink"/>
  <p:sldLayoutIdLst>
    <p:sldLayoutId id="2147484155" r:id="rId1"/>
    <p:sldLayoutId id="2147484156" r:id="rId2"/>
    <p:sldLayoutId id="2147484157" r:id="rId3"/>
    <p:sldLayoutId id="2147484158" r:id="rId4"/>
    <p:sldLayoutId id="2147484159" r:id="rId5"/>
    <p:sldLayoutId id="2147484160" r:id="rId6"/>
    <p:sldLayoutId id="2147484161" r:id="rId7"/>
    <p:sldLayoutId id="2147484162" r:id="rId8"/>
    <p:sldLayoutId id="2147484163" r:id="rId9"/>
    <p:sldLayoutId id="2147484164" r:id="rId10"/>
    <p:sldLayoutId id="2147484165" r:id="rId11"/>
    <p:sldLayoutId id="2147484166" r:id="rId12"/>
  </p:sldLayoutIdLst>
  <p:txStyles>
    <p:titleStyle>
      <a:lvl1pPr algn="l" rtl="0" eaLnBrk="1" fontAlgn="base" hangingPunct="1">
        <a:lnSpc>
          <a:spcPct val="85000"/>
        </a:lnSpc>
        <a:spcBef>
          <a:spcPct val="0"/>
        </a:spcBef>
        <a:spcAft>
          <a:spcPct val="0"/>
        </a:spcAft>
        <a:buClr>
          <a:srgbClr val="DC0081"/>
        </a:buClr>
        <a:buFont typeface="Wingdings" pitchFamily="2" charset="2"/>
        <a:defRPr sz="2800">
          <a:solidFill>
            <a:schemeClr val="bg1"/>
          </a:solidFill>
          <a:latin typeface="Segoe UI" pitchFamily="34" charset="0"/>
          <a:ea typeface="Segoe UI" pitchFamily="34" charset="0"/>
          <a:cs typeface="Segoe UI" pitchFamily="34" charset="0"/>
        </a:defRPr>
      </a:lvl1pPr>
      <a:lvl2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2pPr>
      <a:lvl3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3pPr>
      <a:lvl4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4pPr>
      <a:lvl5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5pPr>
      <a:lvl6pPr marL="4572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6pPr>
      <a:lvl7pPr marL="9144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7pPr>
      <a:lvl8pPr marL="13716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8pPr>
      <a:lvl9pPr marL="18288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9pPr>
    </p:titleStyle>
    <p:bodyStyle>
      <a:lvl1pPr marL="174625" indent="-174625" algn="l" rtl="0" eaLnBrk="1" fontAlgn="base" hangingPunct="1">
        <a:lnSpc>
          <a:spcPct val="100000"/>
        </a:lnSpc>
        <a:spcBef>
          <a:spcPts val="600"/>
        </a:spcBef>
        <a:spcAft>
          <a:spcPct val="0"/>
        </a:spcAft>
        <a:buClr>
          <a:srgbClr val="0070C0"/>
        </a:buClr>
        <a:buSzPct val="90000"/>
        <a:buFont typeface="Arial" pitchFamily="34" charset="0"/>
        <a:buChar char="•"/>
        <a:defRPr sz="2800">
          <a:solidFill>
            <a:schemeClr val="tx1"/>
          </a:solidFill>
          <a:latin typeface="Segoe UI" pitchFamily="34" charset="0"/>
          <a:ea typeface="Segoe UI" pitchFamily="34" charset="0"/>
          <a:cs typeface="Segoe UI" pitchFamily="34" charset="0"/>
        </a:defRPr>
      </a:lvl1pPr>
      <a:lvl2pPr marL="458788" indent="-169863" algn="l" rtl="0" eaLnBrk="1" fontAlgn="base" hangingPunct="1">
        <a:lnSpc>
          <a:spcPct val="100000"/>
        </a:lnSpc>
        <a:spcBef>
          <a:spcPts val="600"/>
        </a:spcBef>
        <a:spcAft>
          <a:spcPct val="0"/>
        </a:spcAft>
        <a:buClr>
          <a:srgbClr val="0070C0"/>
        </a:buClr>
        <a:buSzPct val="80000"/>
        <a:buFont typeface="Arial" pitchFamily="34" charset="0"/>
        <a:buChar char="•"/>
        <a:defRPr sz="2400">
          <a:solidFill>
            <a:schemeClr val="tx1"/>
          </a:solidFill>
          <a:latin typeface="Segoe UI" pitchFamily="34" charset="0"/>
          <a:ea typeface="Segoe UI" pitchFamily="34" charset="0"/>
          <a:cs typeface="Segoe UI" pitchFamily="34" charset="0"/>
        </a:defRPr>
      </a:lvl2pPr>
      <a:lvl3pPr marL="854075" indent="-173038" algn="l" rtl="0" eaLnBrk="1" fontAlgn="base" hangingPunct="1">
        <a:lnSpc>
          <a:spcPct val="100000"/>
        </a:lnSpc>
        <a:spcBef>
          <a:spcPts val="600"/>
        </a:spcBef>
        <a:spcAft>
          <a:spcPct val="0"/>
        </a:spcAft>
        <a:buClr>
          <a:srgbClr val="0070C0"/>
        </a:buClr>
        <a:buSzPct val="80000"/>
        <a:buFont typeface="Arial" pitchFamily="34" charset="0"/>
        <a:buChar char="•"/>
        <a:defRPr sz="2000">
          <a:solidFill>
            <a:schemeClr val="tx1"/>
          </a:solidFill>
          <a:latin typeface="Segoe UI" pitchFamily="34" charset="0"/>
          <a:ea typeface="Segoe UI" pitchFamily="34" charset="0"/>
          <a:cs typeface="Segoe UI" pitchFamily="34" charset="0"/>
        </a:defRPr>
      </a:lvl3pPr>
      <a:lvl4pPr marL="1254125" indent="-165100"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4pPr>
      <a:lvl5pPr marL="1544638" indent="-168275"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5pPr>
      <a:lvl6pPr marL="20018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6pPr>
      <a:lvl7pPr marL="24590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7pPr>
      <a:lvl8pPr marL="29162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8pPr>
      <a:lvl9pPr marL="33734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0.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0" y="0"/>
            <a:ext cx="9144000" cy="704088"/>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25001" name="Rectangle 9"/>
          <p:cNvSpPr>
            <a:spLocks noChangeArrowheads="1"/>
          </p:cNvSpPr>
          <p:nvPr/>
        </p:nvSpPr>
        <p:spPr bwMode="auto">
          <a:xfrm>
            <a:off x="4763" y="731838"/>
            <a:ext cx="9136062" cy="6111875"/>
          </a:xfrm>
          <a:prstGeom prst="rect">
            <a:avLst/>
          </a:prstGeom>
          <a:noFill/>
          <a:ln w="28575" algn="ctr">
            <a:noFill/>
            <a:miter lim="800000"/>
            <a:headEnd/>
            <a:tailEnd/>
          </a:ln>
          <a:effectLst/>
        </p:spPr>
        <p:txBody>
          <a:bodyPr wrap="none" anchor="ctr"/>
          <a:lstStyle/>
          <a:p>
            <a:pPr algn="ctr" eaLnBrk="0" hangingPunct="0">
              <a:defRPr/>
            </a:pPr>
            <a:endParaRPr lang="en-US">
              <a:cs typeface="+mn-cs"/>
            </a:endParaRPr>
          </a:p>
        </p:txBody>
      </p:sp>
      <p:sp>
        <p:nvSpPr>
          <p:cNvPr id="1029" name="Rectangle 4"/>
          <p:cNvSpPr>
            <a:spLocks noGrp="1" noChangeArrowheads="1"/>
          </p:cNvSpPr>
          <p:nvPr>
            <p:ph type="title"/>
          </p:nvPr>
        </p:nvSpPr>
        <p:spPr bwMode="auto">
          <a:xfrm>
            <a:off x="460375" y="-2"/>
            <a:ext cx="7773988" cy="740664"/>
          </a:xfrm>
          <a:prstGeom prst="rect">
            <a:avLst/>
          </a:prstGeom>
          <a:noFill/>
          <a:ln w="9525">
            <a:noFill/>
            <a:miter lim="800000"/>
            <a:headEnd/>
            <a:tailEnd/>
          </a:ln>
        </p:spPr>
        <p:txBody>
          <a:bodyPr vert="horz" wrap="square" lIns="0" tIns="45720" rIns="91440" bIns="45720" numCol="1" anchor="ctr" anchorCtr="0" compatLnSpc="1">
            <a:prstTxWarp prst="textNoShape">
              <a:avLst/>
            </a:prstTxWarp>
          </a:bodyPr>
          <a:lstStyle/>
          <a:p>
            <a:pPr lvl="0"/>
            <a:r>
              <a:rPr lang="en-US" dirty="0"/>
              <a:t>Slide Title</a:t>
            </a:r>
          </a:p>
        </p:txBody>
      </p:sp>
      <p:sp>
        <p:nvSpPr>
          <p:cNvPr id="1030" name="Rectangle 5"/>
          <p:cNvSpPr>
            <a:spLocks noGrp="1" noChangeArrowheads="1"/>
          </p:cNvSpPr>
          <p:nvPr>
            <p:ph type="body" idx="1"/>
          </p:nvPr>
        </p:nvSpPr>
        <p:spPr bwMode="auto">
          <a:xfrm>
            <a:off x="458788" y="1021215"/>
            <a:ext cx="8119156" cy="5147356"/>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lvl="0"/>
            <a:r>
              <a:rPr lang="en-US" dirty="0"/>
              <a:t>Body Text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319041743"/>
      </p:ext>
    </p:extLst>
  </p:cSld>
  <p:clrMap bg1="lt1" tx1="dk1" bg2="lt2" tx2="dk2" accent1="accent1" accent2="accent2" accent3="accent3" accent4="accent4" accent5="accent5" accent6="accent6" hlink="hlink" folHlink="folHlink"/>
  <p:sldLayoutIdLst>
    <p:sldLayoutId id="2147484168" r:id="rId1"/>
    <p:sldLayoutId id="2147484169" r:id="rId2"/>
    <p:sldLayoutId id="2147484170" r:id="rId3"/>
    <p:sldLayoutId id="2147484171" r:id="rId4"/>
    <p:sldLayoutId id="2147484172" r:id="rId5"/>
    <p:sldLayoutId id="2147484173" r:id="rId6"/>
    <p:sldLayoutId id="2147484174" r:id="rId7"/>
    <p:sldLayoutId id="2147484175" r:id="rId8"/>
    <p:sldLayoutId id="2147484176" r:id="rId9"/>
    <p:sldLayoutId id="2147484177" r:id="rId10"/>
    <p:sldLayoutId id="2147484178" r:id="rId11"/>
    <p:sldLayoutId id="2147484179" r:id="rId12"/>
  </p:sldLayoutIdLst>
  <p:txStyles>
    <p:titleStyle>
      <a:lvl1pPr algn="l" rtl="0" eaLnBrk="1" fontAlgn="base" hangingPunct="1">
        <a:lnSpc>
          <a:spcPct val="85000"/>
        </a:lnSpc>
        <a:spcBef>
          <a:spcPct val="0"/>
        </a:spcBef>
        <a:spcAft>
          <a:spcPct val="0"/>
        </a:spcAft>
        <a:buClr>
          <a:srgbClr val="DC0081"/>
        </a:buClr>
        <a:buFont typeface="Wingdings" pitchFamily="2" charset="2"/>
        <a:defRPr sz="2800">
          <a:solidFill>
            <a:schemeClr val="bg1"/>
          </a:solidFill>
          <a:latin typeface="Segoe UI" pitchFamily="34" charset="0"/>
          <a:ea typeface="Segoe UI" pitchFamily="34" charset="0"/>
          <a:cs typeface="Segoe UI" pitchFamily="34" charset="0"/>
        </a:defRPr>
      </a:lvl1pPr>
      <a:lvl2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2pPr>
      <a:lvl3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3pPr>
      <a:lvl4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4pPr>
      <a:lvl5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5pPr>
      <a:lvl6pPr marL="4572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6pPr>
      <a:lvl7pPr marL="9144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7pPr>
      <a:lvl8pPr marL="13716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8pPr>
      <a:lvl9pPr marL="18288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9pPr>
    </p:titleStyle>
    <p:bodyStyle>
      <a:lvl1pPr marL="174625" indent="-174625" algn="l" rtl="0" eaLnBrk="1" fontAlgn="base" hangingPunct="1">
        <a:lnSpc>
          <a:spcPct val="100000"/>
        </a:lnSpc>
        <a:spcBef>
          <a:spcPts val="600"/>
        </a:spcBef>
        <a:spcAft>
          <a:spcPct val="0"/>
        </a:spcAft>
        <a:buClr>
          <a:srgbClr val="0070C0"/>
        </a:buClr>
        <a:buSzPct val="90000"/>
        <a:buFont typeface="Arial" pitchFamily="34" charset="0"/>
        <a:buChar char="•"/>
        <a:defRPr sz="2800">
          <a:solidFill>
            <a:schemeClr val="tx1"/>
          </a:solidFill>
          <a:latin typeface="Segoe UI" pitchFamily="34" charset="0"/>
          <a:ea typeface="Segoe UI" pitchFamily="34" charset="0"/>
          <a:cs typeface="Segoe UI" pitchFamily="34" charset="0"/>
        </a:defRPr>
      </a:lvl1pPr>
      <a:lvl2pPr marL="458788" indent="-169863" algn="l" rtl="0" eaLnBrk="1" fontAlgn="base" hangingPunct="1">
        <a:lnSpc>
          <a:spcPct val="100000"/>
        </a:lnSpc>
        <a:spcBef>
          <a:spcPts val="600"/>
        </a:spcBef>
        <a:spcAft>
          <a:spcPct val="0"/>
        </a:spcAft>
        <a:buClr>
          <a:srgbClr val="0070C0"/>
        </a:buClr>
        <a:buSzPct val="80000"/>
        <a:buFont typeface="Arial" pitchFamily="34" charset="0"/>
        <a:buChar char="•"/>
        <a:defRPr sz="2400">
          <a:solidFill>
            <a:schemeClr val="tx1"/>
          </a:solidFill>
          <a:latin typeface="Segoe UI" pitchFamily="34" charset="0"/>
          <a:ea typeface="Segoe UI" pitchFamily="34" charset="0"/>
          <a:cs typeface="Segoe UI" pitchFamily="34" charset="0"/>
        </a:defRPr>
      </a:lvl2pPr>
      <a:lvl3pPr marL="854075" indent="-173038" algn="l" rtl="0" eaLnBrk="1" fontAlgn="base" hangingPunct="1">
        <a:lnSpc>
          <a:spcPct val="100000"/>
        </a:lnSpc>
        <a:spcBef>
          <a:spcPts val="600"/>
        </a:spcBef>
        <a:spcAft>
          <a:spcPct val="0"/>
        </a:spcAft>
        <a:buClr>
          <a:srgbClr val="0070C0"/>
        </a:buClr>
        <a:buSzPct val="80000"/>
        <a:buFont typeface="Arial" pitchFamily="34" charset="0"/>
        <a:buChar char="•"/>
        <a:defRPr sz="2000">
          <a:solidFill>
            <a:schemeClr val="tx1"/>
          </a:solidFill>
          <a:latin typeface="Segoe UI" pitchFamily="34" charset="0"/>
          <a:ea typeface="Segoe UI" pitchFamily="34" charset="0"/>
          <a:cs typeface="Segoe UI" pitchFamily="34" charset="0"/>
        </a:defRPr>
      </a:lvl3pPr>
      <a:lvl4pPr marL="1254125" indent="-165100"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4pPr>
      <a:lvl5pPr marL="1544638" indent="-168275"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5pPr>
      <a:lvl6pPr marL="20018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6pPr>
      <a:lvl7pPr marL="24590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7pPr>
      <a:lvl8pPr marL="29162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8pPr>
      <a:lvl9pPr marL="33734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0" y="0"/>
            <a:ext cx="9144000" cy="704088"/>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25001" name="Rectangle 9"/>
          <p:cNvSpPr>
            <a:spLocks noChangeArrowheads="1"/>
          </p:cNvSpPr>
          <p:nvPr/>
        </p:nvSpPr>
        <p:spPr bwMode="auto">
          <a:xfrm>
            <a:off x="4763" y="731838"/>
            <a:ext cx="9136062" cy="6111875"/>
          </a:xfrm>
          <a:prstGeom prst="rect">
            <a:avLst/>
          </a:prstGeom>
          <a:noFill/>
          <a:ln w="28575" algn="ctr">
            <a:noFill/>
            <a:miter lim="800000"/>
            <a:headEnd/>
            <a:tailEnd/>
          </a:ln>
          <a:effectLst/>
        </p:spPr>
        <p:txBody>
          <a:bodyPr wrap="none" anchor="ctr"/>
          <a:lstStyle/>
          <a:p>
            <a:pPr algn="ctr" eaLnBrk="0" hangingPunct="0">
              <a:defRPr/>
            </a:pPr>
            <a:endParaRPr lang="en-US">
              <a:cs typeface="+mn-cs"/>
            </a:endParaRPr>
          </a:p>
        </p:txBody>
      </p:sp>
      <p:sp>
        <p:nvSpPr>
          <p:cNvPr id="1029" name="Rectangle 4"/>
          <p:cNvSpPr>
            <a:spLocks noGrp="1" noChangeArrowheads="1"/>
          </p:cNvSpPr>
          <p:nvPr>
            <p:ph type="title"/>
          </p:nvPr>
        </p:nvSpPr>
        <p:spPr bwMode="auto">
          <a:xfrm>
            <a:off x="460375" y="-2"/>
            <a:ext cx="7773988" cy="740664"/>
          </a:xfrm>
          <a:prstGeom prst="rect">
            <a:avLst/>
          </a:prstGeom>
          <a:noFill/>
          <a:ln w="9525">
            <a:noFill/>
            <a:miter lim="800000"/>
            <a:headEnd/>
            <a:tailEnd/>
          </a:ln>
        </p:spPr>
        <p:txBody>
          <a:bodyPr vert="horz" wrap="square" lIns="0" tIns="45720" rIns="91440" bIns="45720" numCol="1" anchor="ctr" anchorCtr="0" compatLnSpc="1">
            <a:prstTxWarp prst="textNoShape">
              <a:avLst/>
            </a:prstTxWarp>
          </a:bodyPr>
          <a:lstStyle/>
          <a:p>
            <a:pPr lvl="0"/>
            <a:r>
              <a:rPr lang="en-US" dirty="0"/>
              <a:t>Slide Title</a:t>
            </a:r>
          </a:p>
        </p:txBody>
      </p:sp>
      <p:sp>
        <p:nvSpPr>
          <p:cNvPr id="1030" name="Rectangle 5"/>
          <p:cNvSpPr>
            <a:spLocks noGrp="1" noChangeArrowheads="1"/>
          </p:cNvSpPr>
          <p:nvPr>
            <p:ph type="body" idx="1"/>
          </p:nvPr>
        </p:nvSpPr>
        <p:spPr bwMode="auto">
          <a:xfrm>
            <a:off x="458788" y="1021215"/>
            <a:ext cx="8119156" cy="5147356"/>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lvl="0"/>
            <a:r>
              <a:rPr lang="en-US" dirty="0"/>
              <a:t>Body Text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336446632"/>
      </p:ext>
    </p:extLst>
  </p:cSld>
  <p:clrMap bg1="lt1" tx1="dk1" bg2="lt2" tx2="dk2" accent1="accent1" accent2="accent2" accent3="accent3" accent4="accent4" accent5="accent5" accent6="accent6" hlink="hlink" folHlink="folHlink"/>
  <p:sldLayoutIdLst>
    <p:sldLayoutId id="2147484181" r:id="rId1"/>
    <p:sldLayoutId id="2147484182" r:id="rId2"/>
    <p:sldLayoutId id="2147484183" r:id="rId3"/>
    <p:sldLayoutId id="2147484184" r:id="rId4"/>
    <p:sldLayoutId id="2147484185" r:id="rId5"/>
    <p:sldLayoutId id="2147484186" r:id="rId6"/>
    <p:sldLayoutId id="2147484187" r:id="rId7"/>
    <p:sldLayoutId id="2147484188" r:id="rId8"/>
    <p:sldLayoutId id="2147484189" r:id="rId9"/>
    <p:sldLayoutId id="2147484190" r:id="rId10"/>
    <p:sldLayoutId id="2147484191" r:id="rId11"/>
    <p:sldLayoutId id="2147484192" r:id="rId12"/>
  </p:sldLayoutIdLst>
  <p:txStyles>
    <p:titleStyle>
      <a:lvl1pPr algn="l" rtl="0" eaLnBrk="1" fontAlgn="base" hangingPunct="1">
        <a:lnSpc>
          <a:spcPct val="85000"/>
        </a:lnSpc>
        <a:spcBef>
          <a:spcPct val="0"/>
        </a:spcBef>
        <a:spcAft>
          <a:spcPct val="0"/>
        </a:spcAft>
        <a:buClr>
          <a:srgbClr val="DC0081"/>
        </a:buClr>
        <a:buFont typeface="Wingdings" pitchFamily="2" charset="2"/>
        <a:defRPr sz="2800">
          <a:solidFill>
            <a:schemeClr val="bg1"/>
          </a:solidFill>
          <a:latin typeface="Segoe UI" pitchFamily="34" charset="0"/>
          <a:ea typeface="Segoe UI" pitchFamily="34" charset="0"/>
          <a:cs typeface="Segoe UI" pitchFamily="34" charset="0"/>
        </a:defRPr>
      </a:lvl1pPr>
      <a:lvl2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2pPr>
      <a:lvl3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3pPr>
      <a:lvl4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4pPr>
      <a:lvl5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5pPr>
      <a:lvl6pPr marL="4572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6pPr>
      <a:lvl7pPr marL="9144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7pPr>
      <a:lvl8pPr marL="13716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8pPr>
      <a:lvl9pPr marL="18288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9pPr>
    </p:titleStyle>
    <p:bodyStyle>
      <a:lvl1pPr marL="174625" indent="-174625" algn="l" rtl="0" eaLnBrk="1" fontAlgn="base" hangingPunct="1">
        <a:lnSpc>
          <a:spcPct val="100000"/>
        </a:lnSpc>
        <a:spcBef>
          <a:spcPts val="600"/>
        </a:spcBef>
        <a:spcAft>
          <a:spcPct val="0"/>
        </a:spcAft>
        <a:buClr>
          <a:srgbClr val="0070C0"/>
        </a:buClr>
        <a:buSzPct val="90000"/>
        <a:buFont typeface="Arial" pitchFamily="34" charset="0"/>
        <a:buChar char="•"/>
        <a:defRPr sz="2800">
          <a:solidFill>
            <a:schemeClr val="tx1"/>
          </a:solidFill>
          <a:latin typeface="Segoe UI" pitchFamily="34" charset="0"/>
          <a:ea typeface="Segoe UI" pitchFamily="34" charset="0"/>
          <a:cs typeface="Segoe UI" pitchFamily="34" charset="0"/>
        </a:defRPr>
      </a:lvl1pPr>
      <a:lvl2pPr marL="458788" indent="-169863" algn="l" rtl="0" eaLnBrk="1" fontAlgn="base" hangingPunct="1">
        <a:lnSpc>
          <a:spcPct val="100000"/>
        </a:lnSpc>
        <a:spcBef>
          <a:spcPts val="600"/>
        </a:spcBef>
        <a:spcAft>
          <a:spcPct val="0"/>
        </a:spcAft>
        <a:buClr>
          <a:srgbClr val="0070C0"/>
        </a:buClr>
        <a:buSzPct val="80000"/>
        <a:buFont typeface="Arial" pitchFamily="34" charset="0"/>
        <a:buChar char="•"/>
        <a:defRPr sz="2400">
          <a:solidFill>
            <a:schemeClr val="tx1"/>
          </a:solidFill>
          <a:latin typeface="Segoe UI" pitchFamily="34" charset="0"/>
          <a:ea typeface="Segoe UI" pitchFamily="34" charset="0"/>
          <a:cs typeface="Segoe UI" pitchFamily="34" charset="0"/>
        </a:defRPr>
      </a:lvl2pPr>
      <a:lvl3pPr marL="854075" indent="-173038" algn="l" rtl="0" eaLnBrk="1" fontAlgn="base" hangingPunct="1">
        <a:lnSpc>
          <a:spcPct val="100000"/>
        </a:lnSpc>
        <a:spcBef>
          <a:spcPts val="600"/>
        </a:spcBef>
        <a:spcAft>
          <a:spcPct val="0"/>
        </a:spcAft>
        <a:buClr>
          <a:srgbClr val="0070C0"/>
        </a:buClr>
        <a:buSzPct val="80000"/>
        <a:buFont typeface="Arial" pitchFamily="34" charset="0"/>
        <a:buChar char="•"/>
        <a:defRPr sz="2000">
          <a:solidFill>
            <a:schemeClr val="tx1"/>
          </a:solidFill>
          <a:latin typeface="Segoe UI" pitchFamily="34" charset="0"/>
          <a:ea typeface="Segoe UI" pitchFamily="34" charset="0"/>
          <a:cs typeface="Segoe UI" pitchFamily="34" charset="0"/>
        </a:defRPr>
      </a:lvl3pPr>
      <a:lvl4pPr marL="1254125" indent="-165100"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4pPr>
      <a:lvl5pPr marL="1544638" indent="-168275"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5pPr>
      <a:lvl6pPr marL="20018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6pPr>
      <a:lvl7pPr marL="24590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7pPr>
      <a:lvl8pPr marL="29162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8pPr>
      <a:lvl9pPr marL="33734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0" y="0"/>
            <a:ext cx="9144000" cy="704088"/>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25001" name="Rectangle 9"/>
          <p:cNvSpPr>
            <a:spLocks noChangeArrowheads="1"/>
          </p:cNvSpPr>
          <p:nvPr/>
        </p:nvSpPr>
        <p:spPr bwMode="auto">
          <a:xfrm>
            <a:off x="4763" y="731838"/>
            <a:ext cx="9136062" cy="6111875"/>
          </a:xfrm>
          <a:prstGeom prst="rect">
            <a:avLst/>
          </a:prstGeom>
          <a:noFill/>
          <a:ln w="28575" algn="ctr">
            <a:noFill/>
            <a:miter lim="800000"/>
            <a:headEnd/>
            <a:tailEnd/>
          </a:ln>
          <a:effectLst/>
        </p:spPr>
        <p:txBody>
          <a:bodyPr wrap="none" anchor="ctr"/>
          <a:lstStyle/>
          <a:p>
            <a:pPr algn="ctr" eaLnBrk="0" hangingPunct="0">
              <a:defRPr/>
            </a:pPr>
            <a:endParaRPr lang="en-US">
              <a:cs typeface="+mn-cs"/>
            </a:endParaRPr>
          </a:p>
        </p:txBody>
      </p:sp>
      <p:sp>
        <p:nvSpPr>
          <p:cNvPr id="1029" name="Rectangle 4"/>
          <p:cNvSpPr>
            <a:spLocks noGrp="1" noChangeArrowheads="1"/>
          </p:cNvSpPr>
          <p:nvPr>
            <p:ph type="title"/>
          </p:nvPr>
        </p:nvSpPr>
        <p:spPr bwMode="auto">
          <a:xfrm>
            <a:off x="460375" y="-2"/>
            <a:ext cx="7773988" cy="740664"/>
          </a:xfrm>
          <a:prstGeom prst="rect">
            <a:avLst/>
          </a:prstGeom>
          <a:noFill/>
          <a:ln w="9525">
            <a:noFill/>
            <a:miter lim="800000"/>
            <a:headEnd/>
            <a:tailEnd/>
          </a:ln>
        </p:spPr>
        <p:txBody>
          <a:bodyPr vert="horz" wrap="square" lIns="0" tIns="45720" rIns="91440" bIns="45720" numCol="1" anchor="ctr" anchorCtr="0" compatLnSpc="1">
            <a:prstTxWarp prst="textNoShape">
              <a:avLst/>
            </a:prstTxWarp>
          </a:bodyPr>
          <a:lstStyle/>
          <a:p>
            <a:pPr lvl="0"/>
            <a:r>
              <a:rPr lang="en-US" dirty="0"/>
              <a:t>Slide Title</a:t>
            </a:r>
          </a:p>
        </p:txBody>
      </p:sp>
      <p:sp>
        <p:nvSpPr>
          <p:cNvPr id="1030" name="Rectangle 5"/>
          <p:cNvSpPr>
            <a:spLocks noGrp="1" noChangeArrowheads="1"/>
          </p:cNvSpPr>
          <p:nvPr>
            <p:ph type="body" idx="1"/>
          </p:nvPr>
        </p:nvSpPr>
        <p:spPr bwMode="auto">
          <a:xfrm>
            <a:off x="458788" y="1021215"/>
            <a:ext cx="8119156" cy="5147356"/>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lvl="0"/>
            <a:r>
              <a:rPr lang="en-US" dirty="0"/>
              <a:t>Body Text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649126401"/>
      </p:ext>
    </p:extLst>
  </p:cSld>
  <p:clrMap bg1="lt1" tx1="dk1" bg2="lt2" tx2="dk2" accent1="accent1" accent2="accent2" accent3="accent3" accent4="accent4" accent5="accent5" accent6="accent6" hlink="hlink" folHlink="folHlink"/>
  <p:sldLayoutIdLst>
    <p:sldLayoutId id="2147484194" r:id="rId1"/>
    <p:sldLayoutId id="2147484195" r:id="rId2"/>
    <p:sldLayoutId id="2147484196" r:id="rId3"/>
    <p:sldLayoutId id="2147484197" r:id="rId4"/>
    <p:sldLayoutId id="2147484198" r:id="rId5"/>
    <p:sldLayoutId id="2147484199" r:id="rId6"/>
    <p:sldLayoutId id="2147484200" r:id="rId7"/>
    <p:sldLayoutId id="2147484201" r:id="rId8"/>
    <p:sldLayoutId id="2147484202" r:id="rId9"/>
    <p:sldLayoutId id="2147484203" r:id="rId10"/>
    <p:sldLayoutId id="2147484204" r:id="rId11"/>
    <p:sldLayoutId id="2147484205" r:id="rId12"/>
  </p:sldLayoutIdLst>
  <p:txStyles>
    <p:titleStyle>
      <a:lvl1pPr algn="l" rtl="0" eaLnBrk="1" fontAlgn="base" hangingPunct="1">
        <a:lnSpc>
          <a:spcPct val="85000"/>
        </a:lnSpc>
        <a:spcBef>
          <a:spcPct val="0"/>
        </a:spcBef>
        <a:spcAft>
          <a:spcPct val="0"/>
        </a:spcAft>
        <a:buClr>
          <a:srgbClr val="DC0081"/>
        </a:buClr>
        <a:buFont typeface="Wingdings" pitchFamily="2" charset="2"/>
        <a:defRPr sz="2800">
          <a:solidFill>
            <a:schemeClr val="bg1"/>
          </a:solidFill>
          <a:latin typeface="Segoe UI" pitchFamily="34" charset="0"/>
          <a:ea typeface="Segoe UI" pitchFamily="34" charset="0"/>
          <a:cs typeface="Segoe UI" pitchFamily="34" charset="0"/>
        </a:defRPr>
      </a:lvl1pPr>
      <a:lvl2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2pPr>
      <a:lvl3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3pPr>
      <a:lvl4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4pPr>
      <a:lvl5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5pPr>
      <a:lvl6pPr marL="4572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6pPr>
      <a:lvl7pPr marL="9144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7pPr>
      <a:lvl8pPr marL="13716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8pPr>
      <a:lvl9pPr marL="18288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9pPr>
    </p:titleStyle>
    <p:bodyStyle>
      <a:lvl1pPr marL="174625" indent="-174625" algn="l" rtl="0" eaLnBrk="1" fontAlgn="base" hangingPunct="1">
        <a:lnSpc>
          <a:spcPct val="100000"/>
        </a:lnSpc>
        <a:spcBef>
          <a:spcPts val="600"/>
        </a:spcBef>
        <a:spcAft>
          <a:spcPct val="0"/>
        </a:spcAft>
        <a:buClr>
          <a:srgbClr val="0070C0"/>
        </a:buClr>
        <a:buSzPct val="90000"/>
        <a:buFont typeface="Arial" pitchFamily="34" charset="0"/>
        <a:buChar char="•"/>
        <a:defRPr sz="2800">
          <a:solidFill>
            <a:schemeClr val="tx1"/>
          </a:solidFill>
          <a:latin typeface="Segoe UI" pitchFamily="34" charset="0"/>
          <a:ea typeface="Segoe UI" pitchFamily="34" charset="0"/>
          <a:cs typeface="Segoe UI" pitchFamily="34" charset="0"/>
        </a:defRPr>
      </a:lvl1pPr>
      <a:lvl2pPr marL="458788" indent="-169863" algn="l" rtl="0" eaLnBrk="1" fontAlgn="base" hangingPunct="1">
        <a:lnSpc>
          <a:spcPct val="100000"/>
        </a:lnSpc>
        <a:spcBef>
          <a:spcPts val="600"/>
        </a:spcBef>
        <a:spcAft>
          <a:spcPct val="0"/>
        </a:spcAft>
        <a:buClr>
          <a:srgbClr val="0070C0"/>
        </a:buClr>
        <a:buSzPct val="80000"/>
        <a:buFont typeface="Arial" pitchFamily="34" charset="0"/>
        <a:buChar char="•"/>
        <a:defRPr sz="2400">
          <a:solidFill>
            <a:schemeClr val="tx1"/>
          </a:solidFill>
          <a:latin typeface="Segoe UI" pitchFamily="34" charset="0"/>
          <a:ea typeface="Segoe UI" pitchFamily="34" charset="0"/>
          <a:cs typeface="Segoe UI" pitchFamily="34" charset="0"/>
        </a:defRPr>
      </a:lvl2pPr>
      <a:lvl3pPr marL="854075" indent="-173038" algn="l" rtl="0" eaLnBrk="1" fontAlgn="base" hangingPunct="1">
        <a:lnSpc>
          <a:spcPct val="100000"/>
        </a:lnSpc>
        <a:spcBef>
          <a:spcPts val="600"/>
        </a:spcBef>
        <a:spcAft>
          <a:spcPct val="0"/>
        </a:spcAft>
        <a:buClr>
          <a:srgbClr val="0070C0"/>
        </a:buClr>
        <a:buSzPct val="80000"/>
        <a:buFont typeface="Arial" pitchFamily="34" charset="0"/>
        <a:buChar char="•"/>
        <a:defRPr sz="2000">
          <a:solidFill>
            <a:schemeClr val="tx1"/>
          </a:solidFill>
          <a:latin typeface="Segoe UI" pitchFamily="34" charset="0"/>
          <a:ea typeface="Segoe UI" pitchFamily="34" charset="0"/>
          <a:cs typeface="Segoe UI" pitchFamily="34" charset="0"/>
        </a:defRPr>
      </a:lvl3pPr>
      <a:lvl4pPr marL="1254125" indent="-165100"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4pPr>
      <a:lvl5pPr marL="1544638" indent="-168275"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5pPr>
      <a:lvl6pPr marL="20018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6pPr>
      <a:lvl7pPr marL="24590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7pPr>
      <a:lvl8pPr marL="29162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8pPr>
      <a:lvl9pPr marL="33734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0" y="0"/>
            <a:ext cx="9144000" cy="704088"/>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25001" name="Rectangle 9"/>
          <p:cNvSpPr>
            <a:spLocks noChangeArrowheads="1"/>
          </p:cNvSpPr>
          <p:nvPr/>
        </p:nvSpPr>
        <p:spPr bwMode="auto">
          <a:xfrm>
            <a:off x="4763" y="731838"/>
            <a:ext cx="9136062" cy="6111875"/>
          </a:xfrm>
          <a:prstGeom prst="rect">
            <a:avLst/>
          </a:prstGeom>
          <a:noFill/>
          <a:ln w="28575" algn="ctr">
            <a:noFill/>
            <a:miter lim="800000"/>
            <a:headEnd/>
            <a:tailEnd/>
          </a:ln>
          <a:effectLst/>
        </p:spPr>
        <p:txBody>
          <a:bodyPr wrap="none" anchor="ctr"/>
          <a:lstStyle/>
          <a:p>
            <a:pPr algn="ctr" eaLnBrk="0" hangingPunct="0">
              <a:defRPr/>
            </a:pPr>
            <a:endParaRPr lang="en-US">
              <a:cs typeface="+mn-cs"/>
            </a:endParaRPr>
          </a:p>
        </p:txBody>
      </p:sp>
      <p:sp>
        <p:nvSpPr>
          <p:cNvPr id="1029" name="Rectangle 4"/>
          <p:cNvSpPr>
            <a:spLocks noGrp="1" noChangeArrowheads="1"/>
          </p:cNvSpPr>
          <p:nvPr>
            <p:ph type="title"/>
          </p:nvPr>
        </p:nvSpPr>
        <p:spPr bwMode="auto">
          <a:xfrm>
            <a:off x="460375" y="-2"/>
            <a:ext cx="7773988" cy="740664"/>
          </a:xfrm>
          <a:prstGeom prst="rect">
            <a:avLst/>
          </a:prstGeom>
          <a:noFill/>
          <a:ln w="9525">
            <a:noFill/>
            <a:miter lim="800000"/>
            <a:headEnd/>
            <a:tailEnd/>
          </a:ln>
        </p:spPr>
        <p:txBody>
          <a:bodyPr vert="horz" wrap="square" lIns="0" tIns="45720" rIns="91440" bIns="45720" numCol="1" anchor="ctr" anchorCtr="0" compatLnSpc="1">
            <a:prstTxWarp prst="textNoShape">
              <a:avLst/>
            </a:prstTxWarp>
          </a:bodyPr>
          <a:lstStyle/>
          <a:p>
            <a:pPr lvl="0"/>
            <a:r>
              <a:rPr lang="en-US" dirty="0"/>
              <a:t>Slide Title</a:t>
            </a:r>
          </a:p>
        </p:txBody>
      </p:sp>
      <p:sp>
        <p:nvSpPr>
          <p:cNvPr id="1030" name="Rectangle 5"/>
          <p:cNvSpPr>
            <a:spLocks noGrp="1" noChangeArrowheads="1"/>
          </p:cNvSpPr>
          <p:nvPr>
            <p:ph type="body" idx="1"/>
          </p:nvPr>
        </p:nvSpPr>
        <p:spPr bwMode="auto">
          <a:xfrm>
            <a:off x="458788" y="1021215"/>
            <a:ext cx="8119156" cy="5147356"/>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lvl="0"/>
            <a:r>
              <a:rPr lang="en-US" dirty="0"/>
              <a:t>Body Text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638412520"/>
      </p:ext>
    </p:extLst>
  </p:cSld>
  <p:clrMap bg1="lt1" tx1="dk1" bg2="lt2" tx2="dk2" accent1="accent1" accent2="accent2" accent3="accent3" accent4="accent4" accent5="accent5" accent6="accent6" hlink="hlink" folHlink="folHlink"/>
  <p:sldLayoutIdLst>
    <p:sldLayoutId id="2147484207" r:id="rId1"/>
    <p:sldLayoutId id="2147484208" r:id="rId2"/>
    <p:sldLayoutId id="2147484209" r:id="rId3"/>
    <p:sldLayoutId id="2147484210" r:id="rId4"/>
    <p:sldLayoutId id="2147484211" r:id="rId5"/>
    <p:sldLayoutId id="2147484212" r:id="rId6"/>
    <p:sldLayoutId id="2147484213" r:id="rId7"/>
    <p:sldLayoutId id="2147484214" r:id="rId8"/>
    <p:sldLayoutId id="2147484215" r:id="rId9"/>
    <p:sldLayoutId id="2147484216" r:id="rId10"/>
    <p:sldLayoutId id="2147484217" r:id="rId11"/>
    <p:sldLayoutId id="2147484218" r:id="rId12"/>
  </p:sldLayoutIdLst>
  <p:txStyles>
    <p:titleStyle>
      <a:lvl1pPr algn="l" rtl="0" eaLnBrk="1" fontAlgn="base" hangingPunct="1">
        <a:lnSpc>
          <a:spcPct val="85000"/>
        </a:lnSpc>
        <a:spcBef>
          <a:spcPct val="0"/>
        </a:spcBef>
        <a:spcAft>
          <a:spcPct val="0"/>
        </a:spcAft>
        <a:buClr>
          <a:srgbClr val="DC0081"/>
        </a:buClr>
        <a:buFont typeface="Wingdings" pitchFamily="2" charset="2"/>
        <a:defRPr sz="2800">
          <a:solidFill>
            <a:schemeClr val="bg1"/>
          </a:solidFill>
          <a:latin typeface="Segoe UI" pitchFamily="34" charset="0"/>
          <a:ea typeface="Segoe UI" pitchFamily="34" charset="0"/>
          <a:cs typeface="Segoe UI" pitchFamily="34" charset="0"/>
        </a:defRPr>
      </a:lvl1pPr>
      <a:lvl2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2pPr>
      <a:lvl3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3pPr>
      <a:lvl4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4pPr>
      <a:lvl5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5pPr>
      <a:lvl6pPr marL="4572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6pPr>
      <a:lvl7pPr marL="9144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7pPr>
      <a:lvl8pPr marL="13716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8pPr>
      <a:lvl9pPr marL="18288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9pPr>
    </p:titleStyle>
    <p:bodyStyle>
      <a:lvl1pPr marL="174625" indent="-174625" algn="l" rtl="0" eaLnBrk="1" fontAlgn="base" hangingPunct="1">
        <a:lnSpc>
          <a:spcPct val="100000"/>
        </a:lnSpc>
        <a:spcBef>
          <a:spcPts val="600"/>
        </a:spcBef>
        <a:spcAft>
          <a:spcPct val="0"/>
        </a:spcAft>
        <a:buClr>
          <a:srgbClr val="0070C0"/>
        </a:buClr>
        <a:buSzPct val="90000"/>
        <a:buFont typeface="Arial" pitchFamily="34" charset="0"/>
        <a:buChar char="•"/>
        <a:defRPr sz="2800">
          <a:solidFill>
            <a:schemeClr val="tx1"/>
          </a:solidFill>
          <a:latin typeface="Segoe UI" pitchFamily="34" charset="0"/>
          <a:ea typeface="Segoe UI" pitchFamily="34" charset="0"/>
          <a:cs typeface="Segoe UI" pitchFamily="34" charset="0"/>
        </a:defRPr>
      </a:lvl1pPr>
      <a:lvl2pPr marL="458788" indent="-169863" algn="l" rtl="0" eaLnBrk="1" fontAlgn="base" hangingPunct="1">
        <a:lnSpc>
          <a:spcPct val="100000"/>
        </a:lnSpc>
        <a:spcBef>
          <a:spcPts val="600"/>
        </a:spcBef>
        <a:spcAft>
          <a:spcPct val="0"/>
        </a:spcAft>
        <a:buClr>
          <a:srgbClr val="0070C0"/>
        </a:buClr>
        <a:buSzPct val="80000"/>
        <a:buFont typeface="Arial" pitchFamily="34" charset="0"/>
        <a:buChar char="•"/>
        <a:defRPr sz="2400">
          <a:solidFill>
            <a:schemeClr val="tx1"/>
          </a:solidFill>
          <a:latin typeface="Segoe UI" pitchFamily="34" charset="0"/>
          <a:ea typeface="Segoe UI" pitchFamily="34" charset="0"/>
          <a:cs typeface="Segoe UI" pitchFamily="34" charset="0"/>
        </a:defRPr>
      </a:lvl2pPr>
      <a:lvl3pPr marL="854075" indent="-173038" algn="l" rtl="0" eaLnBrk="1" fontAlgn="base" hangingPunct="1">
        <a:lnSpc>
          <a:spcPct val="100000"/>
        </a:lnSpc>
        <a:spcBef>
          <a:spcPts val="600"/>
        </a:spcBef>
        <a:spcAft>
          <a:spcPct val="0"/>
        </a:spcAft>
        <a:buClr>
          <a:srgbClr val="0070C0"/>
        </a:buClr>
        <a:buSzPct val="80000"/>
        <a:buFont typeface="Arial" pitchFamily="34" charset="0"/>
        <a:buChar char="•"/>
        <a:defRPr sz="2000">
          <a:solidFill>
            <a:schemeClr val="tx1"/>
          </a:solidFill>
          <a:latin typeface="Segoe UI" pitchFamily="34" charset="0"/>
          <a:ea typeface="Segoe UI" pitchFamily="34" charset="0"/>
          <a:cs typeface="Segoe UI" pitchFamily="34" charset="0"/>
        </a:defRPr>
      </a:lvl3pPr>
      <a:lvl4pPr marL="1254125" indent="-165100"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4pPr>
      <a:lvl5pPr marL="1544638" indent="-168275"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5pPr>
      <a:lvl6pPr marL="20018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6pPr>
      <a:lvl7pPr marL="24590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7pPr>
      <a:lvl8pPr marL="29162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8pPr>
      <a:lvl9pPr marL="33734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4.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0" y="0"/>
            <a:ext cx="9144000" cy="704088"/>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25001" name="Rectangle 9"/>
          <p:cNvSpPr>
            <a:spLocks noChangeArrowheads="1"/>
          </p:cNvSpPr>
          <p:nvPr/>
        </p:nvSpPr>
        <p:spPr bwMode="auto">
          <a:xfrm>
            <a:off x="4763" y="731838"/>
            <a:ext cx="9136062" cy="6111875"/>
          </a:xfrm>
          <a:prstGeom prst="rect">
            <a:avLst/>
          </a:prstGeom>
          <a:noFill/>
          <a:ln w="28575" algn="ctr">
            <a:noFill/>
            <a:miter lim="800000"/>
            <a:headEnd/>
            <a:tailEnd/>
          </a:ln>
          <a:effectLst/>
        </p:spPr>
        <p:txBody>
          <a:bodyPr wrap="none" anchor="ctr"/>
          <a:lstStyle/>
          <a:p>
            <a:pPr algn="ctr" eaLnBrk="0" hangingPunct="0">
              <a:defRPr/>
            </a:pPr>
            <a:endParaRPr lang="en-US">
              <a:cs typeface="+mn-cs"/>
            </a:endParaRPr>
          </a:p>
        </p:txBody>
      </p:sp>
      <p:sp>
        <p:nvSpPr>
          <p:cNvPr id="1029" name="Rectangle 4"/>
          <p:cNvSpPr>
            <a:spLocks noGrp="1" noChangeArrowheads="1"/>
          </p:cNvSpPr>
          <p:nvPr>
            <p:ph type="title"/>
          </p:nvPr>
        </p:nvSpPr>
        <p:spPr bwMode="auto">
          <a:xfrm>
            <a:off x="460375" y="-2"/>
            <a:ext cx="7773988" cy="740664"/>
          </a:xfrm>
          <a:prstGeom prst="rect">
            <a:avLst/>
          </a:prstGeom>
          <a:noFill/>
          <a:ln w="9525">
            <a:noFill/>
            <a:miter lim="800000"/>
            <a:headEnd/>
            <a:tailEnd/>
          </a:ln>
        </p:spPr>
        <p:txBody>
          <a:bodyPr vert="horz" wrap="square" lIns="0" tIns="45720" rIns="91440" bIns="45720" numCol="1" anchor="ctr" anchorCtr="0" compatLnSpc="1">
            <a:prstTxWarp prst="textNoShape">
              <a:avLst/>
            </a:prstTxWarp>
          </a:bodyPr>
          <a:lstStyle/>
          <a:p>
            <a:pPr lvl="0"/>
            <a:r>
              <a:rPr lang="en-US" dirty="0"/>
              <a:t>Slide Title</a:t>
            </a:r>
          </a:p>
        </p:txBody>
      </p:sp>
      <p:sp>
        <p:nvSpPr>
          <p:cNvPr id="1030" name="Rectangle 5"/>
          <p:cNvSpPr>
            <a:spLocks noGrp="1" noChangeArrowheads="1"/>
          </p:cNvSpPr>
          <p:nvPr>
            <p:ph type="body" idx="1"/>
          </p:nvPr>
        </p:nvSpPr>
        <p:spPr bwMode="auto">
          <a:xfrm>
            <a:off x="458788" y="1021215"/>
            <a:ext cx="8119156" cy="5147356"/>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lvl="0"/>
            <a:r>
              <a:rPr lang="en-US" dirty="0"/>
              <a:t>Body Text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4080850480"/>
      </p:ext>
    </p:extLst>
  </p:cSld>
  <p:clrMap bg1="lt1" tx1="dk1" bg2="lt2" tx2="dk2" accent1="accent1" accent2="accent2" accent3="accent3" accent4="accent4" accent5="accent5" accent6="accent6" hlink="hlink" folHlink="folHlink"/>
  <p:sldLayoutIdLst>
    <p:sldLayoutId id="2147484220" r:id="rId1"/>
    <p:sldLayoutId id="2147484221" r:id="rId2"/>
    <p:sldLayoutId id="2147484222" r:id="rId3"/>
    <p:sldLayoutId id="2147484223" r:id="rId4"/>
    <p:sldLayoutId id="2147484224" r:id="rId5"/>
    <p:sldLayoutId id="2147484225" r:id="rId6"/>
    <p:sldLayoutId id="2147484226" r:id="rId7"/>
    <p:sldLayoutId id="2147484227" r:id="rId8"/>
    <p:sldLayoutId id="2147484228" r:id="rId9"/>
    <p:sldLayoutId id="2147484229" r:id="rId10"/>
    <p:sldLayoutId id="2147484230" r:id="rId11"/>
    <p:sldLayoutId id="2147484231" r:id="rId12"/>
  </p:sldLayoutIdLst>
  <p:txStyles>
    <p:titleStyle>
      <a:lvl1pPr algn="l" rtl="0" eaLnBrk="1" fontAlgn="base" hangingPunct="1">
        <a:lnSpc>
          <a:spcPct val="85000"/>
        </a:lnSpc>
        <a:spcBef>
          <a:spcPct val="0"/>
        </a:spcBef>
        <a:spcAft>
          <a:spcPct val="0"/>
        </a:spcAft>
        <a:buClr>
          <a:srgbClr val="DC0081"/>
        </a:buClr>
        <a:buFont typeface="Wingdings" pitchFamily="2" charset="2"/>
        <a:defRPr sz="2800">
          <a:solidFill>
            <a:schemeClr val="bg1"/>
          </a:solidFill>
          <a:latin typeface="Segoe UI" pitchFamily="34" charset="0"/>
          <a:ea typeface="Segoe UI" pitchFamily="34" charset="0"/>
          <a:cs typeface="Segoe UI" pitchFamily="34" charset="0"/>
        </a:defRPr>
      </a:lvl1pPr>
      <a:lvl2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2pPr>
      <a:lvl3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3pPr>
      <a:lvl4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4pPr>
      <a:lvl5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5pPr>
      <a:lvl6pPr marL="4572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6pPr>
      <a:lvl7pPr marL="9144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7pPr>
      <a:lvl8pPr marL="13716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8pPr>
      <a:lvl9pPr marL="18288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9pPr>
    </p:titleStyle>
    <p:bodyStyle>
      <a:lvl1pPr marL="174625" indent="-174625" algn="l" rtl="0" eaLnBrk="1" fontAlgn="base" hangingPunct="1">
        <a:lnSpc>
          <a:spcPct val="100000"/>
        </a:lnSpc>
        <a:spcBef>
          <a:spcPts val="600"/>
        </a:spcBef>
        <a:spcAft>
          <a:spcPct val="0"/>
        </a:spcAft>
        <a:buClr>
          <a:srgbClr val="0070C0"/>
        </a:buClr>
        <a:buSzPct val="90000"/>
        <a:buFont typeface="Arial" pitchFamily="34" charset="0"/>
        <a:buChar char="•"/>
        <a:defRPr sz="2800">
          <a:solidFill>
            <a:schemeClr val="tx1"/>
          </a:solidFill>
          <a:latin typeface="Segoe UI" pitchFamily="34" charset="0"/>
          <a:ea typeface="Segoe UI" pitchFamily="34" charset="0"/>
          <a:cs typeface="Segoe UI" pitchFamily="34" charset="0"/>
        </a:defRPr>
      </a:lvl1pPr>
      <a:lvl2pPr marL="458788" indent="-169863" algn="l" rtl="0" eaLnBrk="1" fontAlgn="base" hangingPunct="1">
        <a:lnSpc>
          <a:spcPct val="100000"/>
        </a:lnSpc>
        <a:spcBef>
          <a:spcPts val="600"/>
        </a:spcBef>
        <a:spcAft>
          <a:spcPct val="0"/>
        </a:spcAft>
        <a:buClr>
          <a:srgbClr val="0070C0"/>
        </a:buClr>
        <a:buSzPct val="80000"/>
        <a:buFont typeface="Arial" pitchFamily="34" charset="0"/>
        <a:buChar char="•"/>
        <a:defRPr sz="2400">
          <a:solidFill>
            <a:schemeClr val="tx1"/>
          </a:solidFill>
          <a:latin typeface="Segoe UI" pitchFamily="34" charset="0"/>
          <a:ea typeface="Segoe UI" pitchFamily="34" charset="0"/>
          <a:cs typeface="Segoe UI" pitchFamily="34" charset="0"/>
        </a:defRPr>
      </a:lvl2pPr>
      <a:lvl3pPr marL="854075" indent="-173038" algn="l" rtl="0" eaLnBrk="1" fontAlgn="base" hangingPunct="1">
        <a:lnSpc>
          <a:spcPct val="100000"/>
        </a:lnSpc>
        <a:spcBef>
          <a:spcPts val="600"/>
        </a:spcBef>
        <a:spcAft>
          <a:spcPct val="0"/>
        </a:spcAft>
        <a:buClr>
          <a:srgbClr val="0070C0"/>
        </a:buClr>
        <a:buSzPct val="80000"/>
        <a:buFont typeface="Arial" pitchFamily="34" charset="0"/>
        <a:buChar char="•"/>
        <a:defRPr sz="2000">
          <a:solidFill>
            <a:schemeClr val="tx1"/>
          </a:solidFill>
          <a:latin typeface="Segoe UI" pitchFamily="34" charset="0"/>
          <a:ea typeface="Segoe UI" pitchFamily="34" charset="0"/>
          <a:cs typeface="Segoe UI" pitchFamily="34" charset="0"/>
        </a:defRPr>
      </a:lvl3pPr>
      <a:lvl4pPr marL="1254125" indent="-165100"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4pPr>
      <a:lvl5pPr marL="1544638" indent="-168275"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5pPr>
      <a:lvl6pPr marL="20018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6pPr>
      <a:lvl7pPr marL="24590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7pPr>
      <a:lvl8pPr marL="29162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8pPr>
      <a:lvl9pPr marL="33734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5.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0" y="0"/>
            <a:ext cx="9144000" cy="704088"/>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25001" name="Rectangle 9"/>
          <p:cNvSpPr>
            <a:spLocks noChangeArrowheads="1"/>
          </p:cNvSpPr>
          <p:nvPr/>
        </p:nvSpPr>
        <p:spPr bwMode="auto">
          <a:xfrm>
            <a:off x="4763" y="731838"/>
            <a:ext cx="9136062" cy="6111875"/>
          </a:xfrm>
          <a:prstGeom prst="rect">
            <a:avLst/>
          </a:prstGeom>
          <a:noFill/>
          <a:ln w="28575" algn="ctr">
            <a:noFill/>
            <a:miter lim="800000"/>
            <a:headEnd/>
            <a:tailEnd/>
          </a:ln>
          <a:effectLst/>
        </p:spPr>
        <p:txBody>
          <a:bodyPr wrap="none" anchor="ctr"/>
          <a:lstStyle/>
          <a:p>
            <a:pPr algn="ctr" eaLnBrk="0" hangingPunct="0">
              <a:defRPr/>
            </a:pPr>
            <a:endParaRPr lang="en-US">
              <a:cs typeface="+mn-cs"/>
            </a:endParaRPr>
          </a:p>
        </p:txBody>
      </p:sp>
      <p:sp>
        <p:nvSpPr>
          <p:cNvPr id="1029" name="Rectangle 4"/>
          <p:cNvSpPr>
            <a:spLocks noGrp="1" noChangeArrowheads="1"/>
          </p:cNvSpPr>
          <p:nvPr>
            <p:ph type="title"/>
          </p:nvPr>
        </p:nvSpPr>
        <p:spPr bwMode="auto">
          <a:xfrm>
            <a:off x="460375" y="-2"/>
            <a:ext cx="7773988" cy="740664"/>
          </a:xfrm>
          <a:prstGeom prst="rect">
            <a:avLst/>
          </a:prstGeom>
          <a:noFill/>
          <a:ln w="9525">
            <a:noFill/>
            <a:miter lim="800000"/>
            <a:headEnd/>
            <a:tailEnd/>
          </a:ln>
        </p:spPr>
        <p:txBody>
          <a:bodyPr vert="horz" wrap="square" lIns="0" tIns="45720" rIns="91440" bIns="45720" numCol="1" anchor="ctr" anchorCtr="0" compatLnSpc="1">
            <a:prstTxWarp prst="textNoShape">
              <a:avLst/>
            </a:prstTxWarp>
          </a:bodyPr>
          <a:lstStyle/>
          <a:p>
            <a:pPr lvl="0"/>
            <a:r>
              <a:rPr lang="en-US" dirty="0"/>
              <a:t>Slide Title</a:t>
            </a:r>
          </a:p>
        </p:txBody>
      </p:sp>
      <p:sp>
        <p:nvSpPr>
          <p:cNvPr id="1030" name="Rectangle 5"/>
          <p:cNvSpPr>
            <a:spLocks noGrp="1" noChangeArrowheads="1"/>
          </p:cNvSpPr>
          <p:nvPr>
            <p:ph type="body" idx="1"/>
          </p:nvPr>
        </p:nvSpPr>
        <p:spPr bwMode="auto">
          <a:xfrm>
            <a:off x="458788" y="1021215"/>
            <a:ext cx="8119156" cy="5147356"/>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lvl="0"/>
            <a:r>
              <a:rPr lang="en-US" dirty="0"/>
              <a:t>Body Text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477306836"/>
      </p:ext>
    </p:extLst>
  </p:cSld>
  <p:clrMap bg1="lt1" tx1="dk1" bg2="lt2" tx2="dk2" accent1="accent1" accent2="accent2" accent3="accent3" accent4="accent4" accent5="accent5" accent6="accent6" hlink="hlink" folHlink="folHlink"/>
  <p:sldLayoutIdLst>
    <p:sldLayoutId id="2147484233" r:id="rId1"/>
    <p:sldLayoutId id="2147484234" r:id="rId2"/>
    <p:sldLayoutId id="2147484235" r:id="rId3"/>
    <p:sldLayoutId id="2147484236" r:id="rId4"/>
    <p:sldLayoutId id="2147484237" r:id="rId5"/>
    <p:sldLayoutId id="2147484238" r:id="rId6"/>
    <p:sldLayoutId id="2147484239" r:id="rId7"/>
    <p:sldLayoutId id="2147484240" r:id="rId8"/>
    <p:sldLayoutId id="2147484241" r:id="rId9"/>
    <p:sldLayoutId id="2147484242" r:id="rId10"/>
    <p:sldLayoutId id="2147484243" r:id="rId11"/>
    <p:sldLayoutId id="2147484244" r:id="rId12"/>
  </p:sldLayoutIdLst>
  <p:txStyles>
    <p:titleStyle>
      <a:lvl1pPr algn="l" rtl="0" eaLnBrk="1" fontAlgn="base" hangingPunct="1">
        <a:lnSpc>
          <a:spcPct val="85000"/>
        </a:lnSpc>
        <a:spcBef>
          <a:spcPct val="0"/>
        </a:spcBef>
        <a:spcAft>
          <a:spcPct val="0"/>
        </a:spcAft>
        <a:buClr>
          <a:srgbClr val="DC0081"/>
        </a:buClr>
        <a:buFont typeface="Wingdings" pitchFamily="2" charset="2"/>
        <a:defRPr sz="2800">
          <a:solidFill>
            <a:schemeClr val="bg1"/>
          </a:solidFill>
          <a:latin typeface="Segoe UI" pitchFamily="34" charset="0"/>
          <a:ea typeface="Segoe UI" pitchFamily="34" charset="0"/>
          <a:cs typeface="Segoe UI" pitchFamily="34" charset="0"/>
        </a:defRPr>
      </a:lvl1pPr>
      <a:lvl2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2pPr>
      <a:lvl3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3pPr>
      <a:lvl4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4pPr>
      <a:lvl5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5pPr>
      <a:lvl6pPr marL="4572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6pPr>
      <a:lvl7pPr marL="9144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7pPr>
      <a:lvl8pPr marL="13716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8pPr>
      <a:lvl9pPr marL="18288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9pPr>
    </p:titleStyle>
    <p:bodyStyle>
      <a:lvl1pPr marL="174625" indent="-174625" algn="l" rtl="0" eaLnBrk="1" fontAlgn="base" hangingPunct="1">
        <a:lnSpc>
          <a:spcPct val="100000"/>
        </a:lnSpc>
        <a:spcBef>
          <a:spcPts val="600"/>
        </a:spcBef>
        <a:spcAft>
          <a:spcPct val="0"/>
        </a:spcAft>
        <a:buClr>
          <a:srgbClr val="0070C0"/>
        </a:buClr>
        <a:buSzPct val="90000"/>
        <a:buFont typeface="Arial" pitchFamily="34" charset="0"/>
        <a:buChar char="•"/>
        <a:defRPr sz="2800">
          <a:solidFill>
            <a:schemeClr val="tx1"/>
          </a:solidFill>
          <a:latin typeface="Segoe UI" pitchFamily="34" charset="0"/>
          <a:ea typeface="Segoe UI" pitchFamily="34" charset="0"/>
          <a:cs typeface="Segoe UI" pitchFamily="34" charset="0"/>
        </a:defRPr>
      </a:lvl1pPr>
      <a:lvl2pPr marL="458788" indent="-169863" algn="l" rtl="0" eaLnBrk="1" fontAlgn="base" hangingPunct="1">
        <a:lnSpc>
          <a:spcPct val="100000"/>
        </a:lnSpc>
        <a:spcBef>
          <a:spcPts val="600"/>
        </a:spcBef>
        <a:spcAft>
          <a:spcPct val="0"/>
        </a:spcAft>
        <a:buClr>
          <a:srgbClr val="0070C0"/>
        </a:buClr>
        <a:buSzPct val="80000"/>
        <a:buFont typeface="Arial" pitchFamily="34" charset="0"/>
        <a:buChar char="•"/>
        <a:defRPr sz="2400">
          <a:solidFill>
            <a:schemeClr val="tx1"/>
          </a:solidFill>
          <a:latin typeface="Segoe UI" pitchFamily="34" charset="0"/>
          <a:ea typeface="Segoe UI" pitchFamily="34" charset="0"/>
          <a:cs typeface="Segoe UI" pitchFamily="34" charset="0"/>
        </a:defRPr>
      </a:lvl2pPr>
      <a:lvl3pPr marL="854075" indent="-173038" algn="l" rtl="0" eaLnBrk="1" fontAlgn="base" hangingPunct="1">
        <a:lnSpc>
          <a:spcPct val="100000"/>
        </a:lnSpc>
        <a:spcBef>
          <a:spcPts val="600"/>
        </a:spcBef>
        <a:spcAft>
          <a:spcPct val="0"/>
        </a:spcAft>
        <a:buClr>
          <a:srgbClr val="0070C0"/>
        </a:buClr>
        <a:buSzPct val="80000"/>
        <a:buFont typeface="Arial" pitchFamily="34" charset="0"/>
        <a:buChar char="•"/>
        <a:defRPr sz="2000">
          <a:solidFill>
            <a:schemeClr val="tx1"/>
          </a:solidFill>
          <a:latin typeface="Segoe UI" pitchFamily="34" charset="0"/>
          <a:ea typeface="Segoe UI" pitchFamily="34" charset="0"/>
          <a:cs typeface="Segoe UI" pitchFamily="34" charset="0"/>
        </a:defRPr>
      </a:lvl3pPr>
      <a:lvl4pPr marL="1254125" indent="-165100"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4pPr>
      <a:lvl5pPr marL="1544638" indent="-168275"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5pPr>
      <a:lvl6pPr marL="20018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6pPr>
      <a:lvl7pPr marL="24590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7pPr>
      <a:lvl8pPr marL="29162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8pPr>
      <a:lvl9pPr marL="33734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6.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0" y="0"/>
            <a:ext cx="9144000" cy="704088"/>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25001" name="Rectangle 9"/>
          <p:cNvSpPr>
            <a:spLocks noChangeArrowheads="1"/>
          </p:cNvSpPr>
          <p:nvPr/>
        </p:nvSpPr>
        <p:spPr bwMode="auto">
          <a:xfrm>
            <a:off x="4763" y="731838"/>
            <a:ext cx="9136062" cy="6111875"/>
          </a:xfrm>
          <a:prstGeom prst="rect">
            <a:avLst/>
          </a:prstGeom>
          <a:noFill/>
          <a:ln w="28575" algn="ctr">
            <a:noFill/>
            <a:miter lim="800000"/>
            <a:headEnd/>
            <a:tailEnd/>
          </a:ln>
          <a:effectLst/>
        </p:spPr>
        <p:txBody>
          <a:bodyPr wrap="none" anchor="ctr"/>
          <a:lstStyle/>
          <a:p>
            <a:pPr algn="ctr" eaLnBrk="0" hangingPunct="0">
              <a:defRPr/>
            </a:pPr>
            <a:endParaRPr lang="en-US">
              <a:cs typeface="+mn-cs"/>
            </a:endParaRPr>
          </a:p>
        </p:txBody>
      </p:sp>
      <p:sp>
        <p:nvSpPr>
          <p:cNvPr id="1029" name="Rectangle 4"/>
          <p:cNvSpPr>
            <a:spLocks noGrp="1" noChangeArrowheads="1"/>
          </p:cNvSpPr>
          <p:nvPr>
            <p:ph type="title"/>
          </p:nvPr>
        </p:nvSpPr>
        <p:spPr bwMode="auto">
          <a:xfrm>
            <a:off x="460375" y="-2"/>
            <a:ext cx="7773988" cy="740664"/>
          </a:xfrm>
          <a:prstGeom prst="rect">
            <a:avLst/>
          </a:prstGeom>
          <a:noFill/>
          <a:ln w="9525">
            <a:noFill/>
            <a:miter lim="800000"/>
            <a:headEnd/>
            <a:tailEnd/>
          </a:ln>
        </p:spPr>
        <p:txBody>
          <a:bodyPr vert="horz" wrap="square" lIns="0" tIns="45720" rIns="91440" bIns="45720" numCol="1" anchor="ctr" anchorCtr="0" compatLnSpc="1">
            <a:prstTxWarp prst="textNoShape">
              <a:avLst/>
            </a:prstTxWarp>
          </a:bodyPr>
          <a:lstStyle/>
          <a:p>
            <a:pPr lvl="0"/>
            <a:r>
              <a:rPr lang="en-US" dirty="0"/>
              <a:t>Slide Title</a:t>
            </a:r>
          </a:p>
        </p:txBody>
      </p:sp>
      <p:sp>
        <p:nvSpPr>
          <p:cNvPr id="1030" name="Rectangle 5"/>
          <p:cNvSpPr>
            <a:spLocks noGrp="1" noChangeArrowheads="1"/>
          </p:cNvSpPr>
          <p:nvPr>
            <p:ph type="body" idx="1"/>
          </p:nvPr>
        </p:nvSpPr>
        <p:spPr bwMode="auto">
          <a:xfrm>
            <a:off x="458788" y="1021215"/>
            <a:ext cx="8119156" cy="5147356"/>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lvl="0"/>
            <a:r>
              <a:rPr lang="en-US" dirty="0"/>
              <a:t>Body Text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36885109"/>
      </p:ext>
    </p:extLst>
  </p:cSld>
  <p:clrMap bg1="lt1" tx1="dk1" bg2="lt2" tx2="dk2" accent1="accent1" accent2="accent2" accent3="accent3" accent4="accent4" accent5="accent5" accent6="accent6" hlink="hlink" folHlink="folHlink"/>
  <p:sldLayoutIdLst>
    <p:sldLayoutId id="2147484246" r:id="rId1"/>
    <p:sldLayoutId id="2147484247" r:id="rId2"/>
    <p:sldLayoutId id="2147484248" r:id="rId3"/>
    <p:sldLayoutId id="2147484249" r:id="rId4"/>
    <p:sldLayoutId id="2147484250" r:id="rId5"/>
    <p:sldLayoutId id="2147484251" r:id="rId6"/>
    <p:sldLayoutId id="2147484252" r:id="rId7"/>
    <p:sldLayoutId id="2147484253" r:id="rId8"/>
    <p:sldLayoutId id="2147484254" r:id="rId9"/>
    <p:sldLayoutId id="2147484255" r:id="rId10"/>
    <p:sldLayoutId id="2147484256" r:id="rId11"/>
    <p:sldLayoutId id="2147484257" r:id="rId12"/>
  </p:sldLayoutIdLst>
  <p:txStyles>
    <p:titleStyle>
      <a:lvl1pPr algn="l" rtl="0" eaLnBrk="1" fontAlgn="base" hangingPunct="1">
        <a:lnSpc>
          <a:spcPct val="85000"/>
        </a:lnSpc>
        <a:spcBef>
          <a:spcPct val="0"/>
        </a:spcBef>
        <a:spcAft>
          <a:spcPct val="0"/>
        </a:spcAft>
        <a:buClr>
          <a:srgbClr val="DC0081"/>
        </a:buClr>
        <a:buFont typeface="Wingdings" pitchFamily="2" charset="2"/>
        <a:defRPr sz="2800">
          <a:solidFill>
            <a:schemeClr val="bg1"/>
          </a:solidFill>
          <a:latin typeface="Segoe UI" pitchFamily="34" charset="0"/>
          <a:ea typeface="Segoe UI" pitchFamily="34" charset="0"/>
          <a:cs typeface="Segoe UI" pitchFamily="34" charset="0"/>
        </a:defRPr>
      </a:lvl1pPr>
      <a:lvl2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2pPr>
      <a:lvl3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3pPr>
      <a:lvl4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4pPr>
      <a:lvl5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5pPr>
      <a:lvl6pPr marL="4572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6pPr>
      <a:lvl7pPr marL="9144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7pPr>
      <a:lvl8pPr marL="13716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8pPr>
      <a:lvl9pPr marL="18288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9pPr>
    </p:titleStyle>
    <p:bodyStyle>
      <a:lvl1pPr marL="174625" indent="-174625" algn="l" rtl="0" eaLnBrk="1" fontAlgn="base" hangingPunct="1">
        <a:lnSpc>
          <a:spcPct val="100000"/>
        </a:lnSpc>
        <a:spcBef>
          <a:spcPts val="600"/>
        </a:spcBef>
        <a:spcAft>
          <a:spcPct val="0"/>
        </a:spcAft>
        <a:buClr>
          <a:srgbClr val="0070C0"/>
        </a:buClr>
        <a:buSzPct val="90000"/>
        <a:buFont typeface="Arial" pitchFamily="34" charset="0"/>
        <a:buChar char="•"/>
        <a:defRPr sz="2800">
          <a:solidFill>
            <a:schemeClr val="tx1"/>
          </a:solidFill>
          <a:latin typeface="Segoe UI" pitchFamily="34" charset="0"/>
          <a:ea typeface="Segoe UI" pitchFamily="34" charset="0"/>
          <a:cs typeface="Segoe UI" pitchFamily="34" charset="0"/>
        </a:defRPr>
      </a:lvl1pPr>
      <a:lvl2pPr marL="458788" indent="-169863" algn="l" rtl="0" eaLnBrk="1" fontAlgn="base" hangingPunct="1">
        <a:lnSpc>
          <a:spcPct val="100000"/>
        </a:lnSpc>
        <a:spcBef>
          <a:spcPts val="600"/>
        </a:spcBef>
        <a:spcAft>
          <a:spcPct val="0"/>
        </a:spcAft>
        <a:buClr>
          <a:srgbClr val="0070C0"/>
        </a:buClr>
        <a:buSzPct val="80000"/>
        <a:buFont typeface="Arial" pitchFamily="34" charset="0"/>
        <a:buChar char="•"/>
        <a:defRPr sz="2400">
          <a:solidFill>
            <a:schemeClr val="tx1"/>
          </a:solidFill>
          <a:latin typeface="Segoe UI" pitchFamily="34" charset="0"/>
          <a:ea typeface="Segoe UI" pitchFamily="34" charset="0"/>
          <a:cs typeface="Segoe UI" pitchFamily="34" charset="0"/>
        </a:defRPr>
      </a:lvl2pPr>
      <a:lvl3pPr marL="854075" indent="-173038" algn="l" rtl="0" eaLnBrk="1" fontAlgn="base" hangingPunct="1">
        <a:lnSpc>
          <a:spcPct val="100000"/>
        </a:lnSpc>
        <a:spcBef>
          <a:spcPts val="600"/>
        </a:spcBef>
        <a:spcAft>
          <a:spcPct val="0"/>
        </a:spcAft>
        <a:buClr>
          <a:srgbClr val="0070C0"/>
        </a:buClr>
        <a:buSzPct val="80000"/>
        <a:buFont typeface="Arial" pitchFamily="34" charset="0"/>
        <a:buChar char="•"/>
        <a:defRPr sz="2000">
          <a:solidFill>
            <a:schemeClr val="tx1"/>
          </a:solidFill>
          <a:latin typeface="Segoe UI" pitchFamily="34" charset="0"/>
          <a:ea typeface="Segoe UI" pitchFamily="34" charset="0"/>
          <a:cs typeface="Segoe UI" pitchFamily="34" charset="0"/>
        </a:defRPr>
      </a:lvl3pPr>
      <a:lvl4pPr marL="1254125" indent="-165100"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4pPr>
      <a:lvl5pPr marL="1544638" indent="-168275"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5pPr>
      <a:lvl6pPr marL="20018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6pPr>
      <a:lvl7pPr marL="24590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7pPr>
      <a:lvl8pPr marL="29162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8pPr>
      <a:lvl9pPr marL="33734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7.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0" y="0"/>
            <a:ext cx="9144000" cy="704088"/>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25001" name="Rectangle 9"/>
          <p:cNvSpPr>
            <a:spLocks noChangeArrowheads="1"/>
          </p:cNvSpPr>
          <p:nvPr/>
        </p:nvSpPr>
        <p:spPr bwMode="auto">
          <a:xfrm>
            <a:off x="4763" y="731838"/>
            <a:ext cx="9136062" cy="6111875"/>
          </a:xfrm>
          <a:prstGeom prst="rect">
            <a:avLst/>
          </a:prstGeom>
          <a:noFill/>
          <a:ln w="28575" algn="ctr">
            <a:noFill/>
            <a:miter lim="800000"/>
            <a:headEnd/>
            <a:tailEnd/>
          </a:ln>
          <a:effectLst/>
        </p:spPr>
        <p:txBody>
          <a:bodyPr wrap="none" anchor="ctr"/>
          <a:lstStyle/>
          <a:p>
            <a:pPr algn="ctr" eaLnBrk="0" hangingPunct="0">
              <a:defRPr/>
            </a:pPr>
            <a:endParaRPr lang="en-US">
              <a:cs typeface="+mn-cs"/>
            </a:endParaRPr>
          </a:p>
        </p:txBody>
      </p:sp>
      <p:sp>
        <p:nvSpPr>
          <p:cNvPr id="1029" name="Rectangle 4"/>
          <p:cNvSpPr>
            <a:spLocks noGrp="1" noChangeArrowheads="1"/>
          </p:cNvSpPr>
          <p:nvPr>
            <p:ph type="title"/>
          </p:nvPr>
        </p:nvSpPr>
        <p:spPr bwMode="auto">
          <a:xfrm>
            <a:off x="460375" y="-2"/>
            <a:ext cx="7773988" cy="740664"/>
          </a:xfrm>
          <a:prstGeom prst="rect">
            <a:avLst/>
          </a:prstGeom>
          <a:noFill/>
          <a:ln w="9525">
            <a:noFill/>
            <a:miter lim="800000"/>
            <a:headEnd/>
            <a:tailEnd/>
          </a:ln>
        </p:spPr>
        <p:txBody>
          <a:bodyPr vert="horz" wrap="square" lIns="0" tIns="45720" rIns="91440" bIns="45720" numCol="1" anchor="ctr" anchorCtr="0" compatLnSpc="1">
            <a:prstTxWarp prst="textNoShape">
              <a:avLst/>
            </a:prstTxWarp>
          </a:bodyPr>
          <a:lstStyle/>
          <a:p>
            <a:pPr lvl="0"/>
            <a:r>
              <a:rPr lang="en-US" dirty="0"/>
              <a:t>Slide Title</a:t>
            </a:r>
          </a:p>
        </p:txBody>
      </p:sp>
      <p:sp>
        <p:nvSpPr>
          <p:cNvPr id="1030" name="Rectangle 5"/>
          <p:cNvSpPr>
            <a:spLocks noGrp="1" noChangeArrowheads="1"/>
          </p:cNvSpPr>
          <p:nvPr>
            <p:ph type="body" idx="1"/>
          </p:nvPr>
        </p:nvSpPr>
        <p:spPr bwMode="auto">
          <a:xfrm>
            <a:off x="458788" y="1021215"/>
            <a:ext cx="8119156" cy="5147356"/>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lvl="0"/>
            <a:r>
              <a:rPr lang="en-US" dirty="0"/>
              <a:t>Body Text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386708135"/>
      </p:ext>
    </p:extLst>
  </p:cSld>
  <p:clrMap bg1="lt1" tx1="dk1" bg2="lt2" tx2="dk2" accent1="accent1" accent2="accent2" accent3="accent3" accent4="accent4" accent5="accent5" accent6="accent6" hlink="hlink" folHlink="folHlink"/>
  <p:sldLayoutIdLst>
    <p:sldLayoutId id="2147484259" r:id="rId1"/>
    <p:sldLayoutId id="2147484260" r:id="rId2"/>
    <p:sldLayoutId id="2147484261" r:id="rId3"/>
    <p:sldLayoutId id="2147484262" r:id="rId4"/>
    <p:sldLayoutId id="2147484263" r:id="rId5"/>
    <p:sldLayoutId id="2147484264" r:id="rId6"/>
    <p:sldLayoutId id="2147484265" r:id="rId7"/>
    <p:sldLayoutId id="2147484266" r:id="rId8"/>
    <p:sldLayoutId id="2147484267" r:id="rId9"/>
    <p:sldLayoutId id="2147484268" r:id="rId10"/>
    <p:sldLayoutId id="2147484269" r:id="rId11"/>
    <p:sldLayoutId id="2147484270" r:id="rId12"/>
  </p:sldLayoutIdLst>
  <p:txStyles>
    <p:titleStyle>
      <a:lvl1pPr algn="l" rtl="0" eaLnBrk="1" fontAlgn="base" hangingPunct="1">
        <a:lnSpc>
          <a:spcPct val="85000"/>
        </a:lnSpc>
        <a:spcBef>
          <a:spcPct val="0"/>
        </a:spcBef>
        <a:spcAft>
          <a:spcPct val="0"/>
        </a:spcAft>
        <a:buClr>
          <a:srgbClr val="DC0081"/>
        </a:buClr>
        <a:buFont typeface="Wingdings" pitchFamily="2" charset="2"/>
        <a:defRPr sz="2800">
          <a:solidFill>
            <a:schemeClr val="bg1"/>
          </a:solidFill>
          <a:latin typeface="Segoe UI" pitchFamily="34" charset="0"/>
          <a:ea typeface="Segoe UI" pitchFamily="34" charset="0"/>
          <a:cs typeface="Segoe UI" pitchFamily="34" charset="0"/>
        </a:defRPr>
      </a:lvl1pPr>
      <a:lvl2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2pPr>
      <a:lvl3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3pPr>
      <a:lvl4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4pPr>
      <a:lvl5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5pPr>
      <a:lvl6pPr marL="4572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6pPr>
      <a:lvl7pPr marL="9144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7pPr>
      <a:lvl8pPr marL="13716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8pPr>
      <a:lvl9pPr marL="18288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9pPr>
    </p:titleStyle>
    <p:bodyStyle>
      <a:lvl1pPr marL="174625" indent="-174625" algn="l" rtl="0" eaLnBrk="1" fontAlgn="base" hangingPunct="1">
        <a:lnSpc>
          <a:spcPct val="100000"/>
        </a:lnSpc>
        <a:spcBef>
          <a:spcPts val="600"/>
        </a:spcBef>
        <a:spcAft>
          <a:spcPct val="0"/>
        </a:spcAft>
        <a:buClr>
          <a:srgbClr val="0070C0"/>
        </a:buClr>
        <a:buSzPct val="90000"/>
        <a:buFont typeface="Arial" pitchFamily="34" charset="0"/>
        <a:buChar char="•"/>
        <a:defRPr sz="2800">
          <a:solidFill>
            <a:schemeClr val="tx1"/>
          </a:solidFill>
          <a:latin typeface="Segoe UI" pitchFamily="34" charset="0"/>
          <a:ea typeface="Segoe UI" pitchFamily="34" charset="0"/>
          <a:cs typeface="Segoe UI" pitchFamily="34" charset="0"/>
        </a:defRPr>
      </a:lvl1pPr>
      <a:lvl2pPr marL="458788" indent="-169863" algn="l" rtl="0" eaLnBrk="1" fontAlgn="base" hangingPunct="1">
        <a:lnSpc>
          <a:spcPct val="100000"/>
        </a:lnSpc>
        <a:spcBef>
          <a:spcPts val="600"/>
        </a:spcBef>
        <a:spcAft>
          <a:spcPct val="0"/>
        </a:spcAft>
        <a:buClr>
          <a:srgbClr val="0070C0"/>
        </a:buClr>
        <a:buSzPct val="80000"/>
        <a:buFont typeface="Arial" pitchFamily="34" charset="0"/>
        <a:buChar char="•"/>
        <a:defRPr sz="2400">
          <a:solidFill>
            <a:schemeClr val="tx1"/>
          </a:solidFill>
          <a:latin typeface="Segoe UI" pitchFamily="34" charset="0"/>
          <a:ea typeface="Segoe UI" pitchFamily="34" charset="0"/>
          <a:cs typeface="Segoe UI" pitchFamily="34" charset="0"/>
        </a:defRPr>
      </a:lvl2pPr>
      <a:lvl3pPr marL="854075" indent="-173038" algn="l" rtl="0" eaLnBrk="1" fontAlgn="base" hangingPunct="1">
        <a:lnSpc>
          <a:spcPct val="100000"/>
        </a:lnSpc>
        <a:spcBef>
          <a:spcPts val="600"/>
        </a:spcBef>
        <a:spcAft>
          <a:spcPct val="0"/>
        </a:spcAft>
        <a:buClr>
          <a:srgbClr val="0070C0"/>
        </a:buClr>
        <a:buSzPct val="80000"/>
        <a:buFont typeface="Arial" pitchFamily="34" charset="0"/>
        <a:buChar char="•"/>
        <a:defRPr sz="2000">
          <a:solidFill>
            <a:schemeClr val="tx1"/>
          </a:solidFill>
          <a:latin typeface="Segoe UI" pitchFamily="34" charset="0"/>
          <a:ea typeface="Segoe UI" pitchFamily="34" charset="0"/>
          <a:cs typeface="Segoe UI" pitchFamily="34" charset="0"/>
        </a:defRPr>
      </a:lvl3pPr>
      <a:lvl4pPr marL="1254125" indent="-165100"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4pPr>
      <a:lvl5pPr marL="1544638" indent="-168275"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5pPr>
      <a:lvl6pPr marL="20018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6pPr>
      <a:lvl7pPr marL="24590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7pPr>
      <a:lvl8pPr marL="29162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8pPr>
      <a:lvl9pPr marL="33734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8.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0" y="0"/>
            <a:ext cx="9144000" cy="704088"/>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25001" name="Rectangle 9"/>
          <p:cNvSpPr>
            <a:spLocks noChangeArrowheads="1"/>
          </p:cNvSpPr>
          <p:nvPr/>
        </p:nvSpPr>
        <p:spPr bwMode="auto">
          <a:xfrm>
            <a:off x="4763" y="731838"/>
            <a:ext cx="9136062" cy="6111875"/>
          </a:xfrm>
          <a:prstGeom prst="rect">
            <a:avLst/>
          </a:prstGeom>
          <a:noFill/>
          <a:ln w="28575" algn="ctr">
            <a:noFill/>
            <a:miter lim="800000"/>
            <a:headEnd/>
            <a:tailEnd/>
          </a:ln>
          <a:effectLst/>
        </p:spPr>
        <p:txBody>
          <a:bodyPr wrap="none" anchor="ctr"/>
          <a:lstStyle/>
          <a:p>
            <a:pPr algn="ctr" eaLnBrk="0" hangingPunct="0">
              <a:defRPr/>
            </a:pPr>
            <a:endParaRPr lang="en-US">
              <a:cs typeface="+mn-cs"/>
            </a:endParaRPr>
          </a:p>
        </p:txBody>
      </p:sp>
      <p:sp>
        <p:nvSpPr>
          <p:cNvPr id="1029" name="Rectangle 4"/>
          <p:cNvSpPr>
            <a:spLocks noGrp="1" noChangeArrowheads="1"/>
          </p:cNvSpPr>
          <p:nvPr>
            <p:ph type="title"/>
          </p:nvPr>
        </p:nvSpPr>
        <p:spPr bwMode="auto">
          <a:xfrm>
            <a:off x="460375" y="-2"/>
            <a:ext cx="7773988" cy="740664"/>
          </a:xfrm>
          <a:prstGeom prst="rect">
            <a:avLst/>
          </a:prstGeom>
          <a:noFill/>
          <a:ln w="9525">
            <a:noFill/>
            <a:miter lim="800000"/>
            <a:headEnd/>
            <a:tailEnd/>
          </a:ln>
        </p:spPr>
        <p:txBody>
          <a:bodyPr vert="horz" wrap="square" lIns="0" tIns="45720" rIns="91440" bIns="45720" numCol="1" anchor="ctr" anchorCtr="0" compatLnSpc="1">
            <a:prstTxWarp prst="textNoShape">
              <a:avLst/>
            </a:prstTxWarp>
          </a:bodyPr>
          <a:lstStyle/>
          <a:p>
            <a:pPr lvl="0"/>
            <a:r>
              <a:rPr lang="en-US" dirty="0"/>
              <a:t>Slide Title</a:t>
            </a:r>
          </a:p>
        </p:txBody>
      </p:sp>
      <p:sp>
        <p:nvSpPr>
          <p:cNvPr id="1030" name="Rectangle 5"/>
          <p:cNvSpPr>
            <a:spLocks noGrp="1" noChangeArrowheads="1"/>
          </p:cNvSpPr>
          <p:nvPr>
            <p:ph type="body" idx="1"/>
          </p:nvPr>
        </p:nvSpPr>
        <p:spPr bwMode="auto">
          <a:xfrm>
            <a:off x="458788" y="1021215"/>
            <a:ext cx="8119156" cy="5147356"/>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lvl="0"/>
            <a:r>
              <a:rPr lang="en-US" dirty="0"/>
              <a:t>Body Text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4074946856"/>
      </p:ext>
    </p:extLst>
  </p:cSld>
  <p:clrMap bg1="lt1" tx1="dk1" bg2="lt2" tx2="dk2" accent1="accent1" accent2="accent2" accent3="accent3" accent4="accent4" accent5="accent5" accent6="accent6" hlink="hlink" folHlink="folHlink"/>
  <p:sldLayoutIdLst>
    <p:sldLayoutId id="2147484272" r:id="rId1"/>
    <p:sldLayoutId id="2147484273" r:id="rId2"/>
    <p:sldLayoutId id="2147484274" r:id="rId3"/>
    <p:sldLayoutId id="2147484275" r:id="rId4"/>
    <p:sldLayoutId id="2147484276" r:id="rId5"/>
    <p:sldLayoutId id="2147484277" r:id="rId6"/>
    <p:sldLayoutId id="2147484278" r:id="rId7"/>
    <p:sldLayoutId id="2147484279" r:id="rId8"/>
    <p:sldLayoutId id="2147484280" r:id="rId9"/>
    <p:sldLayoutId id="2147484281" r:id="rId10"/>
    <p:sldLayoutId id="2147484282" r:id="rId11"/>
    <p:sldLayoutId id="2147484283" r:id="rId12"/>
  </p:sldLayoutIdLst>
  <p:txStyles>
    <p:titleStyle>
      <a:lvl1pPr algn="l" rtl="0" eaLnBrk="1" fontAlgn="base" hangingPunct="1">
        <a:lnSpc>
          <a:spcPct val="85000"/>
        </a:lnSpc>
        <a:spcBef>
          <a:spcPct val="0"/>
        </a:spcBef>
        <a:spcAft>
          <a:spcPct val="0"/>
        </a:spcAft>
        <a:buClr>
          <a:srgbClr val="DC0081"/>
        </a:buClr>
        <a:buFont typeface="Wingdings" pitchFamily="2" charset="2"/>
        <a:defRPr sz="2800">
          <a:solidFill>
            <a:schemeClr val="bg1"/>
          </a:solidFill>
          <a:latin typeface="Segoe UI" pitchFamily="34" charset="0"/>
          <a:ea typeface="Segoe UI" pitchFamily="34" charset="0"/>
          <a:cs typeface="Segoe UI" pitchFamily="34" charset="0"/>
        </a:defRPr>
      </a:lvl1pPr>
      <a:lvl2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2pPr>
      <a:lvl3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3pPr>
      <a:lvl4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4pPr>
      <a:lvl5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5pPr>
      <a:lvl6pPr marL="4572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6pPr>
      <a:lvl7pPr marL="9144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7pPr>
      <a:lvl8pPr marL="13716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8pPr>
      <a:lvl9pPr marL="18288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9pPr>
    </p:titleStyle>
    <p:bodyStyle>
      <a:lvl1pPr marL="174625" indent="-174625" algn="l" rtl="0" eaLnBrk="1" fontAlgn="base" hangingPunct="1">
        <a:lnSpc>
          <a:spcPct val="100000"/>
        </a:lnSpc>
        <a:spcBef>
          <a:spcPts val="600"/>
        </a:spcBef>
        <a:spcAft>
          <a:spcPct val="0"/>
        </a:spcAft>
        <a:buClr>
          <a:srgbClr val="0070C0"/>
        </a:buClr>
        <a:buSzPct val="90000"/>
        <a:buFont typeface="Arial" pitchFamily="34" charset="0"/>
        <a:buChar char="•"/>
        <a:defRPr sz="2800">
          <a:solidFill>
            <a:schemeClr val="tx1"/>
          </a:solidFill>
          <a:latin typeface="Segoe UI" pitchFamily="34" charset="0"/>
          <a:ea typeface="Segoe UI" pitchFamily="34" charset="0"/>
          <a:cs typeface="Segoe UI" pitchFamily="34" charset="0"/>
        </a:defRPr>
      </a:lvl1pPr>
      <a:lvl2pPr marL="458788" indent="-169863" algn="l" rtl="0" eaLnBrk="1" fontAlgn="base" hangingPunct="1">
        <a:lnSpc>
          <a:spcPct val="100000"/>
        </a:lnSpc>
        <a:spcBef>
          <a:spcPts val="600"/>
        </a:spcBef>
        <a:spcAft>
          <a:spcPct val="0"/>
        </a:spcAft>
        <a:buClr>
          <a:srgbClr val="0070C0"/>
        </a:buClr>
        <a:buSzPct val="80000"/>
        <a:buFont typeface="Arial" pitchFamily="34" charset="0"/>
        <a:buChar char="•"/>
        <a:defRPr sz="2400">
          <a:solidFill>
            <a:schemeClr val="tx1"/>
          </a:solidFill>
          <a:latin typeface="Segoe UI" pitchFamily="34" charset="0"/>
          <a:ea typeface="Segoe UI" pitchFamily="34" charset="0"/>
          <a:cs typeface="Segoe UI" pitchFamily="34" charset="0"/>
        </a:defRPr>
      </a:lvl2pPr>
      <a:lvl3pPr marL="854075" indent="-173038" algn="l" rtl="0" eaLnBrk="1" fontAlgn="base" hangingPunct="1">
        <a:lnSpc>
          <a:spcPct val="100000"/>
        </a:lnSpc>
        <a:spcBef>
          <a:spcPts val="600"/>
        </a:spcBef>
        <a:spcAft>
          <a:spcPct val="0"/>
        </a:spcAft>
        <a:buClr>
          <a:srgbClr val="0070C0"/>
        </a:buClr>
        <a:buSzPct val="80000"/>
        <a:buFont typeface="Arial" pitchFamily="34" charset="0"/>
        <a:buChar char="•"/>
        <a:defRPr sz="2000">
          <a:solidFill>
            <a:schemeClr val="tx1"/>
          </a:solidFill>
          <a:latin typeface="Segoe UI" pitchFamily="34" charset="0"/>
          <a:ea typeface="Segoe UI" pitchFamily="34" charset="0"/>
          <a:cs typeface="Segoe UI" pitchFamily="34" charset="0"/>
        </a:defRPr>
      </a:lvl3pPr>
      <a:lvl4pPr marL="1254125" indent="-165100"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4pPr>
      <a:lvl5pPr marL="1544638" indent="-168275"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5pPr>
      <a:lvl6pPr marL="20018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6pPr>
      <a:lvl7pPr marL="24590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7pPr>
      <a:lvl8pPr marL="29162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8pPr>
      <a:lvl9pPr marL="33734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9.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0" y="0"/>
            <a:ext cx="9144000" cy="704088"/>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25001" name="Rectangle 9"/>
          <p:cNvSpPr>
            <a:spLocks noChangeArrowheads="1"/>
          </p:cNvSpPr>
          <p:nvPr/>
        </p:nvSpPr>
        <p:spPr bwMode="auto">
          <a:xfrm>
            <a:off x="4763" y="731838"/>
            <a:ext cx="9136062" cy="6111875"/>
          </a:xfrm>
          <a:prstGeom prst="rect">
            <a:avLst/>
          </a:prstGeom>
          <a:noFill/>
          <a:ln w="28575" algn="ctr">
            <a:noFill/>
            <a:miter lim="800000"/>
            <a:headEnd/>
            <a:tailEnd/>
          </a:ln>
          <a:effectLst/>
        </p:spPr>
        <p:txBody>
          <a:bodyPr wrap="none" anchor="ctr"/>
          <a:lstStyle/>
          <a:p>
            <a:pPr algn="ctr" eaLnBrk="0" hangingPunct="0">
              <a:defRPr/>
            </a:pPr>
            <a:endParaRPr lang="en-US">
              <a:cs typeface="+mn-cs"/>
            </a:endParaRPr>
          </a:p>
        </p:txBody>
      </p:sp>
      <p:sp>
        <p:nvSpPr>
          <p:cNvPr id="1029" name="Rectangle 4"/>
          <p:cNvSpPr>
            <a:spLocks noGrp="1" noChangeArrowheads="1"/>
          </p:cNvSpPr>
          <p:nvPr>
            <p:ph type="title"/>
          </p:nvPr>
        </p:nvSpPr>
        <p:spPr bwMode="auto">
          <a:xfrm>
            <a:off x="460375" y="-2"/>
            <a:ext cx="7773988" cy="740664"/>
          </a:xfrm>
          <a:prstGeom prst="rect">
            <a:avLst/>
          </a:prstGeom>
          <a:noFill/>
          <a:ln w="9525">
            <a:noFill/>
            <a:miter lim="800000"/>
            <a:headEnd/>
            <a:tailEnd/>
          </a:ln>
        </p:spPr>
        <p:txBody>
          <a:bodyPr vert="horz" wrap="square" lIns="0" tIns="45720" rIns="91440" bIns="45720" numCol="1" anchor="ctr" anchorCtr="0" compatLnSpc="1">
            <a:prstTxWarp prst="textNoShape">
              <a:avLst/>
            </a:prstTxWarp>
          </a:bodyPr>
          <a:lstStyle/>
          <a:p>
            <a:pPr lvl="0"/>
            <a:r>
              <a:rPr lang="en-US" dirty="0"/>
              <a:t>Slide Title</a:t>
            </a:r>
          </a:p>
        </p:txBody>
      </p:sp>
      <p:sp>
        <p:nvSpPr>
          <p:cNvPr id="1030" name="Rectangle 5"/>
          <p:cNvSpPr>
            <a:spLocks noGrp="1" noChangeArrowheads="1"/>
          </p:cNvSpPr>
          <p:nvPr>
            <p:ph type="body" idx="1"/>
          </p:nvPr>
        </p:nvSpPr>
        <p:spPr bwMode="auto">
          <a:xfrm>
            <a:off x="458788" y="1021215"/>
            <a:ext cx="8119156" cy="5147356"/>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lvl="0"/>
            <a:r>
              <a:rPr lang="en-US" dirty="0"/>
              <a:t>Body Text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460419906"/>
      </p:ext>
    </p:extLst>
  </p:cSld>
  <p:clrMap bg1="lt1" tx1="dk1" bg2="lt2" tx2="dk2" accent1="accent1" accent2="accent2" accent3="accent3" accent4="accent4" accent5="accent5" accent6="accent6" hlink="hlink" folHlink="folHlink"/>
  <p:sldLayoutIdLst>
    <p:sldLayoutId id="2147484285" r:id="rId1"/>
    <p:sldLayoutId id="2147484286" r:id="rId2"/>
    <p:sldLayoutId id="2147484287" r:id="rId3"/>
    <p:sldLayoutId id="2147484288" r:id="rId4"/>
    <p:sldLayoutId id="2147484289" r:id="rId5"/>
    <p:sldLayoutId id="2147484290" r:id="rId6"/>
    <p:sldLayoutId id="2147484291" r:id="rId7"/>
    <p:sldLayoutId id="2147484292" r:id="rId8"/>
    <p:sldLayoutId id="2147484293" r:id="rId9"/>
    <p:sldLayoutId id="2147484294" r:id="rId10"/>
    <p:sldLayoutId id="2147484295" r:id="rId11"/>
    <p:sldLayoutId id="2147484296" r:id="rId12"/>
  </p:sldLayoutIdLst>
  <p:txStyles>
    <p:titleStyle>
      <a:lvl1pPr algn="l" rtl="0" eaLnBrk="1" fontAlgn="base" hangingPunct="1">
        <a:lnSpc>
          <a:spcPct val="85000"/>
        </a:lnSpc>
        <a:spcBef>
          <a:spcPct val="0"/>
        </a:spcBef>
        <a:spcAft>
          <a:spcPct val="0"/>
        </a:spcAft>
        <a:buClr>
          <a:srgbClr val="DC0081"/>
        </a:buClr>
        <a:buFont typeface="Wingdings" pitchFamily="2" charset="2"/>
        <a:defRPr sz="2800">
          <a:solidFill>
            <a:schemeClr val="bg1"/>
          </a:solidFill>
          <a:latin typeface="Segoe UI" pitchFamily="34" charset="0"/>
          <a:ea typeface="Segoe UI" pitchFamily="34" charset="0"/>
          <a:cs typeface="Segoe UI" pitchFamily="34" charset="0"/>
        </a:defRPr>
      </a:lvl1pPr>
      <a:lvl2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2pPr>
      <a:lvl3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3pPr>
      <a:lvl4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4pPr>
      <a:lvl5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5pPr>
      <a:lvl6pPr marL="4572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6pPr>
      <a:lvl7pPr marL="9144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7pPr>
      <a:lvl8pPr marL="13716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8pPr>
      <a:lvl9pPr marL="18288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9pPr>
    </p:titleStyle>
    <p:bodyStyle>
      <a:lvl1pPr marL="174625" indent="-174625" algn="l" rtl="0" eaLnBrk="1" fontAlgn="base" hangingPunct="1">
        <a:lnSpc>
          <a:spcPct val="100000"/>
        </a:lnSpc>
        <a:spcBef>
          <a:spcPts val="600"/>
        </a:spcBef>
        <a:spcAft>
          <a:spcPct val="0"/>
        </a:spcAft>
        <a:buClr>
          <a:srgbClr val="0070C0"/>
        </a:buClr>
        <a:buSzPct val="90000"/>
        <a:buFont typeface="Arial" pitchFamily="34" charset="0"/>
        <a:buChar char="•"/>
        <a:defRPr sz="2800">
          <a:solidFill>
            <a:schemeClr val="tx1"/>
          </a:solidFill>
          <a:latin typeface="Segoe UI" pitchFamily="34" charset="0"/>
          <a:ea typeface="Segoe UI" pitchFamily="34" charset="0"/>
          <a:cs typeface="Segoe UI" pitchFamily="34" charset="0"/>
        </a:defRPr>
      </a:lvl1pPr>
      <a:lvl2pPr marL="458788" indent="-169863" algn="l" rtl="0" eaLnBrk="1" fontAlgn="base" hangingPunct="1">
        <a:lnSpc>
          <a:spcPct val="100000"/>
        </a:lnSpc>
        <a:spcBef>
          <a:spcPts val="600"/>
        </a:spcBef>
        <a:spcAft>
          <a:spcPct val="0"/>
        </a:spcAft>
        <a:buClr>
          <a:srgbClr val="0070C0"/>
        </a:buClr>
        <a:buSzPct val="80000"/>
        <a:buFont typeface="Arial" pitchFamily="34" charset="0"/>
        <a:buChar char="•"/>
        <a:defRPr sz="2400">
          <a:solidFill>
            <a:schemeClr val="tx1"/>
          </a:solidFill>
          <a:latin typeface="Segoe UI" pitchFamily="34" charset="0"/>
          <a:ea typeface="Segoe UI" pitchFamily="34" charset="0"/>
          <a:cs typeface="Segoe UI" pitchFamily="34" charset="0"/>
        </a:defRPr>
      </a:lvl2pPr>
      <a:lvl3pPr marL="854075" indent="-173038" algn="l" rtl="0" eaLnBrk="1" fontAlgn="base" hangingPunct="1">
        <a:lnSpc>
          <a:spcPct val="100000"/>
        </a:lnSpc>
        <a:spcBef>
          <a:spcPts val="600"/>
        </a:spcBef>
        <a:spcAft>
          <a:spcPct val="0"/>
        </a:spcAft>
        <a:buClr>
          <a:srgbClr val="0070C0"/>
        </a:buClr>
        <a:buSzPct val="80000"/>
        <a:buFont typeface="Arial" pitchFamily="34" charset="0"/>
        <a:buChar char="•"/>
        <a:defRPr sz="2000">
          <a:solidFill>
            <a:schemeClr val="tx1"/>
          </a:solidFill>
          <a:latin typeface="Segoe UI" pitchFamily="34" charset="0"/>
          <a:ea typeface="Segoe UI" pitchFamily="34" charset="0"/>
          <a:cs typeface="Segoe UI" pitchFamily="34" charset="0"/>
        </a:defRPr>
      </a:lvl3pPr>
      <a:lvl4pPr marL="1254125" indent="-165100"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4pPr>
      <a:lvl5pPr marL="1544638" indent="-168275"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5pPr>
      <a:lvl6pPr marL="20018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6pPr>
      <a:lvl7pPr marL="24590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7pPr>
      <a:lvl8pPr marL="29162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8pPr>
      <a:lvl9pPr marL="33734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0.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0" y="0"/>
            <a:ext cx="9144000" cy="704088"/>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25001" name="Rectangle 9"/>
          <p:cNvSpPr>
            <a:spLocks noChangeArrowheads="1"/>
          </p:cNvSpPr>
          <p:nvPr/>
        </p:nvSpPr>
        <p:spPr bwMode="auto">
          <a:xfrm>
            <a:off x="4763" y="731838"/>
            <a:ext cx="9136062" cy="6111875"/>
          </a:xfrm>
          <a:prstGeom prst="rect">
            <a:avLst/>
          </a:prstGeom>
          <a:noFill/>
          <a:ln w="28575" algn="ctr">
            <a:noFill/>
            <a:miter lim="800000"/>
            <a:headEnd/>
            <a:tailEnd/>
          </a:ln>
          <a:effectLst/>
        </p:spPr>
        <p:txBody>
          <a:bodyPr wrap="none" anchor="ctr"/>
          <a:lstStyle/>
          <a:p>
            <a:pPr algn="ctr" eaLnBrk="0" hangingPunct="0">
              <a:defRPr/>
            </a:pPr>
            <a:endParaRPr lang="en-US">
              <a:cs typeface="+mn-cs"/>
            </a:endParaRPr>
          </a:p>
        </p:txBody>
      </p:sp>
      <p:sp>
        <p:nvSpPr>
          <p:cNvPr id="1029" name="Rectangle 4"/>
          <p:cNvSpPr>
            <a:spLocks noGrp="1" noChangeArrowheads="1"/>
          </p:cNvSpPr>
          <p:nvPr>
            <p:ph type="title"/>
          </p:nvPr>
        </p:nvSpPr>
        <p:spPr bwMode="auto">
          <a:xfrm>
            <a:off x="460375" y="-2"/>
            <a:ext cx="7773988" cy="740664"/>
          </a:xfrm>
          <a:prstGeom prst="rect">
            <a:avLst/>
          </a:prstGeom>
          <a:noFill/>
          <a:ln w="9525">
            <a:noFill/>
            <a:miter lim="800000"/>
            <a:headEnd/>
            <a:tailEnd/>
          </a:ln>
        </p:spPr>
        <p:txBody>
          <a:bodyPr vert="horz" wrap="square" lIns="0" tIns="45720" rIns="91440" bIns="45720" numCol="1" anchor="ctr" anchorCtr="0" compatLnSpc="1">
            <a:prstTxWarp prst="textNoShape">
              <a:avLst/>
            </a:prstTxWarp>
          </a:bodyPr>
          <a:lstStyle/>
          <a:p>
            <a:pPr lvl="0"/>
            <a:r>
              <a:rPr lang="en-US" dirty="0"/>
              <a:t>Slide Title</a:t>
            </a:r>
          </a:p>
        </p:txBody>
      </p:sp>
      <p:sp>
        <p:nvSpPr>
          <p:cNvPr id="1030" name="Rectangle 5"/>
          <p:cNvSpPr>
            <a:spLocks noGrp="1" noChangeArrowheads="1"/>
          </p:cNvSpPr>
          <p:nvPr>
            <p:ph type="body" idx="1"/>
          </p:nvPr>
        </p:nvSpPr>
        <p:spPr bwMode="auto">
          <a:xfrm>
            <a:off x="458788" y="1021215"/>
            <a:ext cx="8119156" cy="5147356"/>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lvl="0"/>
            <a:r>
              <a:rPr lang="en-US" dirty="0"/>
              <a:t>Body Text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753351108"/>
      </p:ext>
    </p:extLst>
  </p:cSld>
  <p:clrMap bg1="lt1" tx1="dk1" bg2="lt2" tx2="dk2" accent1="accent1" accent2="accent2" accent3="accent3" accent4="accent4" accent5="accent5" accent6="accent6" hlink="hlink" folHlink="folHlink"/>
  <p:sldLayoutIdLst>
    <p:sldLayoutId id="2147484298" r:id="rId1"/>
    <p:sldLayoutId id="2147484299" r:id="rId2"/>
    <p:sldLayoutId id="2147484300" r:id="rId3"/>
    <p:sldLayoutId id="2147484301" r:id="rId4"/>
    <p:sldLayoutId id="2147484302" r:id="rId5"/>
    <p:sldLayoutId id="2147484303" r:id="rId6"/>
    <p:sldLayoutId id="2147484304" r:id="rId7"/>
    <p:sldLayoutId id="2147484305" r:id="rId8"/>
    <p:sldLayoutId id="2147484306" r:id="rId9"/>
    <p:sldLayoutId id="2147484307" r:id="rId10"/>
    <p:sldLayoutId id="2147484308" r:id="rId11"/>
    <p:sldLayoutId id="2147484309" r:id="rId12"/>
  </p:sldLayoutIdLst>
  <p:txStyles>
    <p:titleStyle>
      <a:lvl1pPr algn="l" rtl="0" eaLnBrk="1" fontAlgn="base" hangingPunct="1">
        <a:lnSpc>
          <a:spcPct val="85000"/>
        </a:lnSpc>
        <a:spcBef>
          <a:spcPct val="0"/>
        </a:spcBef>
        <a:spcAft>
          <a:spcPct val="0"/>
        </a:spcAft>
        <a:buClr>
          <a:srgbClr val="DC0081"/>
        </a:buClr>
        <a:buFont typeface="Wingdings" pitchFamily="2" charset="2"/>
        <a:defRPr sz="2800">
          <a:solidFill>
            <a:schemeClr val="bg1"/>
          </a:solidFill>
          <a:latin typeface="Segoe UI" pitchFamily="34" charset="0"/>
          <a:ea typeface="Segoe UI" pitchFamily="34" charset="0"/>
          <a:cs typeface="Segoe UI" pitchFamily="34" charset="0"/>
        </a:defRPr>
      </a:lvl1pPr>
      <a:lvl2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2pPr>
      <a:lvl3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3pPr>
      <a:lvl4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4pPr>
      <a:lvl5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5pPr>
      <a:lvl6pPr marL="4572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6pPr>
      <a:lvl7pPr marL="9144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7pPr>
      <a:lvl8pPr marL="13716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8pPr>
      <a:lvl9pPr marL="18288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9pPr>
    </p:titleStyle>
    <p:bodyStyle>
      <a:lvl1pPr marL="174625" indent="-174625" algn="l" rtl="0" eaLnBrk="1" fontAlgn="base" hangingPunct="1">
        <a:lnSpc>
          <a:spcPct val="100000"/>
        </a:lnSpc>
        <a:spcBef>
          <a:spcPts val="600"/>
        </a:spcBef>
        <a:spcAft>
          <a:spcPct val="0"/>
        </a:spcAft>
        <a:buClr>
          <a:srgbClr val="0070C0"/>
        </a:buClr>
        <a:buSzPct val="90000"/>
        <a:buFont typeface="Arial" pitchFamily="34" charset="0"/>
        <a:buChar char="•"/>
        <a:defRPr sz="2800">
          <a:solidFill>
            <a:schemeClr val="tx1"/>
          </a:solidFill>
          <a:latin typeface="Segoe UI" pitchFamily="34" charset="0"/>
          <a:ea typeface="Segoe UI" pitchFamily="34" charset="0"/>
          <a:cs typeface="Segoe UI" pitchFamily="34" charset="0"/>
        </a:defRPr>
      </a:lvl1pPr>
      <a:lvl2pPr marL="458788" indent="-169863" algn="l" rtl="0" eaLnBrk="1" fontAlgn="base" hangingPunct="1">
        <a:lnSpc>
          <a:spcPct val="100000"/>
        </a:lnSpc>
        <a:spcBef>
          <a:spcPts val="600"/>
        </a:spcBef>
        <a:spcAft>
          <a:spcPct val="0"/>
        </a:spcAft>
        <a:buClr>
          <a:srgbClr val="0070C0"/>
        </a:buClr>
        <a:buSzPct val="80000"/>
        <a:buFont typeface="Arial" pitchFamily="34" charset="0"/>
        <a:buChar char="•"/>
        <a:defRPr sz="2400">
          <a:solidFill>
            <a:schemeClr val="tx1"/>
          </a:solidFill>
          <a:latin typeface="Segoe UI" pitchFamily="34" charset="0"/>
          <a:ea typeface="Segoe UI" pitchFamily="34" charset="0"/>
          <a:cs typeface="Segoe UI" pitchFamily="34" charset="0"/>
        </a:defRPr>
      </a:lvl2pPr>
      <a:lvl3pPr marL="854075" indent="-173038" algn="l" rtl="0" eaLnBrk="1" fontAlgn="base" hangingPunct="1">
        <a:lnSpc>
          <a:spcPct val="100000"/>
        </a:lnSpc>
        <a:spcBef>
          <a:spcPts val="600"/>
        </a:spcBef>
        <a:spcAft>
          <a:spcPct val="0"/>
        </a:spcAft>
        <a:buClr>
          <a:srgbClr val="0070C0"/>
        </a:buClr>
        <a:buSzPct val="80000"/>
        <a:buFont typeface="Arial" pitchFamily="34" charset="0"/>
        <a:buChar char="•"/>
        <a:defRPr sz="2000">
          <a:solidFill>
            <a:schemeClr val="tx1"/>
          </a:solidFill>
          <a:latin typeface="Segoe UI" pitchFamily="34" charset="0"/>
          <a:ea typeface="Segoe UI" pitchFamily="34" charset="0"/>
          <a:cs typeface="Segoe UI" pitchFamily="34" charset="0"/>
        </a:defRPr>
      </a:lvl3pPr>
      <a:lvl4pPr marL="1254125" indent="-165100"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4pPr>
      <a:lvl5pPr marL="1544638" indent="-168275"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5pPr>
      <a:lvl6pPr marL="20018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6pPr>
      <a:lvl7pPr marL="24590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7pPr>
      <a:lvl8pPr marL="29162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8pPr>
      <a:lvl9pPr marL="33734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0" y="0"/>
            <a:ext cx="9144000" cy="704088"/>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25001" name="Rectangle 9"/>
          <p:cNvSpPr>
            <a:spLocks noChangeArrowheads="1"/>
          </p:cNvSpPr>
          <p:nvPr/>
        </p:nvSpPr>
        <p:spPr bwMode="auto">
          <a:xfrm>
            <a:off x="4763" y="731838"/>
            <a:ext cx="9136062" cy="6111875"/>
          </a:xfrm>
          <a:prstGeom prst="rect">
            <a:avLst/>
          </a:prstGeom>
          <a:noFill/>
          <a:ln w="28575" algn="ctr">
            <a:noFill/>
            <a:miter lim="800000"/>
            <a:headEnd/>
            <a:tailEnd/>
          </a:ln>
          <a:effectLst/>
        </p:spPr>
        <p:txBody>
          <a:bodyPr wrap="none" anchor="ctr"/>
          <a:lstStyle/>
          <a:p>
            <a:pPr algn="ctr" eaLnBrk="0" hangingPunct="0">
              <a:defRPr/>
            </a:pPr>
            <a:endParaRPr lang="en-US">
              <a:cs typeface="+mn-cs"/>
            </a:endParaRPr>
          </a:p>
        </p:txBody>
      </p:sp>
      <p:sp>
        <p:nvSpPr>
          <p:cNvPr id="1029" name="Rectangle 4"/>
          <p:cNvSpPr>
            <a:spLocks noGrp="1" noChangeArrowheads="1"/>
          </p:cNvSpPr>
          <p:nvPr>
            <p:ph type="title"/>
          </p:nvPr>
        </p:nvSpPr>
        <p:spPr bwMode="auto">
          <a:xfrm>
            <a:off x="460375" y="-2"/>
            <a:ext cx="7773988" cy="740664"/>
          </a:xfrm>
          <a:prstGeom prst="rect">
            <a:avLst/>
          </a:prstGeom>
          <a:noFill/>
          <a:ln w="9525">
            <a:noFill/>
            <a:miter lim="800000"/>
            <a:headEnd/>
            <a:tailEnd/>
          </a:ln>
        </p:spPr>
        <p:txBody>
          <a:bodyPr vert="horz" wrap="square" lIns="0" tIns="45720" rIns="91440" bIns="45720" numCol="1" anchor="ctr" anchorCtr="0" compatLnSpc="1">
            <a:prstTxWarp prst="textNoShape">
              <a:avLst/>
            </a:prstTxWarp>
          </a:bodyPr>
          <a:lstStyle/>
          <a:p>
            <a:pPr lvl="0"/>
            <a:r>
              <a:rPr lang="en-US" dirty="0"/>
              <a:t>Slide Title</a:t>
            </a:r>
          </a:p>
        </p:txBody>
      </p:sp>
      <p:sp>
        <p:nvSpPr>
          <p:cNvPr id="1030" name="Rectangle 5"/>
          <p:cNvSpPr>
            <a:spLocks noGrp="1" noChangeArrowheads="1"/>
          </p:cNvSpPr>
          <p:nvPr>
            <p:ph type="body" idx="1"/>
          </p:nvPr>
        </p:nvSpPr>
        <p:spPr bwMode="auto">
          <a:xfrm>
            <a:off x="458788" y="1021215"/>
            <a:ext cx="8119156" cy="5147356"/>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lvl="0"/>
            <a:r>
              <a:rPr lang="en-US" dirty="0"/>
              <a:t>Body Text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671490325"/>
      </p:ext>
    </p:extLst>
  </p:cSld>
  <p:clrMap bg1="lt1" tx1="dk1" bg2="lt2" tx2="dk2" accent1="accent1" accent2="accent2" accent3="accent3" accent4="accent4" accent5="accent5" accent6="accent6" hlink="hlink" folHlink="folHlink"/>
  <p:sldLayoutIdLst>
    <p:sldLayoutId id="2147484324" r:id="rId1"/>
    <p:sldLayoutId id="2147484325" r:id="rId2"/>
    <p:sldLayoutId id="2147484326" r:id="rId3"/>
    <p:sldLayoutId id="2147484327" r:id="rId4"/>
    <p:sldLayoutId id="2147484328" r:id="rId5"/>
    <p:sldLayoutId id="2147484329" r:id="rId6"/>
    <p:sldLayoutId id="2147484330" r:id="rId7"/>
    <p:sldLayoutId id="2147484331" r:id="rId8"/>
    <p:sldLayoutId id="2147484332" r:id="rId9"/>
    <p:sldLayoutId id="2147484333" r:id="rId10"/>
    <p:sldLayoutId id="2147484334" r:id="rId11"/>
    <p:sldLayoutId id="2147484335" r:id="rId12"/>
  </p:sldLayoutIdLst>
  <p:txStyles>
    <p:titleStyle>
      <a:lvl1pPr algn="l" rtl="0" eaLnBrk="1" fontAlgn="base" hangingPunct="1">
        <a:lnSpc>
          <a:spcPct val="85000"/>
        </a:lnSpc>
        <a:spcBef>
          <a:spcPct val="0"/>
        </a:spcBef>
        <a:spcAft>
          <a:spcPct val="0"/>
        </a:spcAft>
        <a:buClr>
          <a:srgbClr val="DC0081"/>
        </a:buClr>
        <a:buFont typeface="Wingdings" pitchFamily="2" charset="2"/>
        <a:defRPr sz="2800">
          <a:solidFill>
            <a:schemeClr val="bg1"/>
          </a:solidFill>
          <a:latin typeface="Segoe UI" pitchFamily="34" charset="0"/>
          <a:ea typeface="Segoe UI" pitchFamily="34" charset="0"/>
          <a:cs typeface="Segoe UI" pitchFamily="34" charset="0"/>
        </a:defRPr>
      </a:lvl1pPr>
      <a:lvl2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2pPr>
      <a:lvl3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3pPr>
      <a:lvl4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4pPr>
      <a:lvl5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5pPr>
      <a:lvl6pPr marL="4572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6pPr>
      <a:lvl7pPr marL="9144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7pPr>
      <a:lvl8pPr marL="13716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8pPr>
      <a:lvl9pPr marL="18288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9pPr>
    </p:titleStyle>
    <p:bodyStyle>
      <a:lvl1pPr marL="174625" indent="-174625" algn="l" rtl="0" eaLnBrk="1" fontAlgn="base" hangingPunct="1">
        <a:lnSpc>
          <a:spcPct val="100000"/>
        </a:lnSpc>
        <a:spcBef>
          <a:spcPts val="600"/>
        </a:spcBef>
        <a:spcAft>
          <a:spcPct val="0"/>
        </a:spcAft>
        <a:buClr>
          <a:srgbClr val="0070C0"/>
        </a:buClr>
        <a:buSzPct val="90000"/>
        <a:buFont typeface="Arial" pitchFamily="34" charset="0"/>
        <a:buChar char="•"/>
        <a:defRPr sz="2800">
          <a:solidFill>
            <a:schemeClr val="tx1"/>
          </a:solidFill>
          <a:latin typeface="Segoe UI" pitchFamily="34" charset="0"/>
          <a:ea typeface="Segoe UI" pitchFamily="34" charset="0"/>
          <a:cs typeface="Segoe UI" pitchFamily="34" charset="0"/>
        </a:defRPr>
      </a:lvl1pPr>
      <a:lvl2pPr marL="458788" indent="-169863" algn="l" rtl="0" eaLnBrk="1" fontAlgn="base" hangingPunct="1">
        <a:lnSpc>
          <a:spcPct val="100000"/>
        </a:lnSpc>
        <a:spcBef>
          <a:spcPts val="600"/>
        </a:spcBef>
        <a:spcAft>
          <a:spcPct val="0"/>
        </a:spcAft>
        <a:buClr>
          <a:srgbClr val="0070C0"/>
        </a:buClr>
        <a:buSzPct val="80000"/>
        <a:buFont typeface="Arial" pitchFamily="34" charset="0"/>
        <a:buChar char="•"/>
        <a:defRPr sz="2400">
          <a:solidFill>
            <a:schemeClr val="tx1"/>
          </a:solidFill>
          <a:latin typeface="Segoe UI" pitchFamily="34" charset="0"/>
          <a:ea typeface="Segoe UI" pitchFamily="34" charset="0"/>
          <a:cs typeface="Segoe UI" pitchFamily="34" charset="0"/>
        </a:defRPr>
      </a:lvl2pPr>
      <a:lvl3pPr marL="854075" indent="-173038" algn="l" rtl="0" eaLnBrk="1" fontAlgn="base" hangingPunct="1">
        <a:lnSpc>
          <a:spcPct val="100000"/>
        </a:lnSpc>
        <a:spcBef>
          <a:spcPts val="600"/>
        </a:spcBef>
        <a:spcAft>
          <a:spcPct val="0"/>
        </a:spcAft>
        <a:buClr>
          <a:srgbClr val="0070C0"/>
        </a:buClr>
        <a:buSzPct val="80000"/>
        <a:buFont typeface="Arial" pitchFamily="34" charset="0"/>
        <a:buChar char="•"/>
        <a:defRPr sz="2000">
          <a:solidFill>
            <a:schemeClr val="tx1"/>
          </a:solidFill>
          <a:latin typeface="Segoe UI" pitchFamily="34" charset="0"/>
          <a:ea typeface="Segoe UI" pitchFamily="34" charset="0"/>
          <a:cs typeface="Segoe UI" pitchFamily="34" charset="0"/>
        </a:defRPr>
      </a:lvl3pPr>
      <a:lvl4pPr marL="1254125" indent="-165100"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4pPr>
      <a:lvl5pPr marL="1544638" indent="-168275"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5pPr>
      <a:lvl6pPr marL="20018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6pPr>
      <a:lvl7pPr marL="24590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7pPr>
      <a:lvl8pPr marL="29162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8pPr>
      <a:lvl9pPr marL="33734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0" y="0"/>
            <a:ext cx="9144000" cy="704088"/>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25001" name="Rectangle 9"/>
          <p:cNvSpPr>
            <a:spLocks noChangeArrowheads="1"/>
          </p:cNvSpPr>
          <p:nvPr/>
        </p:nvSpPr>
        <p:spPr bwMode="auto">
          <a:xfrm>
            <a:off x="4763" y="731838"/>
            <a:ext cx="9136062" cy="6111875"/>
          </a:xfrm>
          <a:prstGeom prst="rect">
            <a:avLst/>
          </a:prstGeom>
          <a:noFill/>
          <a:ln w="28575" algn="ctr">
            <a:noFill/>
            <a:miter lim="800000"/>
            <a:headEnd/>
            <a:tailEnd/>
          </a:ln>
          <a:effectLst/>
        </p:spPr>
        <p:txBody>
          <a:bodyPr wrap="none" anchor="ctr"/>
          <a:lstStyle/>
          <a:p>
            <a:pPr algn="ctr" eaLnBrk="0" hangingPunct="0">
              <a:defRPr/>
            </a:pPr>
            <a:endParaRPr lang="en-US">
              <a:cs typeface="+mn-cs"/>
            </a:endParaRPr>
          </a:p>
        </p:txBody>
      </p:sp>
      <p:sp>
        <p:nvSpPr>
          <p:cNvPr id="1029" name="Rectangle 4"/>
          <p:cNvSpPr>
            <a:spLocks noGrp="1" noChangeArrowheads="1"/>
          </p:cNvSpPr>
          <p:nvPr>
            <p:ph type="title"/>
          </p:nvPr>
        </p:nvSpPr>
        <p:spPr bwMode="auto">
          <a:xfrm>
            <a:off x="460375" y="-2"/>
            <a:ext cx="7773988" cy="740664"/>
          </a:xfrm>
          <a:prstGeom prst="rect">
            <a:avLst/>
          </a:prstGeom>
          <a:noFill/>
          <a:ln w="9525">
            <a:noFill/>
            <a:miter lim="800000"/>
            <a:headEnd/>
            <a:tailEnd/>
          </a:ln>
        </p:spPr>
        <p:txBody>
          <a:bodyPr vert="horz" wrap="square" lIns="0" tIns="45720" rIns="91440" bIns="45720" numCol="1" anchor="ctr" anchorCtr="0" compatLnSpc="1">
            <a:prstTxWarp prst="textNoShape">
              <a:avLst/>
            </a:prstTxWarp>
          </a:bodyPr>
          <a:lstStyle/>
          <a:p>
            <a:pPr lvl="0"/>
            <a:r>
              <a:rPr lang="en-US" dirty="0"/>
              <a:t>Slide Title</a:t>
            </a:r>
          </a:p>
        </p:txBody>
      </p:sp>
      <p:sp>
        <p:nvSpPr>
          <p:cNvPr id="1030" name="Rectangle 5"/>
          <p:cNvSpPr>
            <a:spLocks noGrp="1" noChangeArrowheads="1"/>
          </p:cNvSpPr>
          <p:nvPr>
            <p:ph type="body" idx="1"/>
          </p:nvPr>
        </p:nvSpPr>
        <p:spPr bwMode="auto">
          <a:xfrm>
            <a:off x="458788" y="1021215"/>
            <a:ext cx="8119156" cy="5147356"/>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lvl="0"/>
            <a:r>
              <a:rPr lang="en-US" dirty="0"/>
              <a:t>Body Text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305354535"/>
      </p:ext>
    </p:extLst>
  </p:cSld>
  <p:clrMap bg1="lt1" tx1="dk1" bg2="lt2" tx2="dk2" accent1="accent1" accent2="accent2" accent3="accent3" accent4="accent4" accent5="accent5" accent6="accent6" hlink="hlink" folHlink="folHlink"/>
  <p:sldLayoutIdLst>
    <p:sldLayoutId id="2147484337" r:id="rId1"/>
    <p:sldLayoutId id="2147484338" r:id="rId2"/>
    <p:sldLayoutId id="2147484339" r:id="rId3"/>
    <p:sldLayoutId id="2147484340" r:id="rId4"/>
    <p:sldLayoutId id="2147484341" r:id="rId5"/>
    <p:sldLayoutId id="2147484342" r:id="rId6"/>
    <p:sldLayoutId id="2147484343" r:id="rId7"/>
    <p:sldLayoutId id="2147484344" r:id="rId8"/>
    <p:sldLayoutId id="2147484345" r:id="rId9"/>
    <p:sldLayoutId id="2147484346" r:id="rId10"/>
    <p:sldLayoutId id="2147484347" r:id="rId11"/>
    <p:sldLayoutId id="2147484348" r:id="rId12"/>
  </p:sldLayoutIdLst>
  <p:txStyles>
    <p:titleStyle>
      <a:lvl1pPr algn="l" rtl="0" eaLnBrk="1" fontAlgn="base" hangingPunct="1">
        <a:lnSpc>
          <a:spcPct val="85000"/>
        </a:lnSpc>
        <a:spcBef>
          <a:spcPct val="0"/>
        </a:spcBef>
        <a:spcAft>
          <a:spcPct val="0"/>
        </a:spcAft>
        <a:buClr>
          <a:srgbClr val="DC0081"/>
        </a:buClr>
        <a:buFont typeface="Wingdings" pitchFamily="2" charset="2"/>
        <a:defRPr sz="2800">
          <a:solidFill>
            <a:schemeClr val="bg1"/>
          </a:solidFill>
          <a:latin typeface="Segoe UI" pitchFamily="34" charset="0"/>
          <a:ea typeface="Segoe UI" pitchFamily="34" charset="0"/>
          <a:cs typeface="Segoe UI" pitchFamily="34" charset="0"/>
        </a:defRPr>
      </a:lvl1pPr>
      <a:lvl2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2pPr>
      <a:lvl3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3pPr>
      <a:lvl4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4pPr>
      <a:lvl5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5pPr>
      <a:lvl6pPr marL="4572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6pPr>
      <a:lvl7pPr marL="9144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7pPr>
      <a:lvl8pPr marL="13716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8pPr>
      <a:lvl9pPr marL="18288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9pPr>
    </p:titleStyle>
    <p:bodyStyle>
      <a:lvl1pPr marL="174625" indent="-174625" algn="l" rtl="0" eaLnBrk="1" fontAlgn="base" hangingPunct="1">
        <a:lnSpc>
          <a:spcPct val="100000"/>
        </a:lnSpc>
        <a:spcBef>
          <a:spcPts val="600"/>
        </a:spcBef>
        <a:spcAft>
          <a:spcPct val="0"/>
        </a:spcAft>
        <a:buClr>
          <a:srgbClr val="0070C0"/>
        </a:buClr>
        <a:buSzPct val="90000"/>
        <a:buFont typeface="Arial" pitchFamily="34" charset="0"/>
        <a:buChar char="•"/>
        <a:defRPr sz="2800">
          <a:solidFill>
            <a:schemeClr val="tx1"/>
          </a:solidFill>
          <a:latin typeface="Segoe UI" pitchFamily="34" charset="0"/>
          <a:ea typeface="Segoe UI" pitchFamily="34" charset="0"/>
          <a:cs typeface="Segoe UI" pitchFamily="34" charset="0"/>
        </a:defRPr>
      </a:lvl1pPr>
      <a:lvl2pPr marL="458788" indent="-169863" algn="l" rtl="0" eaLnBrk="1" fontAlgn="base" hangingPunct="1">
        <a:lnSpc>
          <a:spcPct val="100000"/>
        </a:lnSpc>
        <a:spcBef>
          <a:spcPts val="600"/>
        </a:spcBef>
        <a:spcAft>
          <a:spcPct val="0"/>
        </a:spcAft>
        <a:buClr>
          <a:srgbClr val="0070C0"/>
        </a:buClr>
        <a:buSzPct val="80000"/>
        <a:buFont typeface="Arial" pitchFamily="34" charset="0"/>
        <a:buChar char="•"/>
        <a:defRPr sz="2400">
          <a:solidFill>
            <a:schemeClr val="tx1"/>
          </a:solidFill>
          <a:latin typeface="Segoe UI" pitchFamily="34" charset="0"/>
          <a:ea typeface="Segoe UI" pitchFamily="34" charset="0"/>
          <a:cs typeface="Segoe UI" pitchFamily="34" charset="0"/>
        </a:defRPr>
      </a:lvl2pPr>
      <a:lvl3pPr marL="854075" indent="-173038" algn="l" rtl="0" eaLnBrk="1" fontAlgn="base" hangingPunct="1">
        <a:lnSpc>
          <a:spcPct val="100000"/>
        </a:lnSpc>
        <a:spcBef>
          <a:spcPts val="600"/>
        </a:spcBef>
        <a:spcAft>
          <a:spcPct val="0"/>
        </a:spcAft>
        <a:buClr>
          <a:srgbClr val="0070C0"/>
        </a:buClr>
        <a:buSzPct val="80000"/>
        <a:buFont typeface="Arial" pitchFamily="34" charset="0"/>
        <a:buChar char="•"/>
        <a:defRPr sz="2000">
          <a:solidFill>
            <a:schemeClr val="tx1"/>
          </a:solidFill>
          <a:latin typeface="Segoe UI" pitchFamily="34" charset="0"/>
          <a:ea typeface="Segoe UI" pitchFamily="34" charset="0"/>
          <a:cs typeface="Segoe UI" pitchFamily="34" charset="0"/>
        </a:defRPr>
      </a:lvl3pPr>
      <a:lvl4pPr marL="1254125" indent="-165100"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4pPr>
      <a:lvl5pPr marL="1544638" indent="-168275"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5pPr>
      <a:lvl6pPr marL="20018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6pPr>
      <a:lvl7pPr marL="24590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7pPr>
      <a:lvl8pPr marL="29162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8pPr>
      <a:lvl9pPr marL="33734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0" y="0"/>
            <a:ext cx="9144000" cy="704088"/>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25001" name="Rectangle 9"/>
          <p:cNvSpPr>
            <a:spLocks noChangeArrowheads="1"/>
          </p:cNvSpPr>
          <p:nvPr/>
        </p:nvSpPr>
        <p:spPr bwMode="auto">
          <a:xfrm>
            <a:off x="4763" y="731838"/>
            <a:ext cx="9136062" cy="6111875"/>
          </a:xfrm>
          <a:prstGeom prst="rect">
            <a:avLst/>
          </a:prstGeom>
          <a:noFill/>
          <a:ln w="28575" algn="ctr">
            <a:noFill/>
            <a:miter lim="800000"/>
            <a:headEnd/>
            <a:tailEnd/>
          </a:ln>
          <a:effectLst/>
        </p:spPr>
        <p:txBody>
          <a:bodyPr wrap="none" anchor="ctr"/>
          <a:lstStyle/>
          <a:p>
            <a:pPr algn="ctr" eaLnBrk="0" hangingPunct="0">
              <a:defRPr/>
            </a:pPr>
            <a:endParaRPr lang="en-US">
              <a:cs typeface="+mn-cs"/>
            </a:endParaRPr>
          </a:p>
        </p:txBody>
      </p:sp>
      <p:sp>
        <p:nvSpPr>
          <p:cNvPr id="1029" name="Rectangle 4"/>
          <p:cNvSpPr>
            <a:spLocks noGrp="1" noChangeArrowheads="1"/>
          </p:cNvSpPr>
          <p:nvPr>
            <p:ph type="title"/>
          </p:nvPr>
        </p:nvSpPr>
        <p:spPr bwMode="auto">
          <a:xfrm>
            <a:off x="460375" y="-2"/>
            <a:ext cx="7773988" cy="740664"/>
          </a:xfrm>
          <a:prstGeom prst="rect">
            <a:avLst/>
          </a:prstGeom>
          <a:noFill/>
          <a:ln w="9525">
            <a:noFill/>
            <a:miter lim="800000"/>
            <a:headEnd/>
            <a:tailEnd/>
          </a:ln>
        </p:spPr>
        <p:txBody>
          <a:bodyPr vert="horz" wrap="square" lIns="0" tIns="45720" rIns="91440" bIns="45720" numCol="1" anchor="ctr" anchorCtr="0" compatLnSpc="1">
            <a:prstTxWarp prst="textNoShape">
              <a:avLst/>
            </a:prstTxWarp>
          </a:bodyPr>
          <a:lstStyle/>
          <a:p>
            <a:pPr lvl="0"/>
            <a:r>
              <a:rPr lang="en-US" dirty="0"/>
              <a:t>Slide Title</a:t>
            </a:r>
          </a:p>
        </p:txBody>
      </p:sp>
      <p:sp>
        <p:nvSpPr>
          <p:cNvPr id="1030" name="Rectangle 5"/>
          <p:cNvSpPr>
            <a:spLocks noGrp="1" noChangeArrowheads="1"/>
          </p:cNvSpPr>
          <p:nvPr>
            <p:ph type="body" idx="1"/>
          </p:nvPr>
        </p:nvSpPr>
        <p:spPr bwMode="auto">
          <a:xfrm>
            <a:off x="458788" y="1021215"/>
            <a:ext cx="8119156" cy="5147356"/>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lvl="0"/>
            <a:r>
              <a:rPr lang="en-US" dirty="0"/>
              <a:t>Body Text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06001181"/>
      </p:ext>
    </p:extLst>
  </p:cSld>
  <p:clrMap bg1="lt1" tx1="dk1" bg2="lt2" tx2="dk2" accent1="accent1" accent2="accent2" accent3="accent3" accent4="accent4" accent5="accent5" accent6="accent6" hlink="hlink" folHlink="folHlink"/>
  <p:sldLayoutIdLst>
    <p:sldLayoutId id="2147484350" r:id="rId1"/>
    <p:sldLayoutId id="2147484351" r:id="rId2"/>
    <p:sldLayoutId id="2147484352" r:id="rId3"/>
    <p:sldLayoutId id="2147484353" r:id="rId4"/>
    <p:sldLayoutId id="2147484354" r:id="rId5"/>
    <p:sldLayoutId id="2147484355" r:id="rId6"/>
    <p:sldLayoutId id="2147484356" r:id="rId7"/>
    <p:sldLayoutId id="2147484357" r:id="rId8"/>
    <p:sldLayoutId id="2147484358" r:id="rId9"/>
    <p:sldLayoutId id="2147484359" r:id="rId10"/>
    <p:sldLayoutId id="2147484360" r:id="rId11"/>
    <p:sldLayoutId id="2147484361" r:id="rId12"/>
  </p:sldLayoutIdLst>
  <p:txStyles>
    <p:titleStyle>
      <a:lvl1pPr algn="l" rtl="0" eaLnBrk="1" fontAlgn="base" hangingPunct="1">
        <a:lnSpc>
          <a:spcPct val="85000"/>
        </a:lnSpc>
        <a:spcBef>
          <a:spcPct val="0"/>
        </a:spcBef>
        <a:spcAft>
          <a:spcPct val="0"/>
        </a:spcAft>
        <a:buClr>
          <a:srgbClr val="DC0081"/>
        </a:buClr>
        <a:buFont typeface="Wingdings" pitchFamily="2" charset="2"/>
        <a:defRPr sz="2800">
          <a:solidFill>
            <a:schemeClr val="bg1"/>
          </a:solidFill>
          <a:latin typeface="Segoe UI" pitchFamily="34" charset="0"/>
          <a:ea typeface="Segoe UI" pitchFamily="34" charset="0"/>
          <a:cs typeface="Segoe UI" pitchFamily="34" charset="0"/>
        </a:defRPr>
      </a:lvl1pPr>
      <a:lvl2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2pPr>
      <a:lvl3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3pPr>
      <a:lvl4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4pPr>
      <a:lvl5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5pPr>
      <a:lvl6pPr marL="4572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6pPr>
      <a:lvl7pPr marL="9144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7pPr>
      <a:lvl8pPr marL="13716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8pPr>
      <a:lvl9pPr marL="18288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9pPr>
    </p:titleStyle>
    <p:bodyStyle>
      <a:lvl1pPr marL="174625" indent="-174625" algn="l" rtl="0" eaLnBrk="1" fontAlgn="base" hangingPunct="1">
        <a:lnSpc>
          <a:spcPct val="100000"/>
        </a:lnSpc>
        <a:spcBef>
          <a:spcPts val="600"/>
        </a:spcBef>
        <a:spcAft>
          <a:spcPct val="0"/>
        </a:spcAft>
        <a:buClr>
          <a:srgbClr val="0070C0"/>
        </a:buClr>
        <a:buSzPct val="90000"/>
        <a:buFont typeface="Arial" pitchFamily="34" charset="0"/>
        <a:buChar char="•"/>
        <a:defRPr sz="2800">
          <a:solidFill>
            <a:schemeClr val="tx1"/>
          </a:solidFill>
          <a:latin typeface="Segoe UI" pitchFamily="34" charset="0"/>
          <a:ea typeface="Segoe UI" pitchFamily="34" charset="0"/>
          <a:cs typeface="Segoe UI" pitchFamily="34" charset="0"/>
        </a:defRPr>
      </a:lvl1pPr>
      <a:lvl2pPr marL="458788" indent="-169863" algn="l" rtl="0" eaLnBrk="1" fontAlgn="base" hangingPunct="1">
        <a:lnSpc>
          <a:spcPct val="100000"/>
        </a:lnSpc>
        <a:spcBef>
          <a:spcPts val="600"/>
        </a:spcBef>
        <a:spcAft>
          <a:spcPct val="0"/>
        </a:spcAft>
        <a:buClr>
          <a:srgbClr val="0070C0"/>
        </a:buClr>
        <a:buSzPct val="80000"/>
        <a:buFont typeface="Arial" pitchFamily="34" charset="0"/>
        <a:buChar char="•"/>
        <a:defRPr sz="2400">
          <a:solidFill>
            <a:schemeClr val="tx1"/>
          </a:solidFill>
          <a:latin typeface="Segoe UI" pitchFamily="34" charset="0"/>
          <a:ea typeface="Segoe UI" pitchFamily="34" charset="0"/>
          <a:cs typeface="Segoe UI" pitchFamily="34" charset="0"/>
        </a:defRPr>
      </a:lvl2pPr>
      <a:lvl3pPr marL="854075" indent="-173038" algn="l" rtl="0" eaLnBrk="1" fontAlgn="base" hangingPunct="1">
        <a:lnSpc>
          <a:spcPct val="100000"/>
        </a:lnSpc>
        <a:spcBef>
          <a:spcPts val="600"/>
        </a:spcBef>
        <a:spcAft>
          <a:spcPct val="0"/>
        </a:spcAft>
        <a:buClr>
          <a:srgbClr val="0070C0"/>
        </a:buClr>
        <a:buSzPct val="80000"/>
        <a:buFont typeface="Arial" pitchFamily="34" charset="0"/>
        <a:buChar char="•"/>
        <a:defRPr sz="2000">
          <a:solidFill>
            <a:schemeClr val="tx1"/>
          </a:solidFill>
          <a:latin typeface="Segoe UI" pitchFamily="34" charset="0"/>
          <a:ea typeface="Segoe UI" pitchFamily="34" charset="0"/>
          <a:cs typeface="Segoe UI" pitchFamily="34" charset="0"/>
        </a:defRPr>
      </a:lvl3pPr>
      <a:lvl4pPr marL="1254125" indent="-165100"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4pPr>
      <a:lvl5pPr marL="1544638" indent="-168275"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5pPr>
      <a:lvl6pPr marL="20018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6pPr>
      <a:lvl7pPr marL="24590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7pPr>
      <a:lvl8pPr marL="29162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8pPr>
      <a:lvl9pPr marL="33734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4.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0" y="0"/>
            <a:ext cx="9144000" cy="704088"/>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25001" name="Rectangle 9"/>
          <p:cNvSpPr>
            <a:spLocks noChangeArrowheads="1"/>
          </p:cNvSpPr>
          <p:nvPr/>
        </p:nvSpPr>
        <p:spPr bwMode="auto">
          <a:xfrm>
            <a:off x="4763" y="731838"/>
            <a:ext cx="9136062" cy="6111875"/>
          </a:xfrm>
          <a:prstGeom prst="rect">
            <a:avLst/>
          </a:prstGeom>
          <a:noFill/>
          <a:ln w="28575" algn="ctr">
            <a:noFill/>
            <a:miter lim="800000"/>
            <a:headEnd/>
            <a:tailEnd/>
          </a:ln>
          <a:effectLst/>
        </p:spPr>
        <p:txBody>
          <a:bodyPr wrap="none" anchor="ctr"/>
          <a:lstStyle/>
          <a:p>
            <a:pPr algn="ctr" eaLnBrk="0" hangingPunct="0">
              <a:defRPr/>
            </a:pPr>
            <a:endParaRPr lang="en-US">
              <a:cs typeface="+mn-cs"/>
            </a:endParaRPr>
          </a:p>
        </p:txBody>
      </p:sp>
      <p:sp>
        <p:nvSpPr>
          <p:cNvPr id="1029" name="Rectangle 4"/>
          <p:cNvSpPr>
            <a:spLocks noGrp="1" noChangeArrowheads="1"/>
          </p:cNvSpPr>
          <p:nvPr>
            <p:ph type="title"/>
          </p:nvPr>
        </p:nvSpPr>
        <p:spPr bwMode="auto">
          <a:xfrm>
            <a:off x="460375" y="-2"/>
            <a:ext cx="7773988" cy="740664"/>
          </a:xfrm>
          <a:prstGeom prst="rect">
            <a:avLst/>
          </a:prstGeom>
          <a:noFill/>
          <a:ln w="9525">
            <a:noFill/>
            <a:miter lim="800000"/>
            <a:headEnd/>
            <a:tailEnd/>
          </a:ln>
        </p:spPr>
        <p:txBody>
          <a:bodyPr vert="horz" wrap="square" lIns="0" tIns="45720" rIns="91440" bIns="45720" numCol="1" anchor="ctr" anchorCtr="0" compatLnSpc="1">
            <a:prstTxWarp prst="textNoShape">
              <a:avLst/>
            </a:prstTxWarp>
          </a:bodyPr>
          <a:lstStyle/>
          <a:p>
            <a:pPr lvl="0"/>
            <a:r>
              <a:rPr lang="en-US" dirty="0"/>
              <a:t>Slide Title</a:t>
            </a:r>
          </a:p>
        </p:txBody>
      </p:sp>
      <p:sp>
        <p:nvSpPr>
          <p:cNvPr id="1030" name="Rectangle 5"/>
          <p:cNvSpPr>
            <a:spLocks noGrp="1" noChangeArrowheads="1"/>
          </p:cNvSpPr>
          <p:nvPr>
            <p:ph type="body" idx="1"/>
          </p:nvPr>
        </p:nvSpPr>
        <p:spPr bwMode="auto">
          <a:xfrm>
            <a:off x="458788" y="1021215"/>
            <a:ext cx="8119156" cy="5147356"/>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lvl="0"/>
            <a:r>
              <a:rPr lang="en-US" dirty="0"/>
              <a:t>Body Text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410287107"/>
      </p:ext>
    </p:extLst>
  </p:cSld>
  <p:clrMap bg1="lt1" tx1="dk1" bg2="lt2" tx2="dk2" accent1="accent1" accent2="accent2" accent3="accent3" accent4="accent4" accent5="accent5" accent6="accent6" hlink="hlink" folHlink="folHlink"/>
  <p:sldLayoutIdLst>
    <p:sldLayoutId id="2147484376" r:id="rId1"/>
    <p:sldLayoutId id="2147484377" r:id="rId2"/>
    <p:sldLayoutId id="2147484378" r:id="rId3"/>
    <p:sldLayoutId id="2147484379" r:id="rId4"/>
    <p:sldLayoutId id="2147484380" r:id="rId5"/>
    <p:sldLayoutId id="2147484381" r:id="rId6"/>
    <p:sldLayoutId id="2147484382" r:id="rId7"/>
    <p:sldLayoutId id="2147484383" r:id="rId8"/>
    <p:sldLayoutId id="2147484384" r:id="rId9"/>
    <p:sldLayoutId id="2147484385" r:id="rId10"/>
    <p:sldLayoutId id="2147484386" r:id="rId11"/>
    <p:sldLayoutId id="2147484387" r:id="rId12"/>
  </p:sldLayoutIdLst>
  <p:txStyles>
    <p:titleStyle>
      <a:lvl1pPr algn="l" rtl="0" eaLnBrk="1" fontAlgn="base" hangingPunct="1">
        <a:lnSpc>
          <a:spcPct val="85000"/>
        </a:lnSpc>
        <a:spcBef>
          <a:spcPct val="0"/>
        </a:spcBef>
        <a:spcAft>
          <a:spcPct val="0"/>
        </a:spcAft>
        <a:buClr>
          <a:srgbClr val="DC0081"/>
        </a:buClr>
        <a:buFont typeface="Wingdings" pitchFamily="2" charset="2"/>
        <a:defRPr sz="2800">
          <a:solidFill>
            <a:schemeClr val="bg1"/>
          </a:solidFill>
          <a:latin typeface="Segoe UI" pitchFamily="34" charset="0"/>
          <a:ea typeface="Segoe UI" pitchFamily="34" charset="0"/>
          <a:cs typeface="Segoe UI" pitchFamily="34" charset="0"/>
        </a:defRPr>
      </a:lvl1pPr>
      <a:lvl2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2pPr>
      <a:lvl3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3pPr>
      <a:lvl4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4pPr>
      <a:lvl5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5pPr>
      <a:lvl6pPr marL="4572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6pPr>
      <a:lvl7pPr marL="9144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7pPr>
      <a:lvl8pPr marL="13716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8pPr>
      <a:lvl9pPr marL="18288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9pPr>
    </p:titleStyle>
    <p:bodyStyle>
      <a:lvl1pPr marL="174625" indent="-174625" algn="l" rtl="0" eaLnBrk="1" fontAlgn="base" hangingPunct="1">
        <a:lnSpc>
          <a:spcPct val="100000"/>
        </a:lnSpc>
        <a:spcBef>
          <a:spcPts val="600"/>
        </a:spcBef>
        <a:spcAft>
          <a:spcPct val="0"/>
        </a:spcAft>
        <a:buClr>
          <a:srgbClr val="0070C0"/>
        </a:buClr>
        <a:buSzPct val="90000"/>
        <a:buFont typeface="Arial" pitchFamily="34" charset="0"/>
        <a:buChar char="•"/>
        <a:defRPr sz="2800">
          <a:solidFill>
            <a:schemeClr val="tx1"/>
          </a:solidFill>
          <a:latin typeface="Segoe UI" pitchFamily="34" charset="0"/>
          <a:ea typeface="Segoe UI" pitchFamily="34" charset="0"/>
          <a:cs typeface="Segoe UI" pitchFamily="34" charset="0"/>
        </a:defRPr>
      </a:lvl1pPr>
      <a:lvl2pPr marL="458788" indent="-169863" algn="l" rtl="0" eaLnBrk="1" fontAlgn="base" hangingPunct="1">
        <a:lnSpc>
          <a:spcPct val="100000"/>
        </a:lnSpc>
        <a:spcBef>
          <a:spcPts val="600"/>
        </a:spcBef>
        <a:spcAft>
          <a:spcPct val="0"/>
        </a:spcAft>
        <a:buClr>
          <a:srgbClr val="0070C0"/>
        </a:buClr>
        <a:buSzPct val="80000"/>
        <a:buFont typeface="Arial" pitchFamily="34" charset="0"/>
        <a:buChar char="•"/>
        <a:defRPr sz="2400">
          <a:solidFill>
            <a:schemeClr val="tx1"/>
          </a:solidFill>
          <a:latin typeface="Segoe UI" pitchFamily="34" charset="0"/>
          <a:ea typeface="Segoe UI" pitchFamily="34" charset="0"/>
          <a:cs typeface="Segoe UI" pitchFamily="34" charset="0"/>
        </a:defRPr>
      </a:lvl2pPr>
      <a:lvl3pPr marL="854075" indent="-173038" algn="l" rtl="0" eaLnBrk="1" fontAlgn="base" hangingPunct="1">
        <a:lnSpc>
          <a:spcPct val="100000"/>
        </a:lnSpc>
        <a:spcBef>
          <a:spcPts val="600"/>
        </a:spcBef>
        <a:spcAft>
          <a:spcPct val="0"/>
        </a:spcAft>
        <a:buClr>
          <a:srgbClr val="0070C0"/>
        </a:buClr>
        <a:buSzPct val="80000"/>
        <a:buFont typeface="Arial" pitchFamily="34" charset="0"/>
        <a:buChar char="•"/>
        <a:defRPr sz="2000">
          <a:solidFill>
            <a:schemeClr val="tx1"/>
          </a:solidFill>
          <a:latin typeface="Segoe UI" pitchFamily="34" charset="0"/>
          <a:ea typeface="Segoe UI" pitchFamily="34" charset="0"/>
          <a:cs typeface="Segoe UI" pitchFamily="34" charset="0"/>
        </a:defRPr>
      </a:lvl3pPr>
      <a:lvl4pPr marL="1254125" indent="-165100"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4pPr>
      <a:lvl5pPr marL="1544638" indent="-168275"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5pPr>
      <a:lvl6pPr marL="20018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6pPr>
      <a:lvl7pPr marL="24590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7pPr>
      <a:lvl8pPr marL="29162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8pPr>
      <a:lvl9pPr marL="33734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5.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0" y="0"/>
            <a:ext cx="9144000" cy="704088"/>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25001" name="Rectangle 9"/>
          <p:cNvSpPr>
            <a:spLocks noChangeArrowheads="1"/>
          </p:cNvSpPr>
          <p:nvPr/>
        </p:nvSpPr>
        <p:spPr bwMode="auto">
          <a:xfrm>
            <a:off x="4763" y="731838"/>
            <a:ext cx="9136062" cy="6111875"/>
          </a:xfrm>
          <a:prstGeom prst="rect">
            <a:avLst/>
          </a:prstGeom>
          <a:noFill/>
          <a:ln w="28575" algn="ctr">
            <a:noFill/>
            <a:miter lim="800000"/>
            <a:headEnd/>
            <a:tailEnd/>
          </a:ln>
          <a:effectLst/>
        </p:spPr>
        <p:txBody>
          <a:bodyPr wrap="none" anchor="ctr"/>
          <a:lstStyle/>
          <a:p>
            <a:pPr algn="ctr" eaLnBrk="0" hangingPunct="0">
              <a:defRPr/>
            </a:pPr>
            <a:endParaRPr lang="en-US">
              <a:cs typeface="+mn-cs"/>
            </a:endParaRPr>
          </a:p>
        </p:txBody>
      </p:sp>
      <p:sp>
        <p:nvSpPr>
          <p:cNvPr id="1029" name="Rectangle 4"/>
          <p:cNvSpPr>
            <a:spLocks noGrp="1" noChangeArrowheads="1"/>
          </p:cNvSpPr>
          <p:nvPr>
            <p:ph type="title"/>
          </p:nvPr>
        </p:nvSpPr>
        <p:spPr bwMode="auto">
          <a:xfrm>
            <a:off x="460375" y="-2"/>
            <a:ext cx="7773988" cy="740664"/>
          </a:xfrm>
          <a:prstGeom prst="rect">
            <a:avLst/>
          </a:prstGeom>
          <a:noFill/>
          <a:ln w="9525">
            <a:noFill/>
            <a:miter lim="800000"/>
            <a:headEnd/>
            <a:tailEnd/>
          </a:ln>
        </p:spPr>
        <p:txBody>
          <a:bodyPr vert="horz" wrap="square" lIns="0" tIns="45720" rIns="91440" bIns="45720" numCol="1" anchor="ctr" anchorCtr="0" compatLnSpc="1">
            <a:prstTxWarp prst="textNoShape">
              <a:avLst/>
            </a:prstTxWarp>
          </a:bodyPr>
          <a:lstStyle/>
          <a:p>
            <a:pPr lvl="0"/>
            <a:r>
              <a:rPr lang="en-US" dirty="0"/>
              <a:t>Slide Title</a:t>
            </a:r>
          </a:p>
        </p:txBody>
      </p:sp>
      <p:sp>
        <p:nvSpPr>
          <p:cNvPr id="1030" name="Rectangle 5"/>
          <p:cNvSpPr>
            <a:spLocks noGrp="1" noChangeArrowheads="1"/>
          </p:cNvSpPr>
          <p:nvPr>
            <p:ph type="body" idx="1"/>
          </p:nvPr>
        </p:nvSpPr>
        <p:spPr bwMode="auto">
          <a:xfrm>
            <a:off x="458788" y="1021215"/>
            <a:ext cx="8119156" cy="5147356"/>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lvl="0"/>
            <a:r>
              <a:rPr lang="en-US" dirty="0"/>
              <a:t>Body Text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061823801"/>
      </p:ext>
    </p:extLst>
  </p:cSld>
  <p:clrMap bg1="lt1" tx1="dk1" bg2="lt2" tx2="dk2" accent1="accent1" accent2="accent2" accent3="accent3" accent4="accent4" accent5="accent5" accent6="accent6" hlink="hlink" folHlink="folHlink"/>
  <p:sldLayoutIdLst>
    <p:sldLayoutId id="2147484402" r:id="rId1"/>
    <p:sldLayoutId id="2147484403" r:id="rId2"/>
    <p:sldLayoutId id="2147484404" r:id="rId3"/>
    <p:sldLayoutId id="2147484405" r:id="rId4"/>
    <p:sldLayoutId id="2147484406" r:id="rId5"/>
    <p:sldLayoutId id="2147484407" r:id="rId6"/>
    <p:sldLayoutId id="2147484408" r:id="rId7"/>
    <p:sldLayoutId id="2147484409" r:id="rId8"/>
    <p:sldLayoutId id="2147484410" r:id="rId9"/>
    <p:sldLayoutId id="2147484411" r:id="rId10"/>
    <p:sldLayoutId id="2147484412" r:id="rId11"/>
    <p:sldLayoutId id="2147484413" r:id="rId12"/>
  </p:sldLayoutIdLst>
  <p:txStyles>
    <p:titleStyle>
      <a:lvl1pPr algn="l" rtl="0" eaLnBrk="1" fontAlgn="base" hangingPunct="1">
        <a:lnSpc>
          <a:spcPct val="85000"/>
        </a:lnSpc>
        <a:spcBef>
          <a:spcPct val="0"/>
        </a:spcBef>
        <a:spcAft>
          <a:spcPct val="0"/>
        </a:spcAft>
        <a:buClr>
          <a:srgbClr val="DC0081"/>
        </a:buClr>
        <a:buFont typeface="Wingdings" pitchFamily="2" charset="2"/>
        <a:defRPr sz="2800">
          <a:solidFill>
            <a:schemeClr val="bg1"/>
          </a:solidFill>
          <a:latin typeface="Segoe UI" pitchFamily="34" charset="0"/>
          <a:ea typeface="Segoe UI" pitchFamily="34" charset="0"/>
          <a:cs typeface="Segoe UI" pitchFamily="34" charset="0"/>
        </a:defRPr>
      </a:lvl1pPr>
      <a:lvl2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2pPr>
      <a:lvl3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3pPr>
      <a:lvl4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4pPr>
      <a:lvl5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5pPr>
      <a:lvl6pPr marL="4572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6pPr>
      <a:lvl7pPr marL="9144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7pPr>
      <a:lvl8pPr marL="13716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8pPr>
      <a:lvl9pPr marL="18288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9pPr>
    </p:titleStyle>
    <p:bodyStyle>
      <a:lvl1pPr marL="174625" indent="-174625" algn="l" rtl="0" eaLnBrk="1" fontAlgn="base" hangingPunct="1">
        <a:lnSpc>
          <a:spcPct val="100000"/>
        </a:lnSpc>
        <a:spcBef>
          <a:spcPts val="600"/>
        </a:spcBef>
        <a:spcAft>
          <a:spcPct val="0"/>
        </a:spcAft>
        <a:buClr>
          <a:srgbClr val="0070C0"/>
        </a:buClr>
        <a:buSzPct val="90000"/>
        <a:buFont typeface="Arial" pitchFamily="34" charset="0"/>
        <a:buChar char="•"/>
        <a:defRPr sz="2800">
          <a:solidFill>
            <a:schemeClr val="tx1"/>
          </a:solidFill>
          <a:latin typeface="Segoe UI" pitchFamily="34" charset="0"/>
          <a:ea typeface="Segoe UI" pitchFamily="34" charset="0"/>
          <a:cs typeface="Segoe UI" pitchFamily="34" charset="0"/>
        </a:defRPr>
      </a:lvl1pPr>
      <a:lvl2pPr marL="458788" indent="-169863" algn="l" rtl="0" eaLnBrk="1" fontAlgn="base" hangingPunct="1">
        <a:lnSpc>
          <a:spcPct val="100000"/>
        </a:lnSpc>
        <a:spcBef>
          <a:spcPts val="600"/>
        </a:spcBef>
        <a:spcAft>
          <a:spcPct val="0"/>
        </a:spcAft>
        <a:buClr>
          <a:srgbClr val="0070C0"/>
        </a:buClr>
        <a:buSzPct val="80000"/>
        <a:buFont typeface="Arial" pitchFamily="34" charset="0"/>
        <a:buChar char="•"/>
        <a:defRPr sz="2400">
          <a:solidFill>
            <a:schemeClr val="tx1"/>
          </a:solidFill>
          <a:latin typeface="Segoe UI" pitchFamily="34" charset="0"/>
          <a:ea typeface="Segoe UI" pitchFamily="34" charset="0"/>
          <a:cs typeface="Segoe UI" pitchFamily="34" charset="0"/>
        </a:defRPr>
      </a:lvl2pPr>
      <a:lvl3pPr marL="854075" indent="-173038" algn="l" rtl="0" eaLnBrk="1" fontAlgn="base" hangingPunct="1">
        <a:lnSpc>
          <a:spcPct val="100000"/>
        </a:lnSpc>
        <a:spcBef>
          <a:spcPts val="600"/>
        </a:spcBef>
        <a:spcAft>
          <a:spcPct val="0"/>
        </a:spcAft>
        <a:buClr>
          <a:srgbClr val="0070C0"/>
        </a:buClr>
        <a:buSzPct val="80000"/>
        <a:buFont typeface="Arial" pitchFamily="34" charset="0"/>
        <a:buChar char="•"/>
        <a:defRPr sz="2000">
          <a:solidFill>
            <a:schemeClr val="tx1"/>
          </a:solidFill>
          <a:latin typeface="Segoe UI" pitchFamily="34" charset="0"/>
          <a:ea typeface="Segoe UI" pitchFamily="34" charset="0"/>
          <a:cs typeface="Segoe UI" pitchFamily="34" charset="0"/>
        </a:defRPr>
      </a:lvl3pPr>
      <a:lvl4pPr marL="1254125" indent="-165100"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4pPr>
      <a:lvl5pPr marL="1544638" indent="-168275"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5pPr>
      <a:lvl6pPr marL="20018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6pPr>
      <a:lvl7pPr marL="24590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7pPr>
      <a:lvl8pPr marL="29162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8pPr>
      <a:lvl9pPr marL="33734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6.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0" y="0"/>
            <a:ext cx="9144000" cy="704088"/>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25001" name="Rectangle 9"/>
          <p:cNvSpPr>
            <a:spLocks noChangeArrowheads="1"/>
          </p:cNvSpPr>
          <p:nvPr/>
        </p:nvSpPr>
        <p:spPr bwMode="auto">
          <a:xfrm>
            <a:off x="4763" y="731838"/>
            <a:ext cx="9136062" cy="6111875"/>
          </a:xfrm>
          <a:prstGeom prst="rect">
            <a:avLst/>
          </a:prstGeom>
          <a:noFill/>
          <a:ln w="28575" algn="ctr">
            <a:noFill/>
            <a:miter lim="800000"/>
            <a:headEnd/>
            <a:tailEnd/>
          </a:ln>
          <a:effectLst/>
        </p:spPr>
        <p:txBody>
          <a:bodyPr wrap="none" anchor="ctr"/>
          <a:lstStyle/>
          <a:p>
            <a:pPr algn="ctr" eaLnBrk="0" hangingPunct="0">
              <a:defRPr/>
            </a:pPr>
            <a:endParaRPr lang="en-US">
              <a:cs typeface="+mn-cs"/>
            </a:endParaRPr>
          </a:p>
        </p:txBody>
      </p:sp>
      <p:sp>
        <p:nvSpPr>
          <p:cNvPr id="1029" name="Rectangle 4"/>
          <p:cNvSpPr>
            <a:spLocks noGrp="1" noChangeArrowheads="1"/>
          </p:cNvSpPr>
          <p:nvPr>
            <p:ph type="title"/>
          </p:nvPr>
        </p:nvSpPr>
        <p:spPr bwMode="auto">
          <a:xfrm>
            <a:off x="460375" y="-2"/>
            <a:ext cx="7773988" cy="740664"/>
          </a:xfrm>
          <a:prstGeom prst="rect">
            <a:avLst/>
          </a:prstGeom>
          <a:noFill/>
          <a:ln w="9525">
            <a:noFill/>
            <a:miter lim="800000"/>
            <a:headEnd/>
            <a:tailEnd/>
          </a:ln>
        </p:spPr>
        <p:txBody>
          <a:bodyPr vert="horz" wrap="square" lIns="0" tIns="45720" rIns="91440" bIns="45720" numCol="1" anchor="ctr" anchorCtr="0" compatLnSpc="1">
            <a:prstTxWarp prst="textNoShape">
              <a:avLst/>
            </a:prstTxWarp>
          </a:bodyPr>
          <a:lstStyle/>
          <a:p>
            <a:pPr lvl="0"/>
            <a:r>
              <a:rPr lang="en-US" dirty="0"/>
              <a:t>Slide Title</a:t>
            </a:r>
          </a:p>
        </p:txBody>
      </p:sp>
      <p:sp>
        <p:nvSpPr>
          <p:cNvPr id="1030" name="Rectangle 5"/>
          <p:cNvSpPr>
            <a:spLocks noGrp="1" noChangeArrowheads="1"/>
          </p:cNvSpPr>
          <p:nvPr>
            <p:ph type="body" idx="1"/>
          </p:nvPr>
        </p:nvSpPr>
        <p:spPr bwMode="auto">
          <a:xfrm>
            <a:off x="458788" y="1021215"/>
            <a:ext cx="8119156" cy="5147356"/>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lvl="0"/>
            <a:r>
              <a:rPr lang="en-US" dirty="0"/>
              <a:t>Body Text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591322370"/>
      </p:ext>
    </p:extLst>
  </p:cSld>
  <p:clrMap bg1="lt1" tx1="dk1" bg2="lt2" tx2="dk2" accent1="accent1" accent2="accent2" accent3="accent3" accent4="accent4" accent5="accent5" accent6="accent6" hlink="hlink" folHlink="folHlink"/>
  <p:sldLayoutIdLst>
    <p:sldLayoutId id="2147484415" r:id="rId1"/>
    <p:sldLayoutId id="2147484416" r:id="rId2"/>
    <p:sldLayoutId id="2147484417" r:id="rId3"/>
    <p:sldLayoutId id="2147484418" r:id="rId4"/>
    <p:sldLayoutId id="2147484419" r:id="rId5"/>
    <p:sldLayoutId id="2147484420" r:id="rId6"/>
    <p:sldLayoutId id="2147484421" r:id="rId7"/>
    <p:sldLayoutId id="2147484422" r:id="rId8"/>
    <p:sldLayoutId id="2147484423" r:id="rId9"/>
    <p:sldLayoutId id="2147484424" r:id="rId10"/>
    <p:sldLayoutId id="2147484425" r:id="rId11"/>
    <p:sldLayoutId id="2147484426" r:id="rId12"/>
  </p:sldLayoutIdLst>
  <p:txStyles>
    <p:titleStyle>
      <a:lvl1pPr algn="l" rtl="0" eaLnBrk="1" fontAlgn="base" hangingPunct="1">
        <a:lnSpc>
          <a:spcPct val="85000"/>
        </a:lnSpc>
        <a:spcBef>
          <a:spcPct val="0"/>
        </a:spcBef>
        <a:spcAft>
          <a:spcPct val="0"/>
        </a:spcAft>
        <a:buClr>
          <a:srgbClr val="DC0081"/>
        </a:buClr>
        <a:buFont typeface="Wingdings" pitchFamily="2" charset="2"/>
        <a:defRPr sz="2800">
          <a:solidFill>
            <a:schemeClr val="bg1"/>
          </a:solidFill>
          <a:latin typeface="Segoe UI" pitchFamily="34" charset="0"/>
          <a:ea typeface="Segoe UI" pitchFamily="34" charset="0"/>
          <a:cs typeface="Segoe UI" pitchFamily="34" charset="0"/>
        </a:defRPr>
      </a:lvl1pPr>
      <a:lvl2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2pPr>
      <a:lvl3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3pPr>
      <a:lvl4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4pPr>
      <a:lvl5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5pPr>
      <a:lvl6pPr marL="4572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6pPr>
      <a:lvl7pPr marL="9144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7pPr>
      <a:lvl8pPr marL="13716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8pPr>
      <a:lvl9pPr marL="18288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9pPr>
    </p:titleStyle>
    <p:bodyStyle>
      <a:lvl1pPr marL="174625" indent="-174625" algn="l" rtl="0" eaLnBrk="1" fontAlgn="base" hangingPunct="1">
        <a:lnSpc>
          <a:spcPct val="100000"/>
        </a:lnSpc>
        <a:spcBef>
          <a:spcPts val="600"/>
        </a:spcBef>
        <a:spcAft>
          <a:spcPct val="0"/>
        </a:spcAft>
        <a:buClr>
          <a:srgbClr val="0070C0"/>
        </a:buClr>
        <a:buSzPct val="90000"/>
        <a:buFont typeface="Arial" pitchFamily="34" charset="0"/>
        <a:buChar char="•"/>
        <a:defRPr sz="2800">
          <a:solidFill>
            <a:schemeClr val="tx1"/>
          </a:solidFill>
          <a:latin typeface="Segoe UI" pitchFamily="34" charset="0"/>
          <a:ea typeface="Segoe UI" pitchFamily="34" charset="0"/>
          <a:cs typeface="Segoe UI" pitchFamily="34" charset="0"/>
        </a:defRPr>
      </a:lvl1pPr>
      <a:lvl2pPr marL="458788" indent="-169863" algn="l" rtl="0" eaLnBrk="1" fontAlgn="base" hangingPunct="1">
        <a:lnSpc>
          <a:spcPct val="100000"/>
        </a:lnSpc>
        <a:spcBef>
          <a:spcPts val="600"/>
        </a:spcBef>
        <a:spcAft>
          <a:spcPct val="0"/>
        </a:spcAft>
        <a:buClr>
          <a:srgbClr val="0070C0"/>
        </a:buClr>
        <a:buSzPct val="80000"/>
        <a:buFont typeface="Arial" pitchFamily="34" charset="0"/>
        <a:buChar char="•"/>
        <a:defRPr sz="2400">
          <a:solidFill>
            <a:schemeClr val="tx1"/>
          </a:solidFill>
          <a:latin typeface="Segoe UI" pitchFamily="34" charset="0"/>
          <a:ea typeface="Segoe UI" pitchFamily="34" charset="0"/>
          <a:cs typeface="Segoe UI" pitchFamily="34" charset="0"/>
        </a:defRPr>
      </a:lvl2pPr>
      <a:lvl3pPr marL="854075" indent="-173038" algn="l" rtl="0" eaLnBrk="1" fontAlgn="base" hangingPunct="1">
        <a:lnSpc>
          <a:spcPct val="100000"/>
        </a:lnSpc>
        <a:spcBef>
          <a:spcPts val="600"/>
        </a:spcBef>
        <a:spcAft>
          <a:spcPct val="0"/>
        </a:spcAft>
        <a:buClr>
          <a:srgbClr val="0070C0"/>
        </a:buClr>
        <a:buSzPct val="80000"/>
        <a:buFont typeface="Arial" pitchFamily="34" charset="0"/>
        <a:buChar char="•"/>
        <a:defRPr sz="2000">
          <a:solidFill>
            <a:schemeClr val="tx1"/>
          </a:solidFill>
          <a:latin typeface="Segoe UI" pitchFamily="34" charset="0"/>
          <a:ea typeface="Segoe UI" pitchFamily="34" charset="0"/>
          <a:cs typeface="Segoe UI" pitchFamily="34" charset="0"/>
        </a:defRPr>
      </a:lvl3pPr>
      <a:lvl4pPr marL="1254125" indent="-165100"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4pPr>
      <a:lvl5pPr marL="1544638" indent="-168275"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5pPr>
      <a:lvl6pPr marL="20018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6pPr>
      <a:lvl7pPr marL="24590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7pPr>
      <a:lvl8pPr marL="29162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8pPr>
      <a:lvl9pPr marL="33734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7.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0" y="0"/>
            <a:ext cx="9144000" cy="704088"/>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25001" name="Rectangle 9"/>
          <p:cNvSpPr>
            <a:spLocks noChangeArrowheads="1"/>
          </p:cNvSpPr>
          <p:nvPr/>
        </p:nvSpPr>
        <p:spPr bwMode="auto">
          <a:xfrm>
            <a:off x="4763" y="731838"/>
            <a:ext cx="9136062" cy="6111875"/>
          </a:xfrm>
          <a:prstGeom prst="rect">
            <a:avLst/>
          </a:prstGeom>
          <a:noFill/>
          <a:ln w="28575" algn="ctr">
            <a:noFill/>
            <a:miter lim="800000"/>
            <a:headEnd/>
            <a:tailEnd/>
          </a:ln>
          <a:effectLst/>
        </p:spPr>
        <p:txBody>
          <a:bodyPr wrap="none" anchor="ctr"/>
          <a:lstStyle/>
          <a:p>
            <a:pPr algn="ctr" eaLnBrk="0" hangingPunct="0">
              <a:defRPr/>
            </a:pPr>
            <a:endParaRPr lang="en-US">
              <a:cs typeface="+mn-cs"/>
            </a:endParaRPr>
          </a:p>
        </p:txBody>
      </p:sp>
      <p:sp>
        <p:nvSpPr>
          <p:cNvPr id="1029" name="Rectangle 4"/>
          <p:cNvSpPr>
            <a:spLocks noGrp="1" noChangeArrowheads="1"/>
          </p:cNvSpPr>
          <p:nvPr>
            <p:ph type="title"/>
          </p:nvPr>
        </p:nvSpPr>
        <p:spPr bwMode="auto">
          <a:xfrm>
            <a:off x="460375" y="-2"/>
            <a:ext cx="7773988" cy="740664"/>
          </a:xfrm>
          <a:prstGeom prst="rect">
            <a:avLst/>
          </a:prstGeom>
          <a:noFill/>
          <a:ln w="9525">
            <a:noFill/>
            <a:miter lim="800000"/>
            <a:headEnd/>
            <a:tailEnd/>
          </a:ln>
        </p:spPr>
        <p:txBody>
          <a:bodyPr vert="horz" wrap="square" lIns="0" tIns="45720" rIns="91440" bIns="45720" numCol="1" anchor="ctr" anchorCtr="0" compatLnSpc="1">
            <a:prstTxWarp prst="textNoShape">
              <a:avLst/>
            </a:prstTxWarp>
          </a:bodyPr>
          <a:lstStyle/>
          <a:p>
            <a:pPr lvl="0"/>
            <a:r>
              <a:rPr lang="en-US" dirty="0"/>
              <a:t>Slide Title</a:t>
            </a:r>
          </a:p>
        </p:txBody>
      </p:sp>
      <p:sp>
        <p:nvSpPr>
          <p:cNvPr id="1030" name="Rectangle 5"/>
          <p:cNvSpPr>
            <a:spLocks noGrp="1" noChangeArrowheads="1"/>
          </p:cNvSpPr>
          <p:nvPr>
            <p:ph type="body" idx="1"/>
          </p:nvPr>
        </p:nvSpPr>
        <p:spPr bwMode="auto">
          <a:xfrm>
            <a:off x="458788" y="1021215"/>
            <a:ext cx="8119156" cy="5147356"/>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lvl="0"/>
            <a:r>
              <a:rPr lang="en-US" dirty="0"/>
              <a:t>Body Text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846794768"/>
      </p:ext>
    </p:extLst>
  </p:cSld>
  <p:clrMap bg1="lt1" tx1="dk1" bg2="lt2" tx2="dk2" accent1="accent1" accent2="accent2" accent3="accent3" accent4="accent4" accent5="accent5" accent6="accent6" hlink="hlink" folHlink="folHlink"/>
  <p:sldLayoutIdLst>
    <p:sldLayoutId id="2147484454" r:id="rId1"/>
    <p:sldLayoutId id="2147484455" r:id="rId2"/>
    <p:sldLayoutId id="2147484456" r:id="rId3"/>
    <p:sldLayoutId id="2147484457" r:id="rId4"/>
    <p:sldLayoutId id="2147484458" r:id="rId5"/>
    <p:sldLayoutId id="2147484459" r:id="rId6"/>
    <p:sldLayoutId id="2147484460" r:id="rId7"/>
    <p:sldLayoutId id="2147484461" r:id="rId8"/>
    <p:sldLayoutId id="2147484462" r:id="rId9"/>
    <p:sldLayoutId id="2147484463" r:id="rId10"/>
    <p:sldLayoutId id="2147484464" r:id="rId11"/>
    <p:sldLayoutId id="2147484465" r:id="rId12"/>
  </p:sldLayoutIdLst>
  <p:txStyles>
    <p:titleStyle>
      <a:lvl1pPr algn="l" rtl="0" eaLnBrk="1" fontAlgn="base" hangingPunct="1">
        <a:lnSpc>
          <a:spcPct val="85000"/>
        </a:lnSpc>
        <a:spcBef>
          <a:spcPct val="0"/>
        </a:spcBef>
        <a:spcAft>
          <a:spcPct val="0"/>
        </a:spcAft>
        <a:buClr>
          <a:srgbClr val="DC0081"/>
        </a:buClr>
        <a:buFont typeface="Wingdings" pitchFamily="2" charset="2"/>
        <a:defRPr sz="2800">
          <a:solidFill>
            <a:schemeClr val="bg1"/>
          </a:solidFill>
          <a:latin typeface="Segoe UI" pitchFamily="34" charset="0"/>
          <a:ea typeface="Segoe UI" pitchFamily="34" charset="0"/>
          <a:cs typeface="Segoe UI" pitchFamily="34" charset="0"/>
        </a:defRPr>
      </a:lvl1pPr>
      <a:lvl2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2pPr>
      <a:lvl3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3pPr>
      <a:lvl4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4pPr>
      <a:lvl5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5pPr>
      <a:lvl6pPr marL="4572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6pPr>
      <a:lvl7pPr marL="9144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7pPr>
      <a:lvl8pPr marL="13716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8pPr>
      <a:lvl9pPr marL="18288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9pPr>
    </p:titleStyle>
    <p:bodyStyle>
      <a:lvl1pPr marL="174625" indent="-174625" algn="l" rtl="0" eaLnBrk="1" fontAlgn="base" hangingPunct="1">
        <a:lnSpc>
          <a:spcPct val="100000"/>
        </a:lnSpc>
        <a:spcBef>
          <a:spcPts val="600"/>
        </a:spcBef>
        <a:spcAft>
          <a:spcPct val="0"/>
        </a:spcAft>
        <a:buClr>
          <a:srgbClr val="0070C0"/>
        </a:buClr>
        <a:buSzPct val="90000"/>
        <a:buFont typeface="Arial" pitchFamily="34" charset="0"/>
        <a:buChar char="•"/>
        <a:defRPr sz="2800">
          <a:solidFill>
            <a:schemeClr val="tx1"/>
          </a:solidFill>
          <a:latin typeface="Segoe UI" pitchFamily="34" charset="0"/>
          <a:ea typeface="Segoe UI" pitchFamily="34" charset="0"/>
          <a:cs typeface="Segoe UI" pitchFamily="34" charset="0"/>
        </a:defRPr>
      </a:lvl1pPr>
      <a:lvl2pPr marL="458788" indent="-169863" algn="l" rtl="0" eaLnBrk="1" fontAlgn="base" hangingPunct="1">
        <a:lnSpc>
          <a:spcPct val="100000"/>
        </a:lnSpc>
        <a:spcBef>
          <a:spcPts val="600"/>
        </a:spcBef>
        <a:spcAft>
          <a:spcPct val="0"/>
        </a:spcAft>
        <a:buClr>
          <a:srgbClr val="0070C0"/>
        </a:buClr>
        <a:buSzPct val="80000"/>
        <a:buFont typeface="Arial" pitchFamily="34" charset="0"/>
        <a:buChar char="•"/>
        <a:defRPr sz="2400">
          <a:solidFill>
            <a:schemeClr val="tx1"/>
          </a:solidFill>
          <a:latin typeface="Segoe UI" pitchFamily="34" charset="0"/>
          <a:ea typeface="Segoe UI" pitchFamily="34" charset="0"/>
          <a:cs typeface="Segoe UI" pitchFamily="34" charset="0"/>
        </a:defRPr>
      </a:lvl2pPr>
      <a:lvl3pPr marL="854075" indent="-173038" algn="l" rtl="0" eaLnBrk="1" fontAlgn="base" hangingPunct="1">
        <a:lnSpc>
          <a:spcPct val="100000"/>
        </a:lnSpc>
        <a:spcBef>
          <a:spcPts val="600"/>
        </a:spcBef>
        <a:spcAft>
          <a:spcPct val="0"/>
        </a:spcAft>
        <a:buClr>
          <a:srgbClr val="0070C0"/>
        </a:buClr>
        <a:buSzPct val="80000"/>
        <a:buFont typeface="Arial" pitchFamily="34" charset="0"/>
        <a:buChar char="•"/>
        <a:defRPr sz="2000">
          <a:solidFill>
            <a:schemeClr val="tx1"/>
          </a:solidFill>
          <a:latin typeface="Segoe UI" pitchFamily="34" charset="0"/>
          <a:ea typeface="Segoe UI" pitchFamily="34" charset="0"/>
          <a:cs typeface="Segoe UI" pitchFamily="34" charset="0"/>
        </a:defRPr>
      </a:lvl3pPr>
      <a:lvl4pPr marL="1254125" indent="-165100"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4pPr>
      <a:lvl5pPr marL="1544638" indent="-168275"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5pPr>
      <a:lvl6pPr marL="20018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6pPr>
      <a:lvl7pPr marL="24590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7pPr>
      <a:lvl8pPr marL="29162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8pPr>
      <a:lvl9pPr marL="33734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4.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6.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54.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66.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8.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96.xml"/></Relationships>
</file>

<file path=ppt/slides/_rels/slide9.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3.png"/><Relationship Id="rId7" Type="http://schemas.openxmlformats.org/officeDocument/2006/relationships/image" Target="../media/image7.png"/><Relationship Id="rId2" Type="http://schemas.openxmlformats.org/officeDocument/2006/relationships/notesSlide" Target="../notesSlides/notesSlide9.xml"/><Relationship Id="rId1" Type="http://schemas.openxmlformats.org/officeDocument/2006/relationships/slideLayout" Target="../slideLayouts/slideLayout102.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 Id="rId9" Type="http://schemas.openxmlformats.org/officeDocument/2006/relationships/image" Target="../media/image9.jpeg"/></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114.xml"/></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1.xml"/><Relationship Id="rId1" Type="http://schemas.openxmlformats.org/officeDocument/2006/relationships/slideLayout" Target="../slideLayouts/slideLayout126.xml"/><Relationship Id="rId4" Type="http://schemas.openxmlformats.org/officeDocument/2006/relationships/image" Target="../media/image12.png"/></Relationships>
</file>

<file path=ppt/slides/_rels/slide1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2.xml"/><Relationship Id="rId1" Type="http://schemas.openxmlformats.org/officeDocument/2006/relationships/slideLayout" Target="../slideLayouts/slideLayout138.xml"/></Relationships>
</file>

<file path=ppt/slides/_rels/slide1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3.xml"/><Relationship Id="rId1" Type="http://schemas.openxmlformats.org/officeDocument/2006/relationships/slideLayout" Target="../slideLayouts/slideLayout150.xml"/><Relationship Id="rId5" Type="http://schemas.openxmlformats.org/officeDocument/2006/relationships/image" Target="../media/image16.emf"/><Relationship Id="rId4" Type="http://schemas.openxmlformats.org/officeDocument/2006/relationships/image" Target="../media/image15.png"/></Relationships>
</file>

<file path=ppt/slides/_rels/slide1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4.xml"/><Relationship Id="rId1" Type="http://schemas.openxmlformats.org/officeDocument/2006/relationships/slideLayout" Target="../slideLayouts/slideLayout162.xml"/><Relationship Id="rId5" Type="http://schemas.openxmlformats.org/officeDocument/2006/relationships/image" Target="../media/image16.emf"/><Relationship Id="rId4" Type="http://schemas.openxmlformats.org/officeDocument/2006/relationships/image" Target="../media/image17.png"/></Relationships>
</file>

<file path=ppt/slides/_rels/slide1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5.xml"/><Relationship Id="rId1" Type="http://schemas.openxmlformats.org/officeDocument/2006/relationships/slideLayout" Target="../slideLayouts/slideLayout174.xml"/><Relationship Id="rId5" Type="http://schemas.openxmlformats.org/officeDocument/2006/relationships/image" Target="../media/image18.png"/><Relationship Id="rId4" Type="http://schemas.openxmlformats.org/officeDocument/2006/relationships/image" Target="../media/image16.emf"/></Relationships>
</file>

<file path=ppt/slides/_rels/slide1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6.xml"/><Relationship Id="rId1" Type="http://schemas.openxmlformats.org/officeDocument/2006/relationships/slideLayout" Target="../slideLayouts/slideLayout186.xml"/><Relationship Id="rId5" Type="http://schemas.openxmlformats.org/officeDocument/2006/relationships/image" Target="../media/image16.emf"/><Relationship Id="rId4" Type="http://schemas.openxmlformats.org/officeDocument/2006/relationships/image" Target="../media/image19.png"/></Relationships>
</file>

<file path=ppt/slides/_rels/slide1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7.xml"/><Relationship Id="rId1" Type="http://schemas.openxmlformats.org/officeDocument/2006/relationships/slideLayout" Target="../slideLayouts/slideLayout198.xml"/><Relationship Id="rId5" Type="http://schemas.openxmlformats.org/officeDocument/2006/relationships/image" Target="../media/image16.emf"/><Relationship Id="rId4" Type="http://schemas.openxmlformats.org/officeDocument/2006/relationships/image" Target="../media/image20.png"/></Relationships>
</file>

<file path=ppt/slides/_rels/slide1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8.xml"/><Relationship Id="rId1" Type="http://schemas.openxmlformats.org/officeDocument/2006/relationships/slideLayout" Target="../slideLayouts/slideLayout210.xml"/><Relationship Id="rId5" Type="http://schemas.openxmlformats.org/officeDocument/2006/relationships/image" Target="../media/image16.emf"/><Relationship Id="rId4" Type="http://schemas.openxmlformats.org/officeDocument/2006/relationships/image" Target="../media/image21.png"/></Relationships>
</file>

<file path=ppt/slides/_rels/slide1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9.xml"/><Relationship Id="rId1" Type="http://schemas.openxmlformats.org/officeDocument/2006/relationships/slideLayout" Target="../slideLayouts/slideLayout222.xml"/><Relationship Id="rId5" Type="http://schemas.openxmlformats.org/officeDocument/2006/relationships/image" Target="../media/image23.emf"/><Relationship Id="rId4" Type="http://schemas.openxmlformats.org/officeDocument/2006/relationships/image" Target="../media/image22.png"/></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34.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52.xml"/></Relationships>
</file>

<file path=ppt/slides/_rels/slide22.xml.rels><?xml version="1.0" encoding="UTF-8" standalone="yes"?>
<Relationships xmlns="http://schemas.openxmlformats.org/package/2006/relationships"><Relationship Id="rId3" Type="http://schemas.openxmlformats.org/officeDocument/2006/relationships/image" Target="../media/image16.emf"/><Relationship Id="rId2" Type="http://schemas.openxmlformats.org/officeDocument/2006/relationships/notesSlide" Target="../notesSlides/notesSlide22.xml"/><Relationship Id="rId1" Type="http://schemas.openxmlformats.org/officeDocument/2006/relationships/slideLayout" Target="../slideLayouts/slideLayout258.xml"/><Relationship Id="rId4" Type="http://schemas.openxmlformats.org/officeDocument/2006/relationships/image" Target="../media/image24.png"/></Relationships>
</file>

<file path=ppt/slides/_rels/slide23.xml.rels><?xml version="1.0" encoding="UTF-8" standalone="yes"?>
<Relationships xmlns="http://schemas.openxmlformats.org/package/2006/relationships"><Relationship Id="rId3" Type="http://schemas.openxmlformats.org/officeDocument/2006/relationships/image" Target="../media/image16.emf"/><Relationship Id="rId2" Type="http://schemas.openxmlformats.org/officeDocument/2006/relationships/notesSlide" Target="../notesSlides/notesSlide23.xml"/><Relationship Id="rId1" Type="http://schemas.openxmlformats.org/officeDocument/2006/relationships/slideLayout" Target="../slideLayouts/slideLayout270.xml"/><Relationship Id="rId4" Type="http://schemas.openxmlformats.org/officeDocument/2006/relationships/image" Target="../media/image25.png"/></Relationships>
</file>

<file path=ppt/slides/_rels/slide24.xml.rels><?xml version="1.0" encoding="UTF-8" standalone="yes"?>
<Relationships xmlns="http://schemas.openxmlformats.org/package/2006/relationships"><Relationship Id="rId3" Type="http://schemas.openxmlformats.org/officeDocument/2006/relationships/image" Target="../media/image16.emf"/><Relationship Id="rId2" Type="http://schemas.openxmlformats.org/officeDocument/2006/relationships/notesSlide" Target="../notesSlides/notesSlide24.xml"/><Relationship Id="rId1" Type="http://schemas.openxmlformats.org/officeDocument/2006/relationships/slideLayout" Target="../slideLayouts/slideLayout282.xml"/><Relationship Id="rId4" Type="http://schemas.openxmlformats.org/officeDocument/2006/relationships/image" Target="../media/image26.png"/></Relationships>
</file>

<file path=ppt/slides/_rels/slide25.xml.rels><?xml version="1.0" encoding="UTF-8" standalone="yes"?>
<Relationships xmlns="http://schemas.openxmlformats.org/package/2006/relationships"><Relationship Id="rId3" Type="http://schemas.openxmlformats.org/officeDocument/2006/relationships/image" Target="../media/image16.emf"/><Relationship Id="rId2" Type="http://schemas.openxmlformats.org/officeDocument/2006/relationships/notesSlide" Target="../notesSlides/notesSlide25.xml"/><Relationship Id="rId1" Type="http://schemas.openxmlformats.org/officeDocument/2006/relationships/slideLayout" Target="../slideLayouts/slideLayout294.xml"/><Relationship Id="rId4" Type="http://schemas.openxmlformats.org/officeDocument/2006/relationships/image" Target="../media/image27.png"/></Relationships>
</file>

<file path=ppt/slides/_rels/slide26.xml.rels><?xml version="1.0" encoding="UTF-8" standalone="yes"?>
<Relationships xmlns="http://schemas.openxmlformats.org/package/2006/relationships"><Relationship Id="rId3" Type="http://schemas.openxmlformats.org/officeDocument/2006/relationships/image" Target="../media/image16.emf"/><Relationship Id="rId2" Type="http://schemas.openxmlformats.org/officeDocument/2006/relationships/notesSlide" Target="../notesSlides/notesSlide26.xml"/><Relationship Id="rId1" Type="http://schemas.openxmlformats.org/officeDocument/2006/relationships/slideLayout" Target="../slideLayouts/slideLayout306.xml"/><Relationship Id="rId4" Type="http://schemas.openxmlformats.org/officeDocument/2006/relationships/image" Target="../media/image28.png"/></Relationships>
</file>

<file path=ppt/slides/_rels/slide27.xml.rels><?xml version="1.0" encoding="UTF-8" standalone="yes"?>
<Relationships xmlns="http://schemas.openxmlformats.org/package/2006/relationships"><Relationship Id="rId3" Type="http://schemas.openxmlformats.org/officeDocument/2006/relationships/image" Target="../media/image16.emf"/><Relationship Id="rId2" Type="http://schemas.openxmlformats.org/officeDocument/2006/relationships/notesSlide" Target="../notesSlides/notesSlide27.xml"/><Relationship Id="rId1" Type="http://schemas.openxmlformats.org/officeDocument/2006/relationships/slideLayout" Target="../slideLayouts/slideLayout318.xml"/><Relationship Id="rId4" Type="http://schemas.openxmlformats.org/officeDocument/2006/relationships/image" Target="../media/image29.png"/></Relationships>
</file>

<file path=ppt/slides/_rels/slide28.xml.rels><?xml version="1.0" encoding="UTF-8" standalone="yes"?>
<Relationships xmlns="http://schemas.openxmlformats.org/package/2006/relationships"><Relationship Id="rId3" Type="http://schemas.openxmlformats.org/officeDocument/2006/relationships/image" Target="../media/image16.emf"/><Relationship Id="rId2" Type="http://schemas.openxmlformats.org/officeDocument/2006/relationships/notesSlide" Target="../notesSlides/notesSlide28.xml"/><Relationship Id="rId1" Type="http://schemas.openxmlformats.org/officeDocument/2006/relationships/slideLayout" Target="../slideLayouts/slideLayout330.xml"/><Relationship Id="rId4" Type="http://schemas.openxmlformats.org/officeDocument/2006/relationships/image" Target="../media/image30.png"/></Relationships>
</file>

<file path=ppt/slides/_rels/slide29.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29.xml"/><Relationship Id="rId1" Type="http://schemas.openxmlformats.org/officeDocument/2006/relationships/slideLayout" Target="../slideLayouts/slideLayout342.xml"/><Relationship Id="rId4" Type="http://schemas.openxmlformats.org/officeDocument/2006/relationships/image" Target="../media/image23.emf"/></Relationships>
</file>

<file path=ppt/slides/_rels/slide30.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30.xml"/><Relationship Id="rId1" Type="http://schemas.openxmlformats.org/officeDocument/2006/relationships/slideLayout" Target="../slideLayouts/slideLayout354.xml"/></Relationships>
</file>

<file path=ppt/slides/_rels/slide31.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31.xml"/><Relationship Id="rId1" Type="http://schemas.openxmlformats.org/officeDocument/2006/relationships/slideLayout" Target="../slideLayouts/slideLayout366.xml"/></Relationships>
</file>

<file path=ppt/slides/_rels/slide32.xml.rels><?xml version="1.0" encoding="UTF-8" standalone="yes"?>
<Relationships xmlns="http://schemas.openxmlformats.org/package/2006/relationships"><Relationship Id="rId3" Type="http://schemas.openxmlformats.org/officeDocument/2006/relationships/image" Target="../media/image34.jpg"/><Relationship Id="rId2" Type="http://schemas.openxmlformats.org/officeDocument/2006/relationships/notesSlide" Target="../notesSlides/notesSlide32.xml"/><Relationship Id="rId1" Type="http://schemas.openxmlformats.org/officeDocument/2006/relationships/slideLayout" Target="../slideLayouts/slideLayout378.xml"/></Relationships>
</file>

<file path=ppt/slides/_rels/slide33.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33.xml"/><Relationship Id="rId1" Type="http://schemas.openxmlformats.org/officeDocument/2006/relationships/slideLayout" Target="../slideLayouts/slideLayout390.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40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420.xml"/></Relationships>
</file>

<file path=ppt/slides/_rels/slide36.xml.rels><?xml version="1.0" encoding="UTF-8" standalone="yes"?>
<Relationships xmlns="http://schemas.openxmlformats.org/package/2006/relationships"><Relationship Id="rId8" Type="http://schemas.openxmlformats.org/officeDocument/2006/relationships/image" Target="../media/image41.png"/><Relationship Id="rId13" Type="http://schemas.openxmlformats.org/officeDocument/2006/relationships/image" Target="../media/image46.png"/><Relationship Id="rId3" Type="http://schemas.openxmlformats.org/officeDocument/2006/relationships/image" Target="../media/image36.png"/><Relationship Id="rId7" Type="http://schemas.openxmlformats.org/officeDocument/2006/relationships/image" Target="../media/image40.png"/><Relationship Id="rId12" Type="http://schemas.openxmlformats.org/officeDocument/2006/relationships/image" Target="../media/image45.png"/><Relationship Id="rId2" Type="http://schemas.openxmlformats.org/officeDocument/2006/relationships/notesSlide" Target="../notesSlides/notesSlide36.xml"/><Relationship Id="rId1" Type="http://schemas.openxmlformats.org/officeDocument/2006/relationships/slideLayout" Target="../slideLayouts/slideLayout426.xml"/><Relationship Id="rId6" Type="http://schemas.openxmlformats.org/officeDocument/2006/relationships/image" Target="../media/image39.png"/><Relationship Id="rId11" Type="http://schemas.openxmlformats.org/officeDocument/2006/relationships/image" Target="../media/image44.png"/><Relationship Id="rId5" Type="http://schemas.openxmlformats.org/officeDocument/2006/relationships/image" Target="../media/image38.png"/><Relationship Id="rId10" Type="http://schemas.openxmlformats.org/officeDocument/2006/relationships/image" Target="../media/image43.png"/><Relationship Id="rId4" Type="http://schemas.openxmlformats.org/officeDocument/2006/relationships/image" Target="../media/image37.png"/><Relationship Id="rId9" Type="http://schemas.openxmlformats.org/officeDocument/2006/relationships/image" Target="../media/image42.png"/><Relationship Id="rId14" Type="http://schemas.openxmlformats.org/officeDocument/2006/relationships/image" Target="../media/image47.png"/></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438.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450.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648.xml"/></Relationships>
</file>

<file path=ppt/slides/_rels/slide40.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40.xml"/><Relationship Id="rId1" Type="http://schemas.openxmlformats.org/officeDocument/2006/relationships/slideLayout" Target="../slideLayouts/slideLayout46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474.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486.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660.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504.xml"/></Relationships>
</file>

<file path=ppt/slides/_rels/slide45.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notesSlide" Target="../notesSlides/notesSlide45.xml"/><Relationship Id="rId1" Type="http://schemas.openxmlformats.org/officeDocument/2006/relationships/slideLayout" Target="../slideLayouts/slideLayout510.xml"/></Relationships>
</file>

<file path=ppt/slides/_rels/slide46.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notesSlide" Target="../notesSlides/notesSlide46.xml"/><Relationship Id="rId1" Type="http://schemas.openxmlformats.org/officeDocument/2006/relationships/slideLayout" Target="../slideLayouts/slideLayout52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534.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546.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672.xml"/></Relationships>
</file>

<file path=ppt/slides/_rels/slide50.xml.rels><?xml version="1.0" encoding="UTF-8" standalone="yes"?>
<Relationships xmlns="http://schemas.openxmlformats.org/package/2006/relationships"><Relationship Id="rId3" Type="http://schemas.openxmlformats.org/officeDocument/2006/relationships/image" Target="../media/image50.jpg"/><Relationship Id="rId2" Type="http://schemas.openxmlformats.org/officeDocument/2006/relationships/notesSlide" Target="../notesSlides/notesSlide50.xml"/><Relationship Id="rId1" Type="http://schemas.openxmlformats.org/officeDocument/2006/relationships/slideLayout" Target="../slideLayouts/slideLayout558.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570.xml"/></Relationships>
</file>

<file path=ppt/slides/_rels/slide52.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notesSlide" Target="../notesSlides/notesSlide52.xml"/><Relationship Id="rId1" Type="http://schemas.openxmlformats.org/officeDocument/2006/relationships/slideLayout" Target="../slideLayouts/slideLayout582.xml"/><Relationship Id="rId5" Type="http://schemas.openxmlformats.org/officeDocument/2006/relationships/image" Target="../media/image53.png"/><Relationship Id="rId4" Type="http://schemas.openxmlformats.org/officeDocument/2006/relationships/image" Target="../media/image52.png"/></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600.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612.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624.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636.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684.xml"/></Relationships>
</file>

<file path=ppt/slides/slide1.xml><?xml version="1.0" encoding="utf-8"?>
<p:sld xmlns:a="http://schemas.openxmlformats.org/drawingml/2006/main" xmlns:r="http://schemas.openxmlformats.org/officeDocument/2006/relationships" xmlns:p="http://schemas.openxmlformats.org/presentationml/2006/main">
  <p:cSld name="8c790333-064c-4985-a532-d483aa476908">
    <p:spTree>
      <p:nvGrpSpPr>
        <p:cNvPr id="1" name=""/>
        <p:cNvGrpSpPr/>
        <p:nvPr/>
      </p:nvGrpSpPr>
      <p:grpSpPr>
        <a:xfrm>
          <a:off x="0" y="0"/>
          <a:ext cx="0" cy="0"/>
          <a:chOff x="0" y="0"/>
          <a:chExt cx="0" cy="0"/>
        </a:xfrm>
      </p:grpSpPr>
      <p:sp>
        <p:nvSpPr>
          <p:cNvPr id="2" name="Title 1"/>
          <p:cNvSpPr>
            <a:spLocks noGrp="1"/>
          </p:cNvSpPr>
          <p:nvPr>
            <p:ph type="ctrTitle" sz="quarter"/>
          </p:nvPr>
        </p:nvSpPr>
        <p:spPr>
          <a:xfrm>
            <a:off x="3106782" y="3169492"/>
            <a:ext cx="5732417" cy="340093"/>
          </a:xfrm>
        </p:spPr>
        <p:txBody>
          <a:bodyPr/>
          <a:lstStyle/>
          <a:p>
            <a:r>
              <a:rPr lang="en-CA" sz="2600" dirty="0"/>
              <a:t>Module 1</a:t>
            </a:r>
          </a:p>
        </p:txBody>
      </p:sp>
      <p:sp>
        <p:nvSpPr>
          <p:cNvPr id="3" name="Subtitle 2"/>
          <p:cNvSpPr>
            <a:spLocks noGrp="1"/>
          </p:cNvSpPr>
          <p:nvPr>
            <p:ph type="subTitle" sz="quarter" idx="1"/>
          </p:nvPr>
        </p:nvSpPr>
        <p:spPr/>
        <p:txBody>
          <a:bodyPr/>
          <a:lstStyle/>
          <a:p>
            <a:r>
              <a:rPr lang="en-CA"/>
              <a:t>Deploying and Managing Windows Server 2012
</a:t>
            </a:r>
          </a:p>
        </p:txBody>
      </p:sp>
    </p:spTree>
    <p:extLst>
      <p:ext uri="{BB962C8B-B14F-4D97-AF65-F5344CB8AC3E}">
        <p14:creationId xmlns:p14="http://schemas.microsoft.com/office/powerpoint/2010/main" val="294023175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6862dd46-c73d-450c-9723-c11b8fceb54a">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a:t>Module Overview</a:t>
            </a:r>
          </a:p>
        </p:txBody>
      </p:sp>
      <p:sp>
        <p:nvSpPr>
          <p:cNvPr id="3" name="Text Placeholder 2"/>
          <p:cNvSpPr>
            <a:spLocks noGrp="1"/>
          </p:cNvSpPr>
          <p:nvPr>
            <p:ph type="body" idx="1"/>
          </p:nvPr>
        </p:nvSpPr>
        <p:spPr/>
        <p:txBody>
          <a:bodyPr/>
          <a:lstStyle/>
          <a:p>
            <a:r>
              <a:rPr lang="en-CA" dirty="0"/>
              <a:t>Windows Server 2012 Overview
Installing Windows Server 2012
Post-Installation Configuration of Windows </a:t>
            </a:r>
            <a:br>
              <a:rPr lang="en-CA" dirty="0"/>
            </a:br>
            <a:r>
              <a:rPr lang="en-CA" dirty="0"/>
              <a:t>Server 2012
Overview of Windows Server 2012 Management
Introduction to Windows PowerShell</a:t>
            </a:r>
          </a:p>
        </p:txBody>
      </p:sp>
    </p:spTree>
    <p:extLst>
      <p:ext uri="{BB962C8B-B14F-4D97-AF65-F5344CB8AC3E}">
        <p14:creationId xmlns:p14="http://schemas.microsoft.com/office/powerpoint/2010/main" val="360862636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ab9776ab-dc62-4cc6-aaac-66589787981c">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a:t>Lesson 1: Windows Server 2012 Overview</a:t>
            </a:r>
          </a:p>
        </p:txBody>
      </p:sp>
      <p:sp>
        <p:nvSpPr>
          <p:cNvPr id="3" name="Text Placeholder 2"/>
          <p:cNvSpPr>
            <a:spLocks noGrp="1"/>
          </p:cNvSpPr>
          <p:nvPr>
            <p:ph type="body" idx="1"/>
          </p:nvPr>
        </p:nvSpPr>
        <p:spPr/>
        <p:txBody>
          <a:bodyPr/>
          <a:lstStyle/>
          <a:p>
            <a:r>
              <a:rPr lang="en-CA"/>
              <a:t>Windows Server 2012 R2 Editions
What Is Server Core?
Windows Server 2012 R2 Roles
What Are the Windows Server 2012 Features?</a:t>
            </a:r>
          </a:p>
        </p:txBody>
      </p:sp>
    </p:spTree>
    <p:extLst>
      <p:ext uri="{BB962C8B-B14F-4D97-AF65-F5344CB8AC3E}">
        <p14:creationId xmlns:p14="http://schemas.microsoft.com/office/powerpoint/2010/main" val="123566922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357740b6-bbb1-4477-a606-63f360a1048f">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a:t>Windows Server 2012 R2 Editions</a:t>
            </a:r>
          </a:p>
        </p:txBody>
      </p:sp>
      <p:sp>
        <p:nvSpPr>
          <p:cNvPr id="4" name="AutoShape 4"/>
          <p:cNvSpPr>
            <a:spLocks noChangeArrowheads="1"/>
          </p:cNvSpPr>
          <p:nvPr/>
        </p:nvSpPr>
        <p:spPr bwMode="auto">
          <a:xfrm>
            <a:off x="682388" y="1598951"/>
            <a:ext cx="8038530" cy="4611861"/>
          </a:xfrm>
          <a:prstGeom prst="roundRect">
            <a:avLst>
              <a:gd name="adj" fmla="val 4167"/>
            </a:avLst>
          </a:prstGeom>
          <a:noFill/>
          <a:ln w="9525" algn="ctr">
            <a:noFill/>
            <a:round/>
            <a:headEnd/>
            <a:tailEnd/>
          </a:ln>
        </p:spPr>
        <p:txBody>
          <a:bodyPr anchor="ctr"/>
          <a:lstStyle/>
          <a:p>
            <a:pPr marL="228600" lvl="0" indent="-228600" fontAlgn="base">
              <a:spcBef>
                <a:spcPct val="40000"/>
              </a:spcBef>
              <a:spcAft>
                <a:spcPct val="0"/>
              </a:spcAft>
              <a:buClr>
                <a:srgbClr val="006699"/>
              </a:buClr>
              <a:buFontTx/>
              <a:buChar char="•"/>
            </a:pPr>
            <a:endParaRPr lang="en-US" altLang="ja-JP" sz="2000" dirty="0">
              <a:solidFill>
                <a:srgbClr val="000000"/>
              </a:solidFill>
              <a:latin typeface="Segoe UI" pitchFamily="34" charset="0"/>
              <a:ea typeface="Segoe UI" pitchFamily="34" charset="0"/>
              <a:cs typeface="Segoe UI" pitchFamily="34" charset="0"/>
            </a:endParaRPr>
          </a:p>
        </p:txBody>
      </p:sp>
      <p:sp>
        <p:nvSpPr>
          <p:cNvPr id="5" name="Content Placeholder 2"/>
          <p:cNvSpPr txBox="1">
            <a:spLocks/>
          </p:cNvSpPr>
          <p:nvPr/>
        </p:nvSpPr>
        <p:spPr>
          <a:xfrm>
            <a:off x="458788" y="1021215"/>
            <a:ext cx="8119156" cy="5147356"/>
          </a:xfrm>
          <a:prstGeom prst="rect">
            <a:avLst/>
          </a:prstGeom>
        </p:spPr>
        <p:txBody>
          <a:bodyPr/>
          <a:lstStyle>
            <a:lvl1pPr marL="174625" indent="-174625" algn="l" rtl="0" eaLnBrk="1" fontAlgn="base" hangingPunct="1">
              <a:lnSpc>
                <a:spcPct val="100000"/>
              </a:lnSpc>
              <a:spcBef>
                <a:spcPts val="600"/>
              </a:spcBef>
              <a:spcAft>
                <a:spcPct val="0"/>
              </a:spcAft>
              <a:buClr>
                <a:srgbClr val="0070C0"/>
              </a:buClr>
              <a:buSzPct val="90000"/>
              <a:buFont typeface="Arial" pitchFamily="34" charset="0"/>
              <a:buChar char="•"/>
              <a:defRPr sz="2800">
                <a:solidFill>
                  <a:schemeClr val="tx1"/>
                </a:solidFill>
                <a:latin typeface="Segoe UI" pitchFamily="34" charset="0"/>
                <a:ea typeface="Segoe UI" pitchFamily="34" charset="0"/>
                <a:cs typeface="Segoe UI" pitchFamily="34" charset="0"/>
              </a:defRPr>
            </a:lvl1pPr>
            <a:lvl2pPr marL="458788" indent="-169863" algn="l" rtl="0" eaLnBrk="1" fontAlgn="base" hangingPunct="1">
              <a:lnSpc>
                <a:spcPct val="100000"/>
              </a:lnSpc>
              <a:spcBef>
                <a:spcPts val="600"/>
              </a:spcBef>
              <a:spcAft>
                <a:spcPct val="0"/>
              </a:spcAft>
              <a:buClr>
                <a:srgbClr val="0070C0"/>
              </a:buClr>
              <a:buSzPct val="80000"/>
              <a:buFont typeface="Arial" pitchFamily="34" charset="0"/>
              <a:buChar char="•"/>
              <a:defRPr sz="2400">
                <a:solidFill>
                  <a:schemeClr val="tx1"/>
                </a:solidFill>
                <a:latin typeface="Segoe UI" pitchFamily="34" charset="0"/>
                <a:ea typeface="Segoe UI" pitchFamily="34" charset="0"/>
                <a:cs typeface="Segoe UI" pitchFamily="34" charset="0"/>
              </a:defRPr>
            </a:lvl2pPr>
            <a:lvl3pPr marL="854075" indent="-173038" algn="l" rtl="0" eaLnBrk="1" fontAlgn="base" hangingPunct="1">
              <a:lnSpc>
                <a:spcPct val="100000"/>
              </a:lnSpc>
              <a:spcBef>
                <a:spcPts val="600"/>
              </a:spcBef>
              <a:spcAft>
                <a:spcPct val="0"/>
              </a:spcAft>
              <a:buClr>
                <a:srgbClr val="0070C0"/>
              </a:buClr>
              <a:buSzPct val="80000"/>
              <a:buFont typeface="Arial" pitchFamily="34" charset="0"/>
              <a:buChar char="•"/>
              <a:defRPr sz="2000">
                <a:solidFill>
                  <a:schemeClr val="tx1"/>
                </a:solidFill>
                <a:latin typeface="Segoe UI" pitchFamily="34" charset="0"/>
                <a:ea typeface="Segoe UI" pitchFamily="34" charset="0"/>
                <a:cs typeface="Segoe UI" pitchFamily="34" charset="0"/>
              </a:defRPr>
            </a:lvl3pPr>
            <a:lvl4pPr marL="1254125" indent="-165100"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4pPr>
            <a:lvl5pPr marL="1544638" indent="-168275"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5pPr>
            <a:lvl6pPr marL="20018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6pPr>
            <a:lvl7pPr marL="24590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7pPr>
            <a:lvl8pPr marL="29162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8pPr>
            <a:lvl9pPr marL="33734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9pPr>
          </a:lstStyle>
          <a:p>
            <a:pPr marL="0" lvl="0" indent="0">
              <a:buNone/>
            </a:pPr>
            <a:r>
              <a:rPr lang="en-US" kern="0">
                <a:solidFill>
                  <a:srgbClr val="000000"/>
                </a:solidFill>
              </a:rPr>
              <a:t>Windows Server 2012 editions:</a:t>
            </a:r>
          </a:p>
          <a:p>
            <a:pPr lvl="1"/>
            <a:r>
              <a:rPr lang="en-US" altLang="ja-JP" kern="0">
                <a:solidFill>
                  <a:srgbClr val="000000"/>
                </a:solidFill>
              </a:rPr>
              <a:t>Windows Server 2012 R2 Standard</a:t>
            </a:r>
          </a:p>
          <a:p>
            <a:pPr lvl="1"/>
            <a:r>
              <a:rPr lang="en-US" altLang="ja-JP" kern="0">
                <a:solidFill>
                  <a:srgbClr val="000000"/>
                </a:solidFill>
              </a:rPr>
              <a:t>Windows Server 2012 R2 Datacenter</a:t>
            </a:r>
          </a:p>
          <a:p>
            <a:pPr lvl="1"/>
            <a:r>
              <a:rPr lang="en-US" altLang="ja-JP" kern="0">
                <a:solidFill>
                  <a:srgbClr val="000000"/>
                </a:solidFill>
              </a:rPr>
              <a:t>Windows Server 2012 R2 Foundation</a:t>
            </a:r>
          </a:p>
          <a:p>
            <a:pPr lvl="1"/>
            <a:r>
              <a:rPr lang="en-US" altLang="ja-JP" kern="0">
                <a:solidFill>
                  <a:srgbClr val="000000"/>
                </a:solidFill>
              </a:rPr>
              <a:t>Windows Server 2012 R2 Essentials</a:t>
            </a:r>
          </a:p>
          <a:p>
            <a:pPr lvl="1"/>
            <a:r>
              <a:rPr lang="nn-NO" altLang="ja-JP" kern="0">
                <a:solidFill>
                  <a:srgbClr val="000000"/>
                </a:solidFill>
              </a:rPr>
              <a:t>Microsoft Hyper-V Server 2012 R2</a:t>
            </a:r>
          </a:p>
          <a:p>
            <a:pPr lvl="1"/>
            <a:r>
              <a:rPr lang="en-US" altLang="ja-JP" kern="0">
                <a:solidFill>
                  <a:srgbClr val="000000"/>
                </a:solidFill>
              </a:rPr>
              <a:t>Windows Storage Server 2012 R2 Workgroup</a:t>
            </a:r>
          </a:p>
          <a:p>
            <a:pPr lvl="1"/>
            <a:r>
              <a:rPr lang="en-US" altLang="ja-JP" kern="0">
                <a:solidFill>
                  <a:srgbClr val="000000"/>
                </a:solidFill>
              </a:rPr>
              <a:t>Windows Storage Server 2012 R2 Standard</a:t>
            </a:r>
          </a:p>
          <a:p>
            <a:pPr lvl="1"/>
            <a:r>
              <a:rPr lang="en-US" altLang="ja-JP" kern="0">
                <a:solidFill>
                  <a:srgbClr val="000000"/>
                </a:solidFill>
              </a:rPr>
              <a:t>Windows MultiPoint Server 2012 Standard</a:t>
            </a:r>
          </a:p>
          <a:p>
            <a:pPr lvl="1"/>
            <a:r>
              <a:rPr lang="en-US" altLang="ja-JP" kern="0">
                <a:solidFill>
                  <a:srgbClr val="000000"/>
                </a:solidFill>
              </a:rPr>
              <a:t>Windows MultiPoint Server 2012 Premium</a:t>
            </a:r>
            <a:endParaRPr lang="en-CA" kern="0" dirty="0">
              <a:solidFill>
                <a:srgbClr val="000000"/>
              </a:solidFill>
            </a:endParaRPr>
          </a:p>
        </p:txBody>
      </p:sp>
    </p:spTree>
    <p:extLst>
      <p:ext uri="{BB962C8B-B14F-4D97-AF65-F5344CB8AC3E}">
        <p14:creationId xmlns:p14="http://schemas.microsoft.com/office/powerpoint/2010/main" val="170297116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031d81f6-4855-436d-a45d-158bbe721a79">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a:t>What Is Server Core?</a:t>
            </a:r>
          </a:p>
        </p:txBody>
      </p:sp>
      <p:sp>
        <p:nvSpPr>
          <p:cNvPr id="4" name="Content Placeholder 2"/>
          <p:cNvSpPr txBox="1">
            <a:spLocks/>
          </p:cNvSpPr>
          <p:nvPr/>
        </p:nvSpPr>
        <p:spPr>
          <a:xfrm>
            <a:off x="458788" y="1021215"/>
            <a:ext cx="8119156" cy="5147356"/>
          </a:xfrm>
          <a:prstGeom prst="rect">
            <a:avLst/>
          </a:prstGeom>
        </p:spPr>
        <p:txBody>
          <a:bodyPr/>
          <a:lstStyle>
            <a:lvl1pPr marL="174625" indent="-174625" algn="l" rtl="0" eaLnBrk="1" fontAlgn="base" hangingPunct="1">
              <a:lnSpc>
                <a:spcPct val="100000"/>
              </a:lnSpc>
              <a:spcBef>
                <a:spcPts val="600"/>
              </a:spcBef>
              <a:spcAft>
                <a:spcPct val="0"/>
              </a:spcAft>
              <a:buClr>
                <a:srgbClr val="0070C0"/>
              </a:buClr>
              <a:buSzPct val="90000"/>
              <a:buFont typeface="Arial" pitchFamily="34" charset="0"/>
              <a:buChar char="•"/>
              <a:defRPr sz="2800">
                <a:solidFill>
                  <a:schemeClr val="tx1"/>
                </a:solidFill>
                <a:latin typeface="Segoe UI" pitchFamily="34" charset="0"/>
                <a:ea typeface="Segoe UI" pitchFamily="34" charset="0"/>
                <a:cs typeface="Segoe UI" pitchFamily="34" charset="0"/>
              </a:defRPr>
            </a:lvl1pPr>
            <a:lvl2pPr marL="458788" indent="-169863" algn="l" rtl="0" eaLnBrk="1" fontAlgn="base" hangingPunct="1">
              <a:lnSpc>
                <a:spcPct val="100000"/>
              </a:lnSpc>
              <a:spcBef>
                <a:spcPts val="600"/>
              </a:spcBef>
              <a:spcAft>
                <a:spcPct val="0"/>
              </a:spcAft>
              <a:buClr>
                <a:srgbClr val="0070C0"/>
              </a:buClr>
              <a:buSzPct val="80000"/>
              <a:buFont typeface="Arial" pitchFamily="34" charset="0"/>
              <a:buChar char="•"/>
              <a:defRPr sz="2400">
                <a:solidFill>
                  <a:schemeClr val="tx1"/>
                </a:solidFill>
                <a:latin typeface="Segoe UI" pitchFamily="34" charset="0"/>
                <a:ea typeface="Segoe UI" pitchFamily="34" charset="0"/>
                <a:cs typeface="Segoe UI" pitchFamily="34" charset="0"/>
              </a:defRPr>
            </a:lvl2pPr>
            <a:lvl3pPr marL="854075" indent="-173038" algn="l" rtl="0" eaLnBrk="1" fontAlgn="base" hangingPunct="1">
              <a:lnSpc>
                <a:spcPct val="100000"/>
              </a:lnSpc>
              <a:spcBef>
                <a:spcPts val="600"/>
              </a:spcBef>
              <a:spcAft>
                <a:spcPct val="0"/>
              </a:spcAft>
              <a:buClr>
                <a:srgbClr val="0070C0"/>
              </a:buClr>
              <a:buSzPct val="80000"/>
              <a:buFont typeface="Arial" pitchFamily="34" charset="0"/>
              <a:buChar char="•"/>
              <a:defRPr sz="2000">
                <a:solidFill>
                  <a:schemeClr val="tx1"/>
                </a:solidFill>
                <a:latin typeface="Segoe UI" pitchFamily="34" charset="0"/>
                <a:ea typeface="Segoe UI" pitchFamily="34" charset="0"/>
                <a:cs typeface="Segoe UI" pitchFamily="34" charset="0"/>
              </a:defRPr>
            </a:lvl3pPr>
            <a:lvl4pPr marL="1254125" indent="-165100"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4pPr>
            <a:lvl5pPr marL="1544638" indent="-168275"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5pPr>
            <a:lvl6pPr marL="20018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6pPr>
            <a:lvl7pPr marL="24590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7pPr>
            <a:lvl8pPr marL="29162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8pPr>
            <a:lvl9pPr marL="33734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9pPr>
          </a:lstStyle>
          <a:p>
            <a:pPr marL="0" lvl="0" indent="0">
              <a:buNone/>
            </a:pPr>
            <a:r>
              <a:rPr lang="en-US" kern="0">
                <a:solidFill>
                  <a:srgbClr val="000000"/>
                </a:solidFill>
              </a:rPr>
              <a:t>Server Core:</a:t>
            </a:r>
          </a:p>
          <a:p>
            <a:pPr lvl="1"/>
            <a:r>
              <a:rPr lang="en-US" sz="2600" kern="0">
                <a:solidFill>
                  <a:srgbClr val="000000"/>
                </a:solidFill>
              </a:rPr>
              <a:t>Is a more secure, less resource-intensive installation option</a:t>
            </a:r>
          </a:p>
          <a:p>
            <a:pPr lvl="1"/>
            <a:r>
              <a:rPr lang="en-US" sz="2600" kern="0">
                <a:solidFill>
                  <a:srgbClr val="000000"/>
                </a:solidFill>
              </a:rPr>
              <a:t>Can be converted to full graphical shell version of Windows Server 2012</a:t>
            </a:r>
          </a:p>
          <a:p>
            <a:pPr lvl="1"/>
            <a:r>
              <a:rPr lang="en-US" sz="2600" kern="0">
                <a:solidFill>
                  <a:srgbClr val="000000"/>
                </a:solidFill>
              </a:rPr>
              <a:t>Is the default installation option for Windows </a:t>
            </a:r>
            <a:br>
              <a:rPr lang="en-US" sz="2600" kern="0">
                <a:solidFill>
                  <a:srgbClr val="000000"/>
                </a:solidFill>
              </a:rPr>
            </a:br>
            <a:r>
              <a:rPr lang="en-US" sz="2600" kern="0">
                <a:solidFill>
                  <a:srgbClr val="000000"/>
                </a:solidFill>
              </a:rPr>
              <a:t>Server 2012</a:t>
            </a:r>
          </a:p>
          <a:p>
            <a:pPr lvl="1"/>
            <a:r>
              <a:rPr lang="en-US" sz="2600" kern="0">
                <a:solidFill>
                  <a:srgbClr val="000000"/>
                </a:solidFill>
              </a:rPr>
              <a:t>Is managed locally using sconfig.cmd</a:t>
            </a:r>
          </a:p>
          <a:p>
            <a:pPr marL="0" lvl="0" indent="0">
              <a:spcBef>
                <a:spcPts val="1800"/>
              </a:spcBef>
              <a:buNone/>
            </a:pPr>
            <a:r>
              <a:rPr lang="en-US" kern="0">
                <a:solidFill>
                  <a:srgbClr val="000000"/>
                </a:solidFill>
              </a:rPr>
              <a:t>With remote management enabled, you rarely will need to sign in locally</a:t>
            </a:r>
          </a:p>
          <a:p>
            <a:pPr marL="0" lvl="0" indent="0">
              <a:buNone/>
            </a:pPr>
            <a:endParaRPr lang="en-CA" kern="0" dirty="0">
              <a:solidFill>
                <a:srgbClr val="000000"/>
              </a:solidFill>
            </a:endParaRPr>
          </a:p>
        </p:txBody>
      </p:sp>
    </p:spTree>
    <p:extLst>
      <p:ext uri="{BB962C8B-B14F-4D97-AF65-F5344CB8AC3E}">
        <p14:creationId xmlns:p14="http://schemas.microsoft.com/office/powerpoint/2010/main" val="261600314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fbd282cd-a5a7-41ba-9a5c-8cf391000bba">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pt-BR"/>
              <a:t>Windows Server 2012 R2 Roles</a:t>
            </a:r>
            <a:endParaRPr lang="en-CA"/>
          </a:p>
        </p:txBody>
      </p:sp>
      <p:sp>
        <p:nvSpPr>
          <p:cNvPr id="4" name="Content Placeholder 1"/>
          <p:cNvSpPr txBox="1">
            <a:spLocks/>
          </p:cNvSpPr>
          <p:nvPr/>
        </p:nvSpPr>
        <p:spPr>
          <a:xfrm>
            <a:off x="458788" y="1021215"/>
            <a:ext cx="8119156" cy="5147356"/>
          </a:xfrm>
          <a:prstGeom prst="rect">
            <a:avLst/>
          </a:prstGeom>
        </p:spPr>
        <p:txBody>
          <a:bodyPr/>
          <a:lstStyle>
            <a:lvl1pPr marL="174625" indent="-174625" algn="l" rtl="0" eaLnBrk="1" fontAlgn="base" hangingPunct="1">
              <a:lnSpc>
                <a:spcPct val="100000"/>
              </a:lnSpc>
              <a:spcBef>
                <a:spcPts val="600"/>
              </a:spcBef>
              <a:spcAft>
                <a:spcPct val="0"/>
              </a:spcAft>
              <a:buClr>
                <a:srgbClr val="0070C0"/>
              </a:buClr>
              <a:buSzPct val="90000"/>
              <a:buFont typeface="Arial" pitchFamily="34" charset="0"/>
              <a:buChar char="•"/>
              <a:defRPr sz="2800">
                <a:solidFill>
                  <a:schemeClr val="tx1"/>
                </a:solidFill>
                <a:latin typeface="Segoe UI" pitchFamily="34" charset="0"/>
                <a:ea typeface="Segoe UI" pitchFamily="34" charset="0"/>
                <a:cs typeface="Segoe UI" pitchFamily="34" charset="0"/>
              </a:defRPr>
            </a:lvl1pPr>
            <a:lvl2pPr marL="458788" indent="-169863" algn="l" rtl="0" eaLnBrk="1" fontAlgn="base" hangingPunct="1">
              <a:lnSpc>
                <a:spcPct val="100000"/>
              </a:lnSpc>
              <a:spcBef>
                <a:spcPts val="600"/>
              </a:spcBef>
              <a:spcAft>
                <a:spcPct val="0"/>
              </a:spcAft>
              <a:buClr>
                <a:srgbClr val="0070C0"/>
              </a:buClr>
              <a:buSzPct val="80000"/>
              <a:buFont typeface="Arial" pitchFamily="34" charset="0"/>
              <a:buChar char="•"/>
              <a:defRPr sz="2400">
                <a:solidFill>
                  <a:schemeClr val="tx1"/>
                </a:solidFill>
                <a:latin typeface="Segoe UI" pitchFamily="34" charset="0"/>
                <a:ea typeface="Segoe UI" pitchFamily="34" charset="0"/>
                <a:cs typeface="Segoe UI" pitchFamily="34" charset="0"/>
              </a:defRPr>
            </a:lvl2pPr>
            <a:lvl3pPr marL="854075" indent="-173038" algn="l" rtl="0" eaLnBrk="1" fontAlgn="base" hangingPunct="1">
              <a:lnSpc>
                <a:spcPct val="100000"/>
              </a:lnSpc>
              <a:spcBef>
                <a:spcPts val="600"/>
              </a:spcBef>
              <a:spcAft>
                <a:spcPct val="0"/>
              </a:spcAft>
              <a:buClr>
                <a:srgbClr val="0070C0"/>
              </a:buClr>
              <a:buSzPct val="80000"/>
              <a:buFont typeface="Arial" pitchFamily="34" charset="0"/>
              <a:buChar char="•"/>
              <a:defRPr sz="2000">
                <a:solidFill>
                  <a:schemeClr val="tx1"/>
                </a:solidFill>
                <a:latin typeface="Segoe UI" pitchFamily="34" charset="0"/>
                <a:ea typeface="Segoe UI" pitchFamily="34" charset="0"/>
                <a:cs typeface="Segoe UI" pitchFamily="34" charset="0"/>
              </a:defRPr>
            </a:lvl3pPr>
            <a:lvl4pPr marL="1254125" indent="-165100"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4pPr>
            <a:lvl5pPr marL="1544638" indent="-168275"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5pPr>
            <a:lvl6pPr marL="20018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6pPr>
            <a:lvl7pPr marL="24590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7pPr>
            <a:lvl8pPr marL="29162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8pPr>
            <a:lvl9pPr marL="33734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9pPr>
          </a:lstStyle>
          <a:p>
            <a:pPr marL="0" lvl="0" indent="0">
              <a:spcBef>
                <a:spcPts val="1800"/>
              </a:spcBef>
              <a:buNone/>
            </a:pPr>
            <a:r>
              <a:rPr lang="en-US" kern="0">
                <a:solidFill>
                  <a:srgbClr val="000000"/>
                </a:solidFill>
              </a:rPr>
              <a:t>Roles</a:t>
            </a:r>
          </a:p>
          <a:p>
            <a:pPr lvl="1"/>
            <a:r>
              <a:rPr lang="en-US" kern="0">
                <a:solidFill>
                  <a:srgbClr val="000000"/>
                </a:solidFill>
              </a:rPr>
              <a:t>Roles are made up of role services components that provide additional functionality associated with the role</a:t>
            </a:r>
          </a:p>
          <a:p>
            <a:pPr lvl="1"/>
            <a:r>
              <a:rPr lang="en-US" kern="0">
                <a:solidFill>
                  <a:srgbClr val="000000"/>
                </a:solidFill>
              </a:rPr>
              <a:t>In Server Manager 2012, console servers with a similar role are grouped together</a:t>
            </a:r>
          </a:p>
          <a:p>
            <a:pPr lvl="1"/>
            <a:r>
              <a:rPr lang="en-US" kern="0">
                <a:solidFill>
                  <a:srgbClr val="000000"/>
                </a:solidFill>
              </a:rPr>
              <a:t>Role deployment also includes the configuration of dependencies</a:t>
            </a:r>
            <a:endParaRPr lang="en-US" kern="0" dirty="0">
              <a:solidFill>
                <a:srgbClr val="000000"/>
              </a:solidFill>
            </a:endParaRPr>
          </a:p>
        </p:txBody>
      </p:sp>
    </p:spTree>
    <p:extLst>
      <p:ext uri="{BB962C8B-B14F-4D97-AF65-F5344CB8AC3E}">
        <p14:creationId xmlns:p14="http://schemas.microsoft.com/office/powerpoint/2010/main" val="339426811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7ed5fdb9-f667-416f-8992-83ab1ee998ac">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a:t>What Are the Windows Server 2012 Features?</a:t>
            </a:r>
          </a:p>
        </p:txBody>
      </p:sp>
      <p:sp>
        <p:nvSpPr>
          <p:cNvPr id="4" name="Rectangle 2"/>
          <p:cNvSpPr>
            <a:spLocks noChangeArrowheads="1"/>
          </p:cNvSpPr>
          <p:nvPr/>
        </p:nvSpPr>
        <p:spPr bwMode="auto">
          <a:xfrm>
            <a:off x="0" y="-261610"/>
            <a:ext cx="184731" cy="523220"/>
          </a:xfrm>
          <a:prstGeom prst="rect">
            <a:avLst/>
          </a:prstGeom>
          <a:noFill/>
          <a:ln>
            <a:noFill/>
          </a:ln>
          <a:effectLst/>
        </p:spPr>
        <p:txBody>
          <a:bodyPr vert="horz" wrap="none" lIns="91440" tIns="45720" rIns="91440" bIns="45720" numCol="1" anchor="ctr" anchorCtr="0" compatLnSpc="1">
            <a:prstTxWarp prst="textNoShape">
              <a:avLst/>
            </a:prstTxWarp>
            <a:spAutoFit/>
          </a:bodyPr>
          <a:lstStyle/>
          <a:p>
            <a:pPr lvl="0" fontAlgn="base">
              <a:spcBef>
                <a:spcPct val="0"/>
              </a:spcBef>
              <a:spcAft>
                <a:spcPct val="0"/>
              </a:spcAft>
            </a:pPr>
            <a:endParaRPr lang="en-US" sz="2800" b="1">
              <a:solidFill>
                <a:srgbClr val="000000"/>
              </a:solidFill>
              <a:latin typeface="Segoe UI" pitchFamily="34" charset="0"/>
              <a:ea typeface="Segoe UI" pitchFamily="34" charset="0"/>
              <a:cs typeface="Segoe UI" pitchFamily="34" charset="0"/>
            </a:endParaRPr>
          </a:p>
        </p:txBody>
      </p:sp>
      <p:sp>
        <p:nvSpPr>
          <p:cNvPr id="5" name="Content Placeholder 7"/>
          <p:cNvSpPr txBox="1">
            <a:spLocks/>
          </p:cNvSpPr>
          <p:nvPr/>
        </p:nvSpPr>
        <p:spPr>
          <a:xfrm>
            <a:off x="458788" y="1021215"/>
            <a:ext cx="8119156" cy="5147356"/>
          </a:xfrm>
          <a:prstGeom prst="rect">
            <a:avLst/>
          </a:prstGeom>
        </p:spPr>
        <p:txBody>
          <a:bodyPr/>
          <a:lstStyle>
            <a:lvl1pPr marL="174625" indent="-174625" algn="l" rtl="0" eaLnBrk="1" fontAlgn="base" hangingPunct="1">
              <a:lnSpc>
                <a:spcPct val="100000"/>
              </a:lnSpc>
              <a:spcBef>
                <a:spcPts val="600"/>
              </a:spcBef>
              <a:spcAft>
                <a:spcPct val="0"/>
              </a:spcAft>
              <a:buClr>
                <a:srgbClr val="0070C0"/>
              </a:buClr>
              <a:buSzPct val="90000"/>
              <a:buFont typeface="Arial" pitchFamily="34" charset="0"/>
              <a:buChar char="•"/>
              <a:defRPr sz="2800">
                <a:solidFill>
                  <a:schemeClr val="tx1"/>
                </a:solidFill>
                <a:latin typeface="Segoe UI" pitchFamily="34" charset="0"/>
                <a:ea typeface="Segoe UI" pitchFamily="34" charset="0"/>
                <a:cs typeface="Segoe UI" pitchFamily="34" charset="0"/>
              </a:defRPr>
            </a:lvl1pPr>
            <a:lvl2pPr marL="458788" indent="-169863" algn="l" rtl="0" eaLnBrk="1" fontAlgn="base" hangingPunct="1">
              <a:lnSpc>
                <a:spcPct val="100000"/>
              </a:lnSpc>
              <a:spcBef>
                <a:spcPts val="600"/>
              </a:spcBef>
              <a:spcAft>
                <a:spcPct val="0"/>
              </a:spcAft>
              <a:buClr>
                <a:srgbClr val="0070C0"/>
              </a:buClr>
              <a:buSzPct val="80000"/>
              <a:buFont typeface="Arial" pitchFamily="34" charset="0"/>
              <a:buChar char="•"/>
              <a:defRPr sz="2400">
                <a:solidFill>
                  <a:schemeClr val="tx1"/>
                </a:solidFill>
                <a:latin typeface="Segoe UI" pitchFamily="34" charset="0"/>
                <a:ea typeface="Segoe UI" pitchFamily="34" charset="0"/>
                <a:cs typeface="Segoe UI" pitchFamily="34" charset="0"/>
              </a:defRPr>
            </a:lvl2pPr>
            <a:lvl3pPr marL="854075" indent="-173038" algn="l" rtl="0" eaLnBrk="1" fontAlgn="base" hangingPunct="1">
              <a:lnSpc>
                <a:spcPct val="100000"/>
              </a:lnSpc>
              <a:spcBef>
                <a:spcPts val="600"/>
              </a:spcBef>
              <a:spcAft>
                <a:spcPct val="0"/>
              </a:spcAft>
              <a:buClr>
                <a:srgbClr val="0070C0"/>
              </a:buClr>
              <a:buSzPct val="80000"/>
              <a:buFont typeface="Arial" pitchFamily="34" charset="0"/>
              <a:buChar char="•"/>
              <a:defRPr sz="2000">
                <a:solidFill>
                  <a:schemeClr val="tx1"/>
                </a:solidFill>
                <a:latin typeface="Segoe UI" pitchFamily="34" charset="0"/>
                <a:ea typeface="Segoe UI" pitchFamily="34" charset="0"/>
                <a:cs typeface="Segoe UI" pitchFamily="34" charset="0"/>
              </a:defRPr>
            </a:lvl3pPr>
            <a:lvl4pPr marL="1254125" indent="-165100"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4pPr>
            <a:lvl5pPr marL="1544638" indent="-168275"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5pPr>
            <a:lvl6pPr marL="20018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6pPr>
            <a:lvl7pPr marL="24590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7pPr>
            <a:lvl8pPr marL="29162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8pPr>
            <a:lvl9pPr marL="33734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9pPr>
          </a:lstStyle>
          <a:p>
            <a:pPr marL="0" lvl="0" indent="0">
              <a:buNone/>
            </a:pPr>
            <a:r>
              <a:rPr lang="en-US" kern="0">
                <a:solidFill>
                  <a:srgbClr val="000000"/>
                </a:solidFill>
              </a:rPr>
              <a:t>Features:</a:t>
            </a:r>
          </a:p>
          <a:p>
            <a:pPr lvl="1"/>
            <a:r>
              <a:rPr lang="en-US" altLang="zh-TW" sz="2600" kern="0">
                <a:solidFill>
                  <a:srgbClr val="000000"/>
                </a:solidFill>
              </a:rPr>
              <a:t>Are components that support the server such as Windows Server Backup or Failover clustering</a:t>
            </a:r>
          </a:p>
          <a:p>
            <a:pPr lvl="1"/>
            <a:r>
              <a:rPr lang="en-US" altLang="zh-TW" sz="2600" kern="0">
                <a:solidFill>
                  <a:srgbClr val="000000"/>
                </a:solidFill>
              </a:rPr>
              <a:t>Usually do not provide a service directly to clients on the network</a:t>
            </a:r>
          </a:p>
          <a:p>
            <a:pPr marL="0" lvl="0" indent="0">
              <a:spcBef>
                <a:spcPts val="1800"/>
              </a:spcBef>
              <a:buNone/>
            </a:pPr>
            <a:r>
              <a:rPr lang="en-US" kern="0">
                <a:solidFill>
                  <a:srgbClr val="000000"/>
                </a:solidFill>
              </a:rPr>
              <a:t>Keep in mind the following points:</a:t>
            </a:r>
          </a:p>
          <a:p>
            <a:pPr lvl="1"/>
            <a:r>
              <a:rPr lang="en-US" altLang="zh-TW" sz="2600" kern="0">
                <a:solidFill>
                  <a:srgbClr val="000000"/>
                </a:solidFill>
              </a:rPr>
              <a:t>Roles can have features as dependencies</a:t>
            </a:r>
          </a:p>
          <a:p>
            <a:pPr lvl="1"/>
            <a:r>
              <a:rPr lang="en-US" altLang="zh-TW" sz="2600" kern="0">
                <a:solidFill>
                  <a:srgbClr val="000000"/>
                </a:solidFill>
              </a:rPr>
              <a:t>Features on Demand are features that need to be installed using a mounted image as a source</a:t>
            </a:r>
            <a:endParaRPr lang="en-US" altLang="zh-TW" sz="2600" kern="0" dirty="0">
              <a:solidFill>
                <a:srgbClr val="000000"/>
              </a:solidFill>
            </a:endParaRPr>
          </a:p>
        </p:txBody>
      </p:sp>
    </p:spTree>
    <p:extLst>
      <p:ext uri="{BB962C8B-B14F-4D97-AF65-F5344CB8AC3E}">
        <p14:creationId xmlns:p14="http://schemas.microsoft.com/office/powerpoint/2010/main" val="118524488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54016f2b-c6e7-49f6-87b6-dfea7cec3699">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a:t>Lesson 2: Installing Windows Server 2012</a:t>
            </a:r>
          </a:p>
        </p:txBody>
      </p:sp>
      <p:sp>
        <p:nvSpPr>
          <p:cNvPr id="3" name="Text Placeholder 2"/>
          <p:cNvSpPr>
            <a:spLocks noGrp="1"/>
          </p:cNvSpPr>
          <p:nvPr>
            <p:ph type="body" idx="1"/>
          </p:nvPr>
        </p:nvSpPr>
        <p:spPr>
          <a:xfrm>
            <a:off x="460375" y="1021215"/>
            <a:ext cx="8579122" cy="5147356"/>
          </a:xfrm>
        </p:spPr>
        <p:txBody>
          <a:bodyPr/>
          <a:lstStyle/>
          <a:p>
            <a:r>
              <a:rPr lang="en-CA" dirty="0"/>
              <a:t>Installation Methods
Installation Types
Choosing Whether to Upgrade or Migrate
</a:t>
            </a:r>
            <a:r>
              <a:rPr lang="en-CA" spc="-30" dirty="0"/>
              <a:t>Hardware Requirements for Windows Server 2012 R2</a:t>
            </a:r>
            <a:r>
              <a:rPr lang="en-CA" dirty="0"/>
              <a:t>
Installing Windows Server 2012
Migrating Server Roles</a:t>
            </a:r>
          </a:p>
        </p:txBody>
      </p:sp>
    </p:spTree>
    <p:extLst>
      <p:ext uri="{BB962C8B-B14F-4D97-AF65-F5344CB8AC3E}">
        <p14:creationId xmlns:p14="http://schemas.microsoft.com/office/powerpoint/2010/main" val="94939616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f227a4b2-fd7a-4968-904c-0db7357a2877">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a:t>Installation Methods</a:t>
            </a:r>
          </a:p>
        </p:txBody>
      </p:sp>
      <p:sp>
        <p:nvSpPr>
          <p:cNvPr id="4" name="TextBox 3"/>
          <p:cNvSpPr txBox="1"/>
          <p:nvPr/>
        </p:nvSpPr>
        <p:spPr>
          <a:xfrm>
            <a:off x="504397" y="989867"/>
            <a:ext cx="8093124" cy="954107"/>
          </a:xfrm>
          <a:prstGeom prst="rect">
            <a:avLst/>
          </a:prstGeom>
          <a:noFill/>
        </p:spPr>
        <p:txBody>
          <a:bodyPr wrap="square" rtlCol="0">
            <a:spAutoFit/>
          </a:bodyPr>
          <a:lstStyle/>
          <a:p>
            <a:pPr lvl="0" algn="ctr" fontAlgn="base">
              <a:spcBef>
                <a:spcPct val="0"/>
              </a:spcBef>
              <a:spcAft>
                <a:spcPct val="0"/>
              </a:spcAft>
            </a:pPr>
            <a:r>
              <a:rPr lang="en-US" sz="2800" b="1">
                <a:solidFill>
                  <a:srgbClr val="000000"/>
                </a:solidFill>
                <a:latin typeface="Segoe UI" pitchFamily="34" charset="0"/>
                <a:ea typeface="Segoe UI" pitchFamily="34" charset="0"/>
                <a:cs typeface="Segoe UI" pitchFamily="34" charset="0"/>
              </a:rPr>
              <a:t>Windows Server 2012 R2 deployment </a:t>
            </a:r>
            <a:br>
              <a:rPr lang="en-US" sz="2800" b="1">
                <a:solidFill>
                  <a:srgbClr val="000000"/>
                </a:solidFill>
                <a:latin typeface="Segoe UI" pitchFamily="34" charset="0"/>
                <a:ea typeface="Segoe UI" pitchFamily="34" charset="0"/>
                <a:cs typeface="Segoe UI" pitchFamily="34" charset="0"/>
              </a:rPr>
            </a:br>
            <a:r>
              <a:rPr lang="en-US" sz="2800" b="1">
                <a:solidFill>
                  <a:srgbClr val="000000"/>
                </a:solidFill>
                <a:latin typeface="Segoe UI" pitchFamily="34" charset="0"/>
                <a:ea typeface="Segoe UI" pitchFamily="34" charset="0"/>
                <a:cs typeface="Segoe UI" pitchFamily="34" charset="0"/>
              </a:rPr>
              <a:t>method options include:</a:t>
            </a:r>
            <a:endParaRPr lang="en-US" sz="2400" b="1" dirty="0">
              <a:solidFill>
                <a:srgbClr val="000000"/>
              </a:solidFill>
              <a:latin typeface="Segoe UI" pitchFamily="34" charset="0"/>
              <a:ea typeface="Segoe UI" pitchFamily="34" charset="0"/>
              <a:cs typeface="Segoe UI" pitchFamily="34" charset="0"/>
            </a:endParaRPr>
          </a:p>
        </p:txBody>
      </p:sp>
      <p:sp>
        <p:nvSpPr>
          <p:cNvPr id="5" name="TextBox 4"/>
          <p:cNvSpPr txBox="1"/>
          <p:nvPr/>
        </p:nvSpPr>
        <p:spPr>
          <a:xfrm>
            <a:off x="5627963" y="3389574"/>
            <a:ext cx="2464839" cy="369332"/>
          </a:xfrm>
          <a:prstGeom prst="rect">
            <a:avLst/>
          </a:prstGeom>
          <a:noFill/>
        </p:spPr>
        <p:txBody>
          <a:bodyPr wrap="square" rtlCol="0">
            <a:spAutoFit/>
          </a:bodyPr>
          <a:lstStyle>
            <a:defPPr>
              <a:defRPr lang="en-US"/>
            </a:defPPr>
            <a:lvl1pPr>
              <a:defRPr sz="2300">
                <a:latin typeface="Segoe UI" pitchFamily="34" charset="0"/>
                <a:ea typeface="Segoe UI" pitchFamily="34" charset="0"/>
                <a:cs typeface="Segoe UI" pitchFamily="34" charset="0"/>
              </a:defRPr>
            </a:lvl1pPr>
          </a:lstStyle>
          <a:p>
            <a:pPr lvl="0" fontAlgn="base">
              <a:spcBef>
                <a:spcPct val="0"/>
              </a:spcBef>
              <a:spcAft>
                <a:spcPct val="0"/>
              </a:spcAft>
            </a:pPr>
            <a:r>
              <a:rPr lang="en-US" sz="1800" b="1">
                <a:solidFill>
                  <a:srgbClr val="000000"/>
                </a:solidFill>
                <a:latin typeface="Verdana" pitchFamily="34" charset="0"/>
                <a:cs typeface="Arial" charset="0"/>
              </a:rPr>
              <a:t>USB flash drive</a:t>
            </a:r>
            <a:endParaRPr lang="en-US" sz="1800" b="1" dirty="0">
              <a:solidFill>
                <a:srgbClr val="000000"/>
              </a:solidFill>
              <a:latin typeface="Verdana" pitchFamily="34" charset="0"/>
              <a:cs typeface="Arial" charset="0"/>
            </a:endParaRPr>
          </a:p>
        </p:txBody>
      </p:sp>
      <p:sp>
        <p:nvSpPr>
          <p:cNvPr id="6" name="TextBox 5"/>
          <p:cNvSpPr txBox="1"/>
          <p:nvPr/>
        </p:nvSpPr>
        <p:spPr>
          <a:xfrm>
            <a:off x="1312606" y="3389574"/>
            <a:ext cx="1905395" cy="461665"/>
          </a:xfrm>
          <a:prstGeom prst="rect">
            <a:avLst/>
          </a:prstGeom>
          <a:noFill/>
        </p:spPr>
        <p:txBody>
          <a:bodyPr wrap="square" rtlCol="0">
            <a:spAutoFit/>
          </a:bodyPr>
          <a:lstStyle/>
          <a:p>
            <a:pPr lvl="0" fontAlgn="base">
              <a:spcBef>
                <a:spcPct val="0"/>
              </a:spcBef>
              <a:spcAft>
                <a:spcPct val="0"/>
              </a:spcAft>
            </a:pPr>
            <a:r>
              <a:rPr lang="en-US" sz="2300" b="1">
                <a:solidFill>
                  <a:srgbClr val="000000"/>
                </a:solidFill>
                <a:latin typeface="Segoe UI" pitchFamily="34" charset="0"/>
                <a:ea typeface="Segoe UI" pitchFamily="34" charset="0"/>
                <a:cs typeface="Segoe UI" pitchFamily="34" charset="0"/>
              </a:rPr>
              <a:t>Optical disk</a:t>
            </a:r>
            <a:endParaRPr lang="en-US" sz="2300" b="1" dirty="0">
              <a:solidFill>
                <a:srgbClr val="000000"/>
              </a:solidFill>
              <a:latin typeface="Segoe UI" pitchFamily="34" charset="0"/>
              <a:ea typeface="Segoe UI" pitchFamily="34" charset="0"/>
              <a:cs typeface="Segoe UI" pitchFamily="34" charset="0"/>
            </a:endParaRPr>
          </a:p>
        </p:txBody>
      </p:sp>
      <p:sp>
        <p:nvSpPr>
          <p:cNvPr id="7" name="TextBox 6"/>
          <p:cNvSpPr txBox="1"/>
          <p:nvPr/>
        </p:nvSpPr>
        <p:spPr>
          <a:xfrm>
            <a:off x="1813560" y="5810295"/>
            <a:ext cx="5880461" cy="461665"/>
          </a:xfrm>
          <a:prstGeom prst="rect">
            <a:avLst/>
          </a:prstGeom>
          <a:noFill/>
        </p:spPr>
        <p:txBody>
          <a:bodyPr wrap="square" rtlCol="0">
            <a:spAutoFit/>
          </a:bodyPr>
          <a:lstStyle/>
          <a:p>
            <a:pPr lvl="0" algn="ctr" fontAlgn="base">
              <a:spcBef>
                <a:spcPct val="0"/>
              </a:spcBef>
              <a:spcAft>
                <a:spcPct val="0"/>
              </a:spcAft>
            </a:pPr>
            <a:r>
              <a:rPr lang="en-US" sz="2300" b="1">
                <a:solidFill>
                  <a:srgbClr val="000000"/>
                </a:solidFill>
                <a:latin typeface="Segoe UI" panose="020B0502040204020203" pitchFamily="34" charset="0"/>
                <a:ea typeface="Segoe UI" panose="020B0502040204020203" pitchFamily="34" charset="0"/>
                <a:cs typeface="Segoe UI" panose="020B0502040204020203" pitchFamily="34" charset="0"/>
              </a:rPr>
              <a:t>Windows Deployment Services</a:t>
            </a:r>
            <a:endParaRPr lang="en-US" sz="2300" b="1" dirty="0">
              <a:solidFill>
                <a:srgbClr val="000000"/>
              </a:solidFill>
              <a:latin typeface="Segoe UI" panose="020B0502040204020203" pitchFamily="34" charset="0"/>
              <a:ea typeface="Segoe UI" panose="020B0502040204020203" pitchFamily="34" charset="0"/>
              <a:cs typeface="Segoe UI" panose="020B0502040204020203" pitchFamily="34" charset="0"/>
            </a:endParaRPr>
          </a:p>
        </p:txBody>
      </p:sp>
      <p:grpSp>
        <p:nvGrpSpPr>
          <p:cNvPr id="8" name="Group 7" descr="Illustration of an optical disk, Windows Deployment Services, and a USB flash drive."/>
          <p:cNvGrpSpPr/>
          <p:nvPr/>
        </p:nvGrpSpPr>
        <p:grpSpPr>
          <a:xfrm>
            <a:off x="1451232" y="1952155"/>
            <a:ext cx="6255853" cy="3776162"/>
            <a:chOff x="1451232" y="1952155"/>
            <a:chExt cx="6255853" cy="3776162"/>
          </a:xfrm>
        </p:grpSpPr>
        <p:grpSp>
          <p:nvGrpSpPr>
            <p:cNvPr id="9" name="Group 8" descr="Optical disk, Windows Deployment Services, and USB flash drive."/>
            <p:cNvGrpSpPr/>
            <p:nvPr/>
          </p:nvGrpSpPr>
          <p:grpSpPr>
            <a:xfrm>
              <a:off x="1451232" y="1952155"/>
              <a:ext cx="6255853" cy="3776162"/>
              <a:chOff x="1451232" y="1952155"/>
              <a:chExt cx="6255853" cy="3776162"/>
            </a:xfrm>
          </p:grpSpPr>
          <p:pic>
            <p:nvPicPr>
              <p:cNvPr id="11" name="Picture 10"/>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814760" y="4449202"/>
                <a:ext cx="1503251" cy="1279115"/>
              </a:xfrm>
              <a:prstGeom prst="rect">
                <a:avLst/>
              </a:prstGeom>
            </p:spPr>
          </p:pic>
          <p:pic>
            <p:nvPicPr>
              <p:cNvPr id="12" name="Picture 11"/>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4040020" y="4306005"/>
                <a:ext cx="713770" cy="673215"/>
              </a:xfrm>
              <a:prstGeom prst="rect">
                <a:avLst/>
              </a:prstGeom>
            </p:spPr>
          </p:pic>
          <p:pic>
            <p:nvPicPr>
              <p:cNvPr id="13" name="Picture 12"/>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4569513" y="4489543"/>
                <a:ext cx="554564" cy="573483"/>
              </a:xfrm>
              <a:prstGeom prst="rect">
                <a:avLst/>
              </a:prstGeom>
            </p:spPr>
          </p:pic>
          <p:pic>
            <p:nvPicPr>
              <p:cNvPr id="14" name="Picture 13" descr="USB flash drive"/>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6076397" y="1952155"/>
                <a:ext cx="1630688" cy="1358219"/>
              </a:xfrm>
              <a:prstGeom prst="rect">
                <a:avLst/>
              </a:prstGeom>
            </p:spPr>
          </p:pic>
          <p:grpSp>
            <p:nvGrpSpPr>
              <p:cNvPr id="15" name="Group 14" descr="Optical discs"/>
              <p:cNvGrpSpPr/>
              <p:nvPr/>
            </p:nvGrpSpPr>
            <p:grpSpPr>
              <a:xfrm>
                <a:off x="1451232" y="2188347"/>
                <a:ext cx="1902820" cy="1072413"/>
                <a:chOff x="1120388" y="1894425"/>
                <a:chExt cx="1902820" cy="1072413"/>
              </a:xfrm>
            </p:grpSpPr>
            <p:pic>
              <p:nvPicPr>
                <p:cNvPr id="16" name="Picture 15"/>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1120388" y="2124085"/>
                  <a:ext cx="1408829" cy="842753"/>
                </a:xfrm>
                <a:prstGeom prst="rect">
                  <a:avLst/>
                </a:prstGeom>
              </p:spPr>
            </p:pic>
            <p:pic>
              <p:nvPicPr>
                <p:cNvPr id="17" name="Picture 16"/>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2081977" y="1894425"/>
                  <a:ext cx="805180" cy="832649"/>
                </a:xfrm>
                <a:prstGeom prst="rect">
                  <a:avLst/>
                </a:prstGeom>
              </p:spPr>
            </p:pic>
            <p:pic>
              <p:nvPicPr>
                <p:cNvPr id="18" name="Picture 17"/>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2218028" y="2033989"/>
                  <a:ext cx="805180" cy="832649"/>
                </a:xfrm>
                <a:prstGeom prst="rect">
                  <a:avLst/>
                </a:prstGeom>
              </p:spPr>
            </p:pic>
          </p:grpSp>
        </p:grpSp>
        <p:pic>
          <p:nvPicPr>
            <p:cNvPr id="10" name="Picture 9"/>
            <p:cNvPicPr>
              <a:picLocks noChangeAspect="1"/>
            </p:cNvPicPr>
            <p:nvPr/>
          </p:nvPicPr>
          <p:blipFill rotWithShape="1">
            <a:blip r:embed="rId9" cstate="print">
              <a:extLst>
                <a:ext uri="{28A0092B-C50C-407E-A947-70E740481C1C}">
                  <a14:useLocalDpi xmlns:a14="http://schemas.microsoft.com/office/drawing/2010/main" val="0"/>
                </a:ext>
              </a:extLst>
            </a:blip>
            <a:srcRect t="19327" b="19013"/>
            <a:stretch/>
          </p:blipFill>
          <p:spPr>
            <a:xfrm>
              <a:off x="3758152" y="4013309"/>
              <a:ext cx="1559859" cy="327212"/>
            </a:xfrm>
            <a:prstGeom prst="rect">
              <a:avLst/>
            </a:prstGeom>
          </p:spPr>
        </p:pic>
      </p:grpSp>
    </p:spTree>
    <p:extLst>
      <p:ext uri="{BB962C8B-B14F-4D97-AF65-F5344CB8AC3E}">
        <p14:creationId xmlns:p14="http://schemas.microsoft.com/office/powerpoint/2010/main" val="314945191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0c24a83e-8dae-4b34-b51f-6aa629441010">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a:t>Installation Types</a:t>
            </a:r>
          </a:p>
        </p:txBody>
      </p:sp>
      <p:pic>
        <p:nvPicPr>
          <p:cNvPr id="4" name="Content Placeholder 3" descr="Screen shot of the Windows Setup process that asks the user to choose the type of installation: upgrade (install Windows and keep files, settings and applications) or custom (install Windows only)."/>
          <p:cNvPicPr>
            <a:picLocks noChangeAspect="1"/>
          </p:cNvPicPr>
          <p:nvPr/>
        </p:nvPicPr>
        <p:blipFill rotWithShape="1">
          <a:blip r:embed="rId3" cstate="print">
            <a:extLst>
              <a:ext uri="{28A0092B-C50C-407E-A947-70E740481C1C}">
                <a14:useLocalDpi xmlns:a14="http://schemas.microsoft.com/office/drawing/2010/main" val="0"/>
              </a:ext>
            </a:extLst>
          </a:blip>
          <a:srcRect l="1" r="660"/>
          <a:stretch/>
        </p:blipFill>
        <p:spPr>
          <a:xfrm>
            <a:off x="976313" y="952500"/>
            <a:ext cx="7162800" cy="5381626"/>
          </a:xfrm>
          <a:prstGeom prst="roundRect">
            <a:avLst>
              <a:gd name="adj" fmla="val 2844"/>
            </a:avLst>
          </a:prstGeom>
        </p:spPr>
      </p:pic>
    </p:spTree>
    <p:extLst>
      <p:ext uri="{BB962C8B-B14F-4D97-AF65-F5344CB8AC3E}">
        <p14:creationId xmlns:p14="http://schemas.microsoft.com/office/powerpoint/2010/main" val="190719363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0bce09b7-5c8a-4eda-8412-aaa966737c2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a:t>Choosing Whether to Upgrade or Migrate</a:t>
            </a:r>
          </a:p>
        </p:txBody>
      </p:sp>
      <p:sp>
        <p:nvSpPr>
          <p:cNvPr id="4" name="Content Placeholder 2"/>
          <p:cNvSpPr txBox="1">
            <a:spLocks/>
          </p:cNvSpPr>
          <p:nvPr/>
        </p:nvSpPr>
        <p:spPr bwMode="auto">
          <a:xfrm>
            <a:off x="458788" y="1093280"/>
            <a:ext cx="3656012" cy="471408"/>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lvl1pPr marL="174625" indent="-174625" algn="l" rtl="0" eaLnBrk="1" fontAlgn="base" hangingPunct="1">
              <a:lnSpc>
                <a:spcPct val="100000"/>
              </a:lnSpc>
              <a:spcBef>
                <a:spcPts val="600"/>
              </a:spcBef>
              <a:spcAft>
                <a:spcPct val="0"/>
              </a:spcAft>
              <a:buClr>
                <a:srgbClr val="0070C0"/>
              </a:buClr>
              <a:buSzPct val="90000"/>
              <a:buFont typeface="Arial" pitchFamily="34" charset="0"/>
              <a:buChar char="•"/>
              <a:defRPr sz="2800">
                <a:solidFill>
                  <a:schemeClr val="tx1"/>
                </a:solidFill>
                <a:latin typeface="Segoe UI" pitchFamily="34" charset="0"/>
                <a:ea typeface="Segoe UI" pitchFamily="34" charset="0"/>
                <a:cs typeface="Segoe UI" pitchFamily="34" charset="0"/>
              </a:defRPr>
            </a:lvl1pPr>
            <a:lvl2pPr marL="458788" indent="-169863" algn="l" rtl="0" eaLnBrk="1" fontAlgn="base" hangingPunct="1">
              <a:lnSpc>
                <a:spcPct val="100000"/>
              </a:lnSpc>
              <a:spcBef>
                <a:spcPts val="600"/>
              </a:spcBef>
              <a:spcAft>
                <a:spcPct val="0"/>
              </a:spcAft>
              <a:buClr>
                <a:srgbClr val="0070C0"/>
              </a:buClr>
              <a:buSzPct val="80000"/>
              <a:buFont typeface="Arial" pitchFamily="34" charset="0"/>
              <a:buChar char="•"/>
              <a:defRPr sz="2400">
                <a:solidFill>
                  <a:schemeClr val="tx1"/>
                </a:solidFill>
                <a:latin typeface="Segoe UI" pitchFamily="34" charset="0"/>
                <a:ea typeface="Segoe UI" pitchFamily="34" charset="0"/>
                <a:cs typeface="Segoe UI" pitchFamily="34" charset="0"/>
              </a:defRPr>
            </a:lvl2pPr>
            <a:lvl3pPr marL="854075" indent="-173038" algn="l" rtl="0" eaLnBrk="1" fontAlgn="base" hangingPunct="1">
              <a:lnSpc>
                <a:spcPct val="100000"/>
              </a:lnSpc>
              <a:spcBef>
                <a:spcPts val="600"/>
              </a:spcBef>
              <a:spcAft>
                <a:spcPct val="0"/>
              </a:spcAft>
              <a:buClr>
                <a:srgbClr val="0070C0"/>
              </a:buClr>
              <a:buSzPct val="80000"/>
              <a:buFont typeface="Arial" pitchFamily="34" charset="0"/>
              <a:buChar char="•"/>
              <a:defRPr sz="2000">
                <a:solidFill>
                  <a:schemeClr val="tx1"/>
                </a:solidFill>
                <a:latin typeface="Segoe UI" pitchFamily="34" charset="0"/>
                <a:ea typeface="Segoe UI" pitchFamily="34" charset="0"/>
                <a:cs typeface="Segoe UI" pitchFamily="34" charset="0"/>
              </a:defRPr>
            </a:lvl3pPr>
            <a:lvl4pPr marL="1254125" indent="-165100"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4pPr>
            <a:lvl5pPr marL="1544638" indent="-168275"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5pPr>
            <a:lvl6pPr marL="20018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6pPr>
            <a:lvl7pPr marL="24590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7pPr>
            <a:lvl8pPr marL="29162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8pPr>
            <a:lvl9pPr marL="33734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9pPr>
          </a:lstStyle>
          <a:p>
            <a:pPr marL="0" lvl="0" indent="0">
              <a:buNone/>
              <a:defRPr/>
            </a:pPr>
            <a:r>
              <a:rPr lang="en-US" sz="1800" b="1" kern="0">
                <a:solidFill>
                  <a:srgbClr val="000000"/>
                </a:solidFill>
                <a:latin typeface="Verdana" pitchFamily="34" charset="0"/>
                <a:cs typeface="Arial" charset="0"/>
              </a:rPr>
              <a:t>In-place upgrade</a:t>
            </a:r>
            <a:endParaRPr lang="en-US" sz="1800" b="1" kern="0" dirty="0">
              <a:solidFill>
                <a:srgbClr val="000000"/>
              </a:solidFill>
              <a:latin typeface="Verdana" pitchFamily="34" charset="0"/>
              <a:cs typeface="Arial" charset="0"/>
            </a:endParaRPr>
          </a:p>
        </p:txBody>
      </p:sp>
      <p:graphicFrame>
        <p:nvGraphicFramePr>
          <p:cNvPr id="5" name="Table 4"/>
          <p:cNvGraphicFramePr>
            <a:graphicFrameLocks noGrp="1"/>
          </p:cNvGraphicFramePr>
          <p:nvPr>
            <p:extLst>
              <p:ext uri="{D42A27DB-BD31-4B8C-83A1-F6EECF244321}">
                <p14:modId xmlns:p14="http://schemas.microsoft.com/office/powerpoint/2010/main" val="3733770040"/>
              </p:ext>
            </p:extLst>
          </p:nvPr>
        </p:nvGraphicFramePr>
        <p:xfrm>
          <a:off x="656542" y="4143094"/>
          <a:ext cx="8031846" cy="2374246"/>
        </p:xfrm>
        <a:graphic>
          <a:graphicData uri="http://schemas.openxmlformats.org/drawingml/2006/table">
            <a:tbl>
              <a:tblPr firstRow="1" bandRow="1">
                <a:tableStyleId>{9DCAF9ED-07DC-4A11-8D7F-57B35C25682E}</a:tableStyleId>
              </a:tblPr>
              <a:tblGrid>
                <a:gridCol w="4015923">
                  <a:extLst>
                    <a:ext uri="{9D8B030D-6E8A-4147-A177-3AD203B41FA5}">
                      <a16:colId xmlns:a16="http://schemas.microsoft.com/office/drawing/2014/main" val="20000"/>
                    </a:ext>
                  </a:extLst>
                </a:gridCol>
                <a:gridCol w="4015923">
                  <a:extLst>
                    <a:ext uri="{9D8B030D-6E8A-4147-A177-3AD203B41FA5}">
                      <a16:colId xmlns:a16="http://schemas.microsoft.com/office/drawing/2014/main" val="20001"/>
                    </a:ext>
                  </a:extLst>
                </a:gridCol>
              </a:tblGrid>
              <a:tr h="469246">
                <a:tc>
                  <a:txBody>
                    <a:bodyPr/>
                    <a:lstStyle>
                      <a:lvl1pPr marL="0" algn="l" defTabSz="914400" rtl="0" eaLnBrk="1" latinLnBrk="0" hangingPunct="1">
                        <a:defRPr sz="1800" b="1" kern="1200">
                          <a:solidFill>
                            <a:schemeClr val="lt1"/>
                          </a:solidFill>
                          <a:latin typeface="Verdana"/>
                        </a:defRPr>
                      </a:lvl1pPr>
                      <a:lvl2pPr marL="457200" algn="l" defTabSz="914400" rtl="0" eaLnBrk="1" latinLnBrk="0" hangingPunct="1">
                        <a:defRPr sz="1800" b="1" kern="1200">
                          <a:solidFill>
                            <a:schemeClr val="lt1"/>
                          </a:solidFill>
                          <a:latin typeface="Verdana"/>
                        </a:defRPr>
                      </a:lvl2pPr>
                      <a:lvl3pPr marL="914400" algn="l" defTabSz="914400" rtl="0" eaLnBrk="1" latinLnBrk="0" hangingPunct="1">
                        <a:defRPr sz="1800" b="1" kern="1200">
                          <a:solidFill>
                            <a:schemeClr val="lt1"/>
                          </a:solidFill>
                          <a:latin typeface="Verdana"/>
                        </a:defRPr>
                      </a:lvl3pPr>
                      <a:lvl4pPr marL="1371600" algn="l" defTabSz="914400" rtl="0" eaLnBrk="1" latinLnBrk="0" hangingPunct="1">
                        <a:defRPr sz="1800" b="1" kern="1200">
                          <a:solidFill>
                            <a:schemeClr val="lt1"/>
                          </a:solidFill>
                          <a:latin typeface="Verdana"/>
                        </a:defRPr>
                      </a:lvl4pPr>
                      <a:lvl5pPr marL="1828800" algn="l" defTabSz="914400" rtl="0" eaLnBrk="1" latinLnBrk="0" hangingPunct="1">
                        <a:defRPr sz="1800" b="1" kern="1200">
                          <a:solidFill>
                            <a:schemeClr val="lt1"/>
                          </a:solidFill>
                          <a:latin typeface="Verdana"/>
                        </a:defRPr>
                      </a:lvl5pPr>
                      <a:lvl6pPr marL="2286000" algn="l" defTabSz="914400" rtl="0" eaLnBrk="1" latinLnBrk="0" hangingPunct="1">
                        <a:defRPr sz="1800" b="1" kern="1200">
                          <a:solidFill>
                            <a:schemeClr val="lt1"/>
                          </a:solidFill>
                          <a:latin typeface="Verdana"/>
                        </a:defRPr>
                      </a:lvl6pPr>
                      <a:lvl7pPr marL="2743200" algn="l" defTabSz="914400" rtl="0" eaLnBrk="1" latinLnBrk="0" hangingPunct="1">
                        <a:defRPr sz="1800" b="1" kern="1200">
                          <a:solidFill>
                            <a:schemeClr val="lt1"/>
                          </a:solidFill>
                          <a:latin typeface="Verdana"/>
                        </a:defRPr>
                      </a:lvl7pPr>
                      <a:lvl8pPr marL="3200400" algn="l" defTabSz="914400" rtl="0" eaLnBrk="1" latinLnBrk="0" hangingPunct="1">
                        <a:defRPr sz="1800" b="1" kern="1200">
                          <a:solidFill>
                            <a:schemeClr val="lt1"/>
                          </a:solidFill>
                          <a:latin typeface="Verdana"/>
                        </a:defRPr>
                      </a:lvl8pPr>
                      <a:lvl9pPr marL="3657600" algn="l" defTabSz="914400" rtl="0" eaLnBrk="1" latinLnBrk="0" hangingPunct="1">
                        <a:defRPr sz="1800" b="1" kern="1200">
                          <a:solidFill>
                            <a:schemeClr val="lt1"/>
                          </a:solidFill>
                          <a:latin typeface="Verdana"/>
                        </a:defRPr>
                      </a:lvl9pPr>
                    </a:lstStyle>
                    <a:p>
                      <a:pPr marL="0" marR="0" algn="l">
                        <a:lnSpc>
                          <a:spcPct val="100000"/>
                        </a:lnSpc>
                        <a:spcBef>
                          <a:spcPts val="0"/>
                        </a:spcBef>
                        <a:spcAft>
                          <a:spcPts val="0"/>
                        </a:spcAft>
                      </a:pPr>
                      <a:r>
                        <a:rPr lang="en-US" sz="1700" dirty="0">
                          <a:solidFill>
                            <a:schemeClr val="tx2">
                              <a:lumMod val="95000"/>
                              <a:lumOff val="5000"/>
                            </a:schemeClr>
                          </a:solidFill>
                          <a:effectLst/>
                          <a:latin typeface="Segoe UI" pitchFamily="34" charset="0"/>
                          <a:ea typeface="Segoe UI" pitchFamily="34" charset="0"/>
                          <a:cs typeface="Segoe UI" pitchFamily="34" charset="0"/>
                        </a:rPr>
                        <a:t>Advantages: </a:t>
                      </a:r>
                      <a:endParaRPr lang="en-CA" sz="1700" dirty="0">
                        <a:solidFill>
                          <a:schemeClr val="tx2">
                            <a:lumMod val="95000"/>
                            <a:lumOff val="5000"/>
                          </a:schemeClr>
                        </a:solidFill>
                        <a:effectLst/>
                        <a:latin typeface="Segoe UI" pitchFamily="34" charset="0"/>
                        <a:ea typeface="Segoe UI" pitchFamily="34" charset="0"/>
                        <a:cs typeface="Segoe UI" pitchFamily="34" charset="0"/>
                      </a:endParaRPr>
                    </a:p>
                  </a:txBody>
                  <a:tcPr marL="45720" marR="45720" anchor="ctr">
                    <a:lnL w="12700" cmpd="sng">
                      <a:noFill/>
                    </a:lnL>
                    <a:lnR>
                      <a:noFill/>
                    </a:lnR>
                    <a:lnT w="12700" cmpd="sng">
                      <a:noFill/>
                    </a:lnT>
                    <a:lnB w="12700" cmpd="sng">
                      <a:noFill/>
                    </a:lnB>
                    <a:lnTlToBr w="12700" cmpd="sng">
                      <a:noFill/>
                      <a:prstDash val="solid"/>
                    </a:lnTlToBr>
                    <a:lnBlToTr w="12700" cmpd="sng">
                      <a:noFill/>
                      <a:prstDash val="solid"/>
                    </a:lnBlToTr>
                    <a:noFill/>
                  </a:tcPr>
                </a:tc>
                <a:tc>
                  <a:txBody>
                    <a:bodyPr/>
                    <a:lstStyle>
                      <a:lvl1pPr marL="0" algn="l" defTabSz="914400" rtl="0" eaLnBrk="1" latinLnBrk="0" hangingPunct="1">
                        <a:defRPr sz="1800" b="1" kern="1200">
                          <a:solidFill>
                            <a:schemeClr val="lt1"/>
                          </a:solidFill>
                          <a:latin typeface="Verdana"/>
                        </a:defRPr>
                      </a:lvl1pPr>
                      <a:lvl2pPr marL="457200" algn="l" defTabSz="914400" rtl="0" eaLnBrk="1" latinLnBrk="0" hangingPunct="1">
                        <a:defRPr sz="1800" b="1" kern="1200">
                          <a:solidFill>
                            <a:schemeClr val="lt1"/>
                          </a:solidFill>
                          <a:latin typeface="Verdana"/>
                        </a:defRPr>
                      </a:lvl2pPr>
                      <a:lvl3pPr marL="914400" algn="l" defTabSz="914400" rtl="0" eaLnBrk="1" latinLnBrk="0" hangingPunct="1">
                        <a:defRPr sz="1800" b="1" kern="1200">
                          <a:solidFill>
                            <a:schemeClr val="lt1"/>
                          </a:solidFill>
                          <a:latin typeface="Verdana"/>
                        </a:defRPr>
                      </a:lvl3pPr>
                      <a:lvl4pPr marL="1371600" algn="l" defTabSz="914400" rtl="0" eaLnBrk="1" latinLnBrk="0" hangingPunct="1">
                        <a:defRPr sz="1800" b="1" kern="1200">
                          <a:solidFill>
                            <a:schemeClr val="lt1"/>
                          </a:solidFill>
                          <a:latin typeface="Verdana"/>
                        </a:defRPr>
                      </a:lvl4pPr>
                      <a:lvl5pPr marL="1828800" algn="l" defTabSz="914400" rtl="0" eaLnBrk="1" latinLnBrk="0" hangingPunct="1">
                        <a:defRPr sz="1800" b="1" kern="1200">
                          <a:solidFill>
                            <a:schemeClr val="lt1"/>
                          </a:solidFill>
                          <a:latin typeface="Verdana"/>
                        </a:defRPr>
                      </a:lvl5pPr>
                      <a:lvl6pPr marL="2286000" algn="l" defTabSz="914400" rtl="0" eaLnBrk="1" latinLnBrk="0" hangingPunct="1">
                        <a:defRPr sz="1800" b="1" kern="1200">
                          <a:solidFill>
                            <a:schemeClr val="lt1"/>
                          </a:solidFill>
                          <a:latin typeface="Verdana"/>
                        </a:defRPr>
                      </a:lvl6pPr>
                      <a:lvl7pPr marL="2743200" algn="l" defTabSz="914400" rtl="0" eaLnBrk="1" latinLnBrk="0" hangingPunct="1">
                        <a:defRPr sz="1800" b="1" kern="1200">
                          <a:solidFill>
                            <a:schemeClr val="lt1"/>
                          </a:solidFill>
                          <a:latin typeface="Verdana"/>
                        </a:defRPr>
                      </a:lvl7pPr>
                      <a:lvl8pPr marL="3200400" algn="l" defTabSz="914400" rtl="0" eaLnBrk="1" latinLnBrk="0" hangingPunct="1">
                        <a:defRPr sz="1800" b="1" kern="1200">
                          <a:solidFill>
                            <a:schemeClr val="lt1"/>
                          </a:solidFill>
                          <a:latin typeface="Verdana"/>
                        </a:defRPr>
                      </a:lvl8pPr>
                      <a:lvl9pPr marL="3657600" algn="l" defTabSz="914400" rtl="0" eaLnBrk="1" latinLnBrk="0" hangingPunct="1">
                        <a:defRPr sz="1800" b="1" kern="1200">
                          <a:solidFill>
                            <a:schemeClr val="lt1"/>
                          </a:solidFill>
                          <a:latin typeface="Verdana"/>
                        </a:defRPr>
                      </a:lvl9pPr>
                    </a:lstStyle>
                    <a:p>
                      <a:pPr marL="0" marR="0" algn="l">
                        <a:lnSpc>
                          <a:spcPct val="100000"/>
                        </a:lnSpc>
                        <a:spcBef>
                          <a:spcPts val="0"/>
                        </a:spcBef>
                        <a:spcAft>
                          <a:spcPts val="0"/>
                        </a:spcAft>
                      </a:pPr>
                      <a:r>
                        <a:rPr lang="en-US" sz="1700" dirty="0">
                          <a:solidFill>
                            <a:schemeClr val="tx2">
                              <a:lumMod val="95000"/>
                              <a:lumOff val="5000"/>
                            </a:schemeClr>
                          </a:solidFill>
                          <a:effectLst/>
                          <a:latin typeface="Segoe UI" pitchFamily="34" charset="0"/>
                          <a:ea typeface="Segoe UI" pitchFamily="34" charset="0"/>
                          <a:cs typeface="Segoe UI" pitchFamily="34" charset="0"/>
                        </a:rPr>
                        <a:t>Disadvantages:</a:t>
                      </a:r>
                      <a:endParaRPr lang="en-CA" sz="1700" dirty="0">
                        <a:solidFill>
                          <a:schemeClr val="tx2">
                            <a:lumMod val="95000"/>
                            <a:lumOff val="5000"/>
                          </a:schemeClr>
                        </a:solidFill>
                        <a:effectLst/>
                        <a:latin typeface="Segoe UI" pitchFamily="34" charset="0"/>
                        <a:ea typeface="Segoe UI" pitchFamily="34" charset="0"/>
                        <a:cs typeface="Segoe UI" pitchFamily="34" charset="0"/>
                      </a:endParaRPr>
                    </a:p>
                  </a:txBody>
                  <a:tcPr marL="45720" marR="45720" anchor="ctr">
                    <a:lnL>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0"/>
                  </a:ext>
                </a:extLst>
              </a:tr>
              <a:tr h="268217">
                <a:tc>
                  <a:txBody>
                    <a:bodyPr/>
                    <a:lstStyle>
                      <a:lvl1pPr marL="0" algn="l" defTabSz="914400" rtl="0" eaLnBrk="1" latinLnBrk="0" hangingPunct="1">
                        <a:defRPr sz="1800" kern="1200">
                          <a:solidFill>
                            <a:schemeClr val="dk1"/>
                          </a:solidFill>
                          <a:latin typeface="Verdana"/>
                        </a:defRPr>
                      </a:lvl1pPr>
                      <a:lvl2pPr marL="457200" algn="l" defTabSz="914400" rtl="0" eaLnBrk="1" latinLnBrk="0" hangingPunct="1">
                        <a:defRPr sz="1800" kern="1200">
                          <a:solidFill>
                            <a:schemeClr val="dk1"/>
                          </a:solidFill>
                          <a:latin typeface="Verdana"/>
                        </a:defRPr>
                      </a:lvl2pPr>
                      <a:lvl3pPr marL="914400" algn="l" defTabSz="914400" rtl="0" eaLnBrk="1" latinLnBrk="0" hangingPunct="1">
                        <a:defRPr sz="1800" kern="1200">
                          <a:solidFill>
                            <a:schemeClr val="dk1"/>
                          </a:solidFill>
                          <a:latin typeface="Verdana"/>
                        </a:defRPr>
                      </a:lvl3pPr>
                      <a:lvl4pPr marL="1371600" algn="l" defTabSz="914400" rtl="0" eaLnBrk="1" latinLnBrk="0" hangingPunct="1">
                        <a:defRPr sz="1800" kern="1200">
                          <a:solidFill>
                            <a:schemeClr val="dk1"/>
                          </a:solidFill>
                          <a:latin typeface="Verdana"/>
                        </a:defRPr>
                      </a:lvl4pPr>
                      <a:lvl5pPr marL="1828800" algn="l" defTabSz="914400" rtl="0" eaLnBrk="1" latinLnBrk="0" hangingPunct="1">
                        <a:defRPr sz="1800" kern="1200">
                          <a:solidFill>
                            <a:schemeClr val="dk1"/>
                          </a:solidFill>
                          <a:latin typeface="Verdana"/>
                        </a:defRPr>
                      </a:lvl5pPr>
                      <a:lvl6pPr marL="2286000" algn="l" defTabSz="914400" rtl="0" eaLnBrk="1" latinLnBrk="0" hangingPunct="1">
                        <a:defRPr sz="1800" kern="1200">
                          <a:solidFill>
                            <a:schemeClr val="dk1"/>
                          </a:solidFill>
                          <a:latin typeface="Verdana"/>
                        </a:defRPr>
                      </a:lvl6pPr>
                      <a:lvl7pPr marL="2743200" algn="l" defTabSz="914400" rtl="0" eaLnBrk="1" latinLnBrk="0" hangingPunct="1">
                        <a:defRPr sz="1800" kern="1200">
                          <a:solidFill>
                            <a:schemeClr val="dk1"/>
                          </a:solidFill>
                          <a:latin typeface="Verdana"/>
                        </a:defRPr>
                      </a:lvl7pPr>
                      <a:lvl8pPr marL="3200400" algn="l" defTabSz="914400" rtl="0" eaLnBrk="1" latinLnBrk="0" hangingPunct="1">
                        <a:defRPr sz="1800" kern="1200">
                          <a:solidFill>
                            <a:schemeClr val="dk1"/>
                          </a:solidFill>
                          <a:latin typeface="Verdana"/>
                        </a:defRPr>
                      </a:lvl8pPr>
                      <a:lvl9pPr marL="3657600" algn="l" defTabSz="914400" rtl="0" eaLnBrk="1" latinLnBrk="0" hangingPunct="1">
                        <a:defRPr sz="1800" kern="1200">
                          <a:solidFill>
                            <a:schemeClr val="dk1"/>
                          </a:solidFill>
                          <a:latin typeface="Verdana"/>
                        </a:defRPr>
                      </a:lvl9pPr>
                    </a:lstStyle>
                    <a:p>
                      <a:pPr marL="285750" marR="0" lvl="0" indent="-285750">
                        <a:lnSpc>
                          <a:spcPct val="100000"/>
                        </a:lnSpc>
                        <a:spcBef>
                          <a:spcPts val="0"/>
                        </a:spcBef>
                        <a:spcAft>
                          <a:spcPts val="0"/>
                        </a:spcAft>
                        <a:buFont typeface="Arial" panose="020B0604020202020204" pitchFamily="34" charset="0"/>
                        <a:buChar char="•"/>
                      </a:pPr>
                      <a:r>
                        <a:rPr lang="en-US" sz="1700" dirty="0">
                          <a:effectLst/>
                          <a:latin typeface="Segoe UI" pitchFamily="34" charset="0"/>
                          <a:ea typeface="Segoe UI" pitchFamily="34" charset="0"/>
                          <a:cs typeface="Segoe UI" pitchFamily="34" charset="0"/>
                        </a:rPr>
                        <a:t>Easier to troubleshoot installation failures</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700" dirty="0">
                          <a:effectLst/>
                          <a:latin typeface="Segoe UI" pitchFamily="34" charset="0"/>
                          <a:ea typeface="Segoe UI" pitchFamily="34" charset="0"/>
                          <a:cs typeface="Segoe UI" pitchFamily="34" charset="0"/>
                        </a:rPr>
                        <a:t>Existing configuration or application issues are not carried forward to the new operating system</a:t>
                      </a:r>
                      <a:endParaRPr lang="en-CA" sz="1700" dirty="0">
                        <a:effectLst/>
                        <a:latin typeface="Segoe UI" pitchFamily="34" charset="0"/>
                        <a:ea typeface="Segoe UI" pitchFamily="34" charset="0"/>
                        <a:cs typeface="Segoe UI" pitchFamily="34" charset="0"/>
                      </a:endParaRP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700" dirty="0">
                          <a:effectLst/>
                          <a:latin typeface="Segoe UI" pitchFamily="34" charset="0"/>
                          <a:ea typeface="Segoe UI" pitchFamily="34" charset="0"/>
                          <a:cs typeface="Segoe UI" pitchFamily="34" charset="0"/>
                        </a:rPr>
                        <a:t>You can easily move to updated versions of applications</a:t>
                      </a:r>
                      <a:endParaRPr lang="en-CA" sz="1700" dirty="0">
                        <a:effectLst/>
                        <a:latin typeface="Segoe UI" pitchFamily="34" charset="0"/>
                        <a:ea typeface="Segoe UI" pitchFamily="34" charset="0"/>
                        <a:cs typeface="Segoe UI" pitchFamily="34" charset="0"/>
                      </a:endParaRPr>
                    </a:p>
                  </a:txBody>
                  <a:tcPr marL="45720" marR="45720">
                    <a:lnL w="12700" cmpd="sng">
                      <a:noFill/>
                    </a:lnL>
                    <a:lnR>
                      <a:noFill/>
                    </a:lnR>
                    <a:lnT w="12700" cmpd="sng">
                      <a:noFill/>
                    </a:lnT>
                    <a:lnB w="12700" cmpd="sng">
                      <a:no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Verdana"/>
                        </a:defRPr>
                      </a:lvl1pPr>
                      <a:lvl2pPr marL="457200" algn="l" defTabSz="914400" rtl="0" eaLnBrk="1" latinLnBrk="0" hangingPunct="1">
                        <a:defRPr sz="1800" kern="1200">
                          <a:solidFill>
                            <a:schemeClr val="dk1"/>
                          </a:solidFill>
                          <a:latin typeface="Verdana"/>
                        </a:defRPr>
                      </a:lvl2pPr>
                      <a:lvl3pPr marL="914400" algn="l" defTabSz="914400" rtl="0" eaLnBrk="1" latinLnBrk="0" hangingPunct="1">
                        <a:defRPr sz="1800" kern="1200">
                          <a:solidFill>
                            <a:schemeClr val="dk1"/>
                          </a:solidFill>
                          <a:latin typeface="Verdana"/>
                        </a:defRPr>
                      </a:lvl3pPr>
                      <a:lvl4pPr marL="1371600" algn="l" defTabSz="914400" rtl="0" eaLnBrk="1" latinLnBrk="0" hangingPunct="1">
                        <a:defRPr sz="1800" kern="1200">
                          <a:solidFill>
                            <a:schemeClr val="dk1"/>
                          </a:solidFill>
                          <a:latin typeface="Verdana"/>
                        </a:defRPr>
                      </a:lvl4pPr>
                      <a:lvl5pPr marL="1828800" algn="l" defTabSz="914400" rtl="0" eaLnBrk="1" latinLnBrk="0" hangingPunct="1">
                        <a:defRPr sz="1800" kern="1200">
                          <a:solidFill>
                            <a:schemeClr val="dk1"/>
                          </a:solidFill>
                          <a:latin typeface="Verdana"/>
                        </a:defRPr>
                      </a:lvl5pPr>
                      <a:lvl6pPr marL="2286000" algn="l" defTabSz="914400" rtl="0" eaLnBrk="1" latinLnBrk="0" hangingPunct="1">
                        <a:defRPr sz="1800" kern="1200">
                          <a:solidFill>
                            <a:schemeClr val="dk1"/>
                          </a:solidFill>
                          <a:latin typeface="Verdana"/>
                        </a:defRPr>
                      </a:lvl6pPr>
                      <a:lvl7pPr marL="2743200" algn="l" defTabSz="914400" rtl="0" eaLnBrk="1" latinLnBrk="0" hangingPunct="1">
                        <a:defRPr sz="1800" kern="1200">
                          <a:solidFill>
                            <a:schemeClr val="dk1"/>
                          </a:solidFill>
                          <a:latin typeface="Verdana"/>
                        </a:defRPr>
                      </a:lvl7pPr>
                      <a:lvl8pPr marL="3200400" algn="l" defTabSz="914400" rtl="0" eaLnBrk="1" latinLnBrk="0" hangingPunct="1">
                        <a:defRPr sz="1800" kern="1200">
                          <a:solidFill>
                            <a:schemeClr val="dk1"/>
                          </a:solidFill>
                          <a:latin typeface="Verdana"/>
                        </a:defRPr>
                      </a:lvl8pPr>
                      <a:lvl9pPr marL="3657600" algn="l" defTabSz="914400" rtl="0" eaLnBrk="1" latinLnBrk="0" hangingPunct="1">
                        <a:defRPr sz="1800" kern="1200">
                          <a:solidFill>
                            <a:schemeClr val="dk1"/>
                          </a:solidFill>
                          <a:latin typeface="Verdana"/>
                        </a:defRPr>
                      </a:lvl9pPr>
                    </a:lstStyle>
                    <a:p>
                      <a:pPr marL="285750" marR="0" lvl="0" indent="-285750">
                        <a:lnSpc>
                          <a:spcPct val="100000"/>
                        </a:lnSpc>
                        <a:spcBef>
                          <a:spcPts val="0"/>
                        </a:spcBef>
                        <a:spcAft>
                          <a:spcPts val="0"/>
                        </a:spcAft>
                        <a:buFont typeface="Arial" panose="020B0604020202020204" pitchFamily="34" charset="0"/>
                        <a:buChar char="•"/>
                      </a:pPr>
                      <a:r>
                        <a:rPr lang="en-US" sz="1700" dirty="0">
                          <a:effectLst/>
                          <a:latin typeface="Segoe UI" pitchFamily="34" charset="0"/>
                          <a:ea typeface="Segoe UI" pitchFamily="34" charset="0"/>
                          <a:cs typeface="Segoe UI" pitchFamily="34" charset="0"/>
                        </a:rPr>
                        <a:t>Requires all applications to be reinstalled and configured </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700" dirty="0">
                          <a:effectLst/>
                          <a:latin typeface="Segoe UI" pitchFamily="34" charset="0"/>
                          <a:ea typeface="Segoe UI" pitchFamily="34" charset="0"/>
                          <a:cs typeface="Segoe UI" pitchFamily="34" charset="0"/>
                        </a:rPr>
                        <a:t>Requires planning of migration of server roles</a:t>
                      </a:r>
                      <a:endParaRPr lang="en-CA" sz="1700" dirty="0">
                        <a:effectLst/>
                        <a:latin typeface="Segoe UI" pitchFamily="34" charset="0"/>
                        <a:ea typeface="Segoe UI" pitchFamily="34" charset="0"/>
                        <a:cs typeface="Segoe UI" pitchFamily="34" charset="0"/>
                      </a:endParaRP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700" dirty="0">
                          <a:effectLst/>
                          <a:latin typeface="Segoe UI" pitchFamily="34" charset="0"/>
                          <a:ea typeface="Segoe UI" pitchFamily="34" charset="0"/>
                          <a:cs typeface="Segoe UI" pitchFamily="34" charset="0"/>
                        </a:rPr>
                        <a:t>Requires migration of data</a:t>
                      </a:r>
                      <a:endParaRPr lang="en-CA" sz="1700" dirty="0">
                        <a:effectLst/>
                        <a:latin typeface="Segoe UI" pitchFamily="34" charset="0"/>
                        <a:ea typeface="Segoe UI" pitchFamily="34" charset="0"/>
                        <a:cs typeface="Segoe UI" pitchFamily="34" charset="0"/>
                      </a:endParaRP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700" dirty="0">
                          <a:effectLst/>
                          <a:latin typeface="Segoe UI" pitchFamily="34" charset="0"/>
                          <a:ea typeface="Segoe UI" pitchFamily="34" charset="0"/>
                          <a:cs typeface="Segoe UI" pitchFamily="34" charset="0"/>
                        </a:rPr>
                        <a:t>Requires the purchase of new hardware</a:t>
                      </a:r>
                      <a:endParaRPr lang="en-CA" sz="1700" dirty="0">
                        <a:effectLst/>
                        <a:latin typeface="Segoe UI" pitchFamily="34" charset="0"/>
                        <a:ea typeface="Segoe UI" pitchFamily="34" charset="0"/>
                        <a:cs typeface="Segoe UI" pitchFamily="34" charset="0"/>
                      </a:endParaRPr>
                    </a:p>
                  </a:txBody>
                  <a:tcPr marL="45720" marR="45720">
                    <a:lnL>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bl>
          </a:graphicData>
        </a:graphic>
      </p:graphicFrame>
      <p:sp>
        <p:nvSpPr>
          <p:cNvPr id="6" name="Content Placeholder 2"/>
          <p:cNvSpPr txBox="1">
            <a:spLocks/>
          </p:cNvSpPr>
          <p:nvPr/>
        </p:nvSpPr>
        <p:spPr bwMode="auto">
          <a:xfrm>
            <a:off x="458788" y="3695965"/>
            <a:ext cx="2590800" cy="381000"/>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lvl1pPr marL="174625" indent="-174625" algn="l" rtl="0" eaLnBrk="1" fontAlgn="base" hangingPunct="1">
              <a:lnSpc>
                <a:spcPct val="100000"/>
              </a:lnSpc>
              <a:spcBef>
                <a:spcPts val="600"/>
              </a:spcBef>
              <a:spcAft>
                <a:spcPct val="0"/>
              </a:spcAft>
              <a:buClr>
                <a:srgbClr val="0070C0"/>
              </a:buClr>
              <a:buSzPct val="90000"/>
              <a:buFont typeface="Arial" pitchFamily="34" charset="0"/>
              <a:buChar char="•"/>
              <a:defRPr sz="2800">
                <a:solidFill>
                  <a:schemeClr val="tx1"/>
                </a:solidFill>
                <a:latin typeface="Segoe UI" pitchFamily="34" charset="0"/>
                <a:ea typeface="Segoe UI" pitchFamily="34" charset="0"/>
                <a:cs typeface="Segoe UI" pitchFamily="34" charset="0"/>
              </a:defRPr>
            </a:lvl1pPr>
            <a:lvl2pPr marL="458788" indent="-169863" algn="l" rtl="0" eaLnBrk="1" fontAlgn="base" hangingPunct="1">
              <a:lnSpc>
                <a:spcPct val="100000"/>
              </a:lnSpc>
              <a:spcBef>
                <a:spcPts val="600"/>
              </a:spcBef>
              <a:spcAft>
                <a:spcPct val="0"/>
              </a:spcAft>
              <a:buClr>
                <a:srgbClr val="0070C0"/>
              </a:buClr>
              <a:buSzPct val="80000"/>
              <a:buFont typeface="Arial" pitchFamily="34" charset="0"/>
              <a:buChar char="•"/>
              <a:defRPr sz="2400">
                <a:solidFill>
                  <a:schemeClr val="tx1"/>
                </a:solidFill>
                <a:latin typeface="Segoe UI" pitchFamily="34" charset="0"/>
                <a:ea typeface="Segoe UI" pitchFamily="34" charset="0"/>
                <a:cs typeface="Segoe UI" pitchFamily="34" charset="0"/>
              </a:defRPr>
            </a:lvl2pPr>
            <a:lvl3pPr marL="854075" indent="-173038" algn="l" rtl="0" eaLnBrk="1" fontAlgn="base" hangingPunct="1">
              <a:lnSpc>
                <a:spcPct val="100000"/>
              </a:lnSpc>
              <a:spcBef>
                <a:spcPts val="600"/>
              </a:spcBef>
              <a:spcAft>
                <a:spcPct val="0"/>
              </a:spcAft>
              <a:buClr>
                <a:srgbClr val="0070C0"/>
              </a:buClr>
              <a:buSzPct val="80000"/>
              <a:buFont typeface="Arial" pitchFamily="34" charset="0"/>
              <a:buChar char="•"/>
              <a:defRPr sz="2000">
                <a:solidFill>
                  <a:schemeClr val="tx1"/>
                </a:solidFill>
                <a:latin typeface="Segoe UI" pitchFamily="34" charset="0"/>
                <a:ea typeface="Segoe UI" pitchFamily="34" charset="0"/>
                <a:cs typeface="Segoe UI" pitchFamily="34" charset="0"/>
              </a:defRPr>
            </a:lvl3pPr>
            <a:lvl4pPr marL="1254125" indent="-165100"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4pPr>
            <a:lvl5pPr marL="1544638" indent="-168275"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5pPr>
            <a:lvl6pPr marL="20018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6pPr>
            <a:lvl7pPr marL="24590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7pPr>
            <a:lvl8pPr marL="29162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8pPr>
            <a:lvl9pPr marL="33734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9pPr>
          </a:lstStyle>
          <a:p>
            <a:pPr marL="0" lvl="0" indent="0">
              <a:buNone/>
              <a:defRPr/>
            </a:pPr>
            <a:r>
              <a:rPr lang="en-US" sz="1800" b="1" kern="0">
                <a:solidFill>
                  <a:srgbClr val="000000"/>
                </a:solidFill>
                <a:latin typeface="Verdana" pitchFamily="34" charset="0"/>
                <a:cs typeface="Arial" charset="0"/>
              </a:rPr>
              <a:t>Migration</a:t>
            </a:r>
            <a:endParaRPr lang="en-US" sz="2600" b="1" kern="0" dirty="0">
              <a:solidFill>
                <a:srgbClr val="000000"/>
              </a:solidFill>
              <a:latin typeface="Verdana" pitchFamily="34" charset="0"/>
              <a:cs typeface="Arial" charset="0"/>
            </a:endParaRPr>
          </a:p>
        </p:txBody>
      </p:sp>
      <p:graphicFrame>
        <p:nvGraphicFramePr>
          <p:cNvPr id="7" name="Table 6"/>
          <p:cNvGraphicFramePr>
            <a:graphicFrameLocks noGrp="1"/>
          </p:cNvGraphicFramePr>
          <p:nvPr>
            <p:extLst>
              <p:ext uri="{D42A27DB-BD31-4B8C-83A1-F6EECF244321}">
                <p14:modId xmlns:p14="http://schemas.microsoft.com/office/powerpoint/2010/main" val="3977780341"/>
              </p:ext>
            </p:extLst>
          </p:nvPr>
        </p:nvGraphicFramePr>
        <p:xfrm>
          <a:off x="656542" y="1647297"/>
          <a:ext cx="8030258" cy="2160125"/>
        </p:xfrm>
        <a:graphic>
          <a:graphicData uri="http://schemas.openxmlformats.org/drawingml/2006/table">
            <a:tbl>
              <a:tblPr firstRow="1">
                <a:tableStyleId>{9DCAF9ED-07DC-4A11-8D7F-57B35C25682E}</a:tableStyleId>
              </a:tblPr>
              <a:tblGrid>
                <a:gridCol w="4015129">
                  <a:extLst>
                    <a:ext uri="{9D8B030D-6E8A-4147-A177-3AD203B41FA5}">
                      <a16:colId xmlns:a16="http://schemas.microsoft.com/office/drawing/2014/main" val="20000"/>
                    </a:ext>
                  </a:extLst>
                </a:gridCol>
                <a:gridCol w="4015129">
                  <a:extLst>
                    <a:ext uri="{9D8B030D-6E8A-4147-A177-3AD203B41FA5}">
                      <a16:colId xmlns:a16="http://schemas.microsoft.com/office/drawing/2014/main" val="20001"/>
                    </a:ext>
                  </a:extLst>
                </a:gridCol>
              </a:tblGrid>
              <a:tr h="398063">
                <a:tc>
                  <a:txBody>
                    <a:bodyPr/>
                    <a:lstStyle>
                      <a:lvl1pPr marL="0" algn="l" defTabSz="914400" rtl="0" eaLnBrk="1" latinLnBrk="0" hangingPunct="1">
                        <a:defRPr sz="1800" b="1" kern="1200">
                          <a:solidFill>
                            <a:schemeClr val="tx1"/>
                          </a:solidFill>
                          <a:latin typeface="Verdana"/>
                        </a:defRPr>
                      </a:lvl1pPr>
                      <a:lvl2pPr marL="457200" algn="l" defTabSz="914400" rtl="0" eaLnBrk="1" latinLnBrk="0" hangingPunct="1">
                        <a:defRPr sz="1800" b="1" kern="1200">
                          <a:solidFill>
                            <a:schemeClr val="tx1"/>
                          </a:solidFill>
                          <a:latin typeface="Verdana"/>
                        </a:defRPr>
                      </a:lvl2pPr>
                      <a:lvl3pPr marL="914400" algn="l" defTabSz="914400" rtl="0" eaLnBrk="1" latinLnBrk="0" hangingPunct="1">
                        <a:defRPr sz="1800" b="1" kern="1200">
                          <a:solidFill>
                            <a:schemeClr val="tx1"/>
                          </a:solidFill>
                          <a:latin typeface="Verdana"/>
                        </a:defRPr>
                      </a:lvl3pPr>
                      <a:lvl4pPr marL="1371600" algn="l" defTabSz="914400" rtl="0" eaLnBrk="1" latinLnBrk="0" hangingPunct="1">
                        <a:defRPr sz="1800" b="1" kern="1200">
                          <a:solidFill>
                            <a:schemeClr val="tx1"/>
                          </a:solidFill>
                          <a:latin typeface="Verdana"/>
                        </a:defRPr>
                      </a:lvl4pPr>
                      <a:lvl5pPr marL="1828800" algn="l" defTabSz="914400" rtl="0" eaLnBrk="1" latinLnBrk="0" hangingPunct="1">
                        <a:defRPr sz="1800" b="1" kern="1200">
                          <a:solidFill>
                            <a:schemeClr val="tx1"/>
                          </a:solidFill>
                          <a:latin typeface="Verdana"/>
                        </a:defRPr>
                      </a:lvl5pPr>
                      <a:lvl6pPr marL="2286000" algn="l" defTabSz="914400" rtl="0" eaLnBrk="1" latinLnBrk="0" hangingPunct="1">
                        <a:defRPr sz="1800" b="1" kern="1200">
                          <a:solidFill>
                            <a:schemeClr val="tx1"/>
                          </a:solidFill>
                          <a:latin typeface="Verdana"/>
                        </a:defRPr>
                      </a:lvl6pPr>
                      <a:lvl7pPr marL="2743200" algn="l" defTabSz="914400" rtl="0" eaLnBrk="1" latinLnBrk="0" hangingPunct="1">
                        <a:defRPr sz="1800" b="1" kern="1200">
                          <a:solidFill>
                            <a:schemeClr val="tx1"/>
                          </a:solidFill>
                          <a:latin typeface="Verdana"/>
                        </a:defRPr>
                      </a:lvl7pPr>
                      <a:lvl8pPr marL="3200400" algn="l" defTabSz="914400" rtl="0" eaLnBrk="1" latinLnBrk="0" hangingPunct="1">
                        <a:defRPr sz="1800" b="1" kern="1200">
                          <a:solidFill>
                            <a:schemeClr val="tx1"/>
                          </a:solidFill>
                          <a:latin typeface="Verdana"/>
                        </a:defRPr>
                      </a:lvl8pPr>
                      <a:lvl9pPr marL="3657600" algn="l" defTabSz="914400" rtl="0" eaLnBrk="1" latinLnBrk="0" hangingPunct="1">
                        <a:defRPr sz="1800" b="1" kern="1200">
                          <a:solidFill>
                            <a:schemeClr val="tx1"/>
                          </a:solidFill>
                          <a:latin typeface="Verdana"/>
                        </a:defRPr>
                      </a:lvl9pPr>
                    </a:lstStyle>
                    <a:p>
                      <a:pPr marL="0" marR="0">
                        <a:lnSpc>
                          <a:spcPct val="115000"/>
                        </a:lnSpc>
                        <a:spcBef>
                          <a:spcPts val="0"/>
                        </a:spcBef>
                        <a:spcAft>
                          <a:spcPts val="0"/>
                        </a:spcAft>
                      </a:pPr>
                      <a:r>
                        <a:rPr lang="en-US" sz="1700" dirty="0">
                          <a:solidFill>
                            <a:schemeClr val="tx2">
                              <a:lumMod val="95000"/>
                              <a:lumOff val="5000"/>
                            </a:schemeClr>
                          </a:solidFill>
                          <a:effectLst/>
                          <a:latin typeface="Segoe UI" pitchFamily="34" charset="0"/>
                          <a:ea typeface="Segoe UI" pitchFamily="34" charset="0"/>
                          <a:cs typeface="Segoe UI" pitchFamily="34" charset="0"/>
                        </a:rPr>
                        <a:t>Advantages:</a:t>
                      </a:r>
                      <a:endParaRPr lang="en-CA" sz="1700" dirty="0">
                        <a:solidFill>
                          <a:schemeClr val="tx2">
                            <a:lumMod val="95000"/>
                            <a:lumOff val="5000"/>
                          </a:schemeClr>
                        </a:solidFill>
                        <a:effectLst/>
                        <a:latin typeface="Segoe UI" pitchFamily="34" charset="0"/>
                        <a:ea typeface="Segoe UI" pitchFamily="34" charset="0"/>
                        <a:cs typeface="Segoe UI" pitchFamily="34" charset="0"/>
                      </a:endParaRPr>
                    </a:p>
                  </a:txBody>
                  <a:tcPr marL="68580" marR="68580" marT="0" marB="0">
                    <a:lnL w="12700" cmpd="sng">
                      <a:noFill/>
                    </a:lnL>
                    <a:lnR>
                      <a:noFill/>
                    </a:lnR>
                    <a:lnT w="12700" cmpd="sng">
                      <a:noFill/>
                    </a:lnT>
                    <a:lnB w="12700" cmpd="sng">
                      <a:noFill/>
                    </a:lnB>
                    <a:lnTlToBr w="12700" cmpd="sng">
                      <a:noFill/>
                      <a:prstDash val="solid"/>
                    </a:lnTlToBr>
                    <a:lnBlToTr w="12700" cmpd="sng">
                      <a:noFill/>
                      <a:prstDash val="solid"/>
                    </a:lnBlToTr>
                    <a:noFill/>
                  </a:tcPr>
                </a:tc>
                <a:tc>
                  <a:txBody>
                    <a:bodyPr/>
                    <a:lstStyle>
                      <a:lvl1pPr marL="0" algn="l" defTabSz="914400" rtl="0" eaLnBrk="1" latinLnBrk="0" hangingPunct="1">
                        <a:defRPr sz="1800" b="1" kern="1200">
                          <a:solidFill>
                            <a:schemeClr val="tx1"/>
                          </a:solidFill>
                          <a:latin typeface="Verdana"/>
                        </a:defRPr>
                      </a:lvl1pPr>
                      <a:lvl2pPr marL="457200" algn="l" defTabSz="914400" rtl="0" eaLnBrk="1" latinLnBrk="0" hangingPunct="1">
                        <a:defRPr sz="1800" b="1" kern="1200">
                          <a:solidFill>
                            <a:schemeClr val="tx1"/>
                          </a:solidFill>
                          <a:latin typeface="Verdana"/>
                        </a:defRPr>
                      </a:lvl2pPr>
                      <a:lvl3pPr marL="914400" algn="l" defTabSz="914400" rtl="0" eaLnBrk="1" latinLnBrk="0" hangingPunct="1">
                        <a:defRPr sz="1800" b="1" kern="1200">
                          <a:solidFill>
                            <a:schemeClr val="tx1"/>
                          </a:solidFill>
                          <a:latin typeface="Verdana"/>
                        </a:defRPr>
                      </a:lvl3pPr>
                      <a:lvl4pPr marL="1371600" algn="l" defTabSz="914400" rtl="0" eaLnBrk="1" latinLnBrk="0" hangingPunct="1">
                        <a:defRPr sz="1800" b="1" kern="1200">
                          <a:solidFill>
                            <a:schemeClr val="tx1"/>
                          </a:solidFill>
                          <a:latin typeface="Verdana"/>
                        </a:defRPr>
                      </a:lvl4pPr>
                      <a:lvl5pPr marL="1828800" algn="l" defTabSz="914400" rtl="0" eaLnBrk="1" latinLnBrk="0" hangingPunct="1">
                        <a:defRPr sz="1800" b="1" kern="1200">
                          <a:solidFill>
                            <a:schemeClr val="tx1"/>
                          </a:solidFill>
                          <a:latin typeface="Verdana"/>
                        </a:defRPr>
                      </a:lvl5pPr>
                      <a:lvl6pPr marL="2286000" algn="l" defTabSz="914400" rtl="0" eaLnBrk="1" latinLnBrk="0" hangingPunct="1">
                        <a:defRPr sz="1800" b="1" kern="1200">
                          <a:solidFill>
                            <a:schemeClr val="tx1"/>
                          </a:solidFill>
                          <a:latin typeface="Verdana"/>
                        </a:defRPr>
                      </a:lvl6pPr>
                      <a:lvl7pPr marL="2743200" algn="l" defTabSz="914400" rtl="0" eaLnBrk="1" latinLnBrk="0" hangingPunct="1">
                        <a:defRPr sz="1800" b="1" kern="1200">
                          <a:solidFill>
                            <a:schemeClr val="tx1"/>
                          </a:solidFill>
                          <a:latin typeface="Verdana"/>
                        </a:defRPr>
                      </a:lvl7pPr>
                      <a:lvl8pPr marL="3200400" algn="l" defTabSz="914400" rtl="0" eaLnBrk="1" latinLnBrk="0" hangingPunct="1">
                        <a:defRPr sz="1800" b="1" kern="1200">
                          <a:solidFill>
                            <a:schemeClr val="tx1"/>
                          </a:solidFill>
                          <a:latin typeface="Verdana"/>
                        </a:defRPr>
                      </a:lvl8pPr>
                      <a:lvl9pPr marL="3657600" algn="l" defTabSz="914400" rtl="0" eaLnBrk="1" latinLnBrk="0" hangingPunct="1">
                        <a:defRPr sz="1800" b="1" kern="1200">
                          <a:solidFill>
                            <a:schemeClr val="tx1"/>
                          </a:solidFill>
                          <a:latin typeface="Verdana"/>
                        </a:defRPr>
                      </a:lvl9pPr>
                    </a:lstStyle>
                    <a:p>
                      <a:pPr marL="0" marR="0">
                        <a:lnSpc>
                          <a:spcPct val="115000"/>
                        </a:lnSpc>
                        <a:spcBef>
                          <a:spcPts val="0"/>
                        </a:spcBef>
                        <a:spcAft>
                          <a:spcPts val="0"/>
                        </a:spcAft>
                      </a:pPr>
                      <a:r>
                        <a:rPr lang="en-US" sz="1700" dirty="0">
                          <a:solidFill>
                            <a:schemeClr val="tx2">
                              <a:lumMod val="95000"/>
                              <a:lumOff val="5000"/>
                            </a:schemeClr>
                          </a:solidFill>
                          <a:effectLst/>
                          <a:latin typeface="Segoe UI" pitchFamily="34" charset="0"/>
                          <a:ea typeface="Segoe UI" pitchFamily="34" charset="0"/>
                          <a:cs typeface="Segoe UI" pitchFamily="34" charset="0"/>
                        </a:rPr>
                        <a:t>Disadvantages:</a:t>
                      </a:r>
                      <a:endParaRPr lang="en-CA" sz="1700" dirty="0">
                        <a:solidFill>
                          <a:schemeClr val="tx2">
                            <a:lumMod val="95000"/>
                            <a:lumOff val="5000"/>
                          </a:schemeClr>
                        </a:solidFill>
                        <a:effectLst/>
                        <a:latin typeface="Segoe UI" pitchFamily="34" charset="0"/>
                        <a:ea typeface="Segoe UI" pitchFamily="34" charset="0"/>
                        <a:cs typeface="Segoe UI" pitchFamily="34" charset="0"/>
                      </a:endParaRPr>
                    </a:p>
                  </a:txBody>
                  <a:tcPr marL="68580" marR="68580" marT="0" marB="0">
                    <a:lnL>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0"/>
                  </a:ext>
                </a:extLst>
              </a:tr>
              <a:tr h="863721">
                <a:tc>
                  <a:txBody>
                    <a:bodyPr/>
                    <a:lstStyle>
                      <a:lvl1pPr marL="0" algn="l" defTabSz="914400" rtl="0" eaLnBrk="1" latinLnBrk="0" hangingPunct="1">
                        <a:defRPr sz="1800" b="1" kern="1200">
                          <a:solidFill>
                            <a:schemeClr val="tx1"/>
                          </a:solidFill>
                          <a:latin typeface="Verdana"/>
                        </a:defRPr>
                      </a:lvl1pPr>
                      <a:lvl2pPr marL="457200" algn="l" defTabSz="914400" rtl="0" eaLnBrk="1" latinLnBrk="0" hangingPunct="1">
                        <a:defRPr sz="1800" b="1" kern="1200">
                          <a:solidFill>
                            <a:schemeClr val="tx1"/>
                          </a:solidFill>
                          <a:latin typeface="Verdana"/>
                        </a:defRPr>
                      </a:lvl2pPr>
                      <a:lvl3pPr marL="914400" algn="l" defTabSz="914400" rtl="0" eaLnBrk="1" latinLnBrk="0" hangingPunct="1">
                        <a:defRPr sz="1800" b="1" kern="1200">
                          <a:solidFill>
                            <a:schemeClr val="tx1"/>
                          </a:solidFill>
                          <a:latin typeface="Verdana"/>
                        </a:defRPr>
                      </a:lvl3pPr>
                      <a:lvl4pPr marL="1371600" algn="l" defTabSz="914400" rtl="0" eaLnBrk="1" latinLnBrk="0" hangingPunct="1">
                        <a:defRPr sz="1800" b="1" kern="1200">
                          <a:solidFill>
                            <a:schemeClr val="tx1"/>
                          </a:solidFill>
                          <a:latin typeface="Verdana"/>
                        </a:defRPr>
                      </a:lvl4pPr>
                      <a:lvl5pPr marL="1828800" algn="l" defTabSz="914400" rtl="0" eaLnBrk="1" latinLnBrk="0" hangingPunct="1">
                        <a:defRPr sz="1800" b="1" kern="1200">
                          <a:solidFill>
                            <a:schemeClr val="tx1"/>
                          </a:solidFill>
                          <a:latin typeface="Verdana"/>
                        </a:defRPr>
                      </a:lvl5pPr>
                      <a:lvl6pPr marL="2286000" algn="l" defTabSz="914400" rtl="0" eaLnBrk="1" latinLnBrk="0" hangingPunct="1">
                        <a:defRPr sz="1800" b="1" kern="1200">
                          <a:solidFill>
                            <a:schemeClr val="tx1"/>
                          </a:solidFill>
                          <a:latin typeface="Verdana"/>
                        </a:defRPr>
                      </a:lvl6pPr>
                      <a:lvl7pPr marL="2743200" algn="l" defTabSz="914400" rtl="0" eaLnBrk="1" latinLnBrk="0" hangingPunct="1">
                        <a:defRPr sz="1800" b="1" kern="1200">
                          <a:solidFill>
                            <a:schemeClr val="tx1"/>
                          </a:solidFill>
                          <a:latin typeface="Verdana"/>
                        </a:defRPr>
                      </a:lvl7pPr>
                      <a:lvl8pPr marL="3200400" algn="l" defTabSz="914400" rtl="0" eaLnBrk="1" latinLnBrk="0" hangingPunct="1">
                        <a:defRPr sz="1800" b="1" kern="1200">
                          <a:solidFill>
                            <a:schemeClr val="tx1"/>
                          </a:solidFill>
                          <a:latin typeface="Verdana"/>
                        </a:defRPr>
                      </a:lvl8pPr>
                      <a:lvl9pPr marL="3657600" algn="l" defTabSz="914400" rtl="0" eaLnBrk="1" latinLnBrk="0" hangingPunct="1">
                        <a:defRPr sz="1800" b="1" kern="1200">
                          <a:solidFill>
                            <a:schemeClr val="tx1"/>
                          </a:solidFill>
                          <a:latin typeface="Verdana"/>
                        </a:defRPr>
                      </a:lvl9pPr>
                    </a:lstStyle>
                    <a:p>
                      <a:pPr marL="285750" marR="0" lvl="0" indent="-285750" algn="l" defTabSz="914400" rtl="0" eaLnBrk="1" latinLnBrk="0" hangingPunct="1">
                        <a:lnSpc>
                          <a:spcPct val="115000"/>
                        </a:lnSpc>
                        <a:spcBef>
                          <a:spcPts val="0"/>
                        </a:spcBef>
                        <a:spcAft>
                          <a:spcPts val="0"/>
                        </a:spcAft>
                        <a:buFont typeface="Arial" panose="020B0604020202020204" pitchFamily="34" charset="0"/>
                        <a:buChar char="•"/>
                      </a:pPr>
                      <a:r>
                        <a:rPr lang="en-US" sz="1700" b="0" kern="1200" dirty="0">
                          <a:effectLst/>
                          <a:latin typeface="Segoe UI" pitchFamily="34" charset="0"/>
                          <a:ea typeface="Segoe UI" pitchFamily="34" charset="0"/>
                          <a:cs typeface="Segoe UI" pitchFamily="34" charset="0"/>
                        </a:rPr>
                        <a:t>Generally straightforward process that takes less time and planning than a migration strategy</a:t>
                      </a:r>
                    </a:p>
                    <a:p>
                      <a:pPr marL="285750" marR="0" lvl="0" indent="-285750" algn="l" defTabSz="914400" rtl="0" eaLnBrk="1" latinLnBrk="0" hangingPunct="1">
                        <a:lnSpc>
                          <a:spcPct val="115000"/>
                        </a:lnSpc>
                        <a:spcBef>
                          <a:spcPts val="0"/>
                        </a:spcBef>
                        <a:spcAft>
                          <a:spcPts val="0"/>
                        </a:spcAft>
                        <a:buFont typeface="Arial" panose="020B0604020202020204" pitchFamily="34" charset="0"/>
                        <a:buChar char="•"/>
                      </a:pPr>
                      <a:r>
                        <a:rPr lang="en-CA" sz="1700" b="0" kern="1200" dirty="0">
                          <a:solidFill>
                            <a:schemeClr val="dk1"/>
                          </a:solidFill>
                          <a:effectLst/>
                          <a:latin typeface="Segoe UI" pitchFamily="34" charset="0"/>
                          <a:ea typeface="Segoe UI" pitchFamily="34" charset="0"/>
                          <a:cs typeface="Segoe UI" pitchFamily="34" charset="0"/>
                        </a:rPr>
                        <a:t>All server roles, features, data, and application settings are maintained</a:t>
                      </a:r>
                    </a:p>
                  </a:txBody>
                  <a:tcPr marL="68580" marR="68580" marT="0" marB="0">
                    <a:lnL w="12700" cmpd="sng">
                      <a:noFill/>
                    </a:lnL>
                    <a:lnR>
                      <a:noFill/>
                    </a:lnR>
                    <a:lnT w="12700" cmpd="sng">
                      <a:noFill/>
                    </a:lnT>
                    <a:lnB w="12700" cmpd="sng">
                      <a:no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Verdana"/>
                        </a:defRPr>
                      </a:lvl1pPr>
                      <a:lvl2pPr marL="457200" algn="l" defTabSz="914400" rtl="0" eaLnBrk="1" latinLnBrk="0" hangingPunct="1">
                        <a:defRPr sz="1800" kern="1200">
                          <a:solidFill>
                            <a:schemeClr val="tx1"/>
                          </a:solidFill>
                          <a:latin typeface="Verdana"/>
                        </a:defRPr>
                      </a:lvl2pPr>
                      <a:lvl3pPr marL="914400" algn="l" defTabSz="914400" rtl="0" eaLnBrk="1" latinLnBrk="0" hangingPunct="1">
                        <a:defRPr sz="1800" kern="1200">
                          <a:solidFill>
                            <a:schemeClr val="tx1"/>
                          </a:solidFill>
                          <a:latin typeface="Verdana"/>
                        </a:defRPr>
                      </a:lvl3pPr>
                      <a:lvl4pPr marL="1371600" algn="l" defTabSz="914400" rtl="0" eaLnBrk="1" latinLnBrk="0" hangingPunct="1">
                        <a:defRPr sz="1800" kern="1200">
                          <a:solidFill>
                            <a:schemeClr val="tx1"/>
                          </a:solidFill>
                          <a:latin typeface="Verdana"/>
                        </a:defRPr>
                      </a:lvl4pPr>
                      <a:lvl5pPr marL="1828800" algn="l" defTabSz="914400" rtl="0" eaLnBrk="1" latinLnBrk="0" hangingPunct="1">
                        <a:defRPr sz="1800" kern="1200">
                          <a:solidFill>
                            <a:schemeClr val="tx1"/>
                          </a:solidFill>
                          <a:latin typeface="Verdana"/>
                        </a:defRPr>
                      </a:lvl5pPr>
                      <a:lvl6pPr marL="2286000" algn="l" defTabSz="914400" rtl="0" eaLnBrk="1" latinLnBrk="0" hangingPunct="1">
                        <a:defRPr sz="1800" kern="1200">
                          <a:solidFill>
                            <a:schemeClr val="tx1"/>
                          </a:solidFill>
                          <a:latin typeface="Verdana"/>
                        </a:defRPr>
                      </a:lvl6pPr>
                      <a:lvl7pPr marL="2743200" algn="l" defTabSz="914400" rtl="0" eaLnBrk="1" latinLnBrk="0" hangingPunct="1">
                        <a:defRPr sz="1800" kern="1200">
                          <a:solidFill>
                            <a:schemeClr val="tx1"/>
                          </a:solidFill>
                          <a:latin typeface="Verdana"/>
                        </a:defRPr>
                      </a:lvl7pPr>
                      <a:lvl8pPr marL="3200400" algn="l" defTabSz="914400" rtl="0" eaLnBrk="1" latinLnBrk="0" hangingPunct="1">
                        <a:defRPr sz="1800" kern="1200">
                          <a:solidFill>
                            <a:schemeClr val="tx1"/>
                          </a:solidFill>
                          <a:latin typeface="Verdana"/>
                        </a:defRPr>
                      </a:lvl8pPr>
                      <a:lvl9pPr marL="3657600" algn="l" defTabSz="914400" rtl="0" eaLnBrk="1" latinLnBrk="0" hangingPunct="1">
                        <a:defRPr sz="1800" kern="1200">
                          <a:solidFill>
                            <a:schemeClr val="tx1"/>
                          </a:solidFill>
                          <a:latin typeface="Verdana"/>
                        </a:defRPr>
                      </a:lvl9pPr>
                    </a:lstStyle>
                    <a:p>
                      <a:pPr marL="285750" marR="0" lvl="0" indent="-285750" algn="l" defTabSz="914400" rtl="0" eaLnBrk="1" latinLnBrk="0" hangingPunct="1">
                        <a:lnSpc>
                          <a:spcPct val="115000"/>
                        </a:lnSpc>
                        <a:spcBef>
                          <a:spcPts val="0"/>
                        </a:spcBef>
                        <a:spcAft>
                          <a:spcPts val="0"/>
                        </a:spcAft>
                        <a:buFont typeface="Arial" panose="020B0604020202020204" pitchFamily="34" charset="0"/>
                        <a:buChar char="•"/>
                      </a:pPr>
                      <a:r>
                        <a:rPr lang="en-US" sz="1700" kern="1200" dirty="0">
                          <a:effectLst/>
                          <a:latin typeface="Segoe UI" pitchFamily="34" charset="0"/>
                          <a:ea typeface="Segoe UI" pitchFamily="34" charset="0"/>
                          <a:cs typeface="Segoe UI" pitchFamily="34" charset="0"/>
                        </a:rPr>
                        <a:t>More difficult to troubleshoot installation failures caused by existing applications or server roles</a:t>
                      </a:r>
                    </a:p>
                    <a:p>
                      <a:pPr marL="285750" marR="0" lvl="0" indent="-285750" algn="l" defTabSz="914400" rtl="0" eaLnBrk="1" fontAlgn="auto" latinLnBrk="0" hangingPunct="1">
                        <a:lnSpc>
                          <a:spcPct val="115000"/>
                        </a:lnSpc>
                        <a:spcBef>
                          <a:spcPts val="0"/>
                        </a:spcBef>
                        <a:spcAft>
                          <a:spcPts val="0"/>
                        </a:spcAft>
                        <a:buClrTx/>
                        <a:buSzTx/>
                        <a:buFont typeface="Arial" panose="020B0604020202020204" pitchFamily="34" charset="0"/>
                        <a:buChar char="•"/>
                        <a:tabLst/>
                        <a:defRPr/>
                      </a:pPr>
                      <a:r>
                        <a:rPr lang="en-US" sz="1700" kern="1200" dirty="0">
                          <a:effectLst/>
                          <a:latin typeface="Segoe UI" pitchFamily="34" charset="0"/>
                          <a:ea typeface="Segoe UI" pitchFamily="34" charset="0"/>
                          <a:cs typeface="Segoe UI" pitchFamily="34" charset="0"/>
                        </a:rPr>
                        <a:t>Existing problems and configuration issues might be brought into the new operating system</a:t>
                      </a:r>
                      <a:endParaRPr lang="en-CA" sz="1700" kern="1200" dirty="0">
                        <a:solidFill>
                          <a:schemeClr val="dk1"/>
                        </a:solidFill>
                        <a:effectLst/>
                        <a:latin typeface="Segoe UI" pitchFamily="34" charset="0"/>
                        <a:ea typeface="Segoe UI" pitchFamily="34" charset="0"/>
                        <a:cs typeface="Segoe UI" pitchFamily="34" charset="0"/>
                      </a:endParaRPr>
                    </a:p>
                  </a:txBody>
                  <a:tcPr marL="68580" marR="68580" marT="0" marB="0">
                    <a:lnL>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0001"/>
                  </a:ext>
                </a:extLst>
              </a:tr>
            </a:tbl>
          </a:graphicData>
        </a:graphic>
      </p:graphicFrame>
      <p:pic>
        <p:nvPicPr>
          <p:cNvPr id="8" name="Picture 7"/>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303648" y="1641067"/>
            <a:ext cx="359444" cy="359444"/>
          </a:xfrm>
          <a:prstGeom prst="rect">
            <a:avLst/>
          </a:prstGeom>
        </p:spPr>
      </p:pic>
      <p:pic>
        <p:nvPicPr>
          <p:cNvPr id="9" name="Picture 8"/>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261033" y="1641067"/>
            <a:ext cx="395509" cy="394307"/>
          </a:xfrm>
          <a:prstGeom prst="rect">
            <a:avLst/>
          </a:prstGeom>
        </p:spPr>
      </p:pic>
      <p:pic>
        <p:nvPicPr>
          <p:cNvPr id="10" name="Picture 9"/>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303648" y="4181920"/>
            <a:ext cx="359444" cy="359444"/>
          </a:xfrm>
          <a:prstGeom prst="rect">
            <a:avLst/>
          </a:prstGeom>
        </p:spPr>
      </p:pic>
      <p:pic>
        <p:nvPicPr>
          <p:cNvPr id="11" name="Picture 10"/>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261033" y="4181920"/>
            <a:ext cx="395509" cy="394307"/>
          </a:xfrm>
          <a:prstGeom prst="rect">
            <a:avLst/>
          </a:prstGeom>
        </p:spPr>
      </p:pic>
    </p:spTree>
    <p:extLst>
      <p:ext uri="{BB962C8B-B14F-4D97-AF65-F5344CB8AC3E}">
        <p14:creationId xmlns:p14="http://schemas.microsoft.com/office/powerpoint/2010/main" val="66226168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f008e909-817d-4a45-aab5-d12af99dfd76">
    <p:spTree>
      <p:nvGrpSpPr>
        <p:cNvPr id="1" name=""/>
        <p:cNvGrpSpPr/>
        <p:nvPr/>
      </p:nvGrpSpPr>
      <p:grpSpPr>
        <a:xfrm>
          <a:off x="0" y="0"/>
          <a:ext cx="0" cy="0"/>
          <a:chOff x="0" y="0"/>
          <a:chExt cx="0" cy="0"/>
        </a:xfrm>
      </p:grpSpPr>
      <p:sp>
        <p:nvSpPr>
          <p:cNvPr id="2" name="Title 1"/>
          <p:cNvSpPr>
            <a:spLocks noGrp="1"/>
          </p:cNvSpPr>
          <p:nvPr>
            <p:ph type="title"/>
          </p:nvPr>
        </p:nvSpPr>
        <p:spPr>
          <a:xfrm>
            <a:off x="460374" y="-2"/>
            <a:ext cx="8535579" cy="740664"/>
          </a:xfrm>
        </p:spPr>
        <p:txBody>
          <a:bodyPr/>
          <a:lstStyle/>
          <a:p>
            <a:r>
              <a:rPr lang="en-CA" dirty="0"/>
              <a:t>Hardware Requirements for Windows Server 2012 R2</a:t>
            </a:r>
          </a:p>
        </p:txBody>
      </p:sp>
      <p:sp>
        <p:nvSpPr>
          <p:cNvPr id="4" name="AutoShape 3"/>
          <p:cNvSpPr>
            <a:spLocks noChangeArrowheads="1"/>
          </p:cNvSpPr>
          <p:nvPr/>
        </p:nvSpPr>
        <p:spPr bwMode="auto">
          <a:xfrm>
            <a:off x="465138" y="1003876"/>
            <a:ext cx="8177212" cy="4608648"/>
          </a:xfrm>
          <a:prstGeom prst="roundRect">
            <a:avLst>
              <a:gd name="adj" fmla="val 4167"/>
            </a:avLst>
          </a:prstGeom>
          <a:noFill/>
          <a:ln w="9525" algn="ctr">
            <a:noFill/>
            <a:round/>
            <a:headEnd/>
            <a:tailEnd/>
          </a:ln>
          <a:effectLst/>
        </p:spPr>
        <p:txBody>
          <a:bodyPr/>
          <a:lstStyle/>
          <a:p>
            <a:pPr lvl="0" fontAlgn="base">
              <a:spcBef>
                <a:spcPct val="0"/>
              </a:spcBef>
              <a:spcAft>
                <a:spcPts val="1800"/>
              </a:spcAft>
            </a:pPr>
            <a:r>
              <a:rPr lang="en-US" sz="2600" b="1">
                <a:solidFill>
                  <a:srgbClr val="000000"/>
                </a:solidFill>
                <a:latin typeface="Segoe UI" pitchFamily="34" charset="0"/>
                <a:ea typeface="Segoe UI" pitchFamily="34" charset="0"/>
                <a:cs typeface="Segoe UI" pitchFamily="34" charset="0"/>
              </a:rPr>
              <a:t>Windows Server 2012 R2 has the following minimum hardware requirements:</a:t>
            </a:r>
            <a:endParaRPr lang="en-US" sz="2600" b="1" dirty="0">
              <a:solidFill>
                <a:srgbClr val="000000"/>
              </a:solidFill>
              <a:latin typeface="Segoe UI" pitchFamily="34" charset="0"/>
              <a:ea typeface="Segoe UI" pitchFamily="34" charset="0"/>
              <a:cs typeface="Segoe UI" pitchFamily="34" charset="0"/>
            </a:endParaRPr>
          </a:p>
        </p:txBody>
      </p:sp>
      <p:sp>
        <p:nvSpPr>
          <p:cNvPr id="5" name="Rounded Rectangle 844806"/>
          <p:cNvSpPr>
            <a:spLocks noChangeArrowheads="1"/>
          </p:cNvSpPr>
          <p:nvPr/>
        </p:nvSpPr>
        <p:spPr bwMode="auto">
          <a:xfrm>
            <a:off x="725785" y="2172420"/>
            <a:ext cx="7403253" cy="3273110"/>
          </a:xfrm>
          <a:prstGeom prst="roundRect">
            <a:avLst>
              <a:gd name="adj" fmla="val 4167"/>
            </a:avLst>
          </a:prstGeom>
          <a:noFill/>
          <a:ln w="9525" algn="ctr">
            <a:noFill/>
            <a:round/>
            <a:headEnd/>
            <a:tailEnd/>
          </a:ln>
          <a:effectLst/>
        </p:spPr>
        <p:txBody>
          <a:bodyPr anchor="t" anchorCtr="0">
            <a:noAutofit/>
          </a:bodyPr>
          <a:lstStyle/>
          <a:p>
            <a:pPr marL="293688" lvl="1" indent="-285750" eaLnBrk="0" fontAlgn="base" hangingPunct="0">
              <a:lnSpc>
                <a:spcPct val="114000"/>
              </a:lnSpc>
              <a:spcBef>
                <a:spcPts val="600"/>
              </a:spcBef>
              <a:spcAft>
                <a:spcPct val="0"/>
              </a:spcAft>
              <a:buClr>
                <a:srgbClr val="006699"/>
              </a:buClr>
              <a:buFontTx/>
              <a:buChar char="•"/>
              <a:tabLst>
                <a:tab pos="5035550" algn="r"/>
              </a:tabLst>
            </a:pPr>
            <a:r>
              <a:rPr lang="en-US" sz="2600">
                <a:solidFill>
                  <a:srgbClr val="000000"/>
                </a:solidFill>
                <a:latin typeface="Segoe UI" pitchFamily="34" charset="0"/>
                <a:ea typeface="Segoe UI" pitchFamily="34" charset="0"/>
                <a:cs typeface="Segoe UI" pitchFamily="34" charset="0"/>
              </a:rPr>
              <a:t>Processor architecture 	x64</a:t>
            </a:r>
          </a:p>
          <a:p>
            <a:pPr marL="293688" lvl="1" indent="-285750" eaLnBrk="0" fontAlgn="base" hangingPunct="0">
              <a:lnSpc>
                <a:spcPct val="114000"/>
              </a:lnSpc>
              <a:spcBef>
                <a:spcPts val="600"/>
              </a:spcBef>
              <a:spcAft>
                <a:spcPct val="0"/>
              </a:spcAft>
              <a:buClr>
                <a:srgbClr val="006699"/>
              </a:buClr>
              <a:buFontTx/>
              <a:buChar char="•"/>
              <a:tabLst>
                <a:tab pos="5035550" algn="r"/>
              </a:tabLst>
            </a:pPr>
            <a:r>
              <a:rPr lang="en-US" sz="2600">
                <a:solidFill>
                  <a:srgbClr val="000000"/>
                </a:solidFill>
                <a:latin typeface="Segoe UI" pitchFamily="34" charset="0"/>
                <a:ea typeface="Segoe UI" pitchFamily="34" charset="0"/>
                <a:cs typeface="Segoe UI" pitchFamily="34" charset="0"/>
              </a:rPr>
              <a:t>Processor speed 	1.4 GHz</a:t>
            </a:r>
          </a:p>
          <a:p>
            <a:pPr marL="293688" lvl="1" indent="-285750" eaLnBrk="0" fontAlgn="base" hangingPunct="0">
              <a:lnSpc>
                <a:spcPct val="114000"/>
              </a:lnSpc>
              <a:spcBef>
                <a:spcPts val="600"/>
              </a:spcBef>
              <a:spcAft>
                <a:spcPct val="0"/>
              </a:spcAft>
              <a:buClr>
                <a:srgbClr val="006699"/>
              </a:buClr>
              <a:buFontTx/>
              <a:buChar char="•"/>
              <a:tabLst>
                <a:tab pos="5035550" algn="r"/>
              </a:tabLst>
            </a:pPr>
            <a:r>
              <a:rPr lang="en-US" sz="2600">
                <a:solidFill>
                  <a:srgbClr val="000000"/>
                </a:solidFill>
                <a:latin typeface="Segoe UI" pitchFamily="34" charset="0"/>
                <a:ea typeface="Segoe UI" pitchFamily="34" charset="0"/>
                <a:cs typeface="Segoe UI" pitchFamily="34" charset="0"/>
              </a:rPr>
              <a:t>Memory (RAM) 	512 MB</a:t>
            </a:r>
          </a:p>
          <a:p>
            <a:pPr marL="293688" lvl="1" indent="-285750" eaLnBrk="0" fontAlgn="base" hangingPunct="0">
              <a:lnSpc>
                <a:spcPct val="114000"/>
              </a:lnSpc>
              <a:spcBef>
                <a:spcPts val="600"/>
              </a:spcBef>
              <a:spcAft>
                <a:spcPct val="0"/>
              </a:spcAft>
              <a:buClr>
                <a:srgbClr val="006699"/>
              </a:buClr>
              <a:buFontTx/>
              <a:buChar char="•"/>
              <a:tabLst>
                <a:tab pos="5035550" algn="r"/>
              </a:tabLst>
            </a:pPr>
            <a:r>
              <a:rPr lang="en-US" sz="2600">
                <a:solidFill>
                  <a:srgbClr val="000000"/>
                </a:solidFill>
                <a:latin typeface="Segoe UI" pitchFamily="34" charset="0"/>
                <a:ea typeface="Segoe UI" pitchFamily="34" charset="0"/>
                <a:cs typeface="Segoe UI" pitchFamily="34" charset="0"/>
              </a:rPr>
              <a:t>Hard disk drive space 	32 GB</a:t>
            </a:r>
          </a:p>
          <a:p>
            <a:pPr marL="922338" lvl="2" indent="-457200" eaLnBrk="0" fontAlgn="base" hangingPunct="0">
              <a:lnSpc>
                <a:spcPct val="114000"/>
              </a:lnSpc>
              <a:spcBef>
                <a:spcPts val="1200"/>
              </a:spcBef>
              <a:spcAft>
                <a:spcPct val="0"/>
              </a:spcAft>
              <a:buClr>
                <a:srgbClr val="006699"/>
              </a:buClr>
              <a:buFont typeface="Wingdings" pitchFamily="2" charset="2"/>
              <a:buChar char="Ø"/>
              <a:tabLst>
                <a:tab pos="5827713" algn="r"/>
              </a:tabLst>
            </a:pPr>
            <a:r>
              <a:rPr lang="en-US" sz="2600">
                <a:solidFill>
                  <a:srgbClr val="000000"/>
                </a:solidFill>
                <a:latin typeface="Segoe UI" pitchFamily="34" charset="0"/>
                <a:ea typeface="Segoe UI" pitchFamily="34" charset="0"/>
                <a:cs typeface="Segoe UI" pitchFamily="34" charset="0"/>
              </a:rPr>
              <a:t>More hard disk drive space</a:t>
            </a:r>
            <a:br>
              <a:rPr lang="en-US" sz="2600">
                <a:solidFill>
                  <a:srgbClr val="000000"/>
                </a:solidFill>
                <a:latin typeface="Segoe UI" pitchFamily="34" charset="0"/>
                <a:ea typeface="Segoe UI" pitchFamily="34" charset="0"/>
                <a:cs typeface="Segoe UI" pitchFamily="34" charset="0"/>
              </a:rPr>
            </a:br>
            <a:r>
              <a:rPr lang="en-US" sz="2600">
                <a:solidFill>
                  <a:srgbClr val="000000"/>
                </a:solidFill>
                <a:latin typeface="Segoe UI" pitchFamily="34" charset="0"/>
                <a:ea typeface="Segoe UI" pitchFamily="34" charset="0"/>
                <a:cs typeface="Segoe UI" pitchFamily="34" charset="0"/>
              </a:rPr>
              <a:t>is needed if the server has </a:t>
            </a:r>
            <a:br>
              <a:rPr lang="en-US" sz="2600">
                <a:solidFill>
                  <a:srgbClr val="000000"/>
                </a:solidFill>
                <a:latin typeface="Segoe UI" pitchFamily="34" charset="0"/>
                <a:ea typeface="Segoe UI" pitchFamily="34" charset="0"/>
                <a:cs typeface="Segoe UI" pitchFamily="34" charset="0"/>
              </a:rPr>
            </a:br>
            <a:r>
              <a:rPr lang="en-US" sz="2600">
                <a:solidFill>
                  <a:srgbClr val="000000"/>
                </a:solidFill>
                <a:latin typeface="Segoe UI" pitchFamily="34" charset="0"/>
                <a:ea typeface="Segoe UI" pitchFamily="34" charset="0"/>
                <a:cs typeface="Segoe UI" pitchFamily="34" charset="0"/>
              </a:rPr>
              <a:t>more than 16 GB of RAM</a:t>
            </a:r>
            <a:endParaRPr lang="en-US" sz="2600" dirty="0">
              <a:solidFill>
                <a:srgbClr val="000000"/>
              </a:solidFill>
              <a:latin typeface="Segoe UI" pitchFamily="34" charset="0"/>
              <a:ea typeface="Segoe UI" pitchFamily="34" charset="0"/>
              <a:cs typeface="Segoe UI" pitchFamily="34" charset="0"/>
            </a:endParaRPr>
          </a:p>
        </p:txBody>
      </p:sp>
      <p:pic>
        <p:nvPicPr>
          <p:cNvPr id="6" name="Picture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567313" y="2922556"/>
            <a:ext cx="1359296" cy="2413817"/>
          </a:xfrm>
          <a:prstGeom prst="rect">
            <a:avLst/>
          </a:prstGeom>
        </p:spPr>
      </p:pic>
    </p:spTree>
    <p:extLst>
      <p:ext uri="{BB962C8B-B14F-4D97-AF65-F5344CB8AC3E}">
        <p14:creationId xmlns:p14="http://schemas.microsoft.com/office/powerpoint/2010/main" val="57275669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2336892c-cf05-483e-b7ee-07901a2988d7">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a:t>Installing Windows Server 2012</a:t>
            </a:r>
          </a:p>
        </p:txBody>
      </p:sp>
      <p:grpSp>
        <p:nvGrpSpPr>
          <p:cNvPr id="4" name="Group 3" descr="Windows Setup Wizard screen shot depicting first step where you choose installation language, currency format, time format, and keyboard input method."/>
          <p:cNvGrpSpPr/>
          <p:nvPr/>
        </p:nvGrpSpPr>
        <p:grpSpPr>
          <a:xfrm>
            <a:off x="1397000" y="988100"/>
            <a:ext cx="6375400" cy="5190068"/>
            <a:chOff x="1397000" y="838200"/>
            <a:chExt cx="6375400" cy="5190068"/>
          </a:xfrm>
        </p:grpSpPr>
        <p:pic>
          <p:nvPicPr>
            <p:cNvPr id="5" name="Picture 4"/>
            <p:cNvPicPr>
              <a:picLocks noChangeAspect="1"/>
            </p:cNvPicPr>
            <p:nvPr/>
          </p:nvPicPr>
          <p:blipFill rotWithShape="1">
            <a:blip r:embed="rId3">
              <a:extLst>
                <a:ext uri="{28A0092B-C50C-407E-A947-70E740481C1C}">
                  <a14:useLocalDpi xmlns:a14="http://schemas.microsoft.com/office/drawing/2010/main" val="0"/>
                </a:ext>
              </a:extLst>
            </a:blip>
            <a:srcRect t="42541" b="10622"/>
            <a:stretch/>
          </p:blipFill>
          <p:spPr>
            <a:xfrm>
              <a:off x="1397000" y="838200"/>
              <a:ext cx="6375400" cy="5190068"/>
            </a:xfrm>
            <a:prstGeom prst="rect">
              <a:avLst/>
            </a:prstGeom>
          </p:spPr>
        </p:pic>
        <p:pic>
          <p:nvPicPr>
            <p:cNvPr id="6" name="Picture 5"/>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598978" y="1239579"/>
              <a:ext cx="6035040" cy="4411749"/>
            </a:xfrm>
            <a:prstGeom prst="rect">
              <a:avLst/>
            </a:prstGeom>
          </p:spPr>
        </p:pic>
      </p:grpSp>
      <p:pic>
        <p:nvPicPr>
          <p:cNvPr id="7" name="play" descr="Play button - click to show next slid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088870" y="5801227"/>
            <a:ext cx="371475" cy="371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59765645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bed473ea-26cf-4dc5-a085-135a2b36f32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a:t>Installing Windows Server 2012</a:t>
            </a:r>
          </a:p>
        </p:txBody>
      </p:sp>
      <p:grpSp>
        <p:nvGrpSpPr>
          <p:cNvPr id="4" name="Group 3" descr="Windows Setup Wizard screen shot depicting second step where you click Install Now, or choose to repair your computer."/>
          <p:cNvGrpSpPr/>
          <p:nvPr/>
        </p:nvGrpSpPr>
        <p:grpSpPr>
          <a:xfrm>
            <a:off x="1397000" y="988100"/>
            <a:ext cx="6375400" cy="5190068"/>
            <a:chOff x="1397000" y="838200"/>
            <a:chExt cx="6375400" cy="5190068"/>
          </a:xfrm>
        </p:grpSpPr>
        <p:pic>
          <p:nvPicPr>
            <p:cNvPr id="5" name="Picture 4"/>
            <p:cNvPicPr>
              <a:picLocks noChangeAspect="1"/>
            </p:cNvPicPr>
            <p:nvPr/>
          </p:nvPicPr>
          <p:blipFill rotWithShape="1">
            <a:blip r:embed="rId3">
              <a:extLst>
                <a:ext uri="{28A0092B-C50C-407E-A947-70E740481C1C}">
                  <a14:useLocalDpi xmlns:a14="http://schemas.microsoft.com/office/drawing/2010/main" val="0"/>
                </a:ext>
              </a:extLst>
            </a:blip>
            <a:srcRect t="42541" b="10622"/>
            <a:stretch/>
          </p:blipFill>
          <p:spPr>
            <a:xfrm>
              <a:off x="1397000" y="838200"/>
              <a:ext cx="6375400" cy="5190068"/>
            </a:xfrm>
            <a:prstGeom prst="rect">
              <a:avLst/>
            </a:prstGeom>
          </p:spPr>
        </p:pic>
        <p:pic>
          <p:nvPicPr>
            <p:cNvPr id="6" name="Picture 5"/>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580989" y="1253067"/>
              <a:ext cx="6063411" cy="4393672"/>
            </a:xfrm>
            <a:prstGeom prst="rect">
              <a:avLst/>
            </a:prstGeom>
          </p:spPr>
        </p:pic>
      </p:grpSp>
      <p:pic>
        <p:nvPicPr>
          <p:cNvPr id="7" name="play" descr="Play button - click to show next slid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088870" y="5801227"/>
            <a:ext cx="371475" cy="371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38249428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c2917106-12fc-4eb6-b40a-a5c01dd750a2">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a:t>Installing Windows Server 2012</a:t>
            </a:r>
          </a:p>
        </p:txBody>
      </p:sp>
      <p:pic>
        <p:nvPicPr>
          <p:cNvPr id="4" name="Picture 3"/>
          <p:cNvPicPr>
            <a:picLocks noChangeAspect="1"/>
          </p:cNvPicPr>
          <p:nvPr/>
        </p:nvPicPr>
        <p:blipFill rotWithShape="1">
          <a:blip r:embed="rId3">
            <a:extLst>
              <a:ext uri="{28A0092B-C50C-407E-A947-70E740481C1C}">
                <a14:useLocalDpi xmlns:a14="http://schemas.microsoft.com/office/drawing/2010/main" val="0"/>
              </a:ext>
            </a:extLst>
          </a:blip>
          <a:srcRect t="42541" b="10622"/>
          <a:stretch/>
        </p:blipFill>
        <p:spPr>
          <a:xfrm>
            <a:off x="1397000" y="988100"/>
            <a:ext cx="6375400" cy="5190068"/>
          </a:xfrm>
          <a:prstGeom prst="rect">
            <a:avLst/>
          </a:prstGeom>
        </p:spPr>
      </p:pic>
      <p:pic>
        <p:nvPicPr>
          <p:cNvPr id="5" name="play" descr="Play button - click to show next slid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088870" y="5801227"/>
            <a:ext cx="371475" cy="371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6" name="Picture 5" descr="Windows Setup Wizard screen shot depicting third step where you select the operating system you want to install."/>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533904" y="1162332"/>
            <a:ext cx="6076191" cy="4824631"/>
          </a:xfrm>
          <a:prstGeom prst="rect">
            <a:avLst/>
          </a:prstGeom>
        </p:spPr>
      </p:pic>
    </p:spTree>
    <p:extLst>
      <p:ext uri="{BB962C8B-B14F-4D97-AF65-F5344CB8AC3E}">
        <p14:creationId xmlns:p14="http://schemas.microsoft.com/office/powerpoint/2010/main" val="46272437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56ebf250-8a91-4e7f-8d05-b1ef4cd1e45b">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a:t>Installing Windows Server 2012</a:t>
            </a:r>
          </a:p>
        </p:txBody>
      </p:sp>
      <p:grpSp>
        <p:nvGrpSpPr>
          <p:cNvPr id="4" name="Group 3" descr="Windows Setup Wizard screen shot depicting fourth step where you review and accept the license terms."/>
          <p:cNvGrpSpPr/>
          <p:nvPr/>
        </p:nvGrpSpPr>
        <p:grpSpPr>
          <a:xfrm>
            <a:off x="1397000" y="988100"/>
            <a:ext cx="6375400" cy="5190068"/>
            <a:chOff x="1397000" y="838200"/>
            <a:chExt cx="6375400" cy="5190068"/>
          </a:xfrm>
        </p:grpSpPr>
        <p:pic>
          <p:nvPicPr>
            <p:cNvPr id="5" name="Picture 4"/>
            <p:cNvPicPr>
              <a:picLocks noChangeAspect="1"/>
            </p:cNvPicPr>
            <p:nvPr/>
          </p:nvPicPr>
          <p:blipFill rotWithShape="1">
            <a:blip r:embed="rId3">
              <a:extLst>
                <a:ext uri="{28A0092B-C50C-407E-A947-70E740481C1C}">
                  <a14:useLocalDpi xmlns:a14="http://schemas.microsoft.com/office/drawing/2010/main" val="0"/>
                </a:ext>
              </a:extLst>
            </a:blip>
            <a:srcRect t="42541" b="10622"/>
            <a:stretch/>
          </p:blipFill>
          <p:spPr>
            <a:xfrm>
              <a:off x="1397000" y="838200"/>
              <a:ext cx="6375400" cy="5190068"/>
            </a:xfrm>
            <a:prstGeom prst="rect">
              <a:avLst/>
            </a:prstGeom>
          </p:spPr>
        </p:pic>
        <p:pic>
          <p:nvPicPr>
            <p:cNvPr id="6" name="Picture 5"/>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543428" y="1140637"/>
              <a:ext cx="6057143" cy="4542857"/>
            </a:xfrm>
            <a:prstGeom prst="rect">
              <a:avLst/>
            </a:prstGeom>
          </p:spPr>
        </p:pic>
      </p:grpSp>
      <p:pic>
        <p:nvPicPr>
          <p:cNvPr id="7" name="play" descr="Play button - click to show next slid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088870" y="5801227"/>
            <a:ext cx="371475" cy="371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50318426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7cfda252-ac71-4dcf-9570-c502777a8ad8">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a:t>Installing Windows Server 2012</a:t>
            </a:r>
          </a:p>
        </p:txBody>
      </p:sp>
      <p:grpSp>
        <p:nvGrpSpPr>
          <p:cNvPr id="4" name="Group 3" descr="Windows Setup Wizard screen shot depicting fifth step where you select the installation type: Upgrade or Custom."/>
          <p:cNvGrpSpPr/>
          <p:nvPr/>
        </p:nvGrpSpPr>
        <p:grpSpPr>
          <a:xfrm>
            <a:off x="1397000" y="988100"/>
            <a:ext cx="6375400" cy="5190068"/>
            <a:chOff x="1397000" y="838200"/>
            <a:chExt cx="6375400" cy="5190068"/>
          </a:xfrm>
        </p:grpSpPr>
        <p:pic>
          <p:nvPicPr>
            <p:cNvPr id="5" name="Picture 4"/>
            <p:cNvPicPr>
              <a:picLocks noChangeAspect="1"/>
            </p:cNvPicPr>
            <p:nvPr/>
          </p:nvPicPr>
          <p:blipFill rotWithShape="1">
            <a:blip r:embed="rId3">
              <a:extLst>
                <a:ext uri="{28A0092B-C50C-407E-A947-70E740481C1C}">
                  <a14:useLocalDpi xmlns:a14="http://schemas.microsoft.com/office/drawing/2010/main" val="0"/>
                </a:ext>
              </a:extLst>
            </a:blip>
            <a:srcRect t="42541" b="10622"/>
            <a:stretch/>
          </p:blipFill>
          <p:spPr>
            <a:xfrm>
              <a:off x="1397000" y="838200"/>
              <a:ext cx="6375400" cy="5190068"/>
            </a:xfrm>
            <a:prstGeom prst="rect">
              <a:avLst/>
            </a:prstGeom>
          </p:spPr>
        </p:pic>
        <p:pic>
          <p:nvPicPr>
            <p:cNvPr id="6" name="Picture 5"/>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532847" y="1152809"/>
              <a:ext cx="6095239" cy="4552381"/>
            </a:xfrm>
            <a:prstGeom prst="rect">
              <a:avLst/>
            </a:prstGeom>
          </p:spPr>
        </p:pic>
      </p:grpSp>
      <p:pic>
        <p:nvPicPr>
          <p:cNvPr id="7" name="play" descr="Play button - click to show next slid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088870" y="5801227"/>
            <a:ext cx="371475" cy="371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9279068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ea6c2f78-c7db-43e3-9e13-4238e18fd08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a:t>Installing Windows Server 2012</a:t>
            </a:r>
          </a:p>
        </p:txBody>
      </p:sp>
      <p:grpSp>
        <p:nvGrpSpPr>
          <p:cNvPr id="4" name="Group 3" descr="Windows Setup Wizard screen shot depicting sixth step where you select the installation location."/>
          <p:cNvGrpSpPr/>
          <p:nvPr/>
        </p:nvGrpSpPr>
        <p:grpSpPr>
          <a:xfrm>
            <a:off x="1397000" y="988100"/>
            <a:ext cx="6375400" cy="5190068"/>
            <a:chOff x="1397000" y="838200"/>
            <a:chExt cx="6375400" cy="5190068"/>
          </a:xfrm>
        </p:grpSpPr>
        <p:pic>
          <p:nvPicPr>
            <p:cNvPr id="5" name="Picture 4"/>
            <p:cNvPicPr>
              <a:picLocks noChangeAspect="1"/>
            </p:cNvPicPr>
            <p:nvPr/>
          </p:nvPicPr>
          <p:blipFill rotWithShape="1">
            <a:blip r:embed="rId3">
              <a:extLst>
                <a:ext uri="{28A0092B-C50C-407E-A947-70E740481C1C}">
                  <a14:useLocalDpi xmlns:a14="http://schemas.microsoft.com/office/drawing/2010/main" val="0"/>
                </a:ext>
              </a:extLst>
            </a:blip>
            <a:srcRect t="42541" b="10622"/>
            <a:stretch/>
          </p:blipFill>
          <p:spPr>
            <a:xfrm>
              <a:off x="1397000" y="838200"/>
              <a:ext cx="6375400" cy="5190068"/>
            </a:xfrm>
            <a:prstGeom prst="rect">
              <a:avLst/>
            </a:prstGeom>
          </p:spPr>
        </p:pic>
        <p:pic>
          <p:nvPicPr>
            <p:cNvPr id="6" name="Picture 5"/>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538666" y="1139580"/>
              <a:ext cx="6066667" cy="4561905"/>
            </a:xfrm>
            <a:prstGeom prst="rect">
              <a:avLst/>
            </a:prstGeom>
          </p:spPr>
        </p:pic>
      </p:grpSp>
      <p:pic>
        <p:nvPicPr>
          <p:cNvPr id="7" name="play" descr="Play button - click to show next slid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088870" y="5801227"/>
            <a:ext cx="371475" cy="371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51596689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e3041d03-d0c8-4aef-97f1-42b304bcc8d6">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a:t>Installing Windows Server 2012</a:t>
            </a:r>
          </a:p>
        </p:txBody>
      </p:sp>
      <p:grpSp>
        <p:nvGrpSpPr>
          <p:cNvPr id="4" name="Group 3" descr="Windows Setup Wizard screen shot depicting seventh step where you provide the password for the local administrator account."/>
          <p:cNvGrpSpPr/>
          <p:nvPr/>
        </p:nvGrpSpPr>
        <p:grpSpPr>
          <a:xfrm>
            <a:off x="1397000" y="988100"/>
            <a:ext cx="6375400" cy="5190068"/>
            <a:chOff x="1397000" y="838200"/>
            <a:chExt cx="6375400" cy="5190068"/>
          </a:xfrm>
        </p:grpSpPr>
        <p:pic>
          <p:nvPicPr>
            <p:cNvPr id="5" name="Picture 4"/>
            <p:cNvPicPr>
              <a:picLocks noChangeAspect="1"/>
            </p:cNvPicPr>
            <p:nvPr/>
          </p:nvPicPr>
          <p:blipFill rotWithShape="1">
            <a:blip r:embed="rId3">
              <a:extLst>
                <a:ext uri="{28A0092B-C50C-407E-A947-70E740481C1C}">
                  <a14:useLocalDpi xmlns:a14="http://schemas.microsoft.com/office/drawing/2010/main" val="0"/>
                </a:ext>
              </a:extLst>
            </a:blip>
            <a:srcRect t="42541" b="10622"/>
            <a:stretch/>
          </p:blipFill>
          <p:spPr>
            <a:xfrm>
              <a:off x="1397000" y="838200"/>
              <a:ext cx="6375400" cy="5190068"/>
            </a:xfrm>
            <a:prstGeom prst="rect">
              <a:avLst/>
            </a:prstGeom>
          </p:spPr>
        </p:pic>
        <p:pic>
          <p:nvPicPr>
            <p:cNvPr id="6" name="7-password" descr="Screen shot seven to provide the password for the local administrator account. This is the last click."/>
            <p:cNvPicPr>
              <a:picLocks noChangeAspect="1"/>
            </p:cNvPicPr>
            <p:nvPr/>
          </p:nvPicPr>
          <p:blipFill rotWithShape="1">
            <a:blip r:embed="rId4" cstate="print">
              <a:extLst>
                <a:ext uri="{28A0092B-C50C-407E-A947-70E740481C1C}">
                  <a14:useLocalDpi xmlns:a14="http://schemas.microsoft.com/office/drawing/2010/main" val="0"/>
                </a:ext>
              </a:extLst>
            </a:blip>
            <a:srcRect l="9083" t="5068" r="8261" b="5214"/>
            <a:stretch/>
          </p:blipFill>
          <p:spPr>
            <a:xfrm>
              <a:off x="1397000" y="838200"/>
              <a:ext cx="6375400" cy="5190068"/>
            </a:xfrm>
            <a:prstGeom prst="rect">
              <a:avLst/>
            </a:prstGeom>
          </p:spPr>
        </p:pic>
      </p:grpSp>
      <p:pic>
        <p:nvPicPr>
          <p:cNvPr id="7" name="stop" descr="Last slide stop button"/>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469870" y="5801228"/>
            <a:ext cx="371475" cy="371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10806050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9452a825-d3d1-4ba1-95dd-c1247fcdea58">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a:t>Migrating Server Roles</a:t>
            </a:r>
          </a:p>
        </p:txBody>
      </p:sp>
      <p:sp>
        <p:nvSpPr>
          <p:cNvPr id="4" name="Content Placeholder 2"/>
          <p:cNvSpPr txBox="1">
            <a:spLocks/>
          </p:cNvSpPr>
          <p:nvPr/>
        </p:nvSpPr>
        <p:spPr>
          <a:xfrm>
            <a:off x="458787" y="1021215"/>
            <a:ext cx="8408121" cy="5147356"/>
          </a:xfrm>
          <a:prstGeom prst="rect">
            <a:avLst/>
          </a:prstGeom>
        </p:spPr>
        <p:txBody>
          <a:bodyPr/>
          <a:lstStyle>
            <a:lvl1pPr marL="174625" indent="-174625" algn="l" rtl="0" eaLnBrk="1" fontAlgn="base" hangingPunct="1">
              <a:lnSpc>
                <a:spcPct val="100000"/>
              </a:lnSpc>
              <a:spcBef>
                <a:spcPts val="600"/>
              </a:spcBef>
              <a:spcAft>
                <a:spcPct val="0"/>
              </a:spcAft>
              <a:buClr>
                <a:srgbClr val="0070C0"/>
              </a:buClr>
              <a:buSzPct val="90000"/>
              <a:buFont typeface="Arial" pitchFamily="34" charset="0"/>
              <a:buChar char="•"/>
              <a:defRPr sz="2800">
                <a:solidFill>
                  <a:schemeClr val="tx1"/>
                </a:solidFill>
                <a:latin typeface="Segoe UI" pitchFamily="34" charset="0"/>
                <a:ea typeface="Segoe UI" pitchFamily="34" charset="0"/>
                <a:cs typeface="Segoe UI" pitchFamily="34" charset="0"/>
              </a:defRPr>
            </a:lvl1pPr>
            <a:lvl2pPr marL="458788" indent="-169863" algn="l" rtl="0" eaLnBrk="1" fontAlgn="base" hangingPunct="1">
              <a:lnSpc>
                <a:spcPct val="100000"/>
              </a:lnSpc>
              <a:spcBef>
                <a:spcPts val="600"/>
              </a:spcBef>
              <a:spcAft>
                <a:spcPct val="0"/>
              </a:spcAft>
              <a:buClr>
                <a:srgbClr val="0070C0"/>
              </a:buClr>
              <a:buSzPct val="80000"/>
              <a:buFont typeface="Arial" pitchFamily="34" charset="0"/>
              <a:buChar char="•"/>
              <a:defRPr sz="2400">
                <a:solidFill>
                  <a:schemeClr val="tx1"/>
                </a:solidFill>
                <a:latin typeface="Segoe UI" pitchFamily="34" charset="0"/>
                <a:ea typeface="Segoe UI" pitchFamily="34" charset="0"/>
                <a:cs typeface="Segoe UI" pitchFamily="34" charset="0"/>
              </a:defRPr>
            </a:lvl2pPr>
            <a:lvl3pPr marL="854075" indent="-173038" algn="l" rtl="0" eaLnBrk="1" fontAlgn="base" hangingPunct="1">
              <a:lnSpc>
                <a:spcPct val="100000"/>
              </a:lnSpc>
              <a:spcBef>
                <a:spcPts val="600"/>
              </a:spcBef>
              <a:spcAft>
                <a:spcPct val="0"/>
              </a:spcAft>
              <a:buClr>
                <a:srgbClr val="0070C0"/>
              </a:buClr>
              <a:buSzPct val="80000"/>
              <a:buFont typeface="Arial" pitchFamily="34" charset="0"/>
              <a:buChar char="•"/>
              <a:defRPr sz="2000">
                <a:solidFill>
                  <a:schemeClr val="tx1"/>
                </a:solidFill>
                <a:latin typeface="Segoe UI" pitchFamily="34" charset="0"/>
                <a:ea typeface="Segoe UI" pitchFamily="34" charset="0"/>
                <a:cs typeface="Segoe UI" pitchFamily="34" charset="0"/>
              </a:defRPr>
            </a:lvl3pPr>
            <a:lvl4pPr marL="1254125" indent="-165100"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4pPr>
            <a:lvl5pPr marL="1544638" indent="-168275"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5pPr>
            <a:lvl6pPr marL="20018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6pPr>
            <a:lvl7pPr marL="24590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7pPr>
            <a:lvl8pPr marL="29162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8pPr>
            <a:lvl9pPr marL="33734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9pPr>
          </a:lstStyle>
          <a:p>
            <a:pPr marL="0" lvl="0" indent="0">
              <a:buNone/>
            </a:pPr>
            <a:r>
              <a:rPr lang="en-US" sz="2400" b="1" kern="0" dirty="0">
                <a:solidFill>
                  <a:srgbClr val="000000"/>
                </a:solidFill>
              </a:rPr>
              <a:t>Windows Server Migration Tools assist in the migration process</a:t>
            </a:r>
          </a:p>
          <a:p>
            <a:pPr marL="0" lvl="0" indent="0">
              <a:spcBef>
                <a:spcPts val="2400"/>
              </a:spcBef>
              <a:buNone/>
            </a:pPr>
            <a:r>
              <a:rPr lang="en-US" sz="2400" b="1" kern="0" dirty="0">
                <a:solidFill>
                  <a:srgbClr val="000000"/>
                </a:solidFill>
              </a:rPr>
              <a:t>Microsoft provides the following guides to assist in migration of roles and services:</a:t>
            </a:r>
          </a:p>
          <a:p>
            <a:pPr lvl="1"/>
            <a:r>
              <a:rPr lang="en-US" sz="2100" kern="0" dirty="0">
                <a:solidFill>
                  <a:srgbClr val="000000"/>
                </a:solidFill>
              </a:rPr>
              <a:t>Migrate Active Directory Federation Services Role Services to Windows Server 2012</a:t>
            </a:r>
          </a:p>
          <a:p>
            <a:pPr lvl="1"/>
            <a:r>
              <a:rPr lang="en-US" sz="2100" kern="0" dirty="0">
                <a:solidFill>
                  <a:srgbClr val="000000"/>
                </a:solidFill>
              </a:rPr>
              <a:t>Migrate Health Registration Authority to Windows Server 2012 </a:t>
            </a:r>
          </a:p>
          <a:p>
            <a:pPr lvl="1"/>
            <a:r>
              <a:rPr lang="en-US" sz="2100" kern="0" dirty="0">
                <a:solidFill>
                  <a:srgbClr val="000000"/>
                </a:solidFill>
              </a:rPr>
              <a:t>Migrate Hyper-VDI to Windows Server 2012 </a:t>
            </a:r>
          </a:p>
          <a:p>
            <a:pPr lvl="1"/>
            <a:r>
              <a:rPr lang="en-US" sz="2100" kern="0" dirty="0">
                <a:solidFill>
                  <a:srgbClr val="000000"/>
                </a:solidFill>
              </a:rPr>
              <a:t>Migrate IP Configuration to Windows Server 2012 </a:t>
            </a:r>
          </a:p>
          <a:p>
            <a:pPr lvl="1"/>
            <a:r>
              <a:rPr lang="en-US" sz="2100" kern="0" dirty="0">
                <a:solidFill>
                  <a:srgbClr val="000000"/>
                </a:solidFill>
              </a:rPr>
              <a:t>Migrate Network Policy Server to Windows Server 2012</a:t>
            </a:r>
          </a:p>
          <a:p>
            <a:pPr lvl="1"/>
            <a:r>
              <a:rPr lang="en-US" sz="2100" kern="0" dirty="0">
                <a:solidFill>
                  <a:srgbClr val="000000"/>
                </a:solidFill>
              </a:rPr>
              <a:t>Migrate Print and Document Services to Windows Server 2012 </a:t>
            </a:r>
          </a:p>
          <a:p>
            <a:pPr lvl="1"/>
            <a:r>
              <a:rPr lang="en-US" sz="2100" kern="0" dirty="0">
                <a:solidFill>
                  <a:srgbClr val="000000"/>
                </a:solidFill>
              </a:rPr>
              <a:t>Migrate Remote Access to Windows Server 2012 </a:t>
            </a:r>
          </a:p>
          <a:p>
            <a:pPr lvl="1"/>
            <a:r>
              <a:rPr lang="en-US" sz="2100" kern="0" dirty="0">
                <a:solidFill>
                  <a:srgbClr val="000000"/>
                </a:solidFill>
              </a:rPr>
              <a:t>Migrate Windows Server Update Services to Windows Server 2012 </a:t>
            </a:r>
          </a:p>
          <a:p>
            <a:pPr lvl="0"/>
            <a:endParaRPr lang="en-US" kern="0" dirty="0">
              <a:solidFill>
                <a:srgbClr val="000000"/>
              </a:solidFill>
            </a:endParaRPr>
          </a:p>
        </p:txBody>
      </p:sp>
    </p:spTree>
    <p:extLst>
      <p:ext uri="{BB962C8B-B14F-4D97-AF65-F5344CB8AC3E}">
        <p14:creationId xmlns:p14="http://schemas.microsoft.com/office/powerpoint/2010/main" val="383190062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47edd6ab-4806-4a47-b35c-3543ba1272c4">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a:t>Lesson 3: Post-Installation Configuration of Windows Server 2012</a:t>
            </a:r>
          </a:p>
        </p:txBody>
      </p:sp>
      <p:sp>
        <p:nvSpPr>
          <p:cNvPr id="3" name="Text Placeholder 2"/>
          <p:cNvSpPr>
            <a:spLocks noGrp="1"/>
          </p:cNvSpPr>
          <p:nvPr>
            <p:ph type="body" idx="1"/>
          </p:nvPr>
        </p:nvSpPr>
        <p:spPr/>
        <p:txBody>
          <a:bodyPr/>
          <a:lstStyle/>
          <a:p>
            <a:r>
              <a:rPr lang="en-CA" dirty="0"/>
              <a:t>Overview of Post-Installation Configuration
Configuring Server Network Settings
How to Join a Domain
Activating Windows Server 2012
Configuring a Server Core Installation
Demonstration: Using DISM to Add Windows Features</a:t>
            </a:r>
          </a:p>
        </p:txBody>
      </p:sp>
    </p:spTree>
    <p:extLst>
      <p:ext uri="{BB962C8B-B14F-4D97-AF65-F5344CB8AC3E}">
        <p14:creationId xmlns:p14="http://schemas.microsoft.com/office/powerpoint/2010/main" val="79851630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c32e7db0-97f4-4a99-b325-337c9ced0606">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a:t>Overview of Post-Installation Configuration</a:t>
            </a:r>
          </a:p>
        </p:txBody>
      </p:sp>
      <p:pic>
        <p:nvPicPr>
          <p:cNvPr id="4" name="play" descr="Play button - click to show next slid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477125" y="5935782"/>
            <a:ext cx="371475" cy="371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5" name="Picture 4" descr="Screen shot of the Properties page of the local server node in the Server Manager Dashboard."/>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0" y="1623175"/>
            <a:ext cx="9144000" cy="3611650"/>
          </a:xfrm>
          <a:prstGeom prst="rect">
            <a:avLst/>
          </a:prstGeom>
        </p:spPr>
      </p:pic>
    </p:spTree>
    <p:extLst>
      <p:ext uri="{BB962C8B-B14F-4D97-AF65-F5344CB8AC3E}">
        <p14:creationId xmlns:p14="http://schemas.microsoft.com/office/powerpoint/2010/main" val="275979206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e47739de-749c-43d6-be7d-32d23938e277">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a:t>Overview of Post-Installation Configuration</a:t>
            </a:r>
          </a:p>
        </p:txBody>
      </p:sp>
      <p:pic>
        <p:nvPicPr>
          <p:cNvPr id="4" name="play" descr="Play button - click to show next slid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477125" y="5935782"/>
            <a:ext cx="371475" cy="371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5" name="Picture 4" descr="Screen shot of the Properties page, with Computer name highlighted."/>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0" y="1623175"/>
            <a:ext cx="9144000" cy="3611650"/>
          </a:xfrm>
          <a:prstGeom prst="rect">
            <a:avLst/>
          </a:prstGeom>
        </p:spPr>
      </p:pic>
    </p:spTree>
    <p:extLst>
      <p:ext uri="{BB962C8B-B14F-4D97-AF65-F5344CB8AC3E}">
        <p14:creationId xmlns:p14="http://schemas.microsoft.com/office/powerpoint/2010/main" val="421982548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0502c733-21e8-4a0b-80f8-dc091f1fd9f2">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a:t>Overview of Post-Installation Configuration</a:t>
            </a:r>
          </a:p>
        </p:txBody>
      </p:sp>
      <p:pic>
        <p:nvPicPr>
          <p:cNvPr id="4" name="play" descr="Play button - click to show next slid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477125" y="5935782"/>
            <a:ext cx="371475" cy="371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5" name="Picture 4" descr="Screen shot of the Properties page, with Domain or Workgroup membership highlighted."/>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0" y="1623175"/>
            <a:ext cx="9144000" cy="3611650"/>
          </a:xfrm>
          <a:prstGeom prst="rect">
            <a:avLst/>
          </a:prstGeom>
        </p:spPr>
      </p:pic>
    </p:spTree>
    <p:extLst>
      <p:ext uri="{BB962C8B-B14F-4D97-AF65-F5344CB8AC3E}">
        <p14:creationId xmlns:p14="http://schemas.microsoft.com/office/powerpoint/2010/main" val="373561189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169b586f-46c7-4d0c-8a34-8f50444537b2">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a:t>Overview of Post-Installation Configuration</a:t>
            </a:r>
          </a:p>
        </p:txBody>
      </p:sp>
      <p:pic>
        <p:nvPicPr>
          <p:cNvPr id="4" name="play" descr="Play button - click to show next slid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477125" y="5935782"/>
            <a:ext cx="371475" cy="371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5" name="Picture 4" descr="Screen shot of the Properties page with Windows Firewall status highlighted."/>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0" y="1623175"/>
            <a:ext cx="9144000" cy="3611650"/>
          </a:xfrm>
          <a:prstGeom prst="rect">
            <a:avLst/>
          </a:prstGeom>
        </p:spPr>
      </p:pic>
    </p:spTree>
    <p:extLst>
      <p:ext uri="{BB962C8B-B14F-4D97-AF65-F5344CB8AC3E}">
        <p14:creationId xmlns:p14="http://schemas.microsoft.com/office/powerpoint/2010/main" val="50569989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3643c84d-d8ed-469b-9c6b-973d7e6a7c7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a:t>Overview of Post-Installation Configuration</a:t>
            </a:r>
          </a:p>
        </p:txBody>
      </p:sp>
      <p:pic>
        <p:nvPicPr>
          <p:cNvPr id="4" name="play" descr="Play button - click to show next slid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477125" y="5935782"/>
            <a:ext cx="371475" cy="371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5" name="Content Placeholder 1" descr="Screen shot of the Properties page with Remote Desktop highlighted."/>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586" y="1621480"/>
            <a:ext cx="9144000" cy="3611650"/>
          </a:xfrm>
          <a:prstGeom prst="rect">
            <a:avLst/>
          </a:prstGeom>
        </p:spPr>
      </p:pic>
    </p:spTree>
    <p:extLst>
      <p:ext uri="{BB962C8B-B14F-4D97-AF65-F5344CB8AC3E}">
        <p14:creationId xmlns:p14="http://schemas.microsoft.com/office/powerpoint/2010/main" val="357306670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5d201ea8-37d4-4e74-b529-f3af3e473349">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a:t>Overview of Post-Installation Configuration</a:t>
            </a:r>
          </a:p>
        </p:txBody>
      </p:sp>
      <p:pic>
        <p:nvPicPr>
          <p:cNvPr id="4" name="play" descr="Play button - click to show next slid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477125" y="5935782"/>
            <a:ext cx="371475" cy="371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5" name="Picture 4" descr="Screen shot of the Properties page with Local Area Connection highlighted."/>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0" y="1623175"/>
            <a:ext cx="9144000" cy="3611650"/>
          </a:xfrm>
          <a:prstGeom prst="rect">
            <a:avLst/>
          </a:prstGeom>
        </p:spPr>
      </p:pic>
    </p:spTree>
    <p:extLst>
      <p:ext uri="{BB962C8B-B14F-4D97-AF65-F5344CB8AC3E}">
        <p14:creationId xmlns:p14="http://schemas.microsoft.com/office/powerpoint/2010/main" val="397193408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598068d2-a6a7-4c8f-a056-92190bfb42ea">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a:t>Overview of Post-Installation Configuration</a:t>
            </a:r>
          </a:p>
        </p:txBody>
      </p:sp>
      <p:pic>
        <p:nvPicPr>
          <p:cNvPr id="4" name="play" descr="Play button - click to show next slid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477125" y="5935782"/>
            <a:ext cx="371475" cy="371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5" name="Picture 4" descr="Screen shot of the Properties page with a box around these three items: Last installed updates, Windows Update, Last checked for updates."/>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0" y="1623175"/>
            <a:ext cx="9144000" cy="3611650"/>
          </a:xfrm>
          <a:prstGeom prst="rect">
            <a:avLst/>
          </a:prstGeom>
        </p:spPr>
      </p:pic>
    </p:spTree>
    <p:extLst>
      <p:ext uri="{BB962C8B-B14F-4D97-AF65-F5344CB8AC3E}">
        <p14:creationId xmlns:p14="http://schemas.microsoft.com/office/powerpoint/2010/main" val="176761936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79643aab-06ad-42aa-a6c2-0f53d926e204">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a:t>Overview of Post-Installation Configuration</a:t>
            </a:r>
          </a:p>
        </p:txBody>
      </p:sp>
      <p:pic>
        <p:nvPicPr>
          <p:cNvPr id="5" name="Picture 4" descr="Screen shot of the Properties page, with Time zone highlighted."/>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1623175"/>
            <a:ext cx="9144000" cy="3611650"/>
          </a:xfrm>
          <a:prstGeom prst="rect">
            <a:avLst/>
          </a:prstGeom>
        </p:spPr>
      </p:pic>
      <p:pic>
        <p:nvPicPr>
          <p:cNvPr id="6" name="stop" descr="Last slide stop button"/>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941229" y="5926295"/>
            <a:ext cx="371475" cy="371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58882788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84542380-de3f-4404-8910-376621121a31">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a:t>Configuring Server Network Settings</a:t>
            </a:r>
          </a:p>
        </p:txBody>
      </p:sp>
      <p:pic>
        <p:nvPicPr>
          <p:cNvPr id="4" name="Content Placeholder 1" descr="Screen shot of the local server node in the Server Manager console."/>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94509" y="1201004"/>
            <a:ext cx="7418506" cy="5153910"/>
          </a:xfrm>
          <a:prstGeom prst="rect">
            <a:avLst/>
          </a:prstGeom>
        </p:spPr>
      </p:pic>
    </p:spTree>
    <p:extLst>
      <p:ext uri="{BB962C8B-B14F-4D97-AF65-F5344CB8AC3E}">
        <p14:creationId xmlns:p14="http://schemas.microsoft.com/office/powerpoint/2010/main" val="207244500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0450363c-9fbf-439b-94cb-2a262fb6bf81">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a:t>How to Join a Domain</a:t>
            </a:r>
          </a:p>
        </p:txBody>
      </p:sp>
      <p:pic>
        <p:nvPicPr>
          <p:cNvPr id="4" name="Picture 2" descr="Screen shot of the Computer Name/Domain Changes dialog box.&#10;&#10;"/>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304403" y="996897"/>
            <a:ext cx="4350601" cy="5138098"/>
          </a:xfrm>
          <a:prstGeom prst="rect">
            <a:avLst/>
          </a:prstGeom>
          <a:noFill/>
          <a:ln>
            <a:noFill/>
          </a:ln>
          <a:effectLst/>
        </p:spPr>
      </p:pic>
      <p:sp>
        <p:nvSpPr>
          <p:cNvPr id="5" name="AutoShape 3"/>
          <p:cNvSpPr>
            <a:spLocks noChangeArrowheads="1"/>
          </p:cNvSpPr>
          <p:nvPr/>
        </p:nvSpPr>
        <p:spPr bwMode="auto">
          <a:xfrm>
            <a:off x="261257" y="1136996"/>
            <a:ext cx="4092575" cy="2656678"/>
          </a:xfrm>
          <a:prstGeom prst="roundRect">
            <a:avLst>
              <a:gd name="adj" fmla="val 4167"/>
            </a:avLst>
          </a:prstGeom>
          <a:noFill/>
          <a:ln w="9525" algn="ctr">
            <a:noFill/>
            <a:round/>
            <a:headEnd/>
            <a:tailEnd/>
          </a:ln>
          <a:effectLst/>
        </p:spPr>
        <p:txBody>
          <a:bodyPr/>
          <a:lstStyle/>
          <a:p>
            <a:pPr lvl="0" eaLnBrk="0" fontAlgn="base" hangingPunct="0">
              <a:spcBef>
                <a:spcPct val="40000"/>
              </a:spcBef>
              <a:spcAft>
                <a:spcPct val="0"/>
              </a:spcAft>
              <a:buClr>
                <a:srgbClr val="006699"/>
              </a:buClr>
            </a:pPr>
            <a:r>
              <a:rPr lang="en-US" sz="2600" b="1">
                <a:solidFill>
                  <a:srgbClr val="000000"/>
                </a:solidFill>
                <a:latin typeface="Segoe UI" pitchFamily="34" charset="0"/>
                <a:ea typeface="Segoe UI" pitchFamily="34" charset="0"/>
                <a:cs typeface="Segoe UI" pitchFamily="34" charset="0"/>
              </a:rPr>
              <a:t>Information necessary for a domain join:</a:t>
            </a:r>
            <a:endParaRPr lang="en-US" sz="2600" b="1" dirty="0">
              <a:solidFill>
                <a:srgbClr val="000000"/>
              </a:solidFill>
              <a:latin typeface="Segoe UI" pitchFamily="34" charset="0"/>
              <a:ea typeface="Segoe UI" pitchFamily="34" charset="0"/>
              <a:cs typeface="Segoe UI" pitchFamily="34" charset="0"/>
            </a:endParaRPr>
          </a:p>
        </p:txBody>
      </p:sp>
      <p:sp>
        <p:nvSpPr>
          <p:cNvPr id="6" name="Rounded Rectangle 844806"/>
          <p:cNvSpPr>
            <a:spLocks noChangeArrowheads="1"/>
          </p:cNvSpPr>
          <p:nvPr/>
        </p:nvSpPr>
        <p:spPr bwMode="auto">
          <a:xfrm>
            <a:off x="479090" y="1962509"/>
            <a:ext cx="3607480" cy="2296501"/>
          </a:xfrm>
          <a:prstGeom prst="roundRect">
            <a:avLst>
              <a:gd name="adj" fmla="val 4167"/>
            </a:avLst>
          </a:prstGeom>
          <a:noFill/>
          <a:ln w="9525" algn="ctr">
            <a:noFill/>
            <a:round/>
            <a:headEnd/>
            <a:tailEnd/>
          </a:ln>
          <a:effectLst/>
        </p:spPr>
        <p:txBody>
          <a:bodyPr wrap="square" anchor="ctr">
            <a:spAutoFit/>
          </a:bodyPr>
          <a:lstStyle/>
          <a:p>
            <a:pPr marL="285750" lvl="0" indent="-285750" eaLnBrk="0" fontAlgn="base" hangingPunct="0">
              <a:spcBef>
                <a:spcPct val="40000"/>
              </a:spcBef>
              <a:spcAft>
                <a:spcPct val="0"/>
              </a:spcAft>
              <a:buClr>
                <a:srgbClr val="006699"/>
              </a:buClr>
              <a:buFontTx/>
              <a:buChar char="•"/>
            </a:pPr>
            <a:r>
              <a:rPr lang="en-US" sz="2600" dirty="0">
                <a:solidFill>
                  <a:srgbClr val="000000"/>
                </a:solidFill>
                <a:latin typeface="Segoe UI" pitchFamily="34" charset="0"/>
                <a:ea typeface="Segoe UI" pitchFamily="34" charset="0"/>
                <a:cs typeface="Segoe UI" pitchFamily="34" charset="0"/>
              </a:rPr>
              <a:t>Domain name</a:t>
            </a:r>
          </a:p>
          <a:p>
            <a:pPr marL="285750" lvl="0" indent="-285750" eaLnBrk="0" fontAlgn="base" hangingPunct="0">
              <a:spcBef>
                <a:spcPct val="40000"/>
              </a:spcBef>
              <a:spcAft>
                <a:spcPct val="0"/>
              </a:spcAft>
              <a:buClr>
                <a:srgbClr val="006699"/>
              </a:buClr>
              <a:buFontTx/>
              <a:buChar char="•"/>
            </a:pPr>
            <a:r>
              <a:rPr lang="en-US" sz="2600" dirty="0">
                <a:solidFill>
                  <a:srgbClr val="000000"/>
                </a:solidFill>
                <a:latin typeface="Segoe UI" pitchFamily="34" charset="0"/>
                <a:ea typeface="Segoe UI" pitchFamily="34" charset="0"/>
                <a:cs typeface="Segoe UI" pitchFamily="34" charset="0"/>
              </a:rPr>
              <a:t>Account with permission to join the computer to the domain</a:t>
            </a:r>
          </a:p>
        </p:txBody>
      </p:sp>
    </p:spTree>
    <p:extLst>
      <p:ext uri="{BB962C8B-B14F-4D97-AF65-F5344CB8AC3E}">
        <p14:creationId xmlns:p14="http://schemas.microsoft.com/office/powerpoint/2010/main" val="8612799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070ddef0-ebea-4c8a-9556-1990964cd736">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a:t>Activating Windows Server 2012</a:t>
            </a:r>
          </a:p>
        </p:txBody>
      </p:sp>
      <p:pic>
        <p:nvPicPr>
          <p:cNvPr id="4" name="Content Placeholder 1" descr="Screen shot of the Windows Activation window, during the Enter a product key to activate Windows step."/>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26620" y="777241"/>
            <a:ext cx="8290760" cy="5724572"/>
          </a:xfrm>
          <a:prstGeom prst="rect">
            <a:avLst/>
          </a:prstGeom>
        </p:spPr>
      </p:pic>
    </p:spTree>
    <p:extLst>
      <p:ext uri="{BB962C8B-B14F-4D97-AF65-F5344CB8AC3E}">
        <p14:creationId xmlns:p14="http://schemas.microsoft.com/office/powerpoint/2010/main" val="417884122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10e1075b-7fa1-4e48-bdb0-7c1507f4eb10">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a:t>Configuring a Server Core Installation</a:t>
            </a:r>
          </a:p>
        </p:txBody>
      </p:sp>
      <p:pic>
        <p:nvPicPr>
          <p:cNvPr id="4" name="Content Placeholder 3" descr="Screen shot of the sconfig.cmd menu driven command line tool, including its 15 numerical menu options."/>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4164" y="1248229"/>
            <a:ext cx="9144000" cy="4592320"/>
          </a:xfrm>
          <a:prstGeom prst="rect">
            <a:avLst/>
          </a:prstGeom>
        </p:spPr>
      </p:pic>
    </p:spTree>
    <p:extLst>
      <p:ext uri="{BB962C8B-B14F-4D97-AF65-F5344CB8AC3E}">
        <p14:creationId xmlns:p14="http://schemas.microsoft.com/office/powerpoint/2010/main" val="300419969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38cce376-2655-44b5-9bc7-00995d9ef45b">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a:t>Demonstration: Using DISM to Add Windows Features</a:t>
            </a:r>
          </a:p>
        </p:txBody>
      </p:sp>
      <p:sp>
        <p:nvSpPr>
          <p:cNvPr id="4" name="Content Placeholder 2"/>
          <p:cNvSpPr txBox="1">
            <a:spLocks/>
          </p:cNvSpPr>
          <p:nvPr/>
        </p:nvSpPr>
        <p:spPr>
          <a:xfrm>
            <a:off x="458788" y="1021215"/>
            <a:ext cx="8119156" cy="5147356"/>
          </a:xfrm>
          <a:prstGeom prst="rect">
            <a:avLst/>
          </a:prstGeom>
        </p:spPr>
        <p:txBody>
          <a:bodyPr/>
          <a:lstStyle>
            <a:lvl1pPr marL="174625" indent="-174625" algn="l" rtl="0" eaLnBrk="1" fontAlgn="base" hangingPunct="1">
              <a:lnSpc>
                <a:spcPct val="100000"/>
              </a:lnSpc>
              <a:spcBef>
                <a:spcPts val="600"/>
              </a:spcBef>
              <a:spcAft>
                <a:spcPct val="0"/>
              </a:spcAft>
              <a:buClr>
                <a:srgbClr val="0070C0"/>
              </a:buClr>
              <a:buSzPct val="90000"/>
              <a:buFont typeface="Arial" pitchFamily="34" charset="0"/>
              <a:buChar char="•"/>
              <a:defRPr sz="2800">
                <a:solidFill>
                  <a:schemeClr val="tx1"/>
                </a:solidFill>
                <a:latin typeface="Segoe UI" pitchFamily="34" charset="0"/>
                <a:ea typeface="Segoe UI" pitchFamily="34" charset="0"/>
                <a:cs typeface="Segoe UI" pitchFamily="34" charset="0"/>
              </a:defRPr>
            </a:lvl1pPr>
            <a:lvl2pPr marL="458788" indent="-169863" algn="l" rtl="0" eaLnBrk="1" fontAlgn="base" hangingPunct="1">
              <a:lnSpc>
                <a:spcPct val="100000"/>
              </a:lnSpc>
              <a:spcBef>
                <a:spcPts val="600"/>
              </a:spcBef>
              <a:spcAft>
                <a:spcPct val="0"/>
              </a:spcAft>
              <a:buClr>
                <a:srgbClr val="0070C0"/>
              </a:buClr>
              <a:buSzPct val="80000"/>
              <a:buFont typeface="Arial" pitchFamily="34" charset="0"/>
              <a:buChar char="•"/>
              <a:defRPr sz="2400">
                <a:solidFill>
                  <a:schemeClr val="tx1"/>
                </a:solidFill>
                <a:latin typeface="Segoe UI" pitchFamily="34" charset="0"/>
                <a:ea typeface="Segoe UI" pitchFamily="34" charset="0"/>
                <a:cs typeface="Segoe UI" pitchFamily="34" charset="0"/>
              </a:defRPr>
            </a:lvl2pPr>
            <a:lvl3pPr marL="854075" indent="-173038" algn="l" rtl="0" eaLnBrk="1" fontAlgn="base" hangingPunct="1">
              <a:lnSpc>
                <a:spcPct val="100000"/>
              </a:lnSpc>
              <a:spcBef>
                <a:spcPts val="600"/>
              </a:spcBef>
              <a:spcAft>
                <a:spcPct val="0"/>
              </a:spcAft>
              <a:buClr>
                <a:srgbClr val="0070C0"/>
              </a:buClr>
              <a:buSzPct val="80000"/>
              <a:buFont typeface="Arial" pitchFamily="34" charset="0"/>
              <a:buChar char="•"/>
              <a:defRPr sz="2000">
                <a:solidFill>
                  <a:schemeClr val="tx1"/>
                </a:solidFill>
                <a:latin typeface="Segoe UI" pitchFamily="34" charset="0"/>
                <a:ea typeface="Segoe UI" pitchFamily="34" charset="0"/>
                <a:cs typeface="Segoe UI" pitchFamily="34" charset="0"/>
              </a:defRPr>
            </a:lvl3pPr>
            <a:lvl4pPr marL="1254125" indent="-165100"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4pPr>
            <a:lvl5pPr marL="1544638" indent="-168275"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5pPr>
            <a:lvl6pPr marL="20018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6pPr>
            <a:lvl7pPr marL="24590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7pPr>
            <a:lvl8pPr marL="29162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8pPr>
            <a:lvl9pPr marL="33734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9pPr>
          </a:lstStyle>
          <a:p>
            <a:pPr marL="0" lvl="0" indent="0">
              <a:buNone/>
            </a:pPr>
            <a:r>
              <a:rPr lang="en-US" kern="0">
                <a:solidFill>
                  <a:srgbClr val="000000"/>
                </a:solidFill>
              </a:rPr>
              <a:t>In this demonstration, you see how to use the DISM command-line utility to:</a:t>
            </a:r>
          </a:p>
          <a:p>
            <a:pPr lvl="1"/>
            <a:r>
              <a:rPr lang="en-US" sz="2600" kern="0">
                <a:solidFill>
                  <a:srgbClr val="000000"/>
                </a:solidFill>
              </a:rPr>
              <a:t>View a list of all Windows features and their current state</a:t>
            </a:r>
          </a:p>
          <a:p>
            <a:pPr lvl="1"/>
            <a:r>
              <a:rPr lang="en-US" sz="2600" kern="0">
                <a:solidFill>
                  <a:srgbClr val="000000"/>
                </a:solidFill>
              </a:rPr>
              <a:t>Gather information about the Windows Server Backup feature  </a:t>
            </a:r>
          </a:p>
          <a:p>
            <a:pPr lvl="1"/>
            <a:r>
              <a:rPr lang="en-US" sz="2600" kern="0">
                <a:solidFill>
                  <a:srgbClr val="000000"/>
                </a:solidFill>
              </a:rPr>
              <a:t>Enable the Windows Server Backup feature</a:t>
            </a:r>
            <a:endParaRPr lang="en-US" sz="2600" kern="0" dirty="0">
              <a:solidFill>
                <a:srgbClr val="000000"/>
              </a:solidFill>
            </a:endParaRPr>
          </a:p>
        </p:txBody>
      </p:sp>
    </p:spTree>
    <p:extLst>
      <p:ext uri="{BB962C8B-B14F-4D97-AF65-F5344CB8AC3E}">
        <p14:creationId xmlns:p14="http://schemas.microsoft.com/office/powerpoint/2010/main" val="93570922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5a0f2eb8-3d33-4e69-8572-008cf0a69363">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a:t>Lesson 4: Overview of Windows Server 2012 Management</a:t>
            </a:r>
          </a:p>
        </p:txBody>
      </p:sp>
      <p:sp>
        <p:nvSpPr>
          <p:cNvPr id="3" name="Text Placeholder 2"/>
          <p:cNvSpPr>
            <a:spLocks noGrp="1"/>
          </p:cNvSpPr>
          <p:nvPr>
            <p:ph type="body" idx="1"/>
          </p:nvPr>
        </p:nvSpPr>
        <p:spPr/>
        <p:txBody>
          <a:bodyPr/>
          <a:lstStyle/>
          <a:p>
            <a:r>
              <a:rPr lang="en-CA" dirty="0"/>
              <a:t>What Is Server Manager?
Administrative Tools and Remote Server Administration Tools
Demonstration: Using Server Manager
Configuring Services
Configuring Windows Remote Management
Demonstration: Performing Remote Management</a:t>
            </a:r>
          </a:p>
        </p:txBody>
      </p:sp>
    </p:spTree>
    <p:extLst>
      <p:ext uri="{BB962C8B-B14F-4D97-AF65-F5344CB8AC3E}">
        <p14:creationId xmlns:p14="http://schemas.microsoft.com/office/powerpoint/2010/main" val="353410402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801f2728-428f-475c-ad90-bbd309e25e92">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a:t>What Is Server Manager?</a:t>
            </a:r>
          </a:p>
        </p:txBody>
      </p:sp>
      <p:sp>
        <p:nvSpPr>
          <p:cNvPr id="4" name="Content Placeholder 14"/>
          <p:cNvSpPr txBox="1">
            <a:spLocks/>
          </p:cNvSpPr>
          <p:nvPr/>
        </p:nvSpPr>
        <p:spPr>
          <a:xfrm>
            <a:off x="458788" y="1021215"/>
            <a:ext cx="8119156" cy="5147356"/>
          </a:xfrm>
          <a:prstGeom prst="rect">
            <a:avLst/>
          </a:prstGeom>
        </p:spPr>
        <p:txBody>
          <a:bodyPr/>
          <a:lstStyle>
            <a:lvl1pPr marL="174625" indent="-174625" algn="l" rtl="0" eaLnBrk="1" fontAlgn="base" hangingPunct="1">
              <a:lnSpc>
                <a:spcPct val="100000"/>
              </a:lnSpc>
              <a:spcBef>
                <a:spcPts val="600"/>
              </a:spcBef>
              <a:spcAft>
                <a:spcPct val="0"/>
              </a:spcAft>
              <a:buClr>
                <a:srgbClr val="0070C0"/>
              </a:buClr>
              <a:buSzPct val="90000"/>
              <a:buFont typeface="Arial" pitchFamily="34" charset="0"/>
              <a:buChar char="•"/>
              <a:defRPr sz="2800">
                <a:solidFill>
                  <a:schemeClr val="tx1"/>
                </a:solidFill>
                <a:latin typeface="Segoe UI" pitchFamily="34" charset="0"/>
                <a:ea typeface="Segoe UI" pitchFamily="34" charset="0"/>
                <a:cs typeface="Segoe UI" pitchFamily="34" charset="0"/>
              </a:defRPr>
            </a:lvl1pPr>
            <a:lvl2pPr marL="458788" indent="-169863" algn="l" rtl="0" eaLnBrk="1" fontAlgn="base" hangingPunct="1">
              <a:lnSpc>
                <a:spcPct val="100000"/>
              </a:lnSpc>
              <a:spcBef>
                <a:spcPts val="600"/>
              </a:spcBef>
              <a:spcAft>
                <a:spcPct val="0"/>
              </a:spcAft>
              <a:buClr>
                <a:srgbClr val="0070C0"/>
              </a:buClr>
              <a:buSzPct val="80000"/>
              <a:buFont typeface="Arial" pitchFamily="34" charset="0"/>
              <a:buChar char="•"/>
              <a:defRPr sz="2400">
                <a:solidFill>
                  <a:schemeClr val="tx1"/>
                </a:solidFill>
                <a:latin typeface="Segoe UI" pitchFamily="34" charset="0"/>
                <a:ea typeface="Segoe UI" pitchFamily="34" charset="0"/>
                <a:cs typeface="Segoe UI" pitchFamily="34" charset="0"/>
              </a:defRPr>
            </a:lvl2pPr>
            <a:lvl3pPr marL="854075" indent="-173038" algn="l" rtl="0" eaLnBrk="1" fontAlgn="base" hangingPunct="1">
              <a:lnSpc>
                <a:spcPct val="100000"/>
              </a:lnSpc>
              <a:spcBef>
                <a:spcPts val="600"/>
              </a:spcBef>
              <a:spcAft>
                <a:spcPct val="0"/>
              </a:spcAft>
              <a:buClr>
                <a:srgbClr val="0070C0"/>
              </a:buClr>
              <a:buSzPct val="80000"/>
              <a:buFont typeface="Arial" pitchFamily="34" charset="0"/>
              <a:buChar char="•"/>
              <a:defRPr sz="2000">
                <a:solidFill>
                  <a:schemeClr val="tx1"/>
                </a:solidFill>
                <a:latin typeface="Segoe UI" pitchFamily="34" charset="0"/>
                <a:ea typeface="Segoe UI" pitchFamily="34" charset="0"/>
                <a:cs typeface="Segoe UI" pitchFamily="34" charset="0"/>
              </a:defRPr>
            </a:lvl3pPr>
            <a:lvl4pPr marL="1254125" indent="-165100"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4pPr>
            <a:lvl5pPr marL="1544638" indent="-168275"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5pPr>
            <a:lvl6pPr marL="20018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6pPr>
            <a:lvl7pPr marL="24590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7pPr>
            <a:lvl8pPr marL="29162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8pPr>
            <a:lvl9pPr marL="33734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9pPr>
          </a:lstStyle>
          <a:p>
            <a:pPr marL="0" lvl="0" indent="0" eaLnBrk="0" hangingPunct="0">
              <a:lnSpc>
                <a:spcPct val="90000"/>
              </a:lnSpc>
              <a:spcBef>
                <a:spcPct val="40000"/>
              </a:spcBef>
              <a:buClr>
                <a:srgbClr val="006699"/>
              </a:buClr>
              <a:buNone/>
            </a:pPr>
            <a:r>
              <a:rPr lang="en-US" sz="2400" b="1" kern="0" dirty="0">
                <a:solidFill>
                  <a:srgbClr val="000000"/>
                </a:solidFill>
              </a:rPr>
              <a:t>You can use Server Manager to:</a:t>
            </a:r>
          </a:p>
          <a:p>
            <a:pPr marL="569913" lvl="1" indent="-285750" eaLnBrk="0" hangingPunct="0">
              <a:buClr>
                <a:srgbClr val="006699"/>
              </a:buClr>
              <a:buFontTx/>
              <a:buChar char="•"/>
            </a:pPr>
            <a:r>
              <a:rPr lang="en-US" sz="2200" kern="0" dirty="0">
                <a:solidFill>
                  <a:srgbClr val="000000"/>
                </a:solidFill>
              </a:rPr>
              <a:t>Manage multiple servers on a network from one console</a:t>
            </a:r>
          </a:p>
          <a:p>
            <a:pPr marL="569913" lvl="1" indent="-285750" eaLnBrk="0" hangingPunct="0">
              <a:buClr>
                <a:srgbClr val="006699"/>
              </a:buClr>
              <a:buFontTx/>
              <a:buChar char="•"/>
            </a:pPr>
            <a:r>
              <a:rPr lang="en-US" sz="2200" kern="0" dirty="0">
                <a:solidFill>
                  <a:srgbClr val="000000"/>
                </a:solidFill>
              </a:rPr>
              <a:t>Add roles and features </a:t>
            </a:r>
          </a:p>
          <a:p>
            <a:pPr marL="569913" lvl="1" indent="-285750" eaLnBrk="0" hangingPunct="0">
              <a:buClr>
                <a:srgbClr val="006699"/>
              </a:buClr>
              <a:buFontTx/>
              <a:buChar char="•"/>
            </a:pPr>
            <a:r>
              <a:rPr lang="en-US" sz="2200" kern="0" dirty="0">
                <a:solidFill>
                  <a:srgbClr val="000000"/>
                </a:solidFill>
              </a:rPr>
              <a:t>Launch Windows PowerShell sessions</a:t>
            </a:r>
          </a:p>
          <a:p>
            <a:pPr marL="569913" lvl="1" indent="-285750" eaLnBrk="0" hangingPunct="0">
              <a:buClr>
                <a:srgbClr val="006699"/>
              </a:buClr>
              <a:buFontTx/>
              <a:buChar char="•"/>
            </a:pPr>
            <a:r>
              <a:rPr lang="en-US" sz="2200" kern="0" dirty="0">
                <a:solidFill>
                  <a:srgbClr val="000000"/>
                </a:solidFill>
              </a:rPr>
              <a:t>View events </a:t>
            </a:r>
          </a:p>
          <a:p>
            <a:pPr marL="569913" lvl="1" indent="-285750" eaLnBrk="0" hangingPunct="0">
              <a:buClr>
                <a:srgbClr val="006699"/>
              </a:buClr>
              <a:buFontTx/>
              <a:buChar char="•"/>
            </a:pPr>
            <a:r>
              <a:rPr lang="en-US" sz="2200" kern="0" dirty="0">
                <a:solidFill>
                  <a:srgbClr val="000000"/>
                </a:solidFill>
              </a:rPr>
              <a:t>Perform server configuration tasks</a:t>
            </a:r>
          </a:p>
          <a:p>
            <a:pPr marL="569913" lvl="1" indent="-285750" eaLnBrk="0" hangingPunct="0">
              <a:buClr>
                <a:srgbClr val="006699"/>
              </a:buClr>
              <a:buFontTx/>
              <a:buChar char="•"/>
            </a:pPr>
            <a:r>
              <a:rPr lang="en-US" sz="2200" kern="0" dirty="0">
                <a:solidFill>
                  <a:srgbClr val="000000"/>
                </a:solidFill>
              </a:rPr>
              <a:t>Manage down-level servers</a:t>
            </a:r>
          </a:p>
          <a:p>
            <a:pPr marL="0" lvl="0" indent="0" eaLnBrk="0" hangingPunct="0">
              <a:lnSpc>
                <a:spcPct val="90000"/>
              </a:lnSpc>
              <a:spcBef>
                <a:spcPts val="2400"/>
              </a:spcBef>
              <a:buClr>
                <a:srgbClr val="006699"/>
              </a:buClr>
              <a:buNone/>
            </a:pPr>
            <a:r>
              <a:rPr lang="en-US" sz="2400" b="1" kern="0" dirty="0">
                <a:solidFill>
                  <a:srgbClr val="000000"/>
                </a:solidFill>
              </a:rPr>
              <a:t>You can use Best Practices Analyzer to:</a:t>
            </a:r>
          </a:p>
          <a:p>
            <a:pPr marL="569913" lvl="1" indent="-285750" eaLnBrk="0" hangingPunct="0">
              <a:buClr>
                <a:srgbClr val="006699"/>
              </a:buClr>
              <a:buFontTx/>
              <a:buChar char="•"/>
            </a:pPr>
            <a:r>
              <a:rPr lang="en-US" sz="2200" kern="0" dirty="0">
                <a:solidFill>
                  <a:srgbClr val="000000"/>
                </a:solidFill>
              </a:rPr>
              <a:t>Determine whether roles on your network are functioning efficiently</a:t>
            </a:r>
          </a:p>
          <a:p>
            <a:pPr marL="569913" lvl="1" indent="-285750" eaLnBrk="0" hangingPunct="0">
              <a:buClr>
                <a:srgbClr val="006699"/>
              </a:buClr>
              <a:buFontTx/>
              <a:buChar char="•"/>
            </a:pPr>
            <a:r>
              <a:rPr lang="en-US" sz="2200" kern="0" dirty="0">
                <a:solidFill>
                  <a:srgbClr val="000000"/>
                </a:solidFill>
              </a:rPr>
              <a:t>Query event logs for warning and error events</a:t>
            </a:r>
          </a:p>
          <a:p>
            <a:pPr marL="569913" lvl="1" indent="-285750" eaLnBrk="0" hangingPunct="0">
              <a:buClr>
                <a:srgbClr val="006699"/>
              </a:buClr>
              <a:buFontTx/>
              <a:buChar char="•"/>
            </a:pPr>
            <a:r>
              <a:rPr lang="en-US" sz="2200" kern="0" dirty="0">
                <a:solidFill>
                  <a:srgbClr val="000000"/>
                </a:solidFill>
              </a:rPr>
              <a:t>Diagnose health issues with specific roles</a:t>
            </a:r>
          </a:p>
          <a:p>
            <a:pPr marL="569913" lvl="1" indent="-285750" eaLnBrk="0" hangingPunct="0">
              <a:buClr>
                <a:srgbClr val="006699"/>
              </a:buClr>
              <a:buFontTx/>
              <a:buChar char="•"/>
            </a:pPr>
            <a:endParaRPr lang="en-US" kern="0" dirty="0">
              <a:solidFill>
                <a:srgbClr val="000000"/>
              </a:solidFill>
            </a:endParaRPr>
          </a:p>
          <a:p>
            <a:pPr marL="569913" lvl="1" indent="-285750" eaLnBrk="0" hangingPunct="0">
              <a:buClr>
                <a:srgbClr val="006699"/>
              </a:buClr>
              <a:buFontTx/>
              <a:buChar char="•"/>
            </a:pPr>
            <a:endParaRPr lang="en-US" kern="0" dirty="0">
              <a:solidFill>
                <a:srgbClr val="000000"/>
              </a:solidFill>
            </a:endParaRPr>
          </a:p>
          <a:p>
            <a:pPr lvl="0"/>
            <a:endParaRPr lang="en-CA" kern="0" dirty="0">
              <a:solidFill>
                <a:srgbClr val="000000"/>
              </a:solidFill>
            </a:endParaRPr>
          </a:p>
        </p:txBody>
      </p:sp>
      <p:grpSp>
        <p:nvGrpSpPr>
          <p:cNvPr id="5" name="Group 4" descr="Illustration depicting an administrator managing servers on a network, adding roles and features, and performing configuration tasks on a server."/>
          <p:cNvGrpSpPr/>
          <p:nvPr/>
        </p:nvGrpSpPr>
        <p:grpSpPr>
          <a:xfrm>
            <a:off x="5306683" y="1831133"/>
            <a:ext cx="3720705" cy="3387235"/>
            <a:chOff x="4346566" y="3108401"/>
            <a:chExt cx="4573617" cy="4163704"/>
          </a:xfrm>
        </p:grpSpPr>
        <p:sp>
          <p:nvSpPr>
            <p:cNvPr id="6" name="Pie 5"/>
            <p:cNvSpPr/>
            <p:nvPr/>
          </p:nvSpPr>
          <p:spPr>
            <a:xfrm rot="12955210">
              <a:off x="4346566" y="3171843"/>
              <a:ext cx="3936234" cy="4100262"/>
            </a:xfrm>
            <a:prstGeom prst="pie">
              <a:avLst>
                <a:gd name="adj1" fmla="val 4299936"/>
                <a:gd name="adj2" fmla="val 9998963"/>
              </a:avLst>
            </a:prstGeom>
            <a:solidFill>
              <a:srgbClr val="ABE9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fontAlgn="base">
                <a:spcBef>
                  <a:spcPct val="0"/>
                </a:spcBef>
                <a:spcAft>
                  <a:spcPct val="0"/>
                </a:spcAft>
              </a:pPr>
              <a:endParaRPr lang="en-CA" b="1">
                <a:solidFill>
                  <a:srgbClr val="000000"/>
                </a:solidFill>
              </a:endParaRPr>
            </a:p>
          </p:txBody>
        </p:sp>
        <p:grpSp>
          <p:nvGrpSpPr>
            <p:cNvPr id="7" name="Group 6"/>
            <p:cNvGrpSpPr/>
            <p:nvPr/>
          </p:nvGrpSpPr>
          <p:grpSpPr>
            <a:xfrm>
              <a:off x="6554880" y="3108401"/>
              <a:ext cx="808970" cy="1072740"/>
              <a:chOff x="7375207" y="573203"/>
              <a:chExt cx="808970" cy="1072740"/>
            </a:xfrm>
          </p:grpSpPr>
          <p:pic>
            <p:nvPicPr>
              <p:cNvPr id="21" name="Picture 20"/>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375207" y="573203"/>
                <a:ext cx="286396" cy="508577"/>
              </a:xfrm>
              <a:prstGeom prst="rect">
                <a:avLst/>
              </a:prstGeom>
            </p:spPr>
          </p:pic>
          <p:pic>
            <p:nvPicPr>
              <p:cNvPr id="22" name="Picture 21"/>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827563" y="598052"/>
                <a:ext cx="356614" cy="633268"/>
              </a:xfrm>
              <a:prstGeom prst="rect">
                <a:avLst/>
              </a:prstGeom>
            </p:spPr>
          </p:pic>
          <p:pic>
            <p:nvPicPr>
              <p:cNvPr id="23" name="Picture 22"/>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7512454" y="870403"/>
                <a:ext cx="436731" cy="775540"/>
              </a:xfrm>
              <a:prstGeom prst="rect">
                <a:avLst/>
              </a:prstGeom>
            </p:spPr>
          </p:pic>
        </p:grpSp>
        <p:grpSp>
          <p:nvGrpSpPr>
            <p:cNvPr id="8" name="Group 7"/>
            <p:cNvGrpSpPr/>
            <p:nvPr/>
          </p:nvGrpSpPr>
          <p:grpSpPr>
            <a:xfrm>
              <a:off x="5715132" y="4756421"/>
              <a:ext cx="919163" cy="1265803"/>
              <a:chOff x="5468091" y="1496453"/>
              <a:chExt cx="919163" cy="1265803"/>
            </a:xfrm>
          </p:grpSpPr>
          <p:pic>
            <p:nvPicPr>
              <p:cNvPr id="19" name="Picture 18"/>
              <p:cNvPicPr>
                <a:picLocks noChangeAspect="1" noChangeArrowheads="1"/>
              </p:cNvPicPr>
              <p:nvPr/>
            </p:nvPicPr>
            <p:blipFill>
              <a:blip r:embed="rId6" cstate="print">
                <a:extLst>
                  <a:ext uri="{28A0092B-C50C-407E-A947-70E740481C1C}">
                    <a14:useLocalDpi xmlns:a14="http://schemas.microsoft.com/office/drawing/2010/main" val="0"/>
                  </a:ext>
                </a:extLst>
              </a:blip>
              <a:stretch>
                <a:fillRect/>
              </a:stretch>
            </p:blipFill>
            <p:spPr bwMode="auto">
              <a:xfrm>
                <a:off x="5488773" y="1496453"/>
                <a:ext cx="898481" cy="1074867"/>
              </a:xfrm>
              <a:prstGeom prst="rect">
                <a:avLst/>
              </a:prstGeom>
              <a:noFill/>
              <a:extLst>
                <a:ext uri="{909E8E84-426E-40DD-AFC4-6F175D3DCCD1}">
                  <a14:hiddenFill xmlns:a14="http://schemas.microsoft.com/office/drawing/2010/main">
                    <a:solidFill>
                      <a:srgbClr val="FFFFFF"/>
                    </a:solidFill>
                  </a14:hiddenFill>
                </a:ext>
              </a:extLst>
            </p:spPr>
          </p:pic>
          <p:pic>
            <p:nvPicPr>
              <p:cNvPr id="20" name="Picture 19"/>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5468091" y="1916720"/>
                <a:ext cx="535149" cy="845536"/>
              </a:xfrm>
              <a:prstGeom prst="rect">
                <a:avLst/>
              </a:prstGeom>
            </p:spPr>
          </p:pic>
        </p:grpSp>
        <p:grpSp>
          <p:nvGrpSpPr>
            <p:cNvPr id="9" name="Group 8"/>
            <p:cNvGrpSpPr/>
            <p:nvPr/>
          </p:nvGrpSpPr>
          <p:grpSpPr>
            <a:xfrm>
              <a:off x="7599004" y="3745487"/>
              <a:ext cx="1321179" cy="958302"/>
              <a:chOff x="6003240" y="3002966"/>
              <a:chExt cx="1321179" cy="958302"/>
            </a:xfrm>
          </p:grpSpPr>
          <p:grpSp>
            <p:nvGrpSpPr>
              <p:cNvPr id="14" name="Group 13"/>
              <p:cNvGrpSpPr/>
              <p:nvPr/>
            </p:nvGrpSpPr>
            <p:grpSpPr>
              <a:xfrm>
                <a:off x="6003240" y="3002966"/>
                <a:ext cx="1321179" cy="958302"/>
                <a:chOff x="5094991" y="2317406"/>
                <a:chExt cx="1321179" cy="958302"/>
              </a:xfrm>
            </p:grpSpPr>
            <p:pic>
              <p:nvPicPr>
                <p:cNvPr id="16" name="Picture 15"/>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5380641" y="2317406"/>
                  <a:ext cx="828298" cy="781235"/>
                </a:xfrm>
                <a:prstGeom prst="rect">
                  <a:avLst/>
                </a:prstGeom>
              </p:spPr>
            </p:pic>
            <p:pic>
              <p:nvPicPr>
                <p:cNvPr id="17" name="Picture 16"/>
                <p:cNvPicPr>
                  <a:picLocks noChangeAspect="1"/>
                </p:cNvPicPr>
                <p:nvPr/>
              </p:nvPicPr>
              <p:blipFill>
                <a:blip r:embed="rId9" cstate="print">
                  <a:extLst>
                    <a:ext uri="{28A0092B-C50C-407E-A947-70E740481C1C}">
                      <a14:useLocalDpi xmlns:a14="http://schemas.microsoft.com/office/drawing/2010/main" val="0"/>
                    </a:ext>
                  </a:extLst>
                </a:blip>
                <a:stretch>
                  <a:fillRect/>
                </a:stretch>
              </p:blipFill>
              <p:spPr>
                <a:xfrm>
                  <a:off x="5671825" y="2814213"/>
                  <a:ext cx="744345" cy="461495"/>
                </a:xfrm>
                <a:prstGeom prst="rect">
                  <a:avLst/>
                </a:prstGeom>
              </p:spPr>
            </p:pic>
            <p:pic>
              <p:nvPicPr>
                <p:cNvPr id="18" name="Picture 17"/>
                <p:cNvPicPr>
                  <a:picLocks noChangeAspect="1"/>
                </p:cNvPicPr>
                <p:nvPr/>
              </p:nvPicPr>
              <p:blipFill>
                <a:blip r:embed="rId10" cstate="print">
                  <a:extLst>
                    <a:ext uri="{28A0092B-C50C-407E-A947-70E740481C1C}">
                      <a14:useLocalDpi xmlns:a14="http://schemas.microsoft.com/office/drawing/2010/main" val="0"/>
                    </a:ext>
                  </a:extLst>
                </a:blip>
                <a:stretch>
                  <a:fillRect/>
                </a:stretch>
              </p:blipFill>
              <p:spPr>
                <a:xfrm>
                  <a:off x="5094991" y="2456789"/>
                  <a:ext cx="384014" cy="641852"/>
                </a:xfrm>
                <a:prstGeom prst="rect">
                  <a:avLst/>
                </a:prstGeom>
              </p:spPr>
            </p:pic>
          </p:grpSp>
          <p:pic>
            <p:nvPicPr>
              <p:cNvPr id="15" name="Picture 14"/>
              <p:cNvPicPr>
                <a:picLocks noChangeAspect="1"/>
              </p:cNvPicPr>
              <p:nvPr/>
            </p:nvPicPr>
            <p:blipFill>
              <a:blip r:embed="rId11" cstate="print">
                <a:extLst>
                  <a:ext uri="{28A0092B-C50C-407E-A947-70E740481C1C}">
                    <a14:useLocalDpi xmlns:a14="http://schemas.microsoft.com/office/drawing/2010/main" val="0"/>
                  </a:ext>
                </a:extLst>
              </a:blip>
              <a:stretch>
                <a:fillRect/>
              </a:stretch>
            </p:blipFill>
            <p:spPr>
              <a:xfrm>
                <a:off x="6066913" y="3305659"/>
                <a:ext cx="835064" cy="655609"/>
              </a:xfrm>
              <a:prstGeom prst="rect">
                <a:avLst/>
              </a:prstGeom>
            </p:spPr>
          </p:pic>
        </p:grpSp>
        <p:grpSp>
          <p:nvGrpSpPr>
            <p:cNvPr id="10" name="Group 9"/>
            <p:cNvGrpSpPr/>
            <p:nvPr/>
          </p:nvGrpSpPr>
          <p:grpSpPr>
            <a:xfrm>
              <a:off x="7233531" y="4890284"/>
              <a:ext cx="858291" cy="941004"/>
              <a:chOff x="6761709" y="4456402"/>
              <a:chExt cx="1294595" cy="1419355"/>
            </a:xfrm>
          </p:grpSpPr>
          <p:pic>
            <p:nvPicPr>
              <p:cNvPr id="11" name="Picture 10"/>
              <p:cNvPicPr>
                <a:picLocks noChangeAspect="1"/>
              </p:cNvPicPr>
              <p:nvPr/>
            </p:nvPicPr>
            <p:blipFill>
              <a:blip r:embed="rId12" cstate="print">
                <a:extLst>
                  <a:ext uri="{28A0092B-C50C-407E-A947-70E740481C1C}">
                    <a14:useLocalDpi xmlns:a14="http://schemas.microsoft.com/office/drawing/2010/main" val="0"/>
                  </a:ext>
                </a:extLst>
              </a:blip>
              <a:stretch>
                <a:fillRect/>
              </a:stretch>
            </p:blipFill>
            <p:spPr>
              <a:xfrm>
                <a:off x="6761709" y="4456402"/>
                <a:ext cx="756695" cy="1343724"/>
              </a:xfrm>
              <a:prstGeom prst="rect">
                <a:avLst/>
              </a:prstGeom>
            </p:spPr>
          </p:pic>
          <p:pic>
            <p:nvPicPr>
              <p:cNvPr id="12" name="Picture 11"/>
              <p:cNvPicPr>
                <a:picLocks noChangeAspect="1"/>
              </p:cNvPicPr>
              <p:nvPr/>
            </p:nvPicPr>
            <p:blipFill>
              <a:blip r:embed="rId13" cstate="print">
                <a:extLst>
                  <a:ext uri="{28A0092B-C50C-407E-A947-70E740481C1C}">
                    <a14:useLocalDpi xmlns:a14="http://schemas.microsoft.com/office/drawing/2010/main" val="0"/>
                  </a:ext>
                </a:extLst>
              </a:blip>
              <a:stretch>
                <a:fillRect/>
              </a:stretch>
            </p:blipFill>
            <p:spPr>
              <a:xfrm>
                <a:off x="6958274" y="4959863"/>
                <a:ext cx="928441" cy="915894"/>
              </a:xfrm>
              <a:prstGeom prst="rect">
                <a:avLst/>
              </a:prstGeom>
            </p:spPr>
          </p:pic>
          <p:pic>
            <p:nvPicPr>
              <p:cNvPr id="13" name="Picture 12"/>
              <p:cNvPicPr>
                <a:picLocks noChangeAspect="1"/>
              </p:cNvPicPr>
              <p:nvPr/>
            </p:nvPicPr>
            <p:blipFill>
              <a:blip r:embed="rId14" cstate="print">
                <a:extLst>
                  <a:ext uri="{28A0092B-C50C-407E-A947-70E740481C1C}">
                    <a14:useLocalDpi xmlns:a14="http://schemas.microsoft.com/office/drawing/2010/main" val="0"/>
                  </a:ext>
                </a:extLst>
              </a:blip>
              <a:stretch>
                <a:fillRect/>
              </a:stretch>
            </p:blipFill>
            <p:spPr>
              <a:xfrm>
                <a:off x="7508894" y="4752741"/>
                <a:ext cx="547410" cy="751046"/>
              </a:xfrm>
              <a:prstGeom prst="rect">
                <a:avLst/>
              </a:prstGeom>
            </p:spPr>
          </p:pic>
        </p:grpSp>
      </p:grpSp>
    </p:spTree>
    <p:extLst>
      <p:ext uri="{BB962C8B-B14F-4D97-AF65-F5344CB8AC3E}">
        <p14:creationId xmlns:p14="http://schemas.microsoft.com/office/powerpoint/2010/main" val="280322961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458a9f94-e1d6-48d4-92b2-abfc63b302e9">
    <p:spTree>
      <p:nvGrpSpPr>
        <p:cNvPr id="1" name=""/>
        <p:cNvGrpSpPr/>
        <p:nvPr/>
      </p:nvGrpSpPr>
      <p:grpSpPr>
        <a:xfrm>
          <a:off x="0" y="0"/>
          <a:ext cx="0" cy="0"/>
          <a:chOff x="0" y="0"/>
          <a:chExt cx="0" cy="0"/>
        </a:xfrm>
      </p:grpSpPr>
      <p:sp>
        <p:nvSpPr>
          <p:cNvPr id="2" name="Title 1"/>
          <p:cNvSpPr>
            <a:spLocks noGrp="1"/>
          </p:cNvSpPr>
          <p:nvPr>
            <p:ph type="title"/>
          </p:nvPr>
        </p:nvSpPr>
        <p:spPr>
          <a:xfrm>
            <a:off x="460375" y="-2"/>
            <a:ext cx="8355013" cy="740664"/>
          </a:xfrm>
        </p:spPr>
        <p:txBody>
          <a:bodyPr/>
          <a:lstStyle/>
          <a:p>
            <a:r>
              <a:rPr lang="en-CA" dirty="0"/>
              <a:t>Administrative Tools and Remote Server Administration Tools</a:t>
            </a:r>
          </a:p>
        </p:txBody>
      </p:sp>
      <p:sp>
        <p:nvSpPr>
          <p:cNvPr id="4" name="Content Placeholder 2"/>
          <p:cNvSpPr txBox="1">
            <a:spLocks/>
          </p:cNvSpPr>
          <p:nvPr/>
        </p:nvSpPr>
        <p:spPr>
          <a:xfrm>
            <a:off x="458788" y="1021215"/>
            <a:ext cx="8119156" cy="5147356"/>
          </a:xfrm>
          <a:prstGeom prst="rect">
            <a:avLst/>
          </a:prstGeom>
        </p:spPr>
        <p:txBody>
          <a:bodyPr/>
          <a:lstStyle>
            <a:lvl1pPr marL="174625" indent="-174625" algn="l" rtl="0" eaLnBrk="1" fontAlgn="base" hangingPunct="1">
              <a:lnSpc>
                <a:spcPct val="100000"/>
              </a:lnSpc>
              <a:spcBef>
                <a:spcPts val="600"/>
              </a:spcBef>
              <a:spcAft>
                <a:spcPct val="0"/>
              </a:spcAft>
              <a:buClr>
                <a:srgbClr val="0070C0"/>
              </a:buClr>
              <a:buSzPct val="90000"/>
              <a:buFont typeface="Arial" pitchFamily="34" charset="0"/>
              <a:buChar char="•"/>
              <a:defRPr sz="2800">
                <a:solidFill>
                  <a:schemeClr val="tx1"/>
                </a:solidFill>
                <a:latin typeface="Segoe UI" pitchFamily="34" charset="0"/>
                <a:ea typeface="Segoe UI" pitchFamily="34" charset="0"/>
                <a:cs typeface="Segoe UI" pitchFamily="34" charset="0"/>
              </a:defRPr>
            </a:lvl1pPr>
            <a:lvl2pPr marL="458788" indent="-169863" algn="l" rtl="0" eaLnBrk="1" fontAlgn="base" hangingPunct="1">
              <a:lnSpc>
                <a:spcPct val="100000"/>
              </a:lnSpc>
              <a:spcBef>
                <a:spcPts val="600"/>
              </a:spcBef>
              <a:spcAft>
                <a:spcPct val="0"/>
              </a:spcAft>
              <a:buClr>
                <a:srgbClr val="0070C0"/>
              </a:buClr>
              <a:buSzPct val="80000"/>
              <a:buFont typeface="Arial" pitchFamily="34" charset="0"/>
              <a:buChar char="•"/>
              <a:defRPr sz="2400">
                <a:solidFill>
                  <a:schemeClr val="tx1"/>
                </a:solidFill>
                <a:latin typeface="Segoe UI" pitchFamily="34" charset="0"/>
                <a:ea typeface="Segoe UI" pitchFamily="34" charset="0"/>
                <a:cs typeface="Segoe UI" pitchFamily="34" charset="0"/>
              </a:defRPr>
            </a:lvl2pPr>
            <a:lvl3pPr marL="854075" indent="-173038" algn="l" rtl="0" eaLnBrk="1" fontAlgn="base" hangingPunct="1">
              <a:lnSpc>
                <a:spcPct val="100000"/>
              </a:lnSpc>
              <a:spcBef>
                <a:spcPts val="600"/>
              </a:spcBef>
              <a:spcAft>
                <a:spcPct val="0"/>
              </a:spcAft>
              <a:buClr>
                <a:srgbClr val="0070C0"/>
              </a:buClr>
              <a:buSzPct val="80000"/>
              <a:buFont typeface="Arial" pitchFamily="34" charset="0"/>
              <a:buChar char="•"/>
              <a:defRPr sz="2000">
                <a:solidFill>
                  <a:schemeClr val="tx1"/>
                </a:solidFill>
                <a:latin typeface="Segoe UI" pitchFamily="34" charset="0"/>
                <a:ea typeface="Segoe UI" pitchFamily="34" charset="0"/>
                <a:cs typeface="Segoe UI" pitchFamily="34" charset="0"/>
              </a:defRPr>
            </a:lvl3pPr>
            <a:lvl4pPr marL="1254125" indent="-165100"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4pPr>
            <a:lvl5pPr marL="1544638" indent="-168275"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5pPr>
            <a:lvl6pPr marL="20018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6pPr>
            <a:lvl7pPr marL="24590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7pPr>
            <a:lvl8pPr marL="29162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8pPr>
            <a:lvl9pPr marL="33734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9pPr>
          </a:lstStyle>
          <a:p>
            <a:pPr marL="0" lvl="0" indent="0">
              <a:buNone/>
            </a:pPr>
            <a:r>
              <a:rPr lang="en-CA" kern="0">
                <a:solidFill>
                  <a:srgbClr val="000000"/>
                </a:solidFill>
              </a:rPr>
              <a:t>Administrative tools:</a:t>
            </a:r>
          </a:p>
          <a:p>
            <a:pPr lvl="1"/>
            <a:r>
              <a:rPr lang="en-CA" kern="0">
                <a:solidFill>
                  <a:srgbClr val="000000"/>
                </a:solidFill>
              </a:rPr>
              <a:t>Active Directory Administrative Center</a:t>
            </a:r>
          </a:p>
          <a:p>
            <a:pPr lvl="1"/>
            <a:r>
              <a:rPr lang="en-CA" kern="0">
                <a:solidFill>
                  <a:srgbClr val="000000"/>
                </a:solidFill>
              </a:rPr>
              <a:t>Active Directory Users and Computers</a:t>
            </a:r>
          </a:p>
          <a:p>
            <a:pPr lvl="1"/>
            <a:r>
              <a:rPr lang="en-CA" kern="0">
                <a:solidFill>
                  <a:srgbClr val="000000"/>
                </a:solidFill>
              </a:rPr>
              <a:t>DNS console</a:t>
            </a:r>
          </a:p>
          <a:p>
            <a:pPr lvl="1"/>
            <a:r>
              <a:rPr lang="en-CA" kern="0">
                <a:solidFill>
                  <a:srgbClr val="000000"/>
                </a:solidFill>
              </a:rPr>
              <a:t>Event Viewer</a:t>
            </a:r>
          </a:p>
          <a:p>
            <a:pPr lvl="1"/>
            <a:r>
              <a:rPr lang="en-CA" kern="0">
                <a:solidFill>
                  <a:srgbClr val="000000"/>
                </a:solidFill>
              </a:rPr>
              <a:t>Group Policy Management Console</a:t>
            </a:r>
          </a:p>
          <a:p>
            <a:pPr lvl="1"/>
            <a:r>
              <a:rPr lang="en-CA" kern="0">
                <a:solidFill>
                  <a:srgbClr val="000000"/>
                </a:solidFill>
              </a:rPr>
              <a:t>IIS Manager</a:t>
            </a:r>
          </a:p>
          <a:p>
            <a:pPr lvl="1"/>
            <a:r>
              <a:rPr lang="en-CA" kern="0">
                <a:solidFill>
                  <a:srgbClr val="000000"/>
                </a:solidFill>
              </a:rPr>
              <a:t>Performance Monitor</a:t>
            </a:r>
          </a:p>
          <a:p>
            <a:pPr lvl="1"/>
            <a:r>
              <a:rPr lang="en-CA" kern="0">
                <a:solidFill>
                  <a:srgbClr val="000000"/>
                </a:solidFill>
              </a:rPr>
              <a:t>Resource Monitor</a:t>
            </a:r>
          </a:p>
          <a:p>
            <a:pPr lvl="1"/>
            <a:r>
              <a:rPr lang="en-CA" kern="0">
                <a:solidFill>
                  <a:srgbClr val="000000"/>
                </a:solidFill>
              </a:rPr>
              <a:t>Task Scheduler</a:t>
            </a:r>
          </a:p>
          <a:p>
            <a:pPr lvl="1"/>
            <a:r>
              <a:rPr lang="en-CA" kern="0">
                <a:solidFill>
                  <a:srgbClr val="000000"/>
                </a:solidFill>
              </a:rPr>
              <a:t>Can be used to manage non-domain joined systems</a:t>
            </a:r>
          </a:p>
          <a:p>
            <a:pPr lvl="0"/>
            <a:endParaRPr lang="en-CA" kern="0">
              <a:solidFill>
                <a:srgbClr val="000000"/>
              </a:solidFill>
            </a:endParaRPr>
          </a:p>
          <a:p>
            <a:pPr lvl="0"/>
            <a:endParaRPr lang="en-CA" kern="0">
              <a:solidFill>
                <a:srgbClr val="000000"/>
              </a:solidFill>
            </a:endParaRPr>
          </a:p>
          <a:p>
            <a:pPr lvl="0"/>
            <a:endParaRPr lang="en-CA" kern="0" dirty="0">
              <a:solidFill>
                <a:srgbClr val="000000"/>
              </a:solidFill>
            </a:endParaRPr>
          </a:p>
        </p:txBody>
      </p:sp>
    </p:spTree>
    <p:extLst>
      <p:ext uri="{BB962C8B-B14F-4D97-AF65-F5344CB8AC3E}">
        <p14:creationId xmlns:p14="http://schemas.microsoft.com/office/powerpoint/2010/main" val="315185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ceaeda10-837a-40bf-84fd-5ccc8d458e76">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a:t>Demonstration: Using Server Manager</a:t>
            </a:r>
          </a:p>
        </p:txBody>
      </p:sp>
      <p:sp>
        <p:nvSpPr>
          <p:cNvPr id="4" name="Content Placeholder 2"/>
          <p:cNvSpPr txBox="1">
            <a:spLocks/>
          </p:cNvSpPr>
          <p:nvPr/>
        </p:nvSpPr>
        <p:spPr>
          <a:xfrm>
            <a:off x="458788" y="1021215"/>
            <a:ext cx="8119156" cy="5147356"/>
          </a:xfrm>
          <a:prstGeom prst="rect">
            <a:avLst/>
          </a:prstGeom>
        </p:spPr>
        <p:txBody>
          <a:bodyPr/>
          <a:lstStyle>
            <a:lvl1pPr marL="174625" indent="-174625" algn="l" rtl="0" eaLnBrk="1" fontAlgn="base" hangingPunct="1">
              <a:lnSpc>
                <a:spcPct val="100000"/>
              </a:lnSpc>
              <a:spcBef>
                <a:spcPts val="600"/>
              </a:spcBef>
              <a:spcAft>
                <a:spcPct val="0"/>
              </a:spcAft>
              <a:buClr>
                <a:srgbClr val="0070C0"/>
              </a:buClr>
              <a:buSzPct val="90000"/>
              <a:buFont typeface="Arial" pitchFamily="34" charset="0"/>
              <a:buChar char="•"/>
              <a:defRPr sz="2800">
                <a:solidFill>
                  <a:schemeClr val="tx1"/>
                </a:solidFill>
                <a:latin typeface="Segoe UI" pitchFamily="34" charset="0"/>
                <a:ea typeface="Segoe UI" pitchFamily="34" charset="0"/>
                <a:cs typeface="Segoe UI" pitchFamily="34" charset="0"/>
              </a:defRPr>
            </a:lvl1pPr>
            <a:lvl2pPr marL="458788" indent="-169863" algn="l" rtl="0" eaLnBrk="1" fontAlgn="base" hangingPunct="1">
              <a:lnSpc>
                <a:spcPct val="100000"/>
              </a:lnSpc>
              <a:spcBef>
                <a:spcPts val="600"/>
              </a:spcBef>
              <a:spcAft>
                <a:spcPct val="0"/>
              </a:spcAft>
              <a:buClr>
                <a:srgbClr val="0070C0"/>
              </a:buClr>
              <a:buSzPct val="80000"/>
              <a:buFont typeface="Arial" pitchFamily="34" charset="0"/>
              <a:buChar char="•"/>
              <a:defRPr sz="2400">
                <a:solidFill>
                  <a:schemeClr val="tx1"/>
                </a:solidFill>
                <a:latin typeface="Segoe UI" pitchFamily="34" charset="0"/>
                <a:ea typeface="Segoe UI" pitchFamily="34" charset="0"/>
                <a:cs typeface="Segoe UI" pitchFamily="34" charset="0"/>
              </a:defRPr>
            </a:lvl2pPr>
            <a:lvl3pPr marL="854075" indent="-173038" algn="l" rtl="0" eaLnBrk="1" fontAlgn="base" hangingPunct="1">
              <a:lnSpc>
                <a:spcPct val="100000"/>
              </a:lnSpc>
              <a:spcBef>
                <a:spcPts val="600"/>
              </a:spcBef>
              <a:spcAft>
                <a:spcPct val="0"/>
              </a:spcAft>
              <a:buClr>
                <a:srgbClr val="0070C0"/>
              </a:buClr>
              <a:buSzPct val="80000"/>
              <a:buFont typeface="Arial" pitchFamily="34" charset="0"/>
              <a:buChar char="•"/>
              <a:defRPr sz="2000">
                <a:solidFill>
                  <a:schemeClr val="tx1"/>
                </a:solidFill>
                <a:latin typeface="Segoe UI" pitchFamily="34" charset="0"/>
                <a:ea typeface="Segoe UI" pitchFamily="34" charset="0"/>
                <a:cs typeface="Segoe UI" pitchFamily="34" charset="0"/>
              </a:defRPr>
            </a:lvl3pPr>
            <a:lvl4pPr marL="1254125" indent="-165100"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4pPr>
            <a:lvl5pPr marL="1544638" indent="-168275"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5pPr>
            <a:lvl6pPr marL="20018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6pPr>
            <a:lvl7pPr marL="24590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7pPr>
            <a:lvl8pPr marL="29162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8pPr>
            <a:lvl9pPr marL="33734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9pPr>
          </a:lstStyle>
          <a:p>
            <a:pPr marL="0" lvl="0" indent="0">
              <a:buNone/>
            </a:pPr>
            <a:r>
              <a:rPr lang="en-US" kern="0">
                <a:solidFill>
                  <a:srgbClr val="000000"/>
                </a:solidFill>
              </a:rPr>
              <a:t>In this demonstration, you will see how to:</a:t>
            </a:r>
          </a:p>
          <a:p>
            <a:pPr lvl="1"/>
            <a:r>
              <a:rPr lang="en-US" sz="2600" kern="0">
                <a:solidFill>
                  <a:srgbClr val="000000"/>
                </a:solidFill>
              </a:rPr>
              <a:t>Add a feature by using the Add Roles and Features Wizard</a:t>
            </a:r>
          </a:p>
          <a:p>
            <a:pPr lvl="1"/>
            <a:r>
              <a:rPr lang="en-US" sz="2600" kern="0">
                <a:solidFill>
                  <a:srgbClr val="000000"/>
                </a:solidFill>
              </a:rPr>
              <a:t>View role-related events</a:t>
            </a:r>
          </a:p>
          <a:p>
            <a:pPr lvl="1"/>
            <a:r>
              <a:rPr lang="en-US" sz="2600" kern="0">
                <a:solidFill>
                  <a:srgbClr val="000000"/>
                </a:solidFill>
              </a:rPr>
              <a:t>Run the Best Practice Analyzer for a role</a:t>
            </a:r>
          </a:p>
          <a:p>
            <a:pPr lvl="1"/>
            <a:r>
              <a:rPr lang="en-US" sz="2600" kern="0">
                <a:solidFill>
                  <a:srgbClr val="000000"/>
                </a:solidFill>
              </a:rPr>
              <a:t>List the tools available from Server Manager</a:t>
            </a:r>
          </a:p>
          <a:p>
            <a:pPr lvl="1"/>
            <a:r>
              <a:rPr lang="en-US" sz="2600" kern="0">
                <a:solidFill>
                  <a:srgbClr val="000000"/>
                </a:solidFill>
              </a:rPr>
              <a:t>Restart Windows Server 2012</a:t>
            </a:r>
            <a:endParaRPr lang="en-US" sz="2600" kern="0" dirty="0">
              <a:solidFill>
                <a:srgbClr val="000000"/>
              </a:solidFill>
            </a:endParaRPr>
          </a:p>
        </p:txBody>
      </p:sp>
    </p:spTree>
    <p:extLst>
      <p:ext uri="{BB962C8B-B14F-4D97-AF65-F5344CB8AC3E}">
        <p14:creationId xmlns:p14="http://schemas.microsoft.com/office/powerpoint/2010/main" val="278117787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CA"/>
          </a:p>
        </p:txBody>
      </p:sp>
      <p:sp>
        <p:nvSpPr>
          <p:cNvPr id="3" name="Text Placeholder 2"/>
          <p:cNvSpPr>
            <a:spLocks noGrp="1"/>
          </p:cNvSpPr>
          <p:nvPr>
            <p:ph type="body" idx="1"/>
          </p:nvPr>
        </p:nvSpPr>
        <p:spPr/>
        <p:txBody>
          <a:bodyPr/>
          <a:lstStyle/>
          <a:p>
            <a:endParaRPr lang="en-CA"/>
          </a:p>
        </p:txBody>
      </p:sp>
    </p:spTree>
    <p:extLst>
      <p:ext uri="{BB962C8B-B14F-4D97-AF65-F5344CB8AC3E}">
        <p14:creationId xmlns:p14="http://schemas.microsoft.com/office/powerpoint/2010/main" val="1085143984"/>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b3e24f97-2b58-4df7-8ac1-c157b5d1d83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a:t>Configuring Services</a:t>
            </a:r>
          </a:p>
        </p:txBody>
      </p:sp>
      <p:pic>
        <p:nvPicPr>
          <p:cNvPr id="4" name="Picture 2" descr="Screen shot of the Recovery tab of the DNS Server Properties (Local Computer) dialog box where you can select the Recovery option."/>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1952981" y="754710"/>
            <a:ext cx="5073017" cy="573734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537535732"/>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6d2dfe95-42b9-4b9e-82cc-8cbc2d8f6b75">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a:t>Configuring Windows Remote Management</a:t>
            </a:r>
          </a:p>
        </p:txBody>
      </p:sp>
      <p:sp>
        <p:nvSpPr>
          <p:cNvPr id="4" name="Content Placeholder 2"/>
          <p:cNvSpPr txBox="1">
            <a:spLocks/>
          </p:cNvSpPr>
          <p:nvPr/>
        </p:nvSpPr>
        <p:spPr>
          <a:xfrm>
            <a:off x="458788" y="1021215"/>
            <a:ext cx="8119156" cy="5147356"/>
          </a:xfrm>
          <a:prstGeom prst="rect">
            <a:avLst/>
          </a:prstGeom>
        </p:spPr>
        <p:txBody>
          <a:bodyPr/>
          <a:lstStyle>
            <a:lvl1pPr marL="174625" indent="-174625" algn="l" rtl="0" eaLnBrk="1" fontAlgn="base" hangingPunct="1">
              <a:lnSpc>
                <a:spcPct val="100000"/>
              </a:lnSpc>
              <a:spcBef>
                <a:spcPts val="600"/>
              </a:spcBef>
              <a:spcAft>
                <a:spcPct val="0"/>
              </a:spcAft>
              <a:buClr>
                <a:srgbClr val="0070C0"/>
              </a:buClr>
              <a:buSzPct val="90000"/>
              <a:buFont typeface="Arial" pitchFamily="34" charset="0"/>
              <a:buChar char="•"/>
              <a:defRPr sz="2800">
                <a:solidFill>
                  <a:schemeClr val="tx1"/>
                </a:solidFill>
                <a:latin typeface="Segoe UI" pitchFamily="34" charset="0"/>
                <a:ea typeface="Segoe UI" pitchFamily="34" charset="0"/>
                <a:cs typeface="Segoe UI" pitchFamily="34" charset="0"/>
              </a:defRPr>
            </a:lvl1pPr>
            <a:lvl2pPr marL="458788" indent="-169863" algn="l" rtl="0" eaLnBrk="1" fontAlgn="base" hangingPunct="1">
              <a:lnSpc>
                <a:spcPct val="100000"/>
              </a:lnSpc>
              <a:spcBef>
                <a:spcPts val="600"/>
              </a:spcBef>
              <a:spcAft>
                <a:spcPct val="0"/>
              </a:spcAft>
              <a:buClr>
                <a:srgbClr val="0070C0"/>
              </a:buClr>
              <a:buSzPct val="80000"/>
              <a:buFont typeface="Arial" pitchFamily="34" charset="0"/>
              <a:buChar char="•"/>
              <a:defRPr sz="2400">
                <a:solidFill>
                  <a:schemeClr val="tx1"/>
                </a:solidFill>
                <a:latin typeface="Segoe UI" pitchFamily="34" charset="0"/>
                <a:ea typeface="Segoe UI" pitchFamily="34" charset="0"/>
                <a:cs typeface="Segoe UI" pitchFamily="34" charset="0"/>
              </a:defRPr>
            </a:lvl2pPr>
            <a:lvl3pPr marL="854075" indent="-173038" algn="l" rtl="0" eaLnBrk="1" fontAlgn="base" hangingPunct="1">
              <a:lnSpc>
                <a:spcPct val="100000"/>
              </a:lnSpc>
              <a:spcBef>
                <a:spcPts val="600"/>
              </a:spcBef>
              <a:spcAft>
                <a:spcPct val="0"/>
              </a:spcAft>
              <a:buClr>
                <a:srgbClr val="0070C0"/>
              </a:buClr>
              <a:buSzPct val="80000"/>
              <a:buFont typeface="Arial" pitchFamily="34" charset="0"/>
              <a:buChar char="•"/>
              <a:defRPr sz="2000">
                <a:solidFill>
                  <a:schemeClr val="tx1"/>
                </a:solidFill>
                <a:latin typeface="Segoe UI" pitchFamily="34" charset="0"/>
                <a:ea typeface="Segoe UI" pitchFamily="34" charset="0"/>
                <a:cs typeface="Segoe UI" pitchFamily="34" charset="0"/>
              </a:defRPr>
            </a:lvl3pPr>
            <a:lvl4pPr marL="1254125" indent="-165100"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4pPr>
            <a:lvl5pPr marL="1544638" indent="-168275"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5pPr>
            <a:lvl6pPr marL="20018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6pPr>
            <a:lvl7pPr marL="24590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7pPr>
            <a:lvl8pPr marL="29162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8pPr>
            <a:lvl9pPr marL="33734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9pPr>
          </a:lstStyle>
          <a:p>
            <a:pPr marL="7938" lvl="1" indent="0" eaLnBrk="0" hangingPunct="0">
              <a:spcBef>
                <a:spcPts val="1800"/>
              </a:spcBef>
              <a:buClr>
                <a:srgbClr val="006699"/>
              </a:buClr>
              <a:buNone/>
            </a:pPr>
            <a:r>
              <a:rPr lang="en-US" b="1" kern="0" dirty="0">
                <a:solidFill>
                  <a:srgbClr val="000000"/>
                </a:solidFill>
              </a:rPr>
              <a:t>When deciding to use Remote Management, consider the following:</a:t>
            </a:r>
          </a:p>
          <a:p>
            <a:pPr marL="293688" lvl="1" indent="-285750" eaLnBrk="0" hangingPunct="0">
              <a:spcBef>
                <a:spcPts val="1800"/>
              </a:spcBef>
              <a:buClr>
                <a:srgbClr val="006699"/>
              </a:buClr>
              <a:buFontTx/>
              <a:buChar char="•"/>
            </a:pPr>
            <a:r>
              <a:rPr lang="en-US" kern="0" dirty="0">
                <a:solidFill>
                  <a:srgbClr val="000000"/>
                </a:solidFill>
              </a:rPr>
              <a:t>You are more likely to manage a server remotely than by locally signing on</a:t>
            </a:r>
          </a:p>
          <a:p>
            <a:pPr marL="293688" lvl="1" indent="-285750" eaLnBrk="0" hangingPunct="0">
              <a:spcBef>
                <a:spcPts val="1800"/>
              </a:spcBef>
              <a:buClr>
                <a:srgbClr val="006699"/>
              </a:buClr>
              <a:buFontTx/>
              <a:buChar char="•"/>
            </a:pPr>
            <a:r>
              <a:rPr lang="en-US" kern="0" dirty="0">
                <a:solidFill>
                  <a:srgbClr val="000000"/>
                </a:solidFill>
              </a:rPr>
              <a:t>With </a:t>
            </a:r>
            <a:r>
              <a:rPr lang="en-US" kern="0" dirty="0" err="1">
                <a:solidFill>
                  <a:srgbClr val="000000"/>
                </a:solidFill>
              </a:rPr>
              <a:t>WinRM</a:t>
            </a:r>
            <a:r>
              <a:rPr lang="en-US" kern="0" dirty="0">
                <a:solidFill>
                  <a:srgbClr val="000000"/>
                </a:solidFill>
              </a:rPr>
              <a:t>, you can use consoles, command-line utilities, or Windows PowerShell to perform remote management tasks</a:t>
            </a:r>
          </a:p>
          <a:p>
            <a:pPr marL="293688" lvl="1" indent="-285750" eaLnBrk="0" hangingPunct="0">
              <a:spcBef>
                <a:spcPts val="1800"/>
              </a:spcBef>
              <a:buClr>
                <a:srgbClr val="006699"/>
              </a:buClr>
              <a:buFontTx/>
              <a:buChar char="•"/>
            </a:pPr>
            <a:r>
              <a:rPr lang="en-US" kern="0" dirty="0">
                <a:solidFill>
                  <a:srgbClr val="000000"/>
                </a:solidFill>
              </a:rPr>
              <a:t>With Remote Desktop, you can sign in to a server locally or from across the network</a:t>
            </a:r>
          </a:p>
          <a:p>
            <a:pPr lvl="0"/>
            <a:endParaRPr lang="en-CA" kern="0" dirty="0">
              <a:solidFill>
                <a:srgbClr val="000000"/>
              </a:solidFill>
            </a:endParaRPr>
          </a:p>
        </p:txBody>
      </p:sp>
    </p:spTree>
    <p:extLst>
      <p:ext uri="{BB962C8B-B14F-4D97-AF65-F5344CB8AC3E}">
        <p14:creationId xmlns:p14="http://schemas.microsoft.com/office/powerpoint/2010/main" val="261094239"/>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08664bf3-f388-44e0-9ca7-8ffaccea6c50">
    <p:spTree>
      <p:nvGrpSpPr>
        <p:cNvPr id="1" name=""/>
        <p:cNvGrpSpPr/>
        <p:nvPr/>
      </p:nvGrpSpPr>
      <p:grpSpPr>
        <a:xfrm>
          <a:off x="0" y="0"/>
          <a:ext cx="0" cy="0"/>
          <a:chOff x="0" y="0"/>
          <a:chExt cx="0" cy="0"/>
        </a:xfrm>
      </p:grpSpPr>
      <p:sp>
        <p:nvSpPr>
          <p:cNvPr id="2" name="Title 1"/>
          <p:cNvSpPr>
            <a:spLocks noGrp="1"/>
          </p:cNvSpPr>
          <p:nvPr>
            <p:ph type="title"/>
          </p:nvPr>
        </p:nvSpPr>
        <p:spPr>
          <a:xfrm>
            <a:off x="460374" y="-2"/>
            <a:ext cx="8535579" cy="740664"/>
          </a:xfrm>
        </p:spPr>
        <p:txBody>
          <a:bodyPr/>
          <a:lstStyle/>
          <a:p>
            <a:r>
              <a:rPr lang="en-CA" dirty="0"/>
              <a:t>Demonstration: Performing Remote Management</a:t>
            </a:r>
          </a:p>
        </p:txBody>
      </p:sp>
      <p:sp>
        <p:nvSpPr>
          <p:cNvPr id="4" name="Content Placeholder 2"/>
          <p:cNvSpPr txBox="1">
            <a:spLocks/>
          </p:cNvSpPr>
          <p:nvPr/>
        </p:nvSpPr>
        <p:spPr>
          <a:xfrm>
            <a:off x="458788" y="1021215"/>
            <a:ext cx="8119156" cy="5147356"/>
          </a:xfrm>
          <a:prstGeom prst="rect">
            <a:avLst/>
          </a:prstGeom>
        </p:spPr>
        <p:txBody>
          <a:bodyPr/>
          <a:lstStyle>
            <a:lvl1pPr marL="174625" indent="-174625" algn="l" rtl="0" eaLnBrk="1" fontAlgn="base" hangingPunct="1">
              <a:lnSpc>
                <a:spcPct val="100000"/>
              </a:lnSpc>
              <a:spcBef>
                <a:spcPts val="600"/>
              </a:spcBef>
              <a:spcAft>
                <a:spcPct val="0"/>
              </a:spcAft>
              <a:buClr>
                <a:srgbClr val="0070C0"/>
              </a:buClr>
              <a:buSzPct val="90000"/>
              <a:buFont typeface="Arial" pitchFamily="34" charset="0"/>
              <a:buChar char="•"/>
              <a:defRPr sz="2800">
                <a:solidFill>
                  <a:schemeClr val="tx1"/>
                </a:solidFill>
                <a:latin typeface="Segoe UI" pitchFamily="34" charset="0"/>
                <a:ea typeface="Segoe UI" pitchFamily="34" charset="0"/>
                <a:cs typeface="Segoe UI" pitchFamily="34" charset="0"/>
              </a:defRPr>
            </a:lvl1pPr>
            <a:lvl2pPr marL="458788" indent="-169863" algn="l" rtl="0" eaLnBrk="1" fontAlgn="base" hangingPunct="1">
              <a:lnSpc>
                <a:spcPct val="100000"/>
              </a:lnSpc>
              <a:spcBef>
                <a:spcPts val="600"/>
              </a:spcBef>
              <a:spcAft>
                <a:spcPct val="0"/>
              </a:spcAft>
              <a:buClr>
                <a:srgbClr val="0070C0"/>
              </a:buClr>
              <a:buSzPct val="80000"/>
              <a:buFont typeface="Arial" pitchFamily="34" charset="0"/>
              <a:buChar char="•"/>
              <a:defRPr sz="2400">
                <a:solidFill>
                  <a:schemeClr val="tx1"/>
                </a:solidFill>
                <a:latin typeface="Segoe UI" pitchFamily="34" charset="0"/>
                <a:ea typeface="Segoe UI" pitchFamily="34" charset="0"/>
                <a:cs typeface="Segoe UI" pitchFamily="34" charset="0"/>
              </a:defRPr>
            </a:lvl2pPr>
            <a:lvl3pPr marL="854075" indent="-173038" algn="l" rtl="0" eaLnBrk="1" fontAlgn="base" hangingPunct="1">
              <a:lnSpc>
                <a:spcPct val="100000"/>
              </a:lnSpc>
              <a:spcBef>
                <a:spcPts val="600"/>
              </a:spcBef>
              <a:spcAft>
                <a:spcPct val="0"/>
              </a:spcAft>
              <a:buClr>
                <a:srgbClr val="0070C0"/>
              </a:buClr>
              <a:buSzPct val="80000"/>
              <a:buFont typeface="Arial" pitchFamily="34" charset="0"/>
              <a:buChar char="•"/>
              <a:defRPr sz="2000">
                <a:solidFill>
                  <a:schemeClr val="tx1"/>
                </a:solidFill>
                <a:latin typeface="Segoe UI" pitchFamily="34" charset="0"/>
                <a:ea typeface="Segoe UI" pitchFamily="34" charset="0"/>
                <a:cs typeface="Segoe UI" pitchFamily="34" charset="0"/>
              </a:defRPr>
            </a:lvl3pPr>
            <a:lvl4pPr marL="1254125" indent="-165100"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4pPr>
            <a:lvl5pPr marL="1544638" indent="-168275"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5pPr>
            <a:lvl6pPr marL="20018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6pPr>
            <a:lvl7pPr marL="24590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7pPr>
            <a:lvl8pPr marL="29162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8pPr>
            <a:lvl9pPr marL="33734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9pPr>
          </a:lstStyle>
          <a:p>
            <a:pPr marL="0" lvl="0" indent="0">
              <a:buNone/>
            </a:pPr>
            <a:r>
              <a:rPr lang="en-US" kern="0">
                <a:solidFill>
                  <a:srgbClr val="000000"/>
                </a:solidFill>
              </a:rPr>
              <a:t>In this demonstration, you will see how to:</a:t>
            </a:r>
          </a:p>
          <a:p>
            <a:pPr lvl="1"/>
            <a:r>
              <a:rPr lang="en-US" sz="2600" kern="0">
                <a:solidFill>
                  <a:srgbClr val="000000"/>
                </a:solidFill>
              </a:rPr>
              <a:t>Use Server Manager to manage a remote server</a:t>
            </a:r>
          </a:p>
          <a:p>
            <a:pPr lvl="1"/>
            <a:r>
              <a:rPr lang="en-US" sz="2600" kern="0">
                <a:solidFill>
                  <a:srgbClr val="000000"/>
                </a:solidFill>
              </a:rPr>
              <a:t>Add the DNS Server role on a remote server</a:t>
            </a:r>
          </a:p>
          <a:p>
            <a:pPr lvl="1"/>
            <a:r>
              <a:rPr lang="en-US" sz="2600" kern="0">
                <a:solidFill>
                  <a:srgbClr val="000000"/>
                </a:solidFill>
              </a:rPr>
              <a:t>Connect to and configure a remote server by </a:t>
            </a:r>
            <a:br>
              <a:rPr lang="en-US" sz="2600" kern="0">
                <a:solidFill>
                  <a:srgbClr val="000000"/>
                </a:solidFill>
              </a:rPr>
            </a:br>
            <a:r>
              <a:rPr lang="en-US" sz="2600" kern="0">
                <a:solidFill>
                  <a:srgbClr val="000000"/>
                </a:solidFill>
              </a:rPr>
              <a:t>using RDP</a:t>
            </a:r>
            <a:endParaRPr lang="en-US" sz="2600" kern="0" dirty="0">
              <a:solidFill>
                <a:srgbClr val="000000"/>
              </a:solidFill>
            </a:endParaRPr>
          </a:p>
        </p:txBody>
      </p:sp>
    </p:spTree>
    <p:extLst>
      <p:ext uri="{BB962C8B-B14F-4D97-AF65-F5344CB8AC3E}">
        <p14:creationId xmlns:p14="http://schemas.microsoft.com/office/powerpoint/2010/main" val="533538142"/>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CA"/>
          </a:p>
        </p:txBody>
      </p:sp>
      <p:sp>
        <p:nvSpPr>
          <p:cNvPr id="3" name="Text Placeholder 2"/>
          <p:cNvSpPr>
            <a:spLocks noGrp="1"/>
          </p:cNvSpPr>
          <p:nvPr>
            <p:ph type="body" idx="1"/>
          </p:nvPr>
        </p:nvSpPr>
        <p:spPr/>
        <p:txBody>
          <a:bodyPr/>
          <a:lstStyle/>
          <a:p>
            <a:endParaRPr lang="en-CA"/>
          </a:p>
        </p:txBody>
      </p:sp>
    </p:spTree>
    <p:extLst>
      <p:ext uri="{BB962C8B-B14F-4D97-AF65-F5344CB8AC3E}">
        <p14:creationId xmlns:p14="http://schemas.microsoft.com/office/powerpoint/2010/main" val="3297345251"/>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17e77897-b519-4792-9bc8-65be3965acb7">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a:t>Lesson 5: Introduction to Windows PowerShell</a:t>
            </a:r>
          </a:p>
        </p:txBody>
      </p:sp>
      <p:sp>
        <p:nvSpPr>
          <p:cNvPr id="3" name="Text Placeholder 2"/>
          <p:cNvSpPr>
            <a:spLocks noGrp="1"/>
          </p:cNvSpPr>
          <p:nvPr>
            <p:ph type="body" idx="1"/>
          </p:nvPr>
        </p:nvSpPr>
        <p:spPr/>
        <p:txBody>
          <a:bodyPr/>
          <a:lstStyle/>
          <a:p>
            <a:r>
              <a:rPr lang="en-CA" dirty="0"/>
              <a:t>What Is Windows PowerShell?
Windows PowerShell </a:t>
            </a:r>
            <a:r>
              <a:rPr lang="en-CA" dirty="0" err="1"/>
              <a:t>Cmdlet</a:t>
            </a:r>
            <a:r>
              <a:rPr lang="en-CA" dirty="0"/>
              <a:t> Syntax
Common Cmdlets for Server Administration
Demonstration: Using Windows PowerShell
What Is Windows PowerShell ISE?
Demonstration: Using Windows PowerShell ISE
Windows PowerShell Desired State Configuration</a:t>
            </a:r>
          </a:p>
        </p:txBody>
      </p:sp>
    </p:spTree>
    <p:extLst>
      <p:ext uri="{BB962C8B-B14F-4D97-AF65-F5344CB8AC3E}">
        <p14:creationId xmlns:p14="http://schemas.microsoft.com/office/powerpoint/2010/main" val="1335444217"/>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68bc8992-dc9b-4da5-b1a7-6b9146a9bfc5">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a:t>What Is Windows PowerShell?</a:t>
            </a:r>
          </a:p>
        </p:txBody>
      </p:sp>
      <p:pic>
        <p:nvPicPr>
          <p:cNvPr id="4" name="Content Placeholder 1" descr="Screen shot of a Windows PowerShell window, with a list of Windows PowerShell cmdlets and their associated modules."/>
          <p:cNvPicPr>
            <a:picLocks noChangeAspect="1"/>
          </p:cNvPicPr>
          <p:nvPr/>
        </p:nvPicPr>
        <p:blipFill rotWithShape="1">
          <a:blip r:embed="rId3">
            <a:extLst>
              <a:ext uri="{28A0092B-C50C-407E-A947-70E740481C1C}">
                <a14:useLocalDpi xmlns:a14="http://schemas.microsoft.com/office/drawing/2010/main" val="0"/>
              </a:ext>
            </a:extLst>
          </a:blip>
          <a:srcRect l="12695" t="668" r="18186" b="26201"/>
          <a:stretch/>
        </p:blipFill>
        <p:spPr>
          <a:xfrm>
            <a:off x="870857" y="794945"/>
            <a:ext cx="7260771" cy="5636565"/>
          </a:xfrm>
          <a:prstGeom prst="rect">
            <a:avLst/>
          </a:prstGeom>
        </p:spPr>
      </p:pic>
    </p:spTree>
    <p:extLst>
      <p:ext uri="{BB962C8B-B14F-4D97-AF65-F5344CB8AC3E}">
        <p14:creationId xmlns:p14="http://schemas.microsoft.com/office/powerpoint/2010/main" val="2581365943"/>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211d08b8-81e6-48da-84e0-2329777e88d7">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a:t>Windows PowerShell </a:t>
            </a:r>
            <a:r>
              <a:rPr lang="en-CA" dirty="0" err="1"/>
              <a:t>Cmdlet</a:t>
            </a:r>
            <a:r>
              <a:rPr lang="en-CA" dirty="0"/>
              <a:t> Syntax</a:t>
            </a:r>
          </a:p>
        </p:txBody>
      </p:sp>
      <p:pic>
        <p:nvPicPr>
          <p:cNvPr id="4" name="Content Placeholder 1" descr="Screen shot of Windows PowerShell cmdlets."/>
          <p:cNvPicPr>
            <a:picLocks noChangeAspect="1"/>
          </p:cNvPicPr>
          <p:nvPr/>
        </p:nvPicPr>
        <p:blipFill rotWithShape="1">
          <a:blip r:embed="rId3">
            <a:extLst>
              <a:ext uri="{28A0092B-C50C-407E-A947-70E740481C1C}">
                <a14:useLocalDpi xmlns:a14="http://schemas.microsoft.com/office/drawing/2010/main" val="0"/>
              </a:ext>
            </a:extLst>
          </a:blip>
          <a:srcRect l="1038" t="5455" r="57632" b="52232"/>
          <a:stretch/>
        </p:blipFill>
        <p:spPr bwMode="auto">
          <a:xfrm>
            <a:off x="4001253" y="1533636"/>
            <a:ext cx="4711897" cy="3539401"/>
          </a:xfrm>
          <a:prstGeom prst="rect">
            <a:avLst/>
          </a:prstGeom>
          <a:noFill/>
          <a:ln w="9525">
            <a:noFill/>
            <a:miter lim="800000"/>
            <a:headEnd/>
            <a:tailEnd/>
          </a:ln>
        </p:spPr>
      </p:pic>
      <p:sp>
        <p:nvSpPr>
          <p:cNvPr id="5" name="AutoShape 3"/>
          <p:cNvSpPr>
            <a:spLocks noChangeArrowheads="1"/>
          </p:cNvSpPr>
          <p:nvPr/>
        </p:nvSpPr>
        <p:spPr bwMode="auto">
          <a:xfrm>
            <a:off x="322986" y="1370224"/>
            <a:ext cx="4469732" cy="3961431"/>
          </a:xfrm>
          <a:prstGeom prst="roundRect">
            <a:avLst>
              <a:gd name="adj" fmla="val 4167"/>
            </a:avLst>
          </a:prstGeom>
          <a:noFill/>
          <a:ln w="9525" algn="ctr">
            <a:noFill/>
            <a:round/>
            <a:headEnd/>
            <a:tailEnd/>
          </a:ln>
          <a:effectLst/>
        </p:spPr>
        <p:txBody>
          <a:bodyPr/>
          <a:lstStyle/>
          <a:p>
            <a:pPr lvl="0" fontAlgn="base">
              <a:spcBef>
                <a:spcPct val="0"/>
              </a:spcBef>
              <a:spcAft>
                <a:spcPct val="0"/>
              </a:spcAft>
            </a:pPr>
            <a:r>
              <a:rPr lang="en-US" sz="2400" b="1" dirty="0">
                <a:solidFill>
                  <a:srgbClr val="000000"/>
                </a:solidFill>
                <a:latin typeface="Segoe UI" pitchFamily="34" charset="0"/>
                <a:ea typeface="Segoe UI" pitchFamily="34" charset="0"/>
                <a:cs typeface="Segoe UI" pitchFamily="34" charset="0"/>
              </a:rPr>
              <a:t>Windows PowerShell </a:t>
            </a:r>
            <a:br>
              <a:rPr lang="en-US" sz="2400" b="1" dirty="0">
                <a:solidFill>
                  <a:srgbClr val="000000"/>
                </a:solidFill>
                <a:latin typeface="Segoe UI" pitchFamily="34" charset="0"/>
                <a:ea typeface="Segoe UI" pitchFamily="34" charset="0"/>
                <a:cs typeface="Segoe UI" pitchFamily="34" charset="0"/>
              </a:rPr>
            </a:br>
            <a:r>
              <a:rPr lang="en-US" sz="2400" b="1" dirty="0" err="1">
                <a:solidFill>
                  <a:srgbClr val="000000"/>
                </a:solidFill>
                <a:latin typeface="Segoe UI" pitchFamily="34" charset="0"/>
                <a:ea typeface="Segoe UI" pitchFamily="34" charset="0"/>
                <a:cs typeface="Segoe UI" pitchFamily="34" charset="0"/>
              </a:rPr>
              <a:t>Cmdlet</a:t>
            </a:r>
            <a:r>
              <a:rPr lang="en-US" sz="2400" b="1" dirty="0">
                <a:solidFill>
                  <a:srgbClr val="000000"/>
                </a:solidFill>
                <a:latin typeface="Segoe UI" pitchFamily="34" charset="0"/>
                <a:ea typeface="Segoe UI" pitchFamily="34" charset="0"/>
                <a:cs typeface="Segoe UI" pitchFamily="34" charset="0"/>
              </a:rPr>
              <a:t> Syntax:</a:t>
            </a:r>
          </a:p>
        </p:txBody>
      </p:sp>
      <p:sp>
        <p:nvSpPr>
          <p:cNvPr id="6" name="Rounded Rectangle 844806"/>
          <p:cNvSpPr>
            <a:spLocks noChangeArrowheads="1"/>
          </p:cNvSpPr>
          <p:nvPr/>
        </p:nvSpPr>
        <p:spPr bwMode="auto">
          <a:xfrm>
            <a:off x="473887" y="2268294"/>
            <a:ext cx="3943623" cy="2804743"/>
          </a:xfrm>
          <a:prstGeom prst="roundRect">
            <a:avLst>
              <a:gd name="adj" fmla="val 4167"/>
            </a:avLst>
          </a:prstGeom>
          <a:noFill/>
          <a:ln w="9525" algn="ctr">
            <a:noFill/>
            <a:round/>
            <a:headEnd/>
            <a:tailEnd/>
          </a:ln>
          <a:effectLst/>
        </p:spPr>
        <p:txBody>
          <a:bodyPr wrap="square" anchor="ctr">
            <a:spAutoFit/>
          </a:bodyPr>
          <a:lstStyle/>
          <a:p>
            <a:pPr marL="285750" lvl="0" indent="-285750" eaLnBrk="0" fontAlgn="base" hangingPunct="0">
              <a:spcBef>
                <a:spcPct val="40000"/>
              </a:spcBef>
              <a:spcAft>
                <a:spcPct val="0"/>
              </a:spcAft>
              <a:buClr>
                <a:srgbClr val="006699"/>
              </a:buClr>
              <a:buFontTx/>
              <a:buChar char="•"/>
            </a:pPr>
            <a:r>
              <a:rPr lang="en-US" sz="2400">
                <a:solidFill>
                  <a:srgbClr val="000000"/>
                </a:solidFill>
                <a:latin typeface="Segoe UI" pitchFamily="34" charset="0"/>
                <a:ea typeface="Segoe UI" pitchFamily="34" charset="0"/>
                <a:cs typeface="Segoe UI" pitchFamily="34" charset="0"/>
              </a:rPr>
              <a:t>Get-Help -Noun </a:t>
            </a:r>
            <a:r>
              <a:rPr lang="en-US" sz="2400" i="1">
                <a:solidFill>
                  <a:srgbClr val="000000"/>
                </a:solidFill>
                <a:latin typeface="Segoe UI" pitchFamily="34" charset="0"/>
                <a:ea typeface="Segoe UI" pitchFamily="34" charset="0"/>
                <a:cs typeface="Segoe UI" pitchFamily="34" charset="0"/>
              </a:rPr>
              <a:t>NounName</a:t>
            </a:r>
          </a:p>
          <a:p>
            <a:pPr marL="285750" lvl="0" indent="-285750" eaLnBrk="0" fontAlgn="base" hangingPunct="0">
              <a:spcBef>
                <a:spcPct val="40000"/>
              </a:spcBef>
              <a:spcAft>
                <a:spcPct val="0"/>
              </a:spcAft>
              <a:buClr>
                <a:srgbClr val="006699"/>
              </a:buClr>
              <a:buFontTx/>
              <a:buChar char="•"/>
            </a:pPr>
            <a:r>
              <a:rPr lang="en-US" sz="2400">
                <a:solidFill>
                  <a:srgbClr val="000000"/>
                </a:solidFill>
                <a:latin typeface="Segoe UI" pitchFamily="34" charset="0"/>
                <a:ea typeface="Segoe UI" pitchFamily="34" charset="0"/>
                <a:cs typeface="Segoe UI" pitchFamily="34" charset="0"/>
              </a:rPr>
              <a:t>Get-Help -Verb </a:t>
            </a:r>
            <a:r>
              <a:rPr lang="en-US" sz="2400" i="1">
                <a:solidFill>
                  <a:srgbClr val="000000"/>
                </a:solidFill>
                <a:latin typeface="Segoe UI" pitchFamily="34" charset="0"/>
                <a:ea typeface="Segoe UI" pitchFamily="34" charset="0"/>
                <a:cs typeface="Segoe UI" pitchFamily="34" charset="0"/>
              </a:rPr>
              <a:t>VerbName</a:t>
            </a:r>
          </a:p>
          <a:p>
            <a:pPr marL="285750" lvl="0" indent="-285750" eaLnBrk="0" fontAlgn="base" hangingPunct="0">
              <a:spcBef>
                <a:spcPct val="40000"/>
              </a:spcBef>
              <a:spcAft>
                <a:spcPct val="0"/>
              </a:spcAft>
              <a:buClr>
                <a:srgbClr val="006699"/>
              </a:buClr>
              <a:buFontTx/>
              <a:buChar char="•"/>
            </a:pPr>
            <a:r>
              <a:rPr lang="en-US" sz="2400">
                <a:solidFill>
                  <a:srgbClr val="000000"/>
                </a:solidFill>
                <a:latin typeface="Segoe UI" pitchFamily="34" charset="0"/>
                <a:ea typeface="Segoe UI" pitchFamily="34" charset="0"/>
                <a:cs typeface="Segoe UI" pitchFamily="34" charset="0"/>
              </a:rPr>
              <a:t>Help </a:t>
            </a:r>
            <a:r>
              <a:rPr lang="en-US" sz="2400" i="1">
                <a:solidFill>
                  <a:srgbClr val="000000"/>
                </a:solidFill>
                <a:latin typeface="Segoe UI" pitchFamily="34" charset="0"/>
                <a:ea typeface="Segoe UI" pitchFamily="34" charset="0"/>
                <a:cs typeface="Segoe UI" pitchFamily="34" charset="0"/>
              </a:rPr>
              <a:t>CmdltName</a:t>
            </a:r>
          </a:p>
          <a:p>
            <a:pPr marL="285750" lvl="0" indent="-285750" eaLnBrk="0" fontAlgn="base" hangingPunct="0">
              <a:spcBef>
                <a:spcPct val="40000"/>
              </a:spcBef>
              <a:spcAft>
                <a:spcPct val="0"/>
              </a:spcAft>
              <a:buClr>
                <a:srgbClr val="006699"/>
              </a:buClr>
              <a:buFontTx/>
              <a:buChar char="•"/>
            </a:pPr>
            <a:r>
              <a:rPr lang="en-US" sz="2400">
                <a:solidFill>
                  <a:srgbClr val="000000"/>
                </a:solidFill>
                <a:latin typeface="Segoe UI" pitchFamily="34" charset="0"/>
                <a:ea typeface="Segoe UI" pitchFamily="34" charset="0"/>
                <a:cs typeface="Segoe UI" pitchFamily="34" charset="0"/>
              </a:rPr>
              <a:t>Get-Command</a:t>
            </a:r>
            <a:endParaRPr lang="en-US" sz="2400" dirty="0">
              <a:solidFill>
                <a:srgbClr val="000000"/>
              </a:solidFill>
              <a:latin typeface="Segoe UI" pitchFamily="34" charset="0"/>
              <a:ea typeface="Segoe UI" pitchFamily="34" charset="0"/>
              <a:cs typeface="Segoe UI" pitchFamily="34" charset="0"/>
            </a:endParaRPr>
          </a:p>
        </p:txBody>
      </p:sp>
    </p:spTree>
    <p:extLst>
      <p:ext uri="{BB962C8B-B14F-4D97-AF65-F5344CB8AC3E}">
        <p14:creationId xmlns:p14="http://schemas.microsoft.com/office/powerpoint/2010/main" val="3964469409"/>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55e1c687-0e93-48d7-9a0e-33f4f0e864a2">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a:t>Common Cmdlets for Server Administration</a:t>
            </a:r>
          </a:p>
        </p:txBody>
      </p:sp>
      <p:graphicFrame>
        <p:nvGraphicFramePr>
          <p:cNvPr id="4" name="Content Placeholder 1"/>
          <p:cNvGraphicFramePr>
            <a:graphicFrameLocks/>
          </p:cNvGraphicFramePr>
          <p:nvPr>
            <p:extLst>
              <p:ext uri="{D42A27DB-BD31-4B8C-83A1-F6EECF244321}">
                <p14:modId xmlns:p14="http://schemas.microsoft.com/office/powerpoint/2010/main" val="3911371724"/>
              </p:ext>
            </p:extLst>
          </p:nvPr>
        </p:nvGraphicFramePr>
        <p:xfrm>
          <a:off x="458788" y="1649413"/>
          <a:ext cx="8118476" cy="3627120"/>
        </p:xfrm>
        <a:graphic>
          <a:graphicData uri="http://schemas.openxmlformats.org/drawingml/2006/table">
            <a:tbl>
              <a:tblPr firstRow="1" bandRow="1">
                <a:tableStyleId>{9DCAF9ED-07DC-4A11-8D7F-57B35C25682E}</a:tableStyleId>
              </a:tblPr>
              <a:tblGrid>
                <a:gridCol w="4059238">
                  <a:extLst>
                    <a:ext uri="{9D8B030D-6E8A-4147-A177-3AD203B41FA5}">
                      <a16:colId xmlns:a16="http://schemas.microsoft.com/office/drawing/2014/main" val="20000"/>
                    </a:ext>
                  </a:extLst>
                </a:gridCol>
                <a:gridCol w="4059238">
                  <a:extLst>
                    <a:ext uri="{9D8B030D-6E8A-4147-A177-3AD203B41FA5}">
                      <a16:colId xmlns:a16="http://schemas.microsoft.com/office/drawing/2014/main" val="20001"/>
                    </a:ext>
                  </a:extLst>
                </a:gridCol>
              </a:tblGrid>
              <a:tr h="699892">
                <a:tc>
                  <a:txBody>
                    <a:bodyPr/>
                    <a:lstStyle/>
                    <a:p>
                      <a:pPr algn="ctr"/>
                      <a:r>
                        <a:rPr lang="en-CA" sz="2400" dirty="0">
                          <a:solidFill>
                            <a:schemeClr val="tx2">
                              <a:lumMod val="95000"/>
                              <a:lumOff val="5000"/>
                            </a:schemeClr>
                          </a:solidFill>
                          <a:latin typeface="Segoe UI" pitchFamily="34" charset="0"/>
                          <a:ea typeface="Segoe UI" pitchFamily="34" charset="0"/>
                          <a:cs typeface="Segoe UI" pitchFamily="34" charset="0"/>
                        </a:rPr>
                        <a:t>System Administration cmdlets</a:t>
                      </a:r>
                      <a:endParaRPr lang="en-CA" sz="2400" b="1" dirty="0">
                        <a:solidFill>
                          <a:schemeClr val="tx2">
                            <a:lumMod val="95000"/>
                            <a:lumOff val="5000"/>
                          </a:schemeClr>
                        </a:solidFill>
                        <a:latin typeface="Segoe UI" pitchFamily="34" charset="0"/>
                        <a:ea typeface="Segoe UI" pitchFamily="34" charset="0"/>
                        <a:cs typeface="Segoe UI" pitchFamily="34" charset="0"/>
                      </a:endParaRPr>
                    </a:p>
                  </a:txBody>
                  <a:tcPr anchor="ctr">
                    <a:solidFill>
                      <a:schemeClr val="accent6">
                        <a:lumMod val="20000"/>
                        <a:lumOff val="80000"/>
                      </a:schemeClr>
                    </a:solidFill>
                  </a:tcPr>
                </a:tc>
                <a:tc>
                  <a:txBody>
                    <a:bodyPr/>
                    <a:lstStyle/>
                    <a:p>
                      <a:pPr algn="ctr"/>
                      <a:r>
                        <a:rPr lang="en-CA" sz="2400" dirty="0">
                          <a:solidFill>
                            <a:schemeClr val="tx2">
                              <a:lumMod val="95000"/>
                              <a:lumOff val="5000"/>
                            </a:schemeClr>
                          </a:solidFill>
                          <a:latin typeface="Segoe UI" pitchFamily="34" charset="0"/>
                          <a:ea typeface="Segoe UI" pitchFamily="34" charset="0"/>
                          <a:cs typeface="Segoe UI" pitchFamily="34" charset="0"/>
                        </a:rPr>
                        <a:t>Details</a:t>
                      </a:r>
                      <a:endParaRPr lang="en-CA" sz="2400" b="1" dirty="0">
                        <a:solidFill>
                          <a:schemeClr val="tx2">
                            <a:lumMod val="95000"/>
                            <a:lumOff val="5000"/>
                          </a:schemeClr>
                        </a:solidFill>
                        <a:latin typeface="Segoe UI" pitchFamily="34" charset="0"/>
                        <a:ea typeface="Segoe UI" pitchFamily="34" charset="0"/>
                        <a:cs typeface="Segoe UI" pitchFamily="34" charset="0"/>
                      </a:endParaRPr>
                    </a:p>
                  </a:txBody>
                  <a:tcPr anchor="ctr">
                    <a:solidFill>
                      <a:schemeClr val="accent6">
                        <a:lumMod val="20000"/>
                        <a:lumOff val="80000"/>
                      </a:schemeClr>
                    </a:solidFill>
                  </a:tcPr>
                </a:tc>
                <a:extLst>
                  <a:ext uri="{0D108BD9-81ED-4DB2-BD59-A6C34878D82A}">
                    <a16:rowId xmlns:a16="http://schemas.microsoft.com/office/drawing/2014/main" val="10000"/>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2200" dirty="0">
                          <a:latin typeface="Segoe UI" pitchFamily="34" charset="0"/>
                          <a:ea typeface="Segoe UI" pitchFamily="34" charset="0"/>
                          <a:cs typeface="Segoe UI" pitchFamily="34" charset="0"/>
                        </a:rPr>
                        <a:t>Service </a:t>
                      </a:r>
                      <a:r>
                        <a:rPr lang="en-US" sz="2200" dirty="0" err="1">
                          <a:latin typeface="Segoe UI" pitchFamily="34" charset="0"/>
                          <a:ea typeface="Segoe UI" pitchFamily="34" charset="0"/>
                          <a:cs typeface="Segoe UI" pitchFamily="34" charset="0"/>
                        </a:rPr>
                        <a:t>Cmdlets</a:t>
                      </a:r>
                      <a:endParaRPr lang="en-US" sz="2200" b="0" dirty="0">
                        <a:latin typeface="Segoe UI" pitchFamily="34" charset="0"/>
                        <a:ea typeface="Segoe UI" pitchFamily="34" charset="0"/>
                        <a:cs typeface="Segoe UI" pitchFamily="34" charset="0"/>
                      </a:endParaRPr>
                    </a:p>
                  </a:txBody>
                  <a:tcPr/>
                </a:tc>
                <a:tc>
                  <a:txBody>
                    <a:bodyPr/>
                    <a:lstStyle/>
                    <a:p>
                      <a:pPr marL="0" marR="0" lvl="1" indent="0" algn="l" defTabSz="914400" rtl="0" eaLnBrk="1" fontAlgn="auto" latinLnBrk="0" hangingPunct="1">
                        <a:lnSpc>
                          <a:spcPct val="100000"/>
                        </a:lnSpc>
                        <a:spcBef>
                          <a:spcPts val="0"/>
                        </a:spcBef>
                        <a:spcAft>
                          <a:spcPts val="0"/>
                        </a:spcAft>
                        <a:buClrTx/>
                        <a:buSzTx/>
                        <a:buFontTx/>
                        <a:buNone/>
                        <a:tabLst/>
                        <a:defRPr/>
                      </a:pPr>
                      <a:r>
                        <a:rPr lang="en-US" sz="2200" dirty="0">
                          <a:latin typeface="Segoe UI" pitchFamily="34" charset="0"/>
                          <a:ea typeface="Segoe UI" pitchFamily="34" charset="0"/>
                          <a:cs typeface="Segoe UI" pitchFamily="34" charset="0"/>
                        </a:rPr>
                        <a:t>Use the Service noun</a:t>
                      </a:r>
                      <a:endParaRPr lang="en-US" sz="2200" b="0" dirty="0">
                        <a:latin typeface="Segoe UI" pitchFamily="34" charset="0"/>
                        <a:ea typeface="Segoe UI" pitchFamily="34" charset="0"/>
                        <a:cs typeface="Segoe UI" pitchFamily="34" charset="0"/>
                      </a:endParaRPr>
                    </a:p>
                  </a:txBody>
                  <a:tcPr/>
                </a:tc>
                <a:extLst>
                  <a:ext uri="{0D108BD9-81ED-4DB2-BD59-A6C34878D82A}">
                    <a16:rowId xmlns:a16="http://schemas.microsoft.com/office/drawing/2014/main" val="10001"/>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2200" dirty="0">
                          <a:latin typeface="Segoe UI" pitchFamily="34" charset="0"/>
                          <a:ea typeface="Segoe UI" pitchFamily="34" charset="0"/>
                          <a:cs typeface="Segoe UI" pitchFamily="34" charset="0"/>
                        </a:rPr>
                        <a:t>Event Log </a:t>
                      </a:r>
                      <a:r>
                        <a:rPr lang="en-US" sz="2200" dirty="0" err="1">
                          <a:latin typeface="Segoe UI" pitchFamily="34" charset="0"/>
                          <a:ea typeface="Segoe UI" pitchFamily="34" charset="0"/>
                          <a:cs typeface="Segoe UI" pitchFamily="34" charset="0"/>
                        </a:rPr>
                        <a:t>Cmdlets</a:t>
                      </a:r>
                      <a:endParaRPr lang="en-US" sz="2200" b="0" dirty="0">
                        <a:latin typeface="Segoe UI" pitchFamily="34" charset="0"/>
                        <a:ea typeface="Segoe UI" pitchFamily="34" charset="0"/>
                        <a:cs typeface="Segoe UI" pitchFamily="34" charset="0"/>
                      </a:endParaRPr>
                    </a:p>
                  </a:txBody>
                  <a:tcPr/>
                </a:tc>
                <a:tc>
                  <a:txBody>
                    <a:bodyPr/>
                    <a:lstStyle/>
                    <a:p>
                      <a:pPr marL="0" marR="0" lvl="1" indent="0" algn="l" defTabSz="914400" rtl="0" eaLnBrk="1" fontAlgn="auto" latinLnBrk="0" hangingPunct="1">
                        <a:lnSpc>
                          <a:spcPct val="100000"/>
                        </a:lnSpc>
                        <a:spcBef>
                          <a:spcPts val="0"/>
                        </a:spcBef>
                        <a:spcAft>
                          <a:spcPts val="0"/>
                        </a:spcAft>
                        <a:buClrTx/>
                        <a:buSzTx/>
                        <a:buFontTx/>
                        <a:buNone/>
                        <a:tabLst/>
                        <a:defRPr/>
                      </a:pPr>
                      <a:r>
                        <a:rPr lang="en-US" sz="2200" dirty="0">
                          <a:latin typeface="Segoe UI" pitchFamily="34" charset="0"/>
                          <a:ea typeface="Segoe UI" pitchFamily="34" charset="0"/>
                          <a:cs typeface="Segoe UI" pitchFamily="34" charset="0"/>
                        </a:rPr>
                        <a:t>Use the </a:t>
                      </a:r>
                      <a:r>
                        <a:rPr lang="en-US" sz="2200" dirty="0" err="1">
                          <a:latin typeface="Segoe UI" pitchFamily="34" charset="0"/>
                          <a:ea typeface="Segoe UI" pitchFamily="34" charset="0"/>
                          <a:cs typeface="Segoe UI" pitchFamily="34" charset="0"/>
                        </a:rPr>
                        <a:t>Eventlog</a:t>
                      </a:r>
                      <a:r>
                        <a:rPr lang="en-US" sz="2200" dirty="0">
                          <a:latin typeface="Segoe UI" pitchFamily="34" charset="0"/>
                          <a:ea typeface="Segoe UI" pitchFamily="34" charset="0"/>
                          <a:cs typeface="Segoe UI" pitchFamily="34" charset="0"/>
                        </a:rPr>
                        <a:t> noun</a:t>
                      </a:r>
                      <a:endParaRPr lang="en-US" sz="2200" b="0" dirty="0">
                        <a:latin typeface="Segoe UI" pitchFamily="34" charset="0"/>
                        <a:ea typeface="Segoe UI" pitchFamily="34" charset="0"/>
                        <a:cs typeface="Segoe UI" pitchFamily="34" charset="0"/>
                      </a:endParaRPr>
                    </a:p>
                  </a:txBody>
                  <a:tcPr/>
                </a:tc>
                <a:extLst>
                  <a:ext uri="{0D108BD9-81ED-4DB2-BD59-A6C34878D82A}">
                    <a16:rowId xmlns:a16="http://schemas.microsoft.com/office/drawing/2014/main" val="10002"/>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2200" dirty="0">
                          <a:latin typeface="Segoe UI" pitchFamily="34" charset="0"/>
                          <a:ea typeface="Segoe UI" pitchFamily="34" charset="0"/>
                          <a:cs typeface="Segoe UI" pitchFamily="34" charset="0"/>
                        </a:rPr>
                        <a:t>Process </a:t>
                      </a:r>
                      <a:r>
                        <a:rPr lang="en-US" sz="2200" dirty="0" err="1">
                          <a:latin typeface="Segoe UI" pitchFamily="34" charset="0"/>
                          <a:ea typeface="Segoe UI" pitchFamily="34" charset="0"/>
                          <a:cs typeface="Segoe UI" pitchFamily="34" charset="0"/>
                        </a:rPr>
                        <a:t>Cmdlets</a:t>
                      </a:r>
                      <a:endParaRPr lang="en-US" sz="2200" b="0" dirty="0">
                        <a:latin typeface="Segoe UI" pitchFamily="34" charset="0"/>
                        <a:ea typeface="Segoe UI" pitchFamily="34" charset="0"/>
                        <a:cs typeface="Segoe UI" pitchFamily="34" charset="0"/>
                      </a:endParaRPr>
                    </a:p>
                  </a:txBody>
                  <a:tcPr/>
                </a:tc>
                <a:tc>
                  <a:txBody>
                    <a:bodyPr/>
                    <a:lstStyle/>
                    <a:p>
                      <a:pPr marL="0" marR="0" lvl="1" indent="0" algn="l" defTabSz="914400" rtl="0" eaLnBrk="1" fontAlgn="auto" latinLnBrk="0" hangingPunct="1">
                        <a:lnSpc>
                          <a:spcPct val="100000"/>
                        </a:lnSpc>
                        <a:spcBef>
                          <a:spcPts val="0"/>
                        </a:spcBef>
                        <a:spcAft>
                          <a:spcPts val="0"/>
                        </a:spcAft>
                        <a:buClrTx/>
                        <a:buSzTx/>
                        <a:buFontTx/>
                        <a:buNone/>
                        <a:tabLst/>
                        <a:defRPr/>
                      </a:pPr>
                      <a:r>
                        <a:rPr lang="en-US" sz="2200" dirty="0">
                          <a:latin typeface="Segoe UI" pitchFamily="34" charset="0"/>
                          <a:ea typeface="Segoe UI" pitchFamily="34" charset="0"/>
                          <a:cs typeface="Segoe UI" pitchFamily="34" charset="0"/>
                        </a:rPr>
                        <a:t>Use the Process noun</a:t>
                      </a:r>
                      <a:endParaRPr lang="en-US" sz="2200" b="0" dirty="0">
                        <a:latin typeface="Segoe UI" pitchFamily="34" charset="0"/>
                        <a:ea typeface="Segoe UI" pitchFamily="34" charset="0"/>
                        <a:cs typeface="Segoe UI" pitchFamily="34" charset="0"/>
                      </a:endParaRPr>
                    </a:p>
                  </a:txBody>
                  <a:tcPr/>
                </a:tc>
                <a:extLst>
                  <a:ext uri="{0D108BD9-81ED-4DB2-BD59-A6C34878D82A}">
                    <a16:rowId xmlns:a16="http://schemas.microsoft.com/office/drawing/2014/main" val="10003"/>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2200" dirty="0" err="1">
                          <a:latin typeface="Segoe UI" pitchFamily="34" charset="0"/>
                          <a:ea typeface="Segoe UI" pitchFamily="34" charset="0"/>
                          <a:cs typeface="Segoe UI" pitchFamily="34" charset="0"/>
                        </a:rPr>
                        <a:t>ServerManager</a:t>
                      </a:r>
                      <a:r>
                        <a:rPr lang="en-US" sz="2200" dirty="0">
                          <a:latin typeface="Segoe UI" pitchFamily="34" charset="0"/>
                          <a:ea typeface="Segoe UI" pitchFamily="34" charset="0"/>
                          <a:cs typeface="Segoe UI" pitchFamily="34" charset="0"/>
                        </a:rPr>
                        <a:t> module</a:t>
                      </a:r>
                      <a:endParaRPr lang="en-US" sz="2200" b="0" dirty="0">
                        <a:latin typeface="Segoe UI" pitchFamily="34" charset="0"/>
                        <a:ea typeface="Segoe UI" pitchFamily="34" charset="0"/>
                        <a:cs typeface="Segoe UI" pitchFamily="34" charset="0"/>
                      </a:endParaRPr>
                    </a:p>
                  </a:txBody>
                  <a:tcPr/>
                </a:tc>
                <a:tc>
                  <a:txBody>
                    <a:bodyPr/>
                    <a:lstStyle/>
                    <a:p>
                      <a:pPr marL="0" marR="0" lvl="1" indent="0" algn="l" defTabSz="914400" rtl="0" eaLnBrk="1" fontAlgn="auto" latinLnBrk="0" hangingPunct="1">
                        <a:lnSpc>
                          <a:spcPct val="100000"/>
                        </a:lnSpc>
                        <a:spcBef>
                          <a:spcPts val="0"/>
                        </a:spcBef>
                        <a:spcAft>
                          <a:spcPts val="0"/>
                        </a:spcAft>
                        <a:buClrTx/>
                        <a:buSzTx/>
                        <a:buFontTx/>
                        <a:buNone/>
                        <a:tabLst/>
                        <a:defRPr/>
                      </a:pPr>
                      <a:r>
                        <a:rPr lang="en-US" sz="2200" dirty="0">
                          <a:latin typeface="Segoe UI" pitchFamily="34" charset="0"/>
                          <a:ea typeface="Segoe UI" pitchFamily="34" charset="0"/>
                          <a:cs typeface="Segoe UI" pitchFamily="34" charset="0"/>
                        </a:rPr>
                        <a:t>Allows the </a:t>
                      </a:r>
                      <a:r>
                        <a:rPr lang="en-US" sz="2200" dirty="0" err="1">
                          <a:latin typeface="Segoe UI" pitchFamily="34" charset="0"/>
                          <a:ea typeface="Segoe UI" pitchFamily="34" charset="0"/>
                          <a:cs typeface="Segoe UI" pitchFamily="34" charset="0"/>
                        </a:rPr>
                        <a:t>WindowsFeature</a:t>
                      </a:r>
                      <a:r>
                        <a:rPr lang="en-US" sz="2200" dirty="0">
                          <a:latin typeface="Segoe UI" pitchFamily="34" charset="0"/>
                          <a:ea typeface="Segoe UI" pitchFamily="34" charset="0"/>
                          <a:cs typeface="Segoe UI" pitchFamily="34" charset="0"/>
                        </a:rPr>
                        <a:t> noun</a:t>
                      </a:r>
                      <a:endParaRPr lang="en-US" sz="2200" b="0" dirty="0">
                        <a:latin typeface="Segoe UI" pitchFamily="34" charset="0"/>
                        <a:ea typeface="Segoe UI" pitchFamily="34" charset="0"/>
                        <a:cs typeface="Segoe UI" pitchFamily="34" charset="0"/>
                      </a:endParaRPr>
                    </a:p>
                  </a:txBody>
                  <a:tcPr/>
                </a:tc>
                <a:extLst>
                  <a:ext uri="{0D108BD9-81ED-4DB2-BD59-A6C34878D82A}">
                    <a16:rowId xmlns:a16="http://schemas.microsoft.com/office/drawing/2014/main" val="10004"/>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2200" dirty="0">
                          <a:latin typeface="Segoe UI" pitchFamily="34" charset="0"/>
                          <a:ea typeface="Segoe UI" pitchFamily="34" charset="0"/>
                          <a:cs typeface="Segoe UI" pitchFamily="34" charset="0"/>
                        </a:rPr>
                        <a:t>Windows PowerShell </a:t>
                      </a:r>
                    </a:p>
                    <a:p>
                      <a:pPr marL="0" marR="0" indent="0" algn="l" defTabSz="914400" rtl="0" eaLnBrk="1" fontAlgn="auto" latinLnBrk="0" hangingPunct="1">
                        <a:lnSpc>
                          <a:spcPct val="100000"/>
                        </a:lnSpc>
                        <a:spcBef>
                          <a:spcPts val="0"/>
                        </a:spcBef>
                        <a:spcAft>
                          <a:spcPts val="0"/>
                        </a:spcAft>
                        <a:buClrTx/>
                        <a:buSzTx/>
                        <a:buFontTx/>
                        <a:buNone/>
                        <a:tabLst/>
                        <a:defRPr/>
                      </a:pPr>
                      <a:r>
                        <a:rPr lang="en-US" sz="2200" dirty="0">
                          <a:latin typeface="Segoe UI" pitchFamily="34" charset="0"/>
                          <a:ea typeface="Segoe UI" pitchFamily="34" charset="0"/>
                          <a:cs typeface="Segoe UI" pitchFamily="34" charset="0"/>
                        </a:rPr>
                        <a:t>Remote Management</a:t>
                      </a:r>
                      <a:endParaRPr lang="en-US" sz="2200" b="0" dirty="0">
                        <a:latin typeface="Segoe UI" pitchFamily="34" charset="0"/>
                        <a:ea typeface="Segoe UI" pitchFamily="34" charset="0"/>
                        <a:cs typeface="Segoe UI" pitchFamily="34" charset="0"/>
                      </a:endParaRPr>
                    </a:p>
                  </a:txBody>
                  <a:tcPr/>
                </a:tc>
                <a:tc>
                  <a:txBody>
                    <a:bodyPr/>
                    <a:lstStyle/>
                    <a:p>
                      <a:pPr marL="0" marR="0" lvl="1" indent="0" algn="l" defTabSz="914400" rtl="0" eaLnBrk="1" fontAlgn="auto" latinLnBrk="0" hangingPunct="1">
                        <a:lnSpc>
                          <a:spcPct val="100000"/>
                        </a:lnSpc>
                        <a:spcBef>
                          <a:spcPts val="0"/>
                        </a:spcBef>
                        <a:spcAft>
                          <a:spcPts val="0"/>
                        </a:spcAft>
                        <a:buClrTx/>
                        <a:buSzTx/>
                        <a:buFontTx/>
                        <a:buNone/>
                        <a:tabLst/>
                        <a:defRPr/>
                      </a:pPr>
                      <a:r>
                        <a:rPr lang="en-US" sz="2200" dirty="0">
                          <a:latin typeface="Segoe UI" pitchFamily="34" charset="0"/>
                          <a:ea typeface="Segoe UI" pitchFamily="34" charset="0"/>
                          <a:cs typeface="Segoe UI" pitchFamily="34" charset="0"/>
                        </a:rPr>
                        <a:t>Allows </a:t>
                      </a:r>
                      <a:r>
                        <a:rPr lang="en-US" sz="2200" dirty="0" err="1">
                          <a:latin typeface="Segoe UI" pitchFamily="34" charset="0"/>
                          <a:ea typeface="Segoe UI" pitchFamily="34" charset="0"/>
                          <a:cs typeface="Segoe UI" pitchFamily="34" charset="0"/>
                        </a:rPr>
                        <a:t>cmdlets</a:t>
                      </a:r>
                      <a:r>
                        <a:rPr lang="en-US" sz="2200" dirty="0">
                          <a:latin typeface="Segoe UI" pitchFamily="34" charset="0"/>
                          <a:ea typeface="Segoe UI" pitchFamily="34" charset="0"/>
                          <a:cs typeface="Segoe UI" pitchFamily="34" charset="0"/>
                        </a:rPr>
                        <a:t> or scripts to be run on remote computers</a:t>
                      </a:r>
                      <a:endParaRPr lang="en-US" sz="2200" b="0" dirty="0">
                        <a:latin typeface="Segoe UI" pitchFamily="34" charset="0"/>
                        <a:ea typeface="Segoe UI" pitchFamily="34" charset="0"/>
                        <a:cs typeface="Segoe UI" pitchFamily="34" charset="0"/>
                      </a:endParaRPr>
                    </a:p>
                  </a:txBody>
                  <a:tcP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3513853470"/>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480fdc66-b8dc-498e-a846-aef387b37f4a">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a:t>Demonstration: Using Windows PowerShell</a:t>
            </a:r>
          </a:p>
        </p:txBody>
      </p:sp>
      <p:sp>
        <p:nvSpPr>
          <p:cNvPr id="4" name="Content Placeholder 2"/>
          <p:cNvSpPr txBox="1">
            <a:spLocks/>
          </p:cNvSpPr>
          <p:nvPr/>
        </p:nvSpPr>
        <p:spPr>
          <a:xfrm>
            <a:off x="458788" y="1021215"/>
            <a:ext cx="8119156" cy="5147356"/>
          </a:xfrm>
          <a:prstGeom prst="rect">
            <a:avLst/>
          </a:prstGeom>
        </p:spPr>
        <p:txBody>
          <a:bodyPr/>
          <a:lstStyle>
            <a:lvl1pPr marL="174625" indent="-174625" algn="l" rtl="0" eaLnBrk="1" fontAlgn="base" hangingPunct="1">
              <a:lnSpc>
                <a:spcPct val="100000"/>
              </a:lnSpc>
              <a:spcBef>
                <a:spcPts val="600"/>
              </a:spcBef>
              <a:spcAft>
                <a:spcPct val="0"/>
              </a:spcAft>
              <a:buClr>
                <a:srgbClr val="0070C0"/>
              </a:buClr>
              <a:buSzPct val="90000"/>
              <a:buFont typeface="Arial" pitchFamily="34" charset="0"/>
              <a:buChar char="•"/>
              <a:defRPr sz="2800">
                <a:solidFill>
                  <a:schemeClr val="tx1"/>
                </a:solidFill>
                <a:latin typeface="Segoe UI" pitchFamily="34" charset="0"/>
                <a:ea typeface="Segoe UI" pitchFamily="34" charset="0"/>
                <a:cs typeface="Segoe UI" pitchFamily="34" charset="0"/>
              </a:defRPr>
            </a:lvl1pPr>
            <a:lvl2pPr marL="458788" indent="-169863" algn="l" rtl="0" eaLnBrk="1" fontAlgn="base" hangingPunct="1">
              <a:lnSpc>
                <a:spcPct val="100000"/>
              </a:lnSpc>
              <a:spcBef>
                <a:spcPts val="600"/>
              </a:spcBef>
              <a:spcAft>
                <a:spcPct val="0"/>
              </a:spcAft>
              <a:buClr>
                <a:srgbClr val="0070C0"/>
              </a:buClr>
              <a:buSzPct val="80000"/>
              <a:buFont typeface="Arial" pitchFamily="34" charset="0"/>
              <a:buChar char="•"/>
              <a:defRPr sz="2400">
                <a:solidFill>
                  <a:schemeClr val="tx1"/>
                </a:solidFill>
                <a:latin typeface="Segoe UI" pitchFamily="34" charset="0"/>
                <a:ea typeface="Segoe UI" pitchFamily="34" charset="0"/>
                <a:cs typeface="Segoe UI" pitchFamily="34" charset="0"/>
              </a:defRPr>
            </a:lvl2pPr>
            <a:lvl3pPr marL="854075" indent="-173038" algn="l" rtl="0" eaLnBrk="1" fontAlgn="base" hangingPunct="1">
              <a:lnSpc>
                <a:spcPct val="100000"/>
              </a:lnSpc>
              <a:spcBef>
                <a:spcPts val="600"/>
              </a:spcBef>
              <a:spcAft>
                <a:spcPct val="0"/>
              </a:spcAft>
              <a:buClr>
                <a:srgbClr val="0070C0"/>
              </a:buClr>
              <a:buSzPct val="80000"/>
              <a:buFont typeface="Arial" pitchFamily="34" charset="0"/>
              <a:buChar char="•"/>
              <a:defRPr sz="2000">
                <a:solidFill>
                  <a:schemeClr val="tx1"/>
                </a:solidFill>
                <a:latin typeface="Segoe UI" pitchFamily="34" charset="0"/>
                <a:ea typeface="Segoe UI" pitchFamily="34" charset="0"/>
                <a:cs typeface="Segoe UI" pitchFamily="34" charset="0"/>
              </a:defRPr>
            </a:lvl3pPr>
            <a:lvl4pPr marL="1254125" indent="-165100"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4pPr>
            <a:lvl5pPr marL="1544638" indent="-168275"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5pPr>
            <a:lvl6pPr marL="20018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6pPr>
            <a:lvl7pPr marL="24590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7pPr>
            <a:lvl8pPr marL="29162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8pPr>
            <a:lvl9pPr marL="33734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9pPr>
          </a:lstStyle>
          <a:p>
            <a:pPr marL="0" lvl="0" indent="0">
              <a:buNone/>
            </a:pPr>
            <a:r>
              <a:rPr lang="en-US" kern="0" dirty="0">
                <a:solidFill>
                  <a:srgbClr val="000000"/>
                </a:solidFill>
              </a:rPr>
              <a:t>In this demonstration, you will see how to use Windows PowerShell to:</a:t>
            </a:r>
          </a:p>
          <a:p>
            <a:pPr lvl="1"/>
            <a:r>
              <a:rPr lang="en-US" sz="2600" kern="0" dirty="0">
                <a:solidFill>
                  <a:srgbClr val="000000"/>
                </a:solidFill>
              </a:rPr>
              <a:t>Display the running services and processes on a server </a:t>
            </a:r>
          </a:p>
          <a:p>
            <a:pPr lvl="1"/>
            <a:r>
              <a:rPr lang="en-US" sz="2600" kern="0" dirty="0">
                <a:solidFill>
                  <a:srgbClr val="000000"/>
                </a:solidFill>
              </a:rPr>
              <a:t>Connect to a remote computer to display all services and their current status</a:t>
            </a:r>
          </a:p>
          <a:p>
            <a:pPr lvl="1"/>
            <a:r>
              <a:rPr lang="en-US" sz="2600" kern="0" dirty="0">
                <a:solidFill>
                  <a:srgbClr val="000000"/>
                </a:solidFill>
              </a:rPr>
              <a:t>Invoke commands to multiple computers and display running processes</a:t>
            </a:r>
            <a:endParaRPr lang="en-CA" sz="2600" kern="0" dirty="0">
              <a:solidFill>
                <a:srgbClr val="000000"/>
              </a:solidFill>
            </a:endParaRPr>
          </a:p>
          <a:p>
            <a:pPr lvl="0"/>
            <a:endParaRPr lang="en-CA" kern="0" dirty="0">
              <a:solidFill>
                <a:srgbClr val="000000"/>
              </a:solidFill>
            </a:endParaRPr>
          </a:p>
        </p:txBody>
      </p:sp>
    </p:spTree>
    <p:extLst>
      <p:ext uri="{BB962C8B-B14F-4D97-AF65-F5344CB8AC3E}">
        <p14:creationId xmlns:p14="http://schemas.microsoft.com/office/powerpoint/2010/main" val="270574638"/>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CA"/>
          </a:p>
        </p:txBody>
      </p:sp>
      <p:sp>
        <p:nvSpPr>
          <p:cNvPr id="3" name="Text Placeholder 2"/>
          <p:cNvSpPr>
            <a:spLocks noGrp="1"/>
          </p:cNvSpPr>
          <p:nvPr>
            <p:ph type="body" idx="1"/>
          </p:nvPr>
        </p:nvSpPr>
        <p:spPr/>
        <p:txBody>
          <a:bodyPr/>
          <a:lstStyle/>
          <a:p>
            <a:endParaRPr lang="en-CA"/>
          </a:p>
        </p:txBody>
      </p:sp>
    </p:spTree>
    <p:extLst>
      <p:ext uri="{BB962C8B-B14F-4D97-AF65-F5344CB8AC3E}">
        <p14:creationId xmlns:p14="http://schemas.microsoft.com/office/powerpoint/2010/main" val="1165475337"/>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0bffa399-22a1-4c6d-b328-18526d231ce7">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a:t>What Is Windows PowerShell ISE?</a:t>
            </a:r>
          </a:p>
        </p:txBody>
      </p:sp>
      <p:pic>
        <p:nvPicPr>
          <p:cNvPr id="4" name="Content Placeholder 3" descr="Screen shot of the Windows PowerShell ISE window. The Commands pane on the right appears with letter A: commands."/>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20175" y="986589"/>
            <a:ext cx="8621781" cy="5065296"/>
          </a:xfrm>
          <a:prstGeom prst="rect">
            <a:avLst/>
          </a:prstGeom>
        </p:spPr>
      </p:pic>
    </p:spTree>
    <p:extLst>
      <p:ext uri="{BB962C8B-B14F-4D97-AF65-F5344CB8AC3E}">
        <p14:creationId xmlns:p14="http://schemas.microsoft.com/office/powerpoint/2010/main" val="3484114754"/>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81f81dc3-5681-4c16-8afd-b42f7520759a">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a:t>Demonstration: Using Windows PowerShell ISE</a:t>
            </a:r>
          </a:p>
        </p:txBody>
      </p:sp>
      <p:sp>
        <p:nvSpPr>
          <p:cNvPr id="4" name="Content Placeholder 2"/>
          <p:cNvSpPr txBox="1">
            <a:spLocks/>
          </p:cNvSpPr>
          <p:nvPr/>
        </p:nvSpPr>
        <p:spPr>
          <a:xfrm>
            <a:off x="458788" y="1021215"/>
            <a:ext cx="8119156" cy="5147356"/>
          </a:xfrm>
          <a:prstGeom prst="rect">
            <a:avLst/>
          </a:prstGeom>
        </p:spPr>
        <p:txBody>
          <a:bodyPr/>
          <a:lstStyle>
            <a:lvl1pPr marL="174625" indent="-174625" algn="l" rtl="0" eaLnBrk="1" fontAlgn="base" hangingPunct="1">
              <a:lnSpc>
                <a:spcPct val="100000"/>
              </a:lnSpc>
              <a:spcBef>
                <a:spcPts val="600"/>
              </a:spcBef>
              <a:spcAft>
                <a:spcPct val="0"/>
              </a:spcAft>
              <a:buClr>
                <a:srgbClr val="0070C0"/>
              </a:buClr>
              <a:buSzPct val="90000"/>
              <a:buFont typeface="Arial" pitchFamily="34" charset="0"/>
              <a:buChar char="•"/>
              <a:defRPr sz="2800">
                <a:solidFill>
                  <a:schemeClr val="tx1"/>
                </a:solidFill>
                <a:latin typeface="Segoe UI" pitchFamily="34" charset="0"/>
                <a:ea typeface="Segoe UI" pitchFamily="34" charset="0"/>
                <a:cs typeface="Segoe UI" pitchFamily="34" charset="0"/>
              </a:defRPr>
            </a:lvl1pPr>
            <a:lvl2pPr marL="458788" indent="-169863" algn="l" rtl="0" eaLnBrk="1" fontAlgn="base" hangingPunct="1">
              <a:lnSpc>
                <a:spcPct val="100000"/>
              </a:lnSpc>
              <a:spcBef>
                <a:spcPts val="600"/>
              </a:spcBef>
              <a:spcAft>
                <a:spcPct val="0"/>
              </a:spcAft>
              <a:buClr>
                <a:srgbClr val="0070C0"/>
              </a:buClr>
              <a:buSzPct val="80000"/>
              <a:buFont typeface="Arial" pitchFamily="34" charset="0"/>
              <a:buChar char="•"/>
              <a:defRPr sz="2400">
                <a:solidFill>
                  <a:schemeClr val="tx1"/>
                </a:solidFill>
                <a:latin typeface="Segoe UI" pitchFamily="34" charset="0"/>
                <a:ea typeface="Segoe UI" pitchFamily="34" charset="0"/>
                <a:cs typeface="Segoe UI" pitchFamily="34" charset="0"/>
              </a:defRPr>
            </a:lvl2pPr>
            <a:lvl3pPr marL="854075" indent="-173038" algn="l" rtl="0" eaLnBrk="1" fontAlgn="base" hangingPunct="1">
              <a:lnSpc>
                <a:spcPct val="100000"/>
              </a:lnSpc>
              <a:spcBef>
                <a:spcPts val="600"/>
              </a:spcBef>
              <a:spcAft>
                <a:spcPct val="0"/>
              </a:spcAft>
              <a:buClr>
                <a:srgbClr val="0070C0"/>
              </a:buClr>
              <a:buSzPct val="80000"/>
              <a:buFont typeface="Arial" pitchFamily="34" charset="0"/>
              <a:buChar char="•"/>
              <a:defRPr sz="2000">
                <a:solidFill>
                  <a:schemeClr val="tx1"/>
                </a:solidFill>
                <a:latin typeface="Segoe UI" pitchFamily="34" charset="0"/>
                <a:ea typeface="Segoe UI" pitchFamily="34" charset="0"/>
                <a:cs typeface="Segoe UI" pitchFamily="34" charset="0"/>
              </a:defRPr>
            </a:lvl3pPr>
            <a:lvl4pPr marL="1254125" indent="-165100"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4pPr>
            <a:lvl5pPr marL="1544638" indent="-168275"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5pPr>
            <a:lvl6pPr marL="20018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6pPr>
            <a:lvl7pPr marL="24590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7pPr>
            <a:lvl8pPr marL="29162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8pPr>
            <a:lvl9pPr marL="33734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9pPr>
          </a:lstStyle>
          <a:p>
            <a:pPr marL="0" lvl="0" indent="0">
              <a:buNone/>
            </a:pPr>
            <a:r>
              <a:rPr lang="en-US" kern="0" dirty="0">
                <a:solidFill>
                  <a:srgbClr val="000000"/>
                </a:solidFill>
              </a:rPr>
              <a:t>In this demonstration, you will see how to:</a:t>
            </a:r>
          </a:p>
          <a:p>
            <a:pPr lvl="1"/>
            <a:r>
              <a:rPr lang="en-US" sz="2600" kern="0" dirty="0">
                <a:solidFill>
                  <a:srgbClr val="000000"/>
                </a:solidFill>
              </a:rPr>
              <a:t>Use Windows PowerShell ISE to import the </a:t>
            </a:r>
            <a:r>
              <a:rPr lang="en-US" sz="2600" kern="0" dirty="0" err="1">
                <a:solidFill>
                  <a:srgbClr val="000000"/>
                </a:solidFill>
              </a:rPr>
              <a:t>ServerManager</a:t>
            </a:r>
            <a:r>
              <a:rPr lang="en-US" sz="2600" kern="0" dirty="0">
                <a:solidFill>
                  <a:srgbClr val="000000"/>
                </a:solidFill>
              </a:rPr>
              <a:t> module</a:t>
            </a:r>
          </a:p>
          <a:p>
            <a:pPr lvl="1"/>
            <a:r>
              <a:rPr lang="en-US" sz="2600" kern="0" dirty="0">
                <a:solidFill>
                  <a:srgbClr val="000000"/>
                </a:solidFill>
              </a:rPr>
              <a:t>View the cmdlets made available in the </a:t>
            </a:r>
            <a:r>
              <a:rPr lang="en-US" sz="2600" kern="0" dirty="0" err="1">
                <a:solidFill>
                  <a:srgbClr val="000000"/>
                </a:solidFill>
              </a:rPr>
              <a:t>ServerManager</a:t>
            </a:r>
            <a:r>
              <a:rPr lang="en-US" sz="2600" kern="0" dirty="0">
                <a:solidFill>
                  <a:srgbClr val="000000"/>
                </a:solidFill>
              </a:rPr>
              <a:t> module</a:t>
            </a:r>
          </a:p>
          <a:p>
            <a:pPr lvl="1"/>
            <a:r>
              <a:rPr lang="en-US" sz="2600" kern="0" dirty="0">
                <a:solidFill>
                  <a:srgbClr val="000000"/>
                </a:solidFill>
              </a:rPr>
              <a:t>Use the </a:t>
            </a:r>
            <a:r>
              <a:rPr lang="en-US" sz="2600" b="1" kern="0" dirty="0">
                <a:solidFill>
                  <a:srgbClr val="000000"/>
                </a:solidFill>
              </a:rPr>
              <a:t>Get-</a:t>
            </a:r>
            <a:r>
              <a:rPr lang="en-US" sz="2600" b="1" kern="0" dirty="0" err="1">
                <a:solidFill>
                  <a:srgbClr val="000000"/>
                </a:solidFill>
              </a:rPr>
              <a:t>WindowsFeature</a:t>
            </a:r>
            <a:r>
              <a:rPr lang="en-US" sz="2600" b="1" kern="0" dirty="0">
                <a:solidFill>
                  <a:srgbClr val="000000"/>
                </a:solidFill>
              </a:rPr>
              <a:t> </a:t>
            </a:r>
            <a:r>
              <a:rPr lang="en-US" sz="2600" kern="0" dirty="0" err="1">
                <a:solidFill>
                  <a:srgbClr val="000000"/>
                </a:solidFill>
              </a:rPr>
              <a:t>cmdlet</a:t>
            </a:r>
            <a:r>
              <a:rPr lang="en-US" sz="2600" kern="0" dirty="0">
                <a:solidFill>
                  <a:srgbClr val="000000"/>
                </a:solidFill>
              </a:rPr>
              <a:t> from Windows PowerShell ISE</a:t>
            </a:r>
          </a:p>
          <a:p>
            <a:pPr lvl="1"/>
            <a:r>
              <a:rPr lang="en-CA" sz="2600" kern="0" dirty="0">
                <a:solidFill>
                  <a:srgbClr val="000000"/>
                </a:solidFill>
              </a:rPr>
              <a:t>Run a Windows PowerShell script from the scripting pane to create a universal group named Helpdesk and add members</a:t>
            </a:r>
            <a:endParaRPr lang="en-US" sz="2600" kern="0" dirty="0">
              <a:solidFill>
                <a:srgbClr val="000000"/>
              </a:solidFill>
            </a:endParaRPr>
          </a:p>
          <a:p>
            <a:pPr lvl="0"/>
            <a:endParaRPr lang="en-US" kern="0" dirty="0">
              <a:solidFill>
                <a:srgbClr val="000000"/>
              </a:solidFill>
            </a:endParaRPr>
          </a:p>
        </p:txBody>
      </p:sp>
    </p:spTree>
    <p:extLst>
      <p:ext uri="{BB962C8B-B14F-4D97-AF65-F5344CB8AC3E}">
        <p14:creationId xmlns:p14="http://schemas.microsoft.com/office/powerpoint/2010/main" val="1043913713"/>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4d71c154-9081-467c-bd40-6492336b3093">
    <p:spTree>
      <p:nvGrpSpPr>
        <p:cNvPr id="1" name=""/>
        <p:cNvGrpSpPr/>
        <p:nvPr/>
      </p:nvGrpSpPr>
      <p:grpSpPr>
        <a:xfrm>
          <a:off x="0" y="0"/>
          <a:ext cx="0" cy="0"/>
          <a:chOff x="0" y="0"/>
          <a:chExt cx="0" cy="0"/>
        </a:xfrm>
      </p:grpSpPr>
      <p:sp>
        <p:nvSpPr>
          <p:cNvPr id="2" name="Title 1"/>
          <p:cNvSpPr>
            <a:spLocks noGrp="1"/>
          </p:cNvSpPr>
          <p:nvPr>
            <p:ph type="title"/>
          </p:nvPr>
        </p:nvSpPr>
        <p:spPr>
          <a:xfrm>
            <a:off x="460374" y="-2"/>
            <a:ext cx="8561705" cy="740664"/>
          </a:xfrm>
        </p:spPr>
        <p:txBody>
          <a:bodyPr/>
          <a:lstStyle/>
          <a:p>
            <a:r>
              <a:rPr lang="en-CA" dirty="0"/>
              <a:t>Windows PowerShell Desired State Configuration</a:t>
            </a:r>
          </a:p>
        </p:txBody>
      </p:sp>
      <p:grpSp>
        <p:nvGrpSpPr>
          <p:cNvPr id="4" name="Group 3" descr="Illustration of configuration files being stored on either a Pull model server or a Push model server. In the Pull model, an arrow indicates the configuration files being requested by the server being configured. In the Push model, an arrow indicates the one-way push of the configuration files to the server without a request."/>
          <p:cNvGrpSpPr/>
          <p:nvPr/>
        </p:nvGrpSpPr>
        <p:grpSpPr>
          <a:xfrm>
            <a:off x="402774" y="1741710"/>
            <a:ext cx="8281433" cy="4876800"/>
            <a:chOff x="533400" y="1524000"/>
            <a:chExt cx="8281433" cy="4876800"/>
          </a:xfrm>
        </p:grpSpPr>
        <p:cxnSp>
          <p:nvCxnSpPr>
            <p:cNvPr id="5" name="Straight Arrow Connector 4"/>
            <p:cNvCxnSpPr/>
            <p:nvPr/>
          </p:nvCxnSpPr>
          <p:spPr bwMode="auto">
            <a:xfrm flipV="1">
              <a:off x="4996889" y="3872687"/>
              <a:ext cx="1403911" cy="1278006"/>
            </a:xfrm>
            <a:prstGeom prst="straightConnector1">
              <a:avLst/>
            </a:prstGeom>
            <a:gradFill rotWithShape="1">
              <a:gsLst>
                <a:gs pos="0">
                  <a:srgbClr val="E4CD9A"/>
                </a:gs>
                <a:gs pos="100000">
                  <a:srgbClr val="EEEFD7"/>
                </a:gs>
              </a:gsLst>
              <a:lin ang="2700000" scaled="1"/>
            </a:gradFill>
            <a:ln w="38100" cap="flat" cmpd="sng" algn="ctr">
              <a:solidFill>
                <a:srgbClr val="00B0F0"/>
              </a:solidFill>
              <a:prstDash val="sysDash"/>
              <a:round/>
              <a:headEnd type="none" w="med" len="med"/>
              <a:tailEnd type="arrow"/>
            </a:ln>
            <a:effectLst/>
          </p:spPr>
        </p:cxnSp>
        <p:cxnSp>
          <p:nvCxnSpPr>
            <p:cNvPr id="6" name="Straight Arrow Connector 5"/>
            <p:cNvCxnSpPr/>
            <p:nvPr/>
          </p:nvCxnSpPr>
          <p:spPr bwMode="auto">
            <a:xfrm flipH="1" flipV="1">
              <a:off x="5181600" y="2997538"/>
              <a:ext cx="1524001" cy="27278"/>
            </a:xfrm>
            <a:prstGeom prst="straightConnector1">
              <a:avLst/>
            </a:prstGeom>
            <a:gradFill rotWithShape="1">
              <a:gsLst>
                <a:gs pos="0">
                  <a:srgbClr val="E4CD9A"/>
                </a:gs>
                <a:gs pos="100000">
                  <a:srgbClr val="EEEFD7"/>
                </a:gs>
              </a:gsLst>
              <a:lin ang="2700000" scaled="1"/>
            </a:gradFill>
            <a:ln w="38100" cap="flat" cmpd="sng" algn="ctr">
              <a:solidFill>
                <a:srgbClr val="92D050"/>
              </a:solidFill>
              <a:prstDash val="solid"/>
              <a:round/>
              <a:headEnd type="none" w="med" len="med"/>
              <a:tailEnd type="arrow"/>
            </a:ln>
            <a:effectLst/>
          </p:spPr>
        </p:cxnSp>
        <p:cxnSp>
          <p:nvCxnSpPr>
            <p:cNvPr id="7" name="Straight Arrow Connector 6"/>
            <p:cNvCxnSpPr/>
            <p:nvPr/>
          </p:nvCxnSpPr>
          <p:spPr bwMode="auto">
            <a:xfrm>
              <a:off x="4996889" y="3151753"/>
              <a:ext cx="1342105" cy="6078"/>
            </a:xfrm>
            <a:prstGeom prst="straightConnector1">
              <a:avLst/>
            </a:prstGeom>
            <a:gradFill rotWithShape="1">
              <a:gsLst>
                <a:gs pos="0">
                  <a:srgbClr val="E4CD9A"/>
                </a:gs>
                <a:gs pos="100000">
                  <a:srgbClr val="EEEFD7"/>
                </a:gs>
              </a:gsLst>
              <a:lin ang="2700000" scaled="1"/>
            </a:gradFill>
            <a:ln w="38100" cap="flat" cmpd="sng" algn="ctr">
              <a:solidFill>
                <a:srgbClr val="00B0F0"/>
              </a:solidFill>
              <a:prstDash val="sysDash"/>
              <a:round/>
              <a:headEnd type="none" w="med" len="med"/>
              <a:tailEnd type="arrow"/>
            </a:ln>
            <a:effectLst/>
          </p:spPr>
        </p:cxnSp>
        <p:sp>
          <p:nvSpPr>
            <p:cNvPr id="8" name="TextBox 7"/>
            <p:cNvSpPr txBox="1"/>
            <p:nvPr/>
          </p:nvSpPr>
          <p:spPr>
            <a:xfrm>
              <a:off x="533400" y="1524000"/>
              <a:ext cx="1990545" cy="369332"/>
            </a:xfrm>
            <a:prstGeom prst="rect">
              <a:avLst/>
            </a:prstGeom>
            <a:noFill/>
          </p:spPr>
          <p:txBody>
            <a:bodyPr wrap="none" rtlCol="0">
              <a:spAutoFit/>
            </a:bodyPr>
            <a:lstStyle/>
            <a:p>
              <a:pPr lvl="0" fontAlgn="base">
                <a:spcBef>
                  <a:spcPct val="0"/>
                </a:spcBef>
                <a:spcAft>
                  <a:spcPct val="0"/>
                </a:spcAft>
              </a:pPr>
              <a:r>
                <a:rPr lang="en-CA" b="1">
                  <a:solidFill>
                    <a:srgbClr val="000000"/>
                  </a:solidFill>
                  <a:latin typeface="Segoe UI" panose="020B0502040204020203" pitchFamily="34" charset="0"/>
                  <a:ea typeface="Segoe UI" panose="020B0502040204020203" pitchFamily="34" charset="0"/>
                  <a:cs typeface="Segoe UI" panose="020B0502040204020203" pitchFamily="34" charset="0"/>
                </a:rPr>
                <a:t>Authoring Phase</a:t>
              </a:r>
              <a:endParaRPr lang="en-CA" b="1" dirty="0">
                <a:solidFill>
                  <a:srgbClr val="000000"/>
                </a:solidFill>
                <a:latin typeface="Segoe UI" panose="020B0502040204020203" pitchFamily="34" charset="0"/>
                <a:ea typeface="Segoe UI" panose="020B0502040204020203" pitchFamily="34" charset="0"/>
                <a:cs typeface="Segoe UI" panose="020B0502040204020203" pitchFamily="34" charset="0"/>
              </a:endParaRPr>
            </a:p>
          </p:txBody>
        </p:sp>
        <p:sp>
          <p:nvSpPr>
            <p:cNvPr id="9" name="TextBox 8"/>
            <p:cNvSpPr txBox="1"/>
            <p:nvPr/>
          </p:nvSpPr>
          <p:spPr>
            <a:xfrm>
              <a:off x="3712220" y="1524000"/>
              <a:ext cx="1706557" cy="369332"/>
            </a:xfrm>
            <a:prstGeom prst="rect">
              <a:avLst/>
            </a:prstGeom>
            <a:noFill/>
          </p:spPr>
          <p:txBody>
            <a:bodyPr wrap="none" rtlCol="0">
              <a:spAutoFit/>
            </a:bodyPr>
            <a:lstStyle/>
            <a:p>
              <a:pPr lvl="0" fontAlgn="base">
                <a:spcBef>
                  <a:spcPct val="0"/>
                </a:spcBef>
                <a:spcAft>
                  <a:spcPct val="0"/>
                </a:spcAft>
              </a:pPr>
              <a:r>
                <a:rPr lang="en-CA" b="1">
                  <a:solidFill>
                    <a:srgbClr val="000000"/>
                  </a:solidFill>
                  <a:latin typeface="Segoe UI" panose="020B0502040204020203" pitchFamily="34" charset="0"/>
                  <a:ea typeface="Segoe UI" panose="020B0502040204020203" pitchFamily="34" charset="0"/>
                  <a:cs typeface="Segoe UI" panose="020B0502040204020203" pitchFamily="34" charset="0"/>
                </a:rPr>
                <a:t>Staging Phase</a:t>
              </a:r>
              <a:endParaRPr lang="en-CA" b="1" dirty="0">
                <a:solidFill>
                  <a:srgbClr val="000000"/>
                </a:solidFill>
                <a:latin typeface="Segoe UI" panose="020B0502040204020203" pitchFamily="34" charset="0"/>
                <a:ea typeface="Segoe UI" panose="020B0502040204020203" pitchFamily="34" charset="0"/>
                <a:cs typeface="Segoe UI" panose="020B0502040204020203" pitchFamily="34" charset="0"/>
              </a:endParaRPr>
            </a:p>
          </p:txBody>
        </p:sp>
        <p:sp>
          <p:nvSpPr>
            <p:cNvPr id="10" name="TextBox 9"/>
            <p:cNvSpPr txBox="1"/>
            <p:nvPr/>
          </p:nvSpPr>
          <p:spPr>
            <a:xfrm>
              <a:off x="6191999" y="1536466"/>
              <a:ext cx="2622834" cy="369332"/>
            </a:xfrm>
            <a:prstGeom prst="rect">
              <a:avLst/>
            </a:prstGeom>
            <a:noFill/>
          </p:spPr>
          <p:txBody>
            <a:bodyPr wrap="none" rtlCol="0">
              <a:spAutoFit/>
            </a:bodyPr>
            <a:lstStyle/>
            <a:p>
              <a:pPr lvl="0" fontAlgn="base">
                <a:spcBef>
                  <a:spcPct val="0"/>
                </a:spcBef>
                <a:spcAft>
                  <a:spcPct val="0"/>
                </a:spcAft>
              </a:pPr>
              <a:r>
                <a:rPr lang="en-CA" b="1">
                  <a:solidFill>
                    <a:srgbClr val="000000"/>
                  </a:solidFill>
                  <a:latin typeface="Segoe UI" panose="020B0502040204020203" pitchFamily="34" charset="0"/>
                  <a:ea typeface="Segoe UI" panose="020B0502040204020203" pitchFamily="34" charset="0"/>
                  <a:cs typeface="Segoe UI" panose="020B0502040204020203" pitchFamily="34" charset="0"/>
                </a:rPr>
                <a:t>Implementation Phase</a:t>
              </a:r>
              <a:endParaRPr lang="en-CA" b="1" dirty="0">
                <a:solidFill>
                  <a:srgbClr val="000000"/>
                </a:solidFill>
                <a:latin typeface="Segoe UI" panose="020B0502040204020203" pitchFamily="34" charset="0"/>
                <a:ea typeface="Segoe UI" panose="020B0502040204020203" pitchFamily="34" charset="0"/>
                <a:cs typeface="Segoe UI" panose="020B0502040204020203" pitchFamily="34" charset="0"/>
              </a:endParaRPr>
            </a:p>
          </p:txBody>
        </p:sp>
        <p:grpSp>
          <p:nvGrpSpPr>
            <p:cNvPr id="11" name="Group 10"/>
            <p:cNvGrpSpPr/>
            <p:nvPr/>
          </p:nvGrpSpPr>
          <p:grpSpPr>
            <a:xfrm>
              <a:off x="3367194" y="2273501"/>
              <a:ext cx="2424006" cy="1993699"/>
              <a:chOff x="3353495" y="2273501"/>
              <a:chExt cx="2424006" cy="1993699"/>
            </a:xfrm>
          </p:grpSpPr>
          <p:sp>
            <p:nvSpPr>
              <p:cNvPr id="46" name="Oval 45"/>
              <p:cNvSpPr/>
              <p:nvPr/>
            </p:nvSpPr>
            <p:spPr bwMode="auto">
              <a:xfrm>
                <a:off x="3905371" y="2779749"/>
                <a:ext cx="1186471" cy="779248"/>
              </a:xfrm>
              <a:prstGeom prst="ellipse">
                <a:avLst/>
              </a:prstGeom>
              <a:solidFill>
                <a:srgbClr val="92D050"/>
              </a:solidFill>
              <a:ln w="28575" cap="flat" cmpd="sng" algn="ctr">
                <a:noFill/>
                <a:prstDash val="solid"/>
                <a:round/>
                <a:headEnd type="none" w="med" len="med"/>
                <a:tailEnd type="none" w="med" len="med"/>
              </a:ln>
              <a:effectLst/>
            </p:spPr>
            <p:txBody>
              <a:bodyPr vert="horz" wrap="square" lIns="182880" tIns="45720" rIns="182880" bIns="45720" numCol="1" rtlCol="0" anchor="ctr" anchorCtr="0" compatLnSpc="1">
                <a:prstTxWarp prst="textNoShape">
                  <a:avLst/>
                </a:prstTxWarp>
              </a:bodyPr>
              <a:lstStyle/>
              <a:p>
                <a:pPr lvl="0" algn="ctr" eaLnBrk="0" fontAlgn="base" hangingPunct="0">
                  <a:spcBef>
                    <a:spcPct val="0"/>
                  </a:spcBef>
                  <a:spcAft>
                    <a:spcPct val="0"/>
                  </a:spcAft>
                </a:pPr>
                <a:endParaRPr lang="en-CA" b="1">
                  <a:solidFill>
                    <a:srgbClr val="000000"/>
                  </a:solidFill>
                  <a:latin typeface="Segoe UI" panose="020B0502040204020203" pitchFamily="34" charset="0"/>
                  <a:ea typeface="Segoe UI" panose="020B0502040204020203" pitchFamily="34" charset="0"/>
                  <a:cs typeface="Segoe UI" panose="020B0502040204020203" pitchFamily="34" charset="0"/>
                </a:endParaRPr>
              </a:p>
            </p:txBody>
          </p:sp>
          <p:grpSp>
            <p:nvGrpSpPr>
              <p:cNvPr id="47" name="Group 46"/>
              <p:cNvGrpSpPr/>
              <p:nvPr/>
            </p:nvGrpSpPr>
            <p:grpSpPr>
              <a:xfrm>
                <a:off x="3353495" y="2273501"/>
                <a:ext cx="2424006" cy="1993699"/>
                <a:chOff x="3298875" y="2213020"/>
                <a:chExt cx="2424006" cy="1993699"/>
              </a:xfrm>
            </p:grpSpPr>
            <p:pic>
              <p:nvPicPr>
                <p:cNvPr id="48" name="Picture 47"/>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164128" y="2213020"/>
                  <a:ext cx="693501" cy="1229854"/>
                </a:xfrm>
                <a:prstGeom prst="rect">
                  <a:avLst/>
                </a:prstGeom>
              </p:spPr>
            </p:pic>
            <p:sp>
              <p:nvSpPr>
                <p:cNvPr id="49" name="TextBox 48"/>
                <p:cNvSpPr txBox="1"/>
                <p:nvPr/>
              </p:nvSpPr>
              <p:spPr>
                <a:xfrm>
                  <a:off x="3298875" y="3468055"/>
                  <a:ext cx="2424006" cy="738664"/>
                </a:xfrm>
                <a:prstGeom prst="rect">
                  <a:avLst/>
                </a:prstGeom>
                <a:noFill/>
              </p:spPr>
              <p:txBody>
                <a:bodyPr wrap="square" rtlCol="0">
                  <a:spAutoFit/>
                </a:bodyPr>
                <a:lstStyle/>
                <a:p>
                  <a:pPr lvl="0" algn="ctr" fontAlgn="base">
                    <a:spcBef>
                      <a:spcPct val="0"/>
                    </a:spcBef>
                    <a:spcAft>
                      <a:spcPct val="0"/>
                    </a:spcAft>
                  </a:pPr>
                  <a:r>
                    <a:rPr lang="en-CA" sz="1400" b="1">
                      <a:solidFill>
                        <a:srgbClr val="000000"/>
                      </a:solidFill>
                      <a:latin typeface="Segoe UI" panose="020B0502040204020203" pitchFamily="34" charset="0"/>
                      <a:ea typeface="Segoe UI" panose="020B0502040204020203" pitchFamily="34" charset="0"/>
                      <a:cs typeface="Segoe UI" panose="020B0502040204020203" pitchFamily="34" charset="0"/>
                    </a:rPr>
                    <a:t>Pull Model Server</a:t>
                  </a:r>
                </a:p>
                <a:p>
                  <a:pPr lvl="0" algn="ctr" fontAlgn="base">
                    <a:spcBef>
                      <a:spcPct val="0"/>
                    </a:spcBef>
                    <a:spcAft>
                      <a:spcPct val="0"/>
                    </a:spcAft>
                  </a:pPr>
                  <a:r>
                    <a:rPr lang="en-CA" sz="1400" b="1">
                      <a:solidFill>
                        <a:srgbClr val="000000"/>
                      </a:solidFill>
                      <a:latin typeface="Segoe UI" panose="020B0502040204020203" pitchFamily="34" charset="0"/>
                      <a:ea typeface="Segoe UI" panose="020B0502040204020203" pitchFamily="34" charset="0"/>
                      <a:cs typeface="Segoe UI" panose="020B0502040204020203" pitchFamily="34" charset="0"/>
                    </a:rPr>
                    <a:t>Contains DSC data and modules</a:t>
                  </a:r>
                  <a:endParaRPr lang="en-CA" sz="1400" b="1" dirty="0">
                    <a:solidFill>
                      <a:srgbClr val="000000"/>
                    </a:solidFill>
                    <a:latin typeface="Segoe UI" panose="020B0502040204020203" pitchFamily="34" charset="0"/>
                    <a:ea typeface="Segoe UI" panose="020B0502040204020203" pitchFamily="34" charset="0"/>
                    <a:cs typeface="Segoe UI" panose="020B0502040204020203" pitchFamily="34" charset="0"/>
                  </a:endParaRPr>
                </a:p>
              </p:txBody>
            </p:sp>
          </p:grpSp>
        </p:grpSp>
        <p:grpSp>
          <p:nvGrpSpPr>
            <p:cNvPr id="12" name="Group 11"/>
            <p:cNvGrpSpPr/>
            <p:nvPr/>
          </p:nvGrpSpPr>
          <p:grpSpPr>
            <a:xfrm>
              <a:off x="3187396" y="4419600"/>
              <a:ext cx="2908604" cy="1981200"/>
              <a:chOff x="3111196" y="4419600"/>
              <a:chExt cx="2908604" cy="1981200"/>
            </a:xfrm>
          </p:grpSpPr>
          <p:sp>
            <p:nvSpPr>
              <p:cNvPr id="42" name="Oval 41"/>
              <p:cNvSpPr/>
              <p:nvPr/>
            </p:nvSpPr>
            <p:spPr bwMode="auto">
              <a:xfrm>
                <a:off x="3905371" y="4923704"/>
                <a:ext cx="1200029" cy="779248"/>
              </a:xfrm>
              <a:prstGeom prst="ellipse">
                <a:avLst/>
              </a:prstGeom>
              <a:solidFill>
                <a:schemeClr val="bg1"/>
              </a:solidFill>
              <a:ln w="38100" cap="flat" cmpd="sng" algn="ctr">
                <a:solidFill>
                  <a:srgbClr val="00B0F0"/>
                </a:solidFill>
                <a:prstDash val="sysDash"/>
                <a:round/>
                <a:headEnd type="none" w="med" len="med"/>
                <a:tailEnd type="none" w="med" len="med"/>
              </a:ln>
              <a:effectLst/>
            </p:spPr>
            <p:txBody>
              <a:bodyPr vert="horz" wrap="square" lIns="182880" tIns="45720" rIns="182880" bIns="45720" numCol="1" rtlCol="0" anchor="ctr" anchorCtr="0" compatLnSpc="1">
                <a:prstTxWarp prst="textNoShape">
                  <a:avLst/>
                </a:prstTxWarp>
              </a:bodyPr>
              <a:lstStyle/>
              <a:p>
                <a:pPr lvl="0" algn="ctr" eaLnBrk="0" fontAlgn="base" hangingPunct="0">
                  <a:spcBef>
                    <a:spcPct val="0"/>
                  </a:spcBef>
                  <a:spcAft>
                    <a:spcPct val="0"/>
                  </a:spcAft>
                </a:pPr>
                <a:endParaRPr lang="en-CA" b="1">
                  <a:solidFill>
                    <a:srgbClr val="000000"/>
                  </a:solidFill>
                  <a:latin typeface="Segoe UI" panose="020B0502040204020203" pitchFamily="34" charset="0"/>
                  <a:ea typeface="Segoe UI" panose="020B0502040204020203" pitchFamily="34" charset="0"/>
                  <a:cs typeface="Segoe UI" panose="020B0502040204020203" pitchFamily="34" charset="0"/>
                </a:endParaRPr>
              </a:p>
            </p:txBody>
          </p:sp>
          <p:grpSp>
            <p:nvGrpSpPr>
              <p:cNvPr id="43" name="Group 42"/>
              <p:cNvGrpSpPr/>
              <p:nvPr/>
            </p:nvGrpSpPr>
            <p:grpSpPr>
              <a:xfrm>
                <a:off x="3111196" y="4419600"/>
                <a:ext cx="2908604" cy="1981200"/>
                <a:chOff x="3415996" y="4332746"/>
                <a:chExt cx="2908604" cy="1981200"/>
              </a:xfrm>
            </p:grpSpPr>
            <p:pic>
              <p:nvPicPr>
                <p:cNvPr id="44" name="Picture 43"/>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523548" y="4332746"/>
                  <a:ext cx="693501" cy="1229854"/>
                </a:xfrm>
                <a:prstGeom prst="rect">
                  <a:avLst/>
                </a:prstGeom>
              </p:spPr>
            </p:pic>
            <p:sp>
              <p:nvSpPr>
                <p:cNvPr id="45" name="TextBox 44"/>
                <p:cNvSpPr txBox="1"/>
                <p:nvPr/>
              </p:nvSpPr>
              <p:spPr>
                <a:xfrm>
                  <a:off x="3415996" y="5575282"/>
                  <a:ext cx="2908604" cy="738664"/>
                </a:xfrm>
                <a:prstGeom prst="rect">
                  <a:avLst/>
                </a:prstGeom>
                <a:noFill/>
              </p:spPr>
              <p:txBody>
                <a:bodyPr wrap="square" rtlCol="0">
                  <a:spAutoFit/>
                </a:bodyPr>
                <a:lstStyle/>
                <a:p>
                  <a:pPr lvl="0" algn="ctr" fontAlgn="base">
                    <a:spcBef>
                      <a:spcPct val="0"/>
                    </a:spcBef>
                    <a:spcAft>
                      <a:spcPct val="0"/>
                    </a:spcAft>
                  </a:pPr>
                  <a:r>
                    <a:rPr lang="en-CA" sz="1400" b="1">
                      <a:solidFill>
                        <a:srgbClr val="000000"/>
                      </a:solidFill>
                      <a:latin typeface="Segoe UI" panose="020B0502040204020203" pitchFamily="34" charset="0"/>
                      <a:ea typeface="Segoe UI" panose="020B0502040204020203" pitchFamily="34" charset="0"/>
                      <a:cs typeface="Segoe UI" panose="020B0502040204020203" pitchFamily="34" charset="0"/>
                    </a:rPr>
                    <a:t>Push Model Configuration Staging Area</a:t>
                  </a:r>
                </a:p>
                <a:p>
                  <a:pPr lvl="0" algn="ctr" fontAlgn="base">
                    <a:spcBef>
                      <a:spcPct val="0"/>
                    </a:spcBef>
                    <a:spcAft>
                      <a:spcPct val="0"/>
                    </a:spcAft>
                  </a:pPr>
                  <a:r>
                    <a:rPr lang="en-CA" sz="1400" b="1">
                      <a:solidFill>
                        <a:srgbClr val="000000"/>
                      </a:solidFill>
                      <a:latin typeface="Segoe UI" panose="020B0502040204020203" pitchFamily="34" charset="0"/>
                      <a:ea typeface="Segoe UI" panose="020B0502040204020203" pitchFamily="34" charset="0"/>
                      <a:cs typeface="Segoe UI" panose="020B0502040204020203" pitchFamily="34" charset="0"/>
                    </a:rPr>
                    <a:t>Contains DSC data</a:t>
                  </a:r>
                  <a:endParaRPr lang="en-CA" sz="1400" b="1" dirty="0">
                    <a:solidFill>
                      <a:srgbClr val="000000"/>
                    </a:solidFill>
                    <a:latin typeface="Segoe UI" panose="020B0502040204020203" pitchFamily="34" charset="0"/>
                    <a:ea typeface="Segoe UI" panose="020B0502040204020203" pitchFamily="34" charset="0"/>
                    <a:cs typeface="Segoe UI" panose="020B0502040204020203" pitchFamily="34" charset="0"/>
                  </a:endParaRPr>
                </a:p>
              </p:txBody>
            </p:sp>
          </p:grpSp>
        </p:grpSp>
        <p:grpSp>
          <p:nvGrpSpPr>
            <p:cNvPr id="13" name="Group 12"/>
            <p:cNvGrpSpPr/>
            <p:nvPr/>
          </p:nvGrpSpPr>
          <p:grpSpPr>
            <a:xfrm>
              <a:off x="609600" y="1981200"/>
              <a:ext cx="3609148" cy="1937675"/>
              <a:chOff x="609600" y="1981200"/>
              <a:chExt cx="3609148" cy="1937675"/>
            </a:xfrm>
          </p:grpSpPr>
          <p:sp>
            <p:nvSpPr>
              <p:cNvPr id="32" name="Rectangle 31"/>
              <p:cNvSpPr/>
              <p:nvPr/>
            </p:nvSpPr>
            <p:spPr bwMode="auto">
              <a:xfrm>
                <a:off x="647700" y="3270494"/>
                <a:ext cx="1295400" cy="648381"/>
              </a:xfrm>
              <a:prstGeom prst="rect">
                <a:avLst/>
              </a:prstGeom>
              <a:solidFill>
                <a:srgbClr val="0070C0"/>
              </a:solidFill>
              <a:ln>
                <a:solidFill>
                  <a:srgbClr val="0070C0"/>
                </a:solidFill>
                <a:headEnd type="none" w="med" len="med"/>
                <a:tailEnd type="none" w="med" len="med"/>
              </a:ln>
            </p:spPr>
            <p:style>
              <a:lnRef idx="2">
                <a:schemeClr val="accent2"/>
              </a:lnRef>
              <a:fillRef idx="1">
                <a:schemeClr val="lt1"/>
              </a:fillRef>
              <a:effectRef idx="0">
                <a:schemeClr val="accent2"/>
              </a:effectRef>
              <a:fontRef idx="minor">
                <a:schemeClr val="dk1"/>
              </a:fontRef>
            </p:style>
            <p:txBody>
              <a:bodyPr vert="horz" wrap="square" lIns="45720" tIns="45720" rIns="45720" bIns="45720" numCol="1" rtlCol="0" anchor="ctr" anchorCtr="0" compatLnSpc="1">
                <a:prstTxWarp prst="textNoShape">
                  <a:avLst/>
                </a:prstTxWarp>
              </a:bodyPr>
              <a:lstStyle/>
              <a:p>
                <a:pPr lvl="0" algn="ctr" eaLnBrk="0" fontAlgn="base" hangingPunct="0">
                  <a:spcBef>
                    <a:spcPct val="0"/>
                  </a:spcBef>
                  <a:spcAft>
                    <a:spcPct val="0"/>
                  </a:spcAft>
                </a:pPr>
                <a:r>
                  <a:rPr lang="en-CA" sz="1200" b="1">
                    <a:solidFill>
                      <a:srgbClr val="FFFFFF"/>
                    </a:solidFill>
                    <a:latin typeface="Segoe UI" panose="020B0502040204020203" pitchFamily="34" charset="0"/>
                    <a:ea typeface="Segoe UI" panose="020B0502040204020203" pitchFamily="34" charset="0"/>
                    <a:cs typeface="Segoe UI" panose="020B0502040204020203" pitchFamily="34" charset="0"/>
                  </a:rPr>
                  <a:t>Third-party languages and tools</a:t>
                </a:r>
                <a:endParaRPr lang="en-CA" sz="1200" b="1" dirty="0">
                  <a:solidFill>
                    <a:srgbClr val="FFFFFF"/>
                  </a:solidFill>
                  <a:latin typeface="Segoe UI" panose="020B0502040204020203" pitchFamily="34" charset="0"/>
                  <a:ea typeface="Segoe UI" panose="020B0502040204020203" pitchFamily="34" charset="0"/>
                  <a:cs typeface="Segoe UI" panose="020B0502040204020203" pitchFamily="34" charset="0"/>
                </a:endParaRPr>
              </a:p>
            </p:txBody>
          </p:sp>
          <p:sp>
            <p:nvSpPr>
              <p:cNvPr id="33" name="Rectangle 32"/>
              <p:cNvSpPr/>
              <p:nvPr/>
            </p:nvSpPr>
            <p:spPr bwMode="auto">
              <a:xfrm>
                <a:off x="647700" y="2771312"/>
                <a:ext cx="1295400" cy="397896"/>
              </a:xfrm>
              <a:prstGeom prst="rect">
                <a:avLst/>
              </a:prstGeom>
              <a:ln>
                <a:solidFill>
                  <a:srgbClr val="0070C0"/>
                </a:solidFill>
                <a:headEnd type="none" w="med" len="med"/>
                <a:tailEnd type="none" w="med" len="med"/>
              </a:ln>
            </p:spPr>
            <p:style>
              <a:lnRef idx="2">
                <a:schemeClr val="accent2"/>
              </a:lnRef>
              <a:fillRef idx="1">
                <a:schemeClr val="lt1"/>
              </a:fillRef>
              <a:effectRef idx="0">
                <a:schemeClr val="accent2"/>
              </a:effectRef>
              <a:fontRef idx="minor">
                <a:schemeClr val="dk1"/>
              </a:fontRef>
            </p:style>
            <p:txBody>
              <a:bodyPr vert="horz" wrap="square" lIns="45720" tIns="45720" rIns="45720" bIns="45720" numCol="1" rtlCol="0" anchor="ctr" anchorCtr="0" compatLnSpc="1">
                <a:prstTxWarp prst="textNoShape">
                  <a:avLst/>
                </a:prstTxWarp>
              </a:bodyPr>
              <a:lstStyle/>
              <a:p>
                <a:pPr lvl="0" algn="ctr" eaLnBrk="0" fontAlgn="base" hangingPunct="0">
                  <a:spcBef>
                    <a:spcPct val="0"/>
                  </a:spcBef>
                  <a:spcAft>
                    <a:spcPct val="0"/>
                  </a:spcAft>
                </a:pPr>
                <a:r>
                  <a:rPr lang="en-CA" sz="1200" b="1">
                    <a:solidFill>
                      <a:srgbClr val="000000"/>
                    </a:solidFill>
                    <a:latin typeface="Segoe UI" panose="020B0502040204020203" pitchFamily="34" charset="0"/>
                    <a:ea typeface="Segoe UI" panose="020B0502040204020203" pitchFamily="34" charset="0"/>
                    <a:cs typeface="Segoe UI" panose="020B0502040204020203" pitchFamily="34" charset="0"/>
                  </a:rPr>
                  <a:t>PS V4</a:t>
                </a:r>
                <a:endParaRPr lang="en-CA" sz="1200" b="1" dirty="0">
                  <a:solidFill>
                    <a:srgbClr val="000000"/>
                  </a:solidFill>
                  <a:latin typeface="Segoe UI" panose="020B0502040204020203" pitchFamily="34" charset="0"/>
                  <a:ea typeface="Segoe UI" panose="020B0502040204020203" pitchFamily="34" charset="0"/>
                  <a:cs typeface="Segoe UI" panose="020B0502040204020203" pitchFamily="34" charset="0"/>
                </a:endParaRPr>
              </a:p>
            </p:txBody>
          </p:sp>
          <p:sp>
            <p:nvSpPr>
              <p:cNvPr id="34" name="Rectangle 33"/>
              <p:cNvSpPr/>
              <p:nvPr/>
            </p:nvSpPr>
            <p:spPr bwMode="auto">
              <a:xfrm>
                <a:off x="647700" y="2272128"/>
                <a:ext cx="1295400" cy="397896"/>
              </a:xfrm>
              <a:prstGeom prst="rect">
                <a:avLst/>
              </a:prstGeom>
              <a:ln>
                <a:solidFill>
                  <a:srgbClr val="0070C0"/>
                </a:solidFill>
                <a:headEnd type="none" w="med" len="med"/>
                <a:tailEnd type="none" w="med" len="med"/>
              </a:ln>
            </p:spPr>
            <p:style>
              <a:lnRef idx="2">
                <a:schemeClr val="accent2"/>
              </a:lnRef>
              <a:fillRef idx="1">
                <a:schemeClr val="lt1"/>
              </a:fillRef>
              <a:effectRef idx="0">
                <a:schemeClr val="accent2"/>
              </a:effectRef>
              <a:fontRef idx="minor">
                <a:schemeClr val="dk1"/>
              </a:fontRef>
            </p:style>
            <p:txBody>
              <a:bodyPr vert="horz" wrap="square" lIns="45720" tIns="45720" rIns="45720" bIns="45720" numCol="1" rtlCol="0" anchor="ctr" anchorCtr="0" compatLnSpc="1">
                <a:prstTxWarp prst="textNoShape">
                  <a:avLst/>
                </a:prstTxWarp>
              </a:bodyPr>
              <a:lstStyle/>
              <a:p>
                <a:pPr lvl="0" algn="ctr" eaLnBrk="0" fontAlgn="base" hangingPunct="0">
                  <a:spcBef>
                    <a:spcPct val="0"/>
                  </a:spcBef>
                  <a:spcAft>
                    <a:spcPct val="0"/>
                  </a:spcAft>
                </a:pPr>
                <a:r>
                  <a:rPr lang="en-CA" sz="1200" b="1">
                    <a:solidFill>
                      <a:srgbClr val="000000"/>
                    </a:solidFill>
                    <a:latin typeface="Segoe UI" panose="020B0502040204020203" pitchFamily="34" charset="0"/>
                    <a:ea typeface="Segoe UI" panose="020B0502040204020203" pitchFamily="34" charset="0"/>
                    <a:cs typeface="Segoe UI" panose="020B0502040204020203" pitchFamily="34" charset="0"/>
                  </a:rPr>
                  <a:t>PS V1, V2, V3</a:t>
                </a:r>
                <a:endParaRPr lang="en-CA" sz="1200" b="1" dirty="0">
                  <a:solidFill>
                    <a:srgbClr val="000000"/>
                  </a:solidFill>
                  <a:latin typeface="Segoe UI" panose="020B0502040204020203" pitchFamily="34" charset="0"/>
                  <a:ea typeface="Segoe UI" panose="020B0502040204020203" pitchFamily="34" charset="0"/>
                  <a:cs typeface="Segoe UI" panose="020B0502040204020203" pitchFamily="34" charset="0"/>
                </a:endParaRPr>
              </a:p>
            </p:txBody>
          </p:sp>
          <p:sp>
            <p:nvSpPr>
              <p:cNvPr id="35" name="Rectangle 34"/>
              <p:cNvSpPr/>
              <p:nvPr/>
            </p:nvSpPr>
            <p:spPr>
              <a:xfrm>
                <a:off x="609600" y="1981200"/>
                <a:ext cx="1903076" cy="276999"/>
              </a:xfrm>
              <a:prstGeom prst="rect">
                <a:avLst/>
              </a:prstGeom>
            </p:spPr>
            <p:txBody>
              <a:bodyPr wrap="square">
                <a:spAutoFit/>
              </a:bodyPr>
              <a:lstStyle/>
              <a:p>
                <a:pPr lvl="0" fontAlgn="base">
                  <a:spcBef>
                    <a:spcPct val="0"/>
                  </a:spcBef>
                  <a:spcAft>
                    <a:spcPct val="0"/>
                  </a:spcAft>
                </a:pPr>
                <a:r>
                  <a:rPr lang="en-CA" sz="1200" b="1">
                    <a:solidFill>
                      <a:srgbClr val="000000"/>
                    </a:solidFill>
                    <a:latin typeface="Segoe UI" panose="020B0502040204020203" pitchFamily="34" charset="0"/>
                    <a:ea typeface="Segoe UI" panose="020B0502040204020203" pitchFamily="34" charset="0"/>
                    <a:cs typeface="Segoe UI" panose="020B0502040204020203" pitchFamily="34" charset="0"/>
                  </a:rPr>
                  <a:t>Configuration Files</a:t>
                </a:r>
                <a:endParaRPr lang="en-CA" sz="1200" b="1" dirty="0">
                  <a:solidFill>
                    <a:srgbClr val="000000"/>
                  </a:solidFill>
                  <a:latin typeface="Segoe UI" panose="020B0502040204020203" pitchFamily="34" charset="0"/>
                  <a:ea typeface="Segoe UI" panose="020B0502040204020203" pitchFamily="34" charset="0"/>
                  <a:cs typeface="Segoe UI" panose="020B0502040204020203" pitchFamily="34" charset="0"/>
                </a:endParaRPr>
              </a:p>
            </p:txBody>
          </p:sp>
          <p:cxnSp>
            <p:nvCxnSpPr>
              <p:cNvPr id="36" name="Straight Arrow Connector 35"/>
              <p:cNvCxnSpPr>
                <a:stCxn id="34" idx="3"/>
              </p:cNvCxnSpPr>
              <p:nvPr/>
            </p:nvCxnSpPr>
            <p:spPr bwMode="auto">
              <a:xfrm>
                <a:off x="1943100" y="2471076"/>
                <a:ext cx="2273724" cy="417352"/>
              </a:xfrm>
              <a:prstGeom prst="straightConnector1">
                <a:avLst/>
              </a:prstGeom>
              <a:gradFill rotWithShape="1">
                <a:gsLst>
                  <a:gs pos="0">
                    <a:srgbClr val="E4CD9A"/>
                  </a:gs>
                  <a:gs pos="100000">
                    <a:srgbClr val="EEEFD7"/>
                  </a:gs>
                </a:gsLst>
                <a:lin ang="2700000" scaled="1"/>
              </a:gradFill>
              <a:ln w="28575" cap="flat" cmpd="sng" algn="ctr">
                <a:solidFill>
                  <a:srgbClr val="FF0000"/>
                </a:solidFill>
                <a:prstDash val="solid"/>
                <a:round/>
                <a:headEnd type="none" w="med" len="med"/>
                <a:tailEnd type="arrow"/>
              </a:ln>
              <a:effectLst/>
            </p:spPr>
          </p:cxnSp>
          <p:cxnSp>
            <p:nvCxnSpPr>
              <p:cNvPr id="37" name="Straight Arrow Connector 36"/>
              <p:cNvCxnSpPr>
                <a:stCxn id="33" idx="3"/>
              </p:cNvCxnSpPr>
              <p:nvPr/>
            </p:nvCxnSpPr>
            <p:spPr bwMode="auto">
              <a:xfrm>
                <a:off x="1943100" y="2970260"/>
                <a:ext cx="2275648" cy="54556"/>
              </a:xfrm>
              <a:prstGeom prst="straightConnector1">
                <a:avLst/>
              </a:prstGeom>
              <a:gradFill rotWithShape="1">
                <a:gsLst>
                  <a:gs pos="0">
                    <a:srgbClr val="E4CD9A"/>
                  </a:gs>
                  <a:gs pos="100000">
                    <a:srgbClr val="EEEFD7"/>
                  </a:gs>
                </a:gsLst>
                <a:lin ang="2700000" scaled="1"/>
              </a:gradFill>
              <a:ln w="28575" cap="flat" cmpd="sng" algn="ctr">
                <a:solidFill>
                  <a:srgbClr val="FF0000"/>
                </a:solidFill>
                <a:prstDash val="solid"/>
                <a:round/>
                <a:headEnd type="none" w="med" len="med"/>
                <a:tailEnd type="arrow"/>
              </a:ln>
              <a:effectLst/>
            </p:spPr>
          </p:cxnSp>
          <p:cxnSp>
            <p:nvCxnSpPr>
              <p:cNvPr id="38" name="Straight Arrow Connector 37"/>
              <p:cNvCxnSpPr>
                <a:stCxn id="32" idx="3"/>
              </p:cNvCxnSpPr>
              <p:nvPr/>
            </p:nvCxnSpPr>
            <p:spPr bwMode="auto">
              <a:xfrm flipV="1">
                <a:off x="1943100" y="3169208"/>
                <a:ext cx="2275648" cy="425477"/>
              </a:xfrm>
              <a:prstGeom prst="straightConnector1">
                <a:avLst/>
              </a:prstGeom>
              <a:gradFill rotWithShape="1">
                <a:gsLst>
                  <a:gs pos="0">
                    <a:srgbClr val="E4CD9A"/>
                  </a:gs>
                  <a:gs pos="100000">
                    <a:srgbClr val="EEEFD7"/>
                  </a:gs>
                </a:gsLst>
                <a:lin ang="2700000" scaled="1"/>
              </a:gradFill>
              <a:ln w="28575" cap="flat" cmpd="sng" algn="ctr">
                <a:solidFill>
                  <a:srgbClr val="FF0000"/>
                </a:solidFill>
                <a:prstDash val="solid"/>
                <a:round/>
                <a:headEnd type="none" w="med" len="med"/>
                <a:tailEnd type="arrow"/>
              </a:ln>
              <a:effectLst/>
            </p:spPr>
          </p:cxnSp>
          <p:pic>
            <p:nvPicPr>
              <p:cNvPr id="39" name="Picture 38"/>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2133600" y="3340301"/>
                <a:ext cx="261688" cy="437392"/>
              </a:xfrm>
              <a:prstGeom prst="rect">
                <a:avLst/>
              </a:prstGeom>
            </p:spPr>
          </p:pic>
          <p:pic>
            <p:nvPicPr>
              <p:cNvPr id="40" name="Picture 39"/>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2133600" y="2833102"/>
                <a:ext cx="261688" cy="437392"/>
              </a:xfrm>
              <a:prstGeom prst="rect">
                <a:avLst/>
              </a:prstGeom>
            </p:spPr>
          </p:pic>
          <p:pic>
            <p:nvPicPr>
              <p:cNvPr id="41" name="Picture 40"/>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2133600" y="2293309"/>
                <a:ext cx="261688" cy="437392"/>
              </a:xfrm>
              <a:prstGeom prst="rect">
                <a:avLst/>
              </a:prstGeom>
            </p:spPr>
          </p:pic>
        </p:grpSp>
        <p:grpSp>
          <p:nvGrpSpPr>
            <p:cNvPr id="14" name="Group 13"/>
            <p:cNvGrpSpPr/>
            <p:nvPr/>
          </p:nvGrpSpPr>
          <p:grpSpPr>
            <a:xfrm>
              <a:off x="611524" y="4080095"/>
              <a:ext cx="3605300" cy="1937675"/>
              <a:chOff x="613448" y="1981200"/>
              <a:chExt cx="3605300" cy="1937675"/>
            </a:xfrm>
          </p:grpSpPr>
          <p:sp>
            <p:nvSpPr>
              <p:cNvPr id="22" name="Rectangle 21"/>
              <p:cNvSpPr/>
              <p:nvPr/>
            </p:nvSpPr>
            <p:spPr bwMode="auto">
              <a:xfrm>
                <a:off x="647700" y="3270494"/>
                <a:ext cx="1295400" cy="648381"/>
              </a:xfrm>
              <a:prstGeom prst="rect">
                <a:avLst/>
              </a:prstGeom>
              <a:solidFill>
                <a:srgbClr val="0070C0"/>
              </a:solidFill>
              <a:ln>
                <a:solidFill>
                  <a:srgbClr val="0070C0"/>
                </a:solidFill>
                <a:headEnd type="none" w="med" len="med"/>
                <a:tailEnd type="none" w="med" len="med"/>
              </a:ln>
            </p:spPr>
            <p:style>
              <a:lnRef idx="2">
                <a:schemeClr val="accent2"/>
              </a:lnRef>
              <a:fillRef idx="1">
                <a:schemeClr val="lt1"/>
              </a:fillRef>
              <a:effectRef idx="0">
                <a:schemeClr val="accent2"/>
              </a:effectRef>
              <a:fontRef idx="minor">
                <a:schemeClr val="dk1"/>
              </a:fontRef>
            </p:style>
            <p:txBody>
              <a:bodyPr vert="horz" wrap="square" lIns="45720" tIns="45720" rIns="45720" bIns="45720" numCol="1" rtlCol="0" anchor="ctr" anchorCtr="0" compatLnSpc="1">
                <a:prstTxWarp prst="textNoShape">
                  <a:avLst/>
                </a:prstTxWarp>
              </a:bodyPr>
              <a:lstStyle/>
              <a:p>
                <a:pPr lvl="0" algn="ctr" eaLnBrk="0" fontAlgn="base" hangingPunct="0">
                  <a:spcBef>
                    <a:spcPct val="0"/>
                  </a:spcBef>
                  <a:spcAft>
                    <a:spcPct val="0"/>
                  </a:spcAft>
                </a:pPr>
                <a:r>
                  <a:rPr lang="en-CA" sz="1200" b="1">
                    <a:solidFill>
                      <a:srgbClr val="FFFFFF"/>
                    </a:solidFill>
                    <a:latin typeface="Segoe UI" panose="020B0502040204020203" pitchFamily="34" charset="0"/>
                    <a:ea typeface="Segoe UI" panose="020B0502040204020203" pitchFamily="34" charset="0"/>
                    <a:cs typeface="Segoe UI" panose="020B0502040204020203" pitchFamily="34" charset="0"/>
                  </a:rPr>
                  <a:t>Third-party languages and tools</a:t>
                </a:r>
                <a:endParaRPr lang="en-CA" sz="1200" b="1" dirty="0">
                  <a:solidFill>
                    <a:srgbClr val="FFFFFF"/>
                  </a:solidFill>
                  <a:latin typeface="Segoe UI" panose="020B0502040204020203" pitchFamily="34" charset="0"/>
                  <a:ea typeface="Segoe UI" panose="020B0502040204020203" pitchFamily="34" charset="0"/>
                  <a:cs typeface="Segoe UI" panose="020B0502040204020203" pitchFamily="34" charset="0"/>
                </a:endParaRPr>
              </a:p>
            </p:txBody>
          </p:sp>
          <p:sp>
            <p:nvSpPr>
              <p:cNvPr id="23" name="Rectangle 22"/>
              <p:cNvSpPr/>
              <p:nvPr/>
            </p:nvSpPr>
            <p:spPr bwMode="auto">
              <a:xfrm>
                <a:off x="647700" y="2771312"/>
                <a:ext cx="1295400" cy="397896"/>
              </a:xfrm>
              <a:prstGeom prst="rect">
                <a:avLst/>
              </a:prstGeom>
              <a:ln>
                <a:solidFill>
                  <a:srgbClr val="0070C0"/>
                </a:solidFill>
                <a:headEnd type="none" w="med" len="med"/>
                <a:tailEnd type="none" w="med" len="med"/>
              </a:ln>
            </p:spPr>
            <p:style>
              <a:lnRef idx="2">
                <a:schemeClr val="accent2"/>
              </a:lnRef>
              <a:fillRef idx="1">
                <a:schemeClr val="lt1"/>
              </a:fillRef>
              <a:effectRef idx="0">
                <a:schemeClr val="accent2"/>
              </a:effectRef>
              <a:fontRef idx="minor">
                <a:schemeClr val="dk1"/>
              </a:fontRef>
            </p:style>
            <p:txBody>
              <a:bodyPr vert="horz" wrap="square" lIns="45720" tIns="45720" rIns="45720" bIns="45720" numCol="1" rtlCol="0" anchor="ctr" anchorCtr="0" compatLnSpc="1">
                <a:prstTxWarp prst="textNoShape">
                  <a:avLst/>
                </a:prstTxWarp>
              </a:bodyPr>
              <a:lstStyle/>
              <a:p>
                <a:pPr lvl="0" algn="ctr" eaLnBrk="0" fontAlgn="base" hangingPunct="0">
                  <a:spcBef>
                    <a:spcPct val="0"/>
                  </a:spcBef>
                  <a:spcAft>
                    <a:spcPct val="0"/>
                  </a:spcAft>
                </a:pPr>
                <a:r>
                  <a:rPr lang="en-CA" sz="1200" b="1">
                    <a:solidFill>
                      <a:srgbClr val="000000"/>
                    </a:solidFill>
                    <a:latin typeface="Segoe UI" panose="020B0502040204020203" pitchFamily="34" charset="0"/>
                    <a:ea typeface="Segoe UI" panose="020B0502040204020203" pitchFamily="34" charset="0"/>
                    <a:cs typeface="Segoe UI" panose="020B0502040204020203" pitchFamily="34" charset="0"/>
                  </a:rPr>
                  <a:t>PS V4</a:t>
                </a:r>
                <a:endParaRPr lang="en-CA" sz="1200" b="1" dirty="0">
                  <a:solidFill>
                    <a:srgbClr val="000000"/>
                  </a:solidFill>
                  <a:latin typeface="Segoe UI" panose="020B0502040204020203" pitchFamily="34" charset="0"/>
                  <a:ea typeface="Segoe UI" panose="020B0502040204020203" pitchFamily="34" charset="0"/>
                  <a:cs typeface="Segoe UI" panose="020B0502040204020203" pitchFamily="34" charset="0"/>
                </a:endParaRPr>
              </a:p>
            </p:txBody>
          </p:sp>
          <p:sp>
            <p:nvSpPr>
              <p:cNvPr id="24" name="Rectangle 23"/>
              <p:cNvSpPr/>
              <p:nvPr/>
            </p:nvSpPr>
            <p:spPr bwMode="auto">
              <a:xfrm>
                <a:off x="647700" y="2272128"/>
                <a:ext cx="1295400" cy="397896"/>
              </a:xfrm>
              <a:prstGeom prst="rect">
                <a:avLst/>
              </a:prstGeom>
              <a:ln>
                <a:solidFill>
                  <a:srgbClr val="0070C0"/>
                </a:solidFill>
                <a:headEnd type="none" w="med" len="med"/>
                <a:tailEnd type="none" w="med" len="med"/>
              </a:ln>
            </p:spPr>
            <p:style>
              <a:lnRef idx="2">
                <a:schemeClr val="accent2"/>
              </a:lnRef>
              <a:fillRef idx="1">
                <a:schemeClr val="lt1"/>
              </a:fillRef>
              <a:effectRef idx="0">
                <a:schemeClr val="accent2"/>
              </a:effectRef>
              <a:fontRef idx="minor">
                <a:schemeClr val="dk1"/>
              </a:fontRef>
            </p:style>
            <p:txBody>
              <a:bodyPr vert="horz" wrap="square" lIns="45720" tIns="45720" rIns="45720" bIns="45720" numCol="1" rtlCol="0" anchor="ctr" anchorCtr="0" compatLnSpc="1">
                <a:prstTxWarp prst="textNoShape">
                  <a:avLst/>
                </a:prstTxWarp>
              </a:bodyPr>
              <a:lstStyle/>
              <a:p>
                <a:pPr lvl="0" algn="ctr" eaLnBrk="0" fontAlgn="base" hangingPunct="0">
                  <a:spcBef>
                    <a:spcPct val="0"/>
                  </a:spcBef>
                  <a:spcAft>
                    <a:spcPct val="0"/>
                  </a:spcAft>
                </a:pPr>
                <a:r>
                  <a:rPr lang="en-CA" sz="1200" b="1">
                    <a:solidFill>
                      <a:srgbClr val="000000"/>
                    </a:solidFill>
                    <a:latin typeface="Segoe UI" panose="020B0502040204020203" pitchFamily="34" charset="0"/>
                    <a:ea typeface="Segoe UI" panose="020B0502040204020203" pitchFamily="34" charset="0"/>
                    <a:cs typeface="Segoe UI" panose="020B0502040204020203" pitchFamily="34" charset="0"/>
                  </a:rPr>
                  <a:t>PS V1, V2, V3</a:t>
                </a:r>
                <a:endParaRPr lang="en-CA" sz="1200" b="1" dirty="0">
                  <a:solidFill>
                    <a:srgbClr val="000000"/>
                  </a:solidFill>
                  <a:latin typeface="Segoe UI" panose="020B0502040204020203" pitchFamily="34" charset="0"/>
                  <a:ea typeface="Segoe UI" panose="020B0502040204020203" pitchFamily="34" charset="0"/>
                  <a:cs typeface="Segoe UI" panose="020B0502040204020203" pitchFamily="34" charset="0"/>
                </a:endParaRPr>
              </a:p>
            </p:txBody>
          </p:sp>
          <p:sp>
            <p:nvSpPr>
              <p:cNvPr id="25" name="Rectangle 24"/>
              <p:cNvSpPr/>
              <p:nvPr/>
            </p:nvSpPr>
            <p:spPr>
              <a:xfrm>
                <a:off x="613448" y="1981200"/>
                <a:ext cx="1903076" cy="276999"/>
              </a:xfrm>
              <a:prstGeom prst="rect">
                <a:avLst/>
              </a:prstGeom>
            </p:spPr>
            <p:txBody>
              <a:bodyPr wrap="square">
                <a:spAutoFit/>
              </a:bodyPr>
              <a:lstStyle/>
              <a:p>
                <a:pPr lvl="0" fontAlgn="base">
                  <a:spcBef>
                    <a:spcPct val="0"/>
                  </a:spcBef>
                  <a:spcAft>
                    <a:spcPct val="0"/>
                  </a:spcAft>
                </a:pPr>
                <a:r>
                  <a:rPr lang="en-CA" sz="1200" b="1">
                    <a:solidFill>
                      <a:srgbClr val="000000"/>
                    </a:solidFill>
                    <a:latin typeface="Segoe UI" panose="020B0502040204020203" pitchFamily="34" charset="0"/>
                    <a:ea typeface="Segoe UI" panose="020B0502040204020203" pitchFamily="34" charset="0"/>
                    <a:cs typeface="Segoe UI" panose="020B0502040204020203" pitchFamily="34" charset="0"/>
                  </a:rPr>
                  <a:t>Configuration Files</a:t>
                </a:r>
                <a:endParaRPr lang="en-CA" sz="1200" b="1" dirty="0">
                  <a:solidFill>
                    <a:srgbClr val="000000"/>
                  </a:solidFill>
                  <a:latin typeface="Segoe UI" panose="020B0502040204020203" pitchFamily="34" charset="0"/>
                  <a:ea typeface="Segoe UI" panose="020B0502040204020203" pitchFamily="34" charset="0"/>
                  <a:cs typeface="Segoe UI" panose="020B0502040204020203" pitchFamily="34" charset="0"/>
                </a:endParaRPr>
              </a:p>
            </p:txBody>
          </p:sp>
          <p:cxnSp>
            <p:nvCxnSpPr>
              <p:cNvPr id="26" name="Straight Arrow Connector 25"/>
              <p:cNvCxnSpPr>
                <a:stCxn id="24" idx="3"/>
              </p:cNvCxnSpPr>
              <p:nvPr/>
            </p:nvCxnSpPr>
            <p:spPr bwMode="auto">
              <a:xfrm>
                <a:off x="1943100" y="2471076"/>
                <a:ext cx="2275648" cy="417352"/>
              </a:xfrm>
              <a:prstGeom prst="straightConnector1">
                <a:avLst/>
              </a:prstGeom>
              <a:gradFill rotWithShape="1">
                <a:gsLst>
                  <a:gs pos="0">
                    <a:srgbClr val="E4CD9A"/>
                  </a:gs>
                  <a:gs pos="100000">
                    <a:srgbClr val="EEEFD7"/>
                  </a:gs>
                </a:gsLst>
                <a:lin ang="2700000" scaled="1"/>
              </a:gradFill>
              <a:ln w="28575" cap="flat" cmpd="sng" algn="ctr">
                <a:solidFill>
                  <a:srgbClr val="FF0000"/>
                </a:solidFill>
                <a:prstDash val="solid"/>
                <a:round/>
                <a:headEnd type="none" w="med" len="med"/>
                <a:tailEnd type="arrow"/>
              </a:ln>
              <a:effectLst/>
            </p:spPr>
          </p:cxnSp>
          <p:cxnSp>
            <p:nvCxnSpPr>
              <p:cNvPr id="27" name="Straight Arrow Connector 26"/>
              <p:cNvCxnSpPr>
                <a:stCxn id="23" idx="3"/>
              </p:cNvCxnSpPr>
              <p:nvPr/>
            </p:nvCxnSpPr>
            <p:spPr bwMode="auto">
              <a:xfrm>
                <a:off x="1943100" y="2970260"/>
                <a:ext cx="2275648" cy="54556"/>
              </a:xfrm>
              <a:prstGeom prst="straightConnector1">
                <a:avLst/>
              </a:prstGeom>
              <a:gradFill rotWithShape="1">
                <a:gsLst>
                  <a:gs pos="0">
                    <a:srgbClr val="E4CD9A"/>
                  </a:gs>
                  <a:gs pos="100000">
                    <a:srgbClr val="EEEFD7"/>
                  </a:gs>
                </a:gsLst>
                <a:lin ang="2700000" scaled="1"/>
              </a:gradFill>
              <a:ln w="28575" cap="flat" cmpd="sng" algn="ctr">
                <a:solidFill>
                  <a:srgbClr val="FF0000"/>
                </a:solidFill>
                <a:prstDash val="solid"/>
                <a:round/>
                <a:headEnd type="none" w="med" len="med"/>
                <a:tailEnd type="arrow"/>
              </a:ln>
              <a:effectLst/>
            </p:spPr>
          </p:cxnSp>
          <p:cxnSp>
            <p:nvCxnSpPr>
              <p:cNvPr id="28" name="Straight Arrow Connector 27"/>
              <p:cNvCxnSpPr>
                <a:stCxn id="22" idx="3"/>
              </p:cNvCxnSpPr>
              <p:nvPr/>
            </p:nvCxnSpPr>
            <p:spPr bwMode="auto">
              <a:xfrm flipV="1">
                <a:off x="1943100" y="3169208"/>
                <a:ext cx="2275648" cy="425477"/>
              </a:xfrm>
              <a:prstGeom prst="straightConnector1">
                <a:avLst/>
              </a:prstGeom>
              <a:gradFill rotWithShape="1">
                <a:gsLst>
                  <a:gs pos="0">
                    <a:srgbClr val="E4CD9A"/>
                  </a:gs>
                  <a:gs pos="100000">
                    <a:srgbClr val="EEEFD7"/>
                  </a:gs>
                </a:gsLst>
                <a:lin ang="2700000" scaled="1"/>
              </a:gradFill>
              <a:ln w="28575" cap="flat" cmpd="sng" algn="ctr">
                <a:solidFill>
                  <a:srgbClr val="FF0000"/>
                </a:solidFill>
                <a:prstDash val="solid"/>
                <a:round/>
                <a:headEnd type="none" w="med" len="med"/>
                <a:tailEnd type="arrow"/>
              </a:ln>
              <a:effectLst/>
            </p:spPr>
          </p:cxnSp>
          <p:pic>
            <p:nvPicPr>
              <p:cNvPr id="29" name="Picture 28"/>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2133600" y="3340301"/>
                <a:ext cx="261688" cy="437392"/>
              </a:xfrm>
              <a:prstGeom prst="rect">
                <a:avLst/>
              </a:prstGeom>
            </p:spPr>
          </p:pic>
          <p:pic>
            <p:nvPicPr>
              <p:cNvPr id="30" name="Picture 29"/>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2133600" y="2833102"/>
                <a:ext cx="261688" cy="437392"/>
              </a:xfrm>
              <a:prstGeom prst="rect">
                <a:avLst/>
              </a:prstGeom>
            </p:spPr>
          </p:pic>
          <p:pic>
            <p:nvPicPr>
              <p:cNvPr id="31" name="Picture 30"/>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2133600" y="2293309"/>
                <a:ext cx="261688" cy="437392"/>
              </a:xfrm>
              <a:prstGeom prst="rect">
                <a:avLst/>
              </a:prstGeom>
            </p:spPr>
          </p:pic>
        </p:grpSp>
        <p:grpSp>
          <p:nvGrpSpPr>
            <p:cNvPr id="15" name="Group 14"/>
            <p:cNvGrpSpPr/>
            <p:nvPr/>
          </p:nvGrpSpPr>
          <p:grpSpPr>
            <a:xfrm>
              <a:off x="6553200" y="2144352"/>
              <a:ext cx="1956834" cy="3037248"/>
              <a:chOff x="6679661" y="2230856"/>
              <a:chExt cx="1956834" cy="3037248"/>
            </a:xfrm>
          </p:grpSpPr>
          <p:sp>
            <p:nvSpPr>
              <p:cNvPr id="16" name="Rectangle 15"/>
              <p:cNvSpPr/>
              <p:nvPr/>
            </p:nvSpPr>
            <p:spPr bwMode="auto">
              <a:xfrm>
                <a:off x="6679661" y="2779750"/>
                <a:ext cx="1956834" cy="2488354"/>
              </a:xfrm>
              <a:prstGeom prst="rect">
                <a:avLst/>
              </a:prstGeom>
              <a:solidFill>
                <a:srgbClr val="FFFFFF"/>
              </a:solidFill>
              <a:ln w="28575" cap="flat" cmpd="sng" algn="ctr">
                <a:solidFill>
                  <a:schemeClr val="bg1">
                    <a:lumMod val="65000"/>
                  </a:schemeClr>
                </a:solidFill>
                <a:prstDash val="solid"/>
                <a:round/>
                <a:headEnd type="none" w="med" len="med"/>
                <a:tailEnd type="none" w="med" len="med"/>
              </a:ln>
              <a:effectLst/>
            </p:spPr>
            <p:txBody>
              <a:bodyPr vert="horz" wrap="square" lIns="182880" tIns="45720" rIns="182880" bIns="45720" numCol="1" rtlCol="0" anchor="ctr" anchorCtr="0" compatLnSpc="1">
                <a:prstTxWarp prst="textNoShape">
                  <a:avLst/>
                </a:prstTxWarp>
              </a:bodyPr>
              <a:lstStyle/>
              <a:p>
                <a:pPr lvl="0" algn="ctr" eaLnBrk="0" fontAlgn="base" hangingPunct="0">
                  <a:spcBef>
                    <a:spcPct val="0"/>
                  </a:spcBef>
                  <a:spcAft>
                    <a:spcPct val="0"/>
                  </a:spcAft>
                </a:pPr>
                <a:endParaRPr lang="en-CA" b="1">
                  <a:solidFill>
                    <a:srgbClr val="000000"/>
                  </a:solidFill>
                  <a:latin typeface="Segoe UI" panose="020B0502040204020203" pitchFamily="34" charset="0"/>
                  <a:ea typeface="Segoe UI" panose="020B0502040204020203" pitchFamily="34" charset="0"/>
                  <a:cs typeface="Segoe UI" panose="020B0502040204020203" pitchFamily="34" charset="0"/>
                </a:endParaRPr>
              </a:p>
            </p:txBody>
          </p:sp>
          <p:sp>
            <p:nvSpPr>
              <p:cNvPr id="17" name="TextBox 16"/>
              <p:cNvSpPr txBox="1"/>
              <p:nvPr/>
            </p:nvSpPr>
            <p:spPr>
              <a:xfrm>
                <a:off x="6679661" y="3646383"/>
                <a:ext cx="1956833" cy="1477328"/>
              </a:xfrm>
              <a:prstGeom prst="rect">
                <a:avLst/>
              </a:prstGeom>
              <a:noFill/>
            </p:spPr>
            <p:txBody>
              <a:bodyPr wrap="square" rtlCol="0">
                <a:spAutoFit/>
              </a:bodyPr>
              <a:lstStyle/>
              <a:p>
                <a:pPr lvl="0" algn="ctr" fontAlgn="base">
                  <a:spcBef>
                    <a:spcPct val="0"/>
                  </a:spcBef>
                  <a:spcAft>
                    <a:spcPts val="1200"/>
                  </a:spcAft>
                </a:pPr>
                <a:r>
                  <a:rPr lang="en-CA" sz="1400" b="1">
                    <a:solidFill>
                      <a:srgbClr val="000000"/>
                    </a:solidFill>
                    <a:latin typeface="Segoe UI" panose="020B0502040204020203" pitchFamily="34" charset="0"/>
                    <a:ea typeface="Segoe UI" panose="020B0502040204020203" pitchFamily="34" charset="0"/>
                    <a:cs typeface="Segoe UI" panose="020B0502040204020203" pitchFamily="34" charset="0"/>
                  </a:rPr>
                  <a:t>Local Configuration Store</a:t>
                </a:r>
              </a:p>
              <a:p>
                <a:pPr lvl="0" algn="ctr" fontAlgn="base">
                  <a:spcBef>
                    <a:spcPct val="0"/>
                  </a:spcBef>
                  <a:spcAft>
                    <a:spcPts val="1200"/>
                  </a:spcAft>
                </a:pPr>
                <a:r>
                  <a:rPr lang="en-CA" sz="1400" b="1">
                    <a:solidFill>
                      <a:srgbClr val="000000"/>
                    </a:solidFill>
                    <a:latin typeface="Segoe UI" panose="020B0502040204020203" pitchFamily="34" charset="0"/>
                    <a:ea typeface="Segoe UI" panose="020B0502040204020203" pitchFamily="34" charset="0"/>
                    <a:cs typeface="Segoe UI" panose="020B0502040204020203" pitchFamily="34" charset="0"/>
                  </a:rPr>
                  <a:t>Parser and Dispatcher</a:t>
                </a:r>
              </a:p>
              <a:p>
                <a:pPr lvl="0" algn="ctr" fontAlgn="base">
                  <a:spcBef>
                    <a:spcPct val="0"/>
                  </a:spcBef>
                  <a:spcAft>
                    <a:spcPts val="1200"/>
                  </a:spcAft>
                </a:pPr>
                <a:r>
                  <a:rPr lang="en-CA" sz="1400" b="1">
                    <a:solidFill>
                      <a:srgbClr val="000000"/>
                    </a:solidFill>
                    <a:latin typeface="Segoe UI" panose="020B0502040204020203" pitchFamily="34" charset="0"/>
                    <a:ea typeface="Segoe UI" panose="020B0502040204020203" pitchFamily="34" charset="0"/>
                    <a:cs typeface="Segoe UI" panose="020B0502040204020203" pitchFamily="34" charset="0"/>
                  </a:rPr>
                  <a:t>Imperative Providers</a:t>
                </a:r>
                <a:endParaRPr lang="en-CA" sz="1400" b="1" dirty="0">
                  <a:solidFill>
                    <a:srgbClr val="000000"/>
                  </a:solidFill>
                  <a:latin typeface="Segoe UI" panose="020B0502040204020203" pitchFamily="34" charset="0"/>
                  <a:ea typeface="Segoe UI" panose="020B0502040204020203" pitchFamily="34" charset="0"/>
                  <a:cs typeface="Segoe UI" panose="020B0502040204020203" pitchFamily="34" charset="0"/>
                </a:endParaRPr>
              </a:p>
            </p:txBody>
          </p:sp>
          <p:grpSp>
            <p:nvGrpSpPr>
              <p:cNvPr id="18" name="Group 17"/>
              <p:cNvGrpSpPr/>
              <p:nvPr/>
            </p:nvGrpSpPr>
            <p:grpSpPr>
              <a:xfrm>
                <a:off x="7014911" y="2230856"/>
                <a:ext cx="1286332" cy="1370416"/>
                <a:chOff x="6858000" y="2230856"/>
                <a:chExt cx="1286332" cy="1370416"/>
              </a:xfrm>
            </p:grpSpPr>
            <p:pic>
              <p:nvPicPr>
                <p:cNvPr id="19" name="Picture 18"/>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6858000" y="2279503"/>
                  <a:ext cx="519284" cy="920897"/>
                </a:xfrm>
                <a:prstGeom prst="rect">
                  <a:avLst/>
                </a:prstGeom>
              </p:spPr>
            </p:pic>
            <p:pic>
              <p:nvPicPr>
                <p:cNvPr id="20" name="Picture 19"/>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7625048" y="2230856"/>
                  <a:ext cx="519284" cy="920897"/>
                </a:xfrm>
                <a:prstGeom prst="rect">
                  <a:avLst/>
                </a:prstGeom>
              </p:spPr>
            </p:pic>
            <p:pic>
              <p:nvPicPr>
                <p:cNvPr id="21" name="Picture 20"/>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199717" y="2507721"/>
                  <a:ext cx="616641" cy="1093551"/>
                </a:xfrm>
                <a:prstGeom prst="rect">
                  <a:avLst/>
                </a:prstGeom>
              </p:spPr>
            </p:pic>
          </p:grpSp>
        </p:grpSp>
      </p:grpSp>
      <p:sp>
        <p:nvSpPr>
          <p:cNvPr id="50" name="TextBox 49"/>
          <p:cNvSpPr txBox="1"/>
          <p:nvPr/>
        </p:nvSpPr>
        <p:spPr>
          <a:xfrm>
            <a:off x="0" y="1117596"/>
            <a:ext cx="9144000" cy="400110"/>
          </a:xfrm>
          <a:prstGeom prst="rect">
            <a:avLst/>
          </a:prstGeom>
          <a:noFill/>
        </p:spPr>
        <p:txBody>
          <a:bodyPr wrap="square" rtlCol="0">
            <a:spAutoFit/>
          </a:bodyPr>
          <a:lstStyle/>
          <a:p>
            <a:pPr lvl="0" algn="ctr" fontAlgn="base">
              <a:spcBef>
                <a:spcPct val="0"/>
              </a:spcBef>
              <a:spcAft>
                <a:spcPct val="0"/>
              </a:spcAft>
            </a:pPr>
            <a:r>
              <a:rPr lang="en-CA" sz="2000" b="1" dirty="0">
                <a:solidFill>
                  <a:srgbClr val="000000"/>
                </a:solidFill>
                <a:latin typeface="Segoe UI" panose="020B0502040204020203" pitchFamily="34" charset="0"/>
                <a:ea typeface="Segoe UI" panose="020B0502040204020203" pitchFamily="34" charset="0"/>
                <a:cs typeface="Segoe UI" panose="020B0502040204020203" pitchFamily="34" charset="0"/>
              </a:rPr>
              <a:t>Windows PowerShell DSC Push/Pull Model</a:t>
            </a:r>
          </a:p>
        </p:txBody>
      </p:sp>
    </p:spTree>
    <p:extLst>
      <p:ext uri="{BB962C8B-B14F-4D97-AF65-F5344CB8AC3E}">
        <p14:creationId xmlns:p14="http://schemas.microsoft.com/office/powerpoint/2010/main" val="1186044207"/>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c7896d5c-e62d-4e00-a461-57f334fa0b2f">
    <p:spTree>
      <p:nvGrpSpPr>
        <p:cNvPr id="1" name=""/>
        <p:cNvGrpSpPr/>
        <p:nvPr/>
      </p:nvGrpSpPr>
      <p:grpSpPr>
        <a:xfrm>
          <a:off x="0" y="0"/>
          <a:ext cx="0" cy="0"/>
          <a:chOff x="0" y="0"/>
          <a:chExt cx="0" cy="0"/>
        </a:xfrm>
      </p:grpSpPr>
      <p:sp>
        <p:nvSpPr>
          <p:cNvPr id="2" name="Title 1"/>
          <p:cNvSpPr>
            <a:spLocks noGrp="1"/>
          </p:cNvSpPr>
          <p:nvPr>
            <p:ph type="title"/>
          </p:nvPr>
        </p:nvSpPr>
        <p:spPr>
          <a:xfrm>
            <a:off x="460374" y="-2"/>
            <a:ext cx="8465911" cy="740664"/>
          </a:xfrm>
        </p:spPr>
        <p:txBody>
          <a:bodyPr/>
          <a:lstStyle/>
          <a:p>
            <a:r>
              <a:rPr lang="en-CA" dirty="0"/>
              <a:t>Lab: Deploying and Managing Windows Server 2012</a:t>
            </a:r>
          </a:p>
        </p:txBody>
      </p:sp>
      <p:sp>
        <p:nvSpPr>
          <p:cNvPr id="3" name="Text Placeholder 2"/>
          <p:cNvSpPr>
            <a:spLocks noGrp="1"/>
          </p:cNvSpPr>
          <p:nvPr>
            <p:ph type="body" idx="1"/>
          </p:nvPr>
        </p:nvSpPr>
        <p:spPr>
          <a:xfrm>
            <a:off x="458787" y="1021215"/>
            <a:ext cx="8467497" cy="2679248"/>
          </a:xfrm>
        </p:spPr>
        <p:txBody>
          <a:bodyPr/>
          <a:lstStyle/>
          <a:p>
            <a:pPr>
              <a:spcAft>
                <a:spcPts val="600"/>
              </a:spcAft>
            </a:pPr>
            <a:r>
              <a:rPr lang="en-CA" sz="2550" dirty="0"/>
              <a:t>Exercise 1: Deploying Windows Server 2012
Exercise 2: Configuring Windows Server 2012 Server Core
Exercise 3: Managing Servers
Exercise 4: Using Windows PowerShell to Manage Servers</a:t>
            </a:r>
          </a:p>
        </p:txBody>
      </p:sp>
      <p:sp>
        <p:nvSpPr>
          <p:cNvPr id="4" name="TextBox 3"/>
          <p:cNvSpPr txBox="1"/>
          <p:nvPr/>
        </p:nvSpPr>
        <p:spPr>
          <a:xfrm>
            <a:off x="515940" y="3716573"/>
            <a:ext cx="2694199" cy="430887"/>
          </a:xfrm>
          <a:prstGeom prst="rect">
            <a:avLst/>
          </a:prstGeom>
          <a:noFill/>
        </p:spPr>
        <p:txBody>
          <a:bodyPr vert="horz" wrap="none" rtlCol="0">
            <a:spAutoFit/>
          </a:bodyPr>
          <a:lstStyle/>
          <a:p>
            <a:r>
              <a:rPr lang="en-CA" sz="2200" b="1" dirty="0">
                <a:latin typeface="Segoe UI" panose="020B0502040204020203" pitchFamily="34" charset="0"/>
              </a:rPr>
              <a:t>Logon Information</a:t>
            </a:r>
          </a:p>
        </p:txBody>
      </p:sp>
      <p:sp>
        <p:nvSpPr>
          <p:cNvPr id="5" name="TextBox 4"/>
          <p:cNvSpPr txBox="1"/>
          <p:nvPr/>
        </p:nvSpPr>
        <p:spPr>
          <a:xfrm>
            <a:off x="515940" y="4177552"/>
            <a:ext cx="5724644" cy="1631216"/>
          </a:xfrm>
          <a:prstGeom prst="rect">
            <a:avLst/>
          </a:prstGeom>
          <a:noFill/>
        </p:spPr>
        <p:txBody>
          <a:bodyPr vert="horz" wrap="none" rtlCol="0">
            <a:spAutoFit/>
          </a:bodyPr>
          <a:lstStyle/>
          <a:p>
            <a:pPr>
              <a:tabLst>
                <a:tab pos="2514600" algn="l"/>
              </a:tabLst>
            </a:pPr>
            <a:r>
              <a:rPr lang="en-US" sz="2000" b="0" i="0" u="none" strike="noStrike" baseline="0" dirty="0">
                <a:latin typeface="Segoe UI" panose="020B0502040204020203" pitchFamily="34" charset="0"/>
              </a:rPr>
              <a:t>Virtual machines	</a:t>
            </a:r>
            <a:r>
              <a:rPr lang="fi-FI" sz="2000" b="1" i="0" u="none" strike="noStrike" baseline="0" dirty="0">
                <a:latin typeface="Segoe UI" panose="020B0502040204020203" pitchFamily="34" charset="0"/>
              </a:rPr>
              <a:t>20410D‑LON‑DC1</a:t>
            </a:r>
          </a:p>
          <a:p>
            <a:pPr>
              <a:tabLst>
                <a:tab pos="2514600" algn="l"/>
              </a:tabLst>
            </a:pPr>
            <a:r>
              <a:rPr lang="fi-FI" sz="2000" b="1" i="0" u="none" strike="noStrike" baseline="0" dirty="0">
                <a:latin typeface="Segoe UI" panose="020B0502040204020203" pitchFamily="34" charset="0"/>
              </a:rPr>
              <a:t>	20410D‑LON‑SVR3</a:t>
            </a:r>
          </a:p>
          <a:p>
            <a:pPr>
              <a:tabLst>
                <a:tab pos="2514600" algn="l"/>
              </a:tabLst>
            </a:pPr>
            <a:r>
              <a:rPr lang="en-US" sz="2000" b="1" i="0" u="none" strike="noStrike" baseline="0" dirty="0">
                <a:latin typeface="Segoe UI" panose="020B0502040204020203" pitchFamily="34" charset="0"/>
              </a:rPr>
              <a:t>	20410D‑LON‑CORE</a:t>
            </a:r>
            <a:r>
              <a:rPr lang="en-US" sz="2000" b="0" i="0" u="none" strike="noStrike" baseline="0" dirty="0">
                <a:latin typeface="Segoe UI" panose="020B0502040204020203" pitchFamily="34" charset="0"/>
              </a:rPr>
              <a:t>	</a:t>
            </a:r>
          </a:p>
          <a:p>
            <a:pPr>
              <a:tabLst>
                <a:tab pos="2514600" algn="l"/>
              </a:tabLst>
            </a:pPr>
            <a:r>
              <a:rPr lang="en-US" sz="2000" b="0" i="0" u="none" strike="noStrike" baseline="0" dirty="0">
                <a:latin typeface="Segoe UI" panose="020B0502040204020203" pitchFamily="34" charset="0"/>
              </a:rPr>
              <a:t>User name	</a:t>
            </a:r>
            <a:r>
              <a:rPr lang="en-US" sz="2000" b="1" i="0" u="none" strike="noStrike" baseline="0" dirty="0" err="1">
                <a:latin typeface="Segoe UI" panose="020B0502040204020203" pitchFamily="34" charset="0"/>
              </a:rPr>
              <a:t>Adatum</a:t>
            </a:r>
            <a:r>
              <a:rPr lang="en-US" sz="2000" b="1" i="0" u="none" strike="noStrike" baseline="0" dirty="0">
                <a:latin typeface="Segoe UI" panose="020B0502040204020203" pitchFamily="34" charset="0"/>
              </a:rPr>
              <a:t>\Administrator</a:t>
            </a:r>
            <a:r>
              <a:rPr lang="en-US" sz="2000" b="0" i="0" u="none" strike="noStrike" baseline="0" dirty="0">
                <a:latin typeface="Segoe UI" panose="020B0502040204020203" pitchFamily="34" charset="0"/>
              </a:rPr>
              <a:t>	</a:t>
            </a:r>
          </a:p>
          <a:p>
            <a:pPr>
              <a:tabLst>
                <a:tab pos="2514600" algn="l"/>
              </a:tabLst>
            </a:pPr>
            <a:r>
              <a:rPr lang="en-US" sz="2000" b="0" i="0" u="none" strike="noStrike" baseline="0" dirty="0">
                <a:latin typeface="Segoe UI" panose="020B0502040204020203" pitchFamily="34" charset="0"/>
              </a:rPr>
              <a:t>Password	</a:t>
            </a:r>
            <a:r>
              <a:rPr lang="en-US" sz="2000" b="1" i="0" u="none" strike="noStrike" baseline="0" dirty="0">
                <a:latin typeface="Segoe UI" panose="020B0502040204020203" pitchFamily="34" charset="0"/>
              </a:rPr>
              <a:t>Pa$$w0rd</a:t>
            </a:r>
            <a:endParaRPr lang="fr-CA" sz="2000" b="1" dirty="0">
              <a:solidFill>
                <a:srgbClr val="000000"/>
              </a:solidFill>
              <a:latin typeface="Segoe UI" panose="020B0502040204020203" pitchFamily="34" charset="0"/>
            </a:endParaRPr>
          </a:p>
        </p:txBody>
      </p:sp>
      <p:sp>
        <p:nvSpPr>
          <p:cNvPr id="6" name="TextBox 5"/>
          <p:cNvSpPr txBox="1"/>
          <p:nvPr/>
        </p:nvSpPr>
        <p:spPr>
          <a:xfrm>
            <a:off x="515940" y="6034770"/>
            <a:ext cx="3516860" cy="400110"/>
          </a:xfrm>
          <a:prstGeom prst="rect">
            <a:avLst/>
          </a:prstGeom>
          <a:noFill/>
        </p:spPr>
        <p:txBody>
          <a:bodyPr vert="horz" wrap="none" rtlCol="0">
            <a:spAutoFit/>
          </a:bodyPr>
          <a:lstStyle/>
          <a:p>
            <a:r>
              <a:rPr lang="en-CA" sz="2000" b="1" dirty="0">
                <a:latin typeface="Segoe UI" panose="020B0502040204020203" pitchFamily="34" charset="0"/>
              </a:rPr>
              <a:t>Estimated Time: 75 minutes</a:t>
            </a:r>
          </a:p>
        </p:txBody>
      </p:sp>
    </p:spTree>
    <p:extLst>
      <p:ext uri="{BB962C8B-B14F-4D97-AF65-F5344CB8AC3E}">
        <p14:creationId xmlns:p14="http://schemas.microsoft.com/office/powerpoint/2010/main" val="2291226601"/>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Lab Scenario860707277_1">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a:t>Lab Scenario</a:t>
            </a:r>
          </a:p>
        </p:txBody>
      </p:sp>
      <p:sp>
        <p:nvSpPr>
          <p:cNvPr id="3" name="Text Placeholder 2"/>
          <p:cNvSpPr>
            <a:spLocks noGrp="1"/>
          </p:cNvSpPr>
          <p:nvPr>
            <p:ph type="body" idx="1"/>
          </p:nvPr>
        </p:nvSpPr>
        <p:spPr/>
        <p:txBody>
          <a:bodyPr/>
          <a:lstStyle/>
          <a:p>
            <a:pPr marL="0" indent="0" rtl="0" eaLnBrk="1" latinLnBrk="0" hangingPunct="1">
              <a:spcAft>
                <a:spcPts val="1200"/>
              </a:spcAft>
              <a:buNone/>
            </a:pPr>
            <a:r>
              <a:rPr lang="en-US" sz="2400" dirty="0">
                <a:solidFill>
                  <a:schemeClr val="tx1"/>
                </a:solidFill>
                <a:effectLst/>
                <a:latin typeface="Segoe UI" pitchFamily="34" charset="0"/>
                <a:ea typeface="Segoe UI" pitchFamily="34" charset="0"/>
                <a:cs typeface="Segoe UI" pitchFamily="34" charset="0"/>
              </a:rPr>
              <a:t>A. Datum Corporation is a global engineering and manufacturing company with a head office based in London, England. A. Datum has recently deployed a Windows Server 2012 infrastructure with Windows 8.1 clients.</a:t>
            </a:r>
            <a:endParaRPr lang="en-CA" sz="2400" dirty="0">
              <a:effectLst/>
            </a:endParaRPr>
          </a:p>
          <a:p>
            <a:pPr marL="0" indent="0" rtl="0" eaLnBrk="1" latinLnBrk="0" hangingPunct="1">
              <a:spcAft>
                <a:spcPts val="1200"/>
              </a:spcAft>
              <a:buNone/>
            </a:pPr>
            <a:r>
              <a:rPr lang="en-US" sz="2400" dirty="0">
                <a:solidFill>
                  <a:schemeClr val="tx1"/>
                </a:solidFill>
                <a:effectLst/>
                <a:latin typeface="Segoe UI" pitchFamily="34" charset="0"/>
                <a:ea typeface="Segoe UI" pitchFamily="34" charset="0"/>
                <a:cs typeface="Segoe UI" pitchFamily="34" charset="0"/>
              </a:rPr>
              <a:t>You have been working for A. Datum for several years as a desktop support specialist and have recently accepted a promotion to the server support team.</a:t>
            </a:r>
            <a:endParaRPr lang="en-CA" sz="2400" dirty="0">
              <a:effectLst/>
            </a:endParaRPr>
          </a:p>
          <a:p>
            <a:pPr marL="0" indent="0" rtl="0" eaLnBrk="1" latinLnBrk="0" hangingPunct="1">
              <a:spcAft>
                <a:spcPts val="1200"/>
              </a:spcAft>
              <a:buNone/>
            </a:pPr>
            <a:r>
              <a:rPr lang="en-US" sz="2400" dirty="0">
                <a:solidFill>
                  <a:schemeClr val="tx1"/>
                </a:solidFill>
                <a:effectLst/>
                <a:latin typeface="Segoe UI" pitchFamily="34" charset="0"/>
                <a:ea typeface="Segoe UI" pitchFamily="34" charset="0"/>
                <a:cs typeface="Segoe UI" pitchFamily="34" charset="0"/>
              </a:rPr>
              <a:t>The marketing department has purchased a new web‑based application. You need to install and configure the servers in the data center for this</a:t>
            </a:r>
            <a:r>
              <a:rPr lang="en-US" sz="2400" baseline="0" dirty="0">
                <a:solidFill>
                  <a:schemeClr val="tx1"/>
                </a:solidFill>
                <a:effectLst/>
                <a:latin typeface="Segoe UI" pitchFamily="34" charset="0"/>
                <a:ea typeface="Segoe UI" pitchFamily="34" charset="0"/>
                <a:cs typeface="Segoe UI" pitchFamily="34" charset="0"/>
              </a:rPr>
              <a:t> </a:t>
            </a:r>
            <a:r>
              <a:rPr lang="en-US" sz="2400" kern="1200" dirty="0">
                <a:solidFill>
                  <a:srgbClr val="000000"/>
                </a:solidFill>
                <a:ea typeface="Times New Roman" panose="02020603050405020304" pitchFamily="18" charset="0"/>
              </a:rPr>
              <a:t>application. One server has a GUI interface, and the other server is configured as Server Core.</a:t>
            </a:r>
            <a:endParaRPr lang="en-CA" sz="2400" kern="1200" dirty="0">
              <a:solidFill>
                <a:srgbClr val="000000"/>
              </a:solidFill>
              <a:ea typeface="Times New Roman" panose="02020603050405020304" pitchFamily="18" charset="0"/>
              <a:cs typeface="Mangal" panose="02040503050203030202" pitchFamily="18" charset="0"/>
            </a:endParaRPr>
          </a:p>
        </p:txBody>
      </p:sp>
    </p:spTree>
    <p:extLst>
      <p:ext uri="{BB962C8B-B14F-4D97-AF65-F5344CB8AC3E}">
        <p14:creationId xmlns:p14="http://schemas.microsoft.com/office/powerpoint/2010/main" val="3194343102"/>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656b3fd8-0c94-46df-92ac-a6e28e35650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a:t>Lab Review</a:t>
            </a:r>
          </a:p>
        </p:txBody>
      </p:sp>
      <p:sp>
        <p:nvSpPr>
          <p:cNvPr id="3" name="Text Placeholder 2"/>
          <p:cNvSpPr>
            <a:spLocks noGrp="1"/>
          </p:cNvSpPr>
          <p:nvPr>
            <p:ph type="body" idx="1"/>
          </p:nvPr>
        </p:nvSpPr>
        <p:spPr/>
        <p:txBody>
          <a:bodyPr/>
          <a:lstStyle/>
          <a:p>
            <a:r>
              <a:rPr lang="en-CA" dirty="0"/>
              <a:t>What IP address range do the computers in the lab use?
Why must you set the DNS server address prior to joining the domain?
Besides sconfig.cmd, what other tool can you use to rename a computer running the Server Core operating system?</a:t>
            </a:r>
          </a:p>
        </p:txBody>
      </p:sp>
    </p:spTree>
    <p:extLst>
      <p:ext uri="{BB962C8B-B14F-4D97-AF65-F5344CB8AC3E}">
        <p14:creationId xmlns:p14="http://schemas.microsoft.com/office/powerpoint/2010/main" val="243440511"/>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Module_Review">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a:t>Module Review and Takeaways</a:t>
            </a:r>
          </a:p>
        </p:txBody>
      </p:sp>
      <p:sp>
        <p:nvSpPr>
          <p:cNvPr id="3" name="Text Placeholder 2"/>
          <p:cNvSpPr>
            <a:spLocks noGrp="1"/>
          </p:cNvSpPr>
          <p:nvPr>
            <p:ph type="body" idx="1"/>
          </p:nvPr>
        </p:nvSpPr>
        <p:spPr/>
        <p:txBody>
          <a:bodyPr/>
          <a:lstStyle/>
          <a:p>
            <a:r>
              <a:rPr lang="en-CA" dirty="0"/>
              <a:t>Review Questions
Common Issues and Troubleshooting Tips</a:t>
            </a:r>
          </a:p>
          <a:p>
            <a:r>
              <a:rPr lang="en-CA" dirty="0"/>
              <a:t>Tools</a:t>
            </a:r>
          </a:p>
        </p:txBody>
      </p:sp>
    </p:spTree>
    <p:extLst>
      <p:ext uri="{BB962C8B-B14F-4D97-AF65-F5344CB8AC3E}">
        <p14:creationId xmlns:p14="http://schemas.microsoft.com/office/powerpoint/2010/main" val="3159484782"/>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CA" dirty="0"/>
          </a:p>
        </p:txBody>
      </p:sp>
      <p:sp>
        <p:nvSpPr>
          <p:cNvPr id="3" name="Text Placeholder 2"/>
          <p:cNvSpPr>
            <a:spLocks noGrp="1"/>
          </p:cNvSpPr>
          <p:nvPr>
            <p:ph type="body" idx="1"/>
          </p:nvPr>
        </p:nvSpPr>
        <p:spPr/>
        <p:txBody>
          <a:bodyPr/>
          <a:lstStyle/>
          <a:p>
            <a:endParaRPr lang="en-CA"/>
          </a:p>
        </p:txBody>
      </p:sp>
    </p:spTree>
    <p:extLst>
      <p:ext uri="{BB962C8B-B14F-4D97-AF65-F5344CB8AC3E}">
        <p14:creationId xmlns:p14="http://schemas.microsoft.com/office/powerpoint/2010/main" val="4170324814"/>
      </p:ext>
    </p:extLst>
  </p:cSld>
  <p:clrMapOvr>
    <a:masterClrMapping/>
  </p:clrMapOvr>
</p:sld>
</file>

<file path=ppt/theme/theme1.xml><?xml version="1.0" encoding="utf-8"?>
<a:theme xmlns:a="http://schemas.openxmlformats.org/drawingml/2006/main" name="Presentation1">
  <a:themeElements>
    <a:clrScheme name="">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000066"/>
      </a:folHlink>
    </a:clrScheme>
    <a:fontScheme name="2_Master_Template">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spDef>
    <a:ln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lnDef>
  </a:objectDefaults>
  <a:extraClrSchemeLst>
    <a:extraClrScheme>
      <a:clrScheme name="2_Master_Templat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2_Master_Template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2_Master_Template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2_Master_Template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2_Master_Template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2_Master_Template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2_Master_Template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
      <a:clrScheme name="2_Master_Template 8">
        <a:dk1>
          <a:srgbClr val="000000"/>
        </a:dk1>
        <a:lt1>
          <a:srgbClr val="FFFFFF"/>
        </a:lt1>
        <a:dk2>
          <a:srgbClr val="000000"/>
        </a:dk2>
        <a:lt2>
          <a:srgbClr val="C0C0C0"/>
        </a:lt2>
        <a:accent1>
          <a:srgbClr val="C1FEF9"/>
        </a:accent1>
        <a:accent2>
          <a:srgbClr val="DC0081"/>
        </a:accent2>
        <a:accent3>
          <a:srgbClr val="FFFFFF"/>
        </a:accent3>
        <a:accent4>
          <a:srgbClr val="000000"/>
        </a:accent4>
        <a:accent5>
          <a:srgbClr val="DDFEFB"/>
        </a:accent5>
        <a:accent6>
          <a:srgbClr val="C70074"/>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9">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10">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3333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1">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00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2">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99CC"/>
        </a:hlink>
        <a:folHlink>
          <a:srgbClr val="CECECE"/>
        </a:folHlink>
      </a:clrScheme>
      <a:clrMap bg1="lt1" tx1="dk1" bg2="lt2" tx2="dk2" accent1="accent1" accent2="accent2" accent3="accent3" accent4="accent4" accent5="accent5" accent6="accent6" hlink="hlink" folHlink="folHlink"/>
    </a:extraClrScheme>
    <a:extraClrScheme>
      <a:clrScheme name="2_Master_Template 13">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4">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436F9F"/>
        </a:hlink>
        <a:folHlink>
          <a:srgbClr val="CECECE"/>
        </a:folHlink>
      </a:clrScheme>
      <a:clrMap bg1="lt1" tx1="dk1" bg2="lt2" tx2="dk2" accent1="accent1" accent2="accent2" accent3="accent3" accent4="accent4" accent5="accent5" accent6="accent6" hlink="hlink" folHlink="folHlink"/>
    </a:extraClrScheme>
    <a:extraClrScheme>
      <a:clrScheme name="2_Master_Template 15">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E4BB0E"/>
        </a:hlink>
        <a:folHlink>
          <a:srgbClr val="CECECE"/>
        </a:folHlink>
      </a:clrScheme>
      <a:clrMap bg1="lt1" tx1="dk1" bg2="lt2" tx2="dk2" accent1="accent1" accent2="accent2" accent3="accent3" accent4="accent4" accent5="accent5" accent6="accent6" hlink="hlink" folHlink="folHlink"/>
    </a:extraClrScheme>
    <a:extraClrScheme>
      <a:clrScheme name="2_Master_Template 16">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FFFFFF"/>
        </a:hlink>
        <a:folHlink>
          <a:srgbClr val="CECECE"/>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1_Presentation1">
  <a:themeElements>
    <a:clrScheme name="">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000066"/>
      </a:folHlink>
    </a:clrScheme>
    <a:fontScheme name="2_Master_Template">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spDef>
    <a:ln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lnDef>
  </a:objectDefaults>
  <a:extraClrSchemeLst>
    <a:extraClrScheme>
      <a:clrScheme name="2_Master_Templat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2_Master_Template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2_Master_Template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2_Master_Template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2_Master_Template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2_Master_Template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2_Master_Template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
      <a:clrScheme name="2_Master_Template 8">
        <a:dk1>
          <a:srgbClr val="000000"/>
        </a:dk1>
        <a:lt1>
          <a:srgbClr val="FFFFFF"/>
        </a:lt1>
        <a:dk2>
          <a:srgbClr val="000000"/>
        </a:dk2>
        <a:lt2>
          <a:srgbClr val="C0C0C0"/>
        </a:lt2>
        <a:accent1>
          <a:srgbClr val="C1FEF9"/>
        </a:accent1>
        <a:accent2>
          <a:srgbClr val="DC0081"/>
        </a:accent2>
        <a:accent3>
          <a:srgbClr val="FFFFFF"/>
        </a:accent3>
        <a:accent4>
          <a:srgbClr val="000000"/>
        </a:accent4>
        <a:accent5>
          <a:srgbClr val="DDFEFB"/>
        </a:accent5>
        <a:accent6>
          <a:srgbClr val="C70074"/>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9">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10">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3333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1">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00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2">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99CC"/>
        </a:hlink>
        <a:folHlink>
          <a:srgbClr val="CECECE"/>
        </a:folHlink>
      </a:clrScheme>
      <a:clrMap bg1="lt1" tx1="dk1" bg2="lt2" tx2="dk2" accent1="accent1" accent2="accent2" accent3="accent3" accent4="accent4" accent5="accent5" accent6="accent6" hlink="hlink" folHlink="folHlink"/>
    </a:extraClrScheme>
    <a:extraClrScheme>
      <a:clrScheme name="2_Master_Template 13">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4">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436F9F"/>
        </a:hlink>
        <a:folHlink>
          <a:srgbClr val="CECECE"/>
        </a:folHlink>
      </a:clrScheme>
      <a:clrMap bg1="lt1" tx1="dk1" bg2="lt2" tx2="dk2" accent1="accent1" accent2="accent2" accent3="accent3" accent4="accent4" accent5="accent5" accent6="accent6" hlink="hlink" folHlink="folHlink"/>
    </a:extraClrScheme>
    <a:extraClrScheme>
      <a:clrScheme name="2_Master_Template 15">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E4BB0E"/>
        </a:hlink>
        <a:folHlink>
          <a:srgbClr val="CECECE"/>
        </a:folHlink>
      </a:clrScheme>
      <a:clrMap bg1="lt1" tx1="dk1" bg2="lt2" tx2="dk2" accent1="accent1" accent2="accent2" accent3="accent3" accent4="accent4" accent5="accent5" accent6="accent6" hlink="hlink" folHlink="folHlink"/>
    </a:extraClrScheme>
    <a:extraClrScheme>
      <a:clrScheme name="2_Master_Template 16">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FFFFFF"/>
        </a:hlink>
        <a:folHlink>
          <a:srgbClr val="CECECE"/>
        </a:folHlink>
      </a:clrScheme>
      <a:clrMap bg1="lt1" tx1="dk1" bg2="lt2" tx2="dk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2_Presentation1">
  <a:themeElements>
    <a:clrScheme name="">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000066"/>
      </a:folHlink>
    </a:clrScheme>
    <a:fontScheme name="2_Master_Template">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spDef>
    <a:ln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lnDef>
  </a:objectDefaults>
  <a:extraClrSchemeLst>
    <a:extraClrScheme>
      <a:clrScheme name="2_Master_Templat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2_Master_Template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2_Master_Template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2_Master_Template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2_Master_Template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2_Master_Template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2_Master_Template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
      <a:clrScheme name="2_Master_Template 8">
        <a:dk1>
          <a:srgbClr val="000000"/>
        </a:dk1>
        <a:lt1>
          <a:srgbClr val="FFFFFF"/>
        </a:lt1>
        <a:dk2>
          <a:srgbClr val="000000"/>
        </a:dk2>
        <a:lt2>
          <a:srgbClr val="C0C0C0"/>
        </a:lt2>
        <a:accent1>
          <a:srgbClr val="C1FEF9"/>
        </a:accent1>
        <a:accent2>
          <a:srgbClr val="DC0081"/>
        </a:accent2>
        <a:accent3>
          <a:srgbClr val="FFFFFF"/>
        </a:accent3>
        <a:accent4>
          <a:srgbClr val="000000"/>
        </a:accent4>
        <a:accent5>
          <a:srgbClr val="DDFEFB"/>
        </a:accent5>
        <a:accent6>
          <a:srgbClr val="C70074"/>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9">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10">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3333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1">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00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2">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99CC"/>
        </a:hlink>
        <a:folHlink>
          <a:srgbClr val="CECECE"/>
        </a:folHlink>
      </a:clrScheme>
      <a:clrMap bg1="lt1" tx1="dk1" bg2="lt2" tx2="dk2" accent1="accent1" accent2="accent2" accent3="accent3" accent4="accent4" accent5="accent5" accent6="accent6" hlink="hlink" folHlink="folHlink"/>
    </a:extraClrScheme>
    <a:extraClrScheme>
      <a:clrScheme name="2_Master_Template 13">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4">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436F9F"/>
        </a:hlink>
        <a:folHlink>
          <a:srgbClr val="CECECE"/>
        </a:folHlink>
      </a:clrScheme>
      <a:clrMap bg1="lt1" tx1="dk1" bg2="lt2" tx2="dk2" accent1="accent1" accent2="accent2" accent3="accent3" accent4="accent4" accent5="accent5" accent6="accent6" hlink="hlink" folHlink="folHlink"/>
    </a:extraClrScheme>
    <a:extraClrScheme>
      <a:clrScheme name="2_Master_Template 15">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E4BB0E"/>
        </a:hlink>
        <a:folHlink>
          <a:srgbClr val="CECECE"/>
        </a:folHlink>
      </a:clrScheme>
      <a:clrMap bg1="lt1" tx1="dk1" bg2="lt2" tx2="dk2" accent1="accent1" accent2="accent2" accent3="accent3" accent4="accent4" accent5="accent5" accent6="accent6" hlink="hlink" folHlink="folHlink"/>
    </a:extraClrScheme>
    <a:extraClrScheme>
      <a:clrScheme name="2_Master_Template 16">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FFFFFF"/>
        </a:hlink>
        <a:folHlink>
          <a:srgbClr val="CECECE"/>
        </a:folHlink>
      </a:clrScheme>
      <a:clrMap bg1="lt1" tx1="dk1" bg2="lt2" tx2="dk2" accent1="accent1" accent2="accent2" accent3="accent3" accent4="accent4" accent5="accent5" accent6="accent6" hlink="hlink" folHlink="folHlink"/>
    </a:extraClrScheme>
  </a:extraClrSchemeLst>
</a:theme>
</file>

<file path=ppt/theme/theme4.xml><?xml version="1.0" encoding="utf-8"?>
<a:theme xmlns:a="http://schemas.openxmlformats.org/drawingml/2006/main" name="3_Presentation1">
  <a:themeElements>
    <a:clrScheme name="">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000066"/>
      </a:folHlink>
    </a:clrScheme>
    <a:fontScheme name="2_Master_Template">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spDef>
    <a:ln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lnDef>
  </a:objectDefaults>
  <a:extraClrSchemeLst>
    <a:extraClrScheme>
      <a:clrScheme name="2_Master_Templat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2_Master_Template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2_Master_Template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2_Master_Template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2_Master_Template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2_Master_Template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2_Master_Template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
      <a:clrScheme name="2_Master_Template 8">
        <a:dk1>
          <a:srgbClr val="000000"/>
        </a:dk1>
        <a:lt1>
          <a:srgbClr val="FFFFFF"/>
        </a:lt1>
        <a:dk2>
          <a:srgbClr val="000000"/>
        </a:dk2>
        <a:lt2>
          <a:srgbClr val="C0C0C0"/>
        </a:lt2>
        <a:accent1>
          <a:srgbClr val="C1FEF9"/>
        </a:accent1>
        <a:accent2>
          <a:srgbClr val="DC0081"/>
        </a:accent2>
        <a:accent3>
          <a:srgbClr val="FFFFFF"/>
        </a:accent3>
        <a:accent4>
          <a:srgbClr val="000000"/>
        </a:accent4>
        <a:accent5>
          <a:srgbClr val="DDFEFB"/>
        </a:accent5>
        <a:accent6>
          <a:srgbClr val="C70074"/>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9">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10">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3333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1">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00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2">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99CC"/>
        </a:hlink>
        <a:folHlink>
          <a:srgbClr val="CECECE"/>
        </a:folHlink>
      </a:clrScheme>
      <a:clrMap bg1="lt1" tx1="dk1" bg2="lt2" tx2="dk2" accent1="accent1" accent2="accent2" accent3="accent3" accent4="accent4" accent5="accent5" accent6="accent6" hlink="hlink" folHlink="folHlink"/>
    </a:extraClrScheme>
    <a:extraClrScheme>
      <a:clrScheme name="2_Master_Template 13">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4">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436F9F"/>
        </a:hlink>
        <a:folHlink>
          <a:srgbClr val="CECECE"/>
        </a:folHlink>
      </a:clrScheme>
      <a:clrMap bg1="lt1" tx1="dk1" bg2="lt2" tx2="dk2" accent1="accent1" accent2="accent2" accent3="accent3" accent4="accent4" accent5="accent5" accent6="accent6" hlink="hlink" folHlink="folHlink"/>
    </a:extraClrScheme>
    <a:extraClrScheme>
      <a:clrScheme name="2_Master_Template 15">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E4BB0E"/>
        </a:hlink>
        <a:folHlink>
          <a:srgbClr val="CECECE"/>
        </a:folHlink>
      </a:clrScheme>
      <a:clrMap bg1="lt1" tx1="dk1" bg2="lt2" tx2="dk2" accent1="accent1" accent2="accent2" accent3="accent3" accent4="accent4" accent5="accent5" accent6="accent6" hlink="hlink" folHlink="folHlink"/>
    </a:extraClrScheme>
    <a:extraClrScheme>
      <a:clrScheme name="2_Master_Template 16">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FFFFFF"/>
        </a:hlink>
        <a:folHlink>
          <a:srgbClr val="CECECE"/>
        </a:folHlink>
      </a:clrScheme>
      <a:clrMap bg1="lt1" tx1="dk1" bg2="lt2" tx2="dk2" accent1="accent1" accent2="accent2" accent3="accent3" accent4="accent4" accent5="accent5" accent6="accent6" hlink="hlink" folHlink="folHlink"/>
    </a:extraClrScheme>
  </a:extraClrSchemeLst>
</a:theme>
</file>

<file path=ppt/theme/theme5.xml><?xml version="1.0" encoding="utf-8"?>
<a:theme xmlns:a="http://schemas.openxmlformats.org/drawingml/2006/main" name="4_Presentation1">
  <a:themeElements>
    <a:clrScheme name="">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000066"/>
      </a:folHlink>
    </a:clrScheme>
    <a:fontScheme name="2_Master_Template">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spDef>
    <a:ln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lnDef>
  </a:objectDefaults>
  <a:extraClrSchemeLst>
    <a:extraClrScheme>
      <a:clrScheme name="2_Master_Templat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2_Master_Template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2_Master_Template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2_Master_Template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2_Master_Template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2_Master_Template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2_Master_Template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
      <a:clrScheme name="2_Master_Template 8">
        <a:dk1>
          <a:srgbClr val="000000"/>
        </a:dk1>
        <a:lt1>
          <a:srgbClr val="FFFFFF"/>
        </a:lt1>
        <a:dk2>
          <a:srgbClr val="000000"/>
        </a:dk2>
        <a:lt2>
          <a:srgbClr val="C0C0C0"/>
        </a:lt2>
        <a:accent1>
          <a:srgbClr val="C1FEF9"/>
        </a:accent1>
        <a:accent2>
          <a:srgbClr val="DC0081"/>
        </a:accent2>
        <a:accent3>
          <a:srgbClr val="FFFFFF"/>
        </a:accent3>
        <a:accent4>
          <a:srgbClr val="000000"/>
        </a:accent4>
        <a:accent5>
          <a:srgbClr val="DDFEFB"/>
        </a:accent5>
        <a:accent6>
          <a:srgbClr val="C70074"/>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9">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10">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3333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1">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00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2">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99CC"/>
        </a:hlink>
        <a:folHlink>
          <a:srgbClr val="CECECE"/>
        </a:folHlink>
      </a:clrScheme>
      <a:clrMap bg1="lt1" tx1="dk1" bg2="lt2" tx2="dk2" accent1="accent1" accent2="accent2" accent3="accent3" accent4="accent4" accent5="accent5" accent6="accent6" hlink="hlink" folHlink="folHlink"/>
    </a:extraClrScheme>
    <a:extraClrScheme>
      <a:clrScheme name="2_Master_Template 13">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4">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436F9F"/>
        </a:hlink>
        <a:folHlink>
          <a:srgbClr val="CECECE"/>
        </a:folHlink>
      </a:clrScheme>
      <a:clrMap bg1="lt1" tx1="dk1" bg2="lt2" tx2="dk2" accent1="accent1" accent2="accent2" accent3="accent3" accent4="accent4" accent5="accent5" accent6="accent6" hlink="hlink" folHlink="folHlink"/>
    </a:extraClrScheme>
    <a:extraClrScheme>
      <a:clrScheme name="2_Master_Template 15">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E4BB0E"/>
        </a:hlink>
        <a:folHlink>
          <a:srgbClr val="CECECE"/>
        </a:folHlink>
      </a:clrScheme>
      <a:clrMap bg1="lt1" tx1="dk1" bg2="lt2" tx2="dk2" accent1="accent1" accent2="accent2" accent3="accent3" accent4="accent4" accent5="accent5" accent6="accent6" hlink="hlink" folHlink="folHlink"/>
    </a:extraClrScheme>
    <a:extraClrScheme>
      <a:clrScheme name="2_Master_Template 16">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FFFFFF"/>
        </a:hlink>
        <a:folHlink>
          <a:srgbClr val="CECECE"/>
        </a:folHlink>
      </a:clrScheme>
      <a:clrMap bg1="lt1" tx1="dk1" bg2="lt2" tx2="dk2" accent1="accent1" accent2="accent2" accent3="accent3" accent4="accent4" accent5="accent5" accent6="accent6" hlink="hlink" folHlink="folHlink"/>
    </a:extraClrScheme>
  </a:extraClrSchemeLst>
</a:theme>
</file>

<file path=ppt/theme/theme6.xml><?xml version="1.0" encoding="utf-8"?>
<a:theme xmlns:a="http://schemas.openxmlformats.org/drawingml/2006/main" name="5_Presentation1">
  <a:themeElements>
    <a:clrScheme name="">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000066"/>
      </a:folHlink>
    </a:clrScheme>
    <a:fontScheme name="2_Master_Template">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spDef>
    <a:ln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lnDef>
  </a:objectDefaults>
  <a:extraClrSchemeLst>
    <a:extraClrScheme>
      <a:clrScheme name="2_Master_Templat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2_Master_Template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2_Master_Template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2_Master_Template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2_Master_Template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2_Master_Template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2_Master_Template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
      <a:clrScheme name="2_Master_Template 8">
        <a:dk1>
          <a:srgbClr val="000000"/>
        </a:dk1>
        <a:lt1>
          <a:srgbClr val="FFFFFF"/>
        </a:lt1>
        <a:dk2>
          <a:srgbClr val="000000"/>
        </a:dk2>
        <a:lt2>
          <a:srgbClr val="C0C0C0"/>
        </a:lt2>
        <a:accent1>
          <a:srgbClr val="C1FEF9"/>
        </a:accent1>
        <a:accent2>
          <a:srgbClr val="DC0081"/>
        </a:accent2>
        <a:accent3>
          <a:srgbClr val="FFFFFF"/>
        </a:accent3>
        <a:accent4>
          <a:srgbClr val="000000"/>
        </a:accent4>
        <a:accent5>
          <a:srgbClr val="DDFEFB"/>
        </a:accent5>
        <a:accent6>
          <a:srgbClr val="C70074"/>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9">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10">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3333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1">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00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2">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99CC"/>
        </a:hlink>
        <a:folHlink>
          <a:srgbClr val="CECECE"/>
        </a:folHlink>
      </a:clrScheme>
      <a:clrMap bg1="lt1" tx1="dk1" bg2="lt2" tx2="dk2" accent1="accent1" accent2="accent2" accent3="accent3" accent4="accent4" accent5="accent5" accent6="accent6" hlink="hlink" folHlink="folHlink"/>
    </a:extraClrScheme>
    <a:extraClrScheme>
      <a:clrScheme name="2_Master_Template 13">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4">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436F9F"/>
        </a:hlink>
        <a:folHlink>
          <a:srgbClr val="CECECE"/>
        </a:folHlink>
      </a:clrScheme>
      <a:clrMap bg1="lt1" tx1="dk1" bg2="lt2" tx2="dk2" accent1="accent1" accent2="accent2" accent3="accent3" accent4="accent4" accent5="accent5" accent6="accent6" hlink="hlink" folHlink="folHlink"/>
    </a:extraClrScheme>
    <a:extraClrScheme>
      <a:clrScheme name="2_Master_Template 15">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E4BB0E"/>
        </a:hlink>
        <a:folHlink>
          <a:srgbClr val="CECECE"/>
        </a:folHlink>
      </a:clrScheme>
      <a:clrMap bg1="lt1" tx1="dk1" bg2="lt2" tx2="dk2" accent1="accent1" accent2="accent2" accent3="accent3" accent4="accent4" accent5="accent5" accent6="accent6" hlink="hlink" folHlink="folHlink"/>
    </a:extraClrScheme>
    <a:extraClrScheme>
      <a:clrScheme name="2_Master_Template 16">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FFFFFF"/>
        </a:hlink>
        <a:folHlink>
          <a:srgbClr val="CECECE"/>
        </a:folHlink>
      </a:clrScheme>
      <a:clrMap bg1="lt1" tx1="dk1" bg2="lt2" tx2="dk2" accent1="accent1" accent2="accent2" accent3="accent3" accent4="accent4" accent5="accent5" accent6="accent6" hlink="hlink" folHlink="folHlink"/>
    </a:extraClrScheme>
  </a:extraClrSchemeLst>
</a:theme>
</file>

<file path=ppt/theme/theme7.xml><?xml version="1.0" encoding="utf-8"?>
<a:theme xmlns:a="http://schemas.openxmlformats.org/drawingml/2006/main" name="6_Presentation1">
  <a:themeElements>
    <a:clrScheme name="">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000066"/>
      </a:folHlink>
    </a:clrScheme>
    <a:fontScheme name="2_Master_Template">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spDef>
    <a:ln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lnDef>
  </a:objectDefaults>
  <a:extraClrSchemeLst>
    <a:extraClrScheme>
      <a:clrScheme name="2_Master_Templat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2_Master_Template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2_Master_Template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2_Master_Template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2_Master_Template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2_Master_Template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2_Master_Template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
      <a:clrScheme name="2_Master_Template 8">
        <a:dk1>
          <a:srgbClr val="000000"/>
        </a:dk1>
        <a:lt1>
          <a:srgbClr val="FFFFFF"/>
        </a:lt1>
        <a:dk2>
          <a:srgbClr val="000000"/>
        </a:dk2>
        <a:lt2>
          <a:srgbClr val="C0C0C0"/>
        </a:lt2>
        <a:accent1>
          <a:srgbClr val="C1FEF9"/>
        </a:accent1>
        <a:accent2>
          <a:srgbClr val="DC0081"/>
        </a:accent2>
        <a:accent3>
          <a:srgbClr val="FFFFFF"/>
        </a:accent3>
        <a:accent4>
          <a:srgbClr val="000000"/>
        </a:accent4>
        <a:accent5>
          <a:srgbClr val="DDFEFB"/>
        </a:accent5>
        <a:accent6>
          <a:srgbClr val="C70074"/>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9">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10">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3333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1">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00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2">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99CC"/>
        </a:hlink>
        <a:folHlink>
          <a:srgbClr val="CECECE"/>
        </a:folHlink>
      </a:clrScheme>
      <a:clrMap bg1="lt1" tx1="dk1" bg2="lt2" tx2="dk2" accent1="accent1" accent2="accent2" accent3="accent3" accent4="accent4" accent5="accent5" accent6="accent6" hlink="hlink" folHlink="folHlink"/>
    </a:extraClrScheme>
    <a:extraClrScheme>
      <a:clrScheme name="2_Master_Template 13">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4">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436F9F"/>
        </a:hlink>
        <a:folHlink>
          <a:srgbClr val="CECECE"/>
        </a:folHlink>
      </a:clrScheme>
      <a:clrMap bg1="lt1" tx1="dk1" bg2="lt2" tx2="dk2" accent1="accent1" accent2="accent2" accent3="accent3" accent4="accent4" accent5="accent5" accent6="accent6" hlink="hlink" folHlink="folHlink"/>
    </a:extraClrScheme>
    <a:extraClrScheme>
      <a:clrScheme name="2_Master_Template 15">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E4BB0E"/>
        </a:hlink>
        <a:folHlink>
          <a:srgbClr val="CECECE"/>
        </a:folHlink>
      </a:clrScheme>
      <a:clrMap bg1="lt1" tx1="dk1" bg2="lt2" tx2="dk2" accent1="accent1" accent2="accent2" accent3="accent3" accent4="accent4" accent5="accent5" accent6="accent6" hlink="hlink" folHlink="folHlink"/>
    </a:extraClrScheme>
    <a:extraClrScheme>
      <a:clrScheme name="2_Master_Template 16">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FFFFFF"/>
        </a:hlink>
        <a:folHlink>
          <a:srgbClr val="CECECE"/>
        </a:folHlink>
      </a:clrScheme>
      <a:clrMap bg1="lt1" tx1="dk1" bg2="lt2" tx2="dk2" accent1="accent1" accent2="accent2" accent3="accent3" accent4="accent4" accent5="accent5" accent6="accent6" hlink="hlink" folHlink="folHlink"/>
    </a:extraClrScheme>
  </a:extraClrSchemeLst>
</a:theme>
</file>

<file path=ppt/theme/theme8.xml><?xml version="1.0" encoding="utf-8"?>
<a:theme xmlns:a="http://schemas.openxmlformats.org/drawingml/2006/main" name="7_Presentation1">
  <a:themeElements>
    <a:clrScheme name="">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000066"/>
      </a:folHlink>
    </a:clrScheme>
    <a:fontScheme name="2_Master_Template">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spDef>
    <a:ln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lnDef>
  </a:objectDefaults>
  <a:extraClrSchemeLst>
    <a:extraClrScheme>
      <a:clrScheme name="2_Master_Templat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2_Master_Template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2_Master_Template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2_Master_Template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2_Master_Template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2_Master_Template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2_Master_Template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
      <a:clrScheme name="2_Master_Template 8">
        <a:dk1>
          <a:srgbClr val="000000"/>
        </a:dk1>
        <a:lt1>
          <a:srgbClr val="FFFFFF"/>
        </a:lt1>
        <a:dk2>
          <a:srgbClr val="000000"/>
        </a:dk2>
        <a:lt2>
          <a:srgbClr val="C0C0C0"/>
        </a:lt2>
        <a:accent1>
          <a:srgbClr val="C1FEF9"/>
        </a:accent1>
        <a:accent2>
          <a:srgbClr val="DC0081"/>
        </a:accent2>
        <a:accent3>
          <a:srgbClr val="FFFFFF"/>
        </a:accent3>
        <a:accent4>
          <a:srgbClr val="000000"/>
        </a:accent4>
        <a:accent5>
          <a:srgbClr val="DDFEFB"/>
        </a:accent5>
        <a:accent6>
          <a:srgbClr val="C70074"/>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9">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10">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3333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1">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00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2">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99CC"/>
        </a:hlink>
        <a:folHlink>
          <a:srgbClr val="CECECE"/>
        </a:folHlink>
      </a:clrScheme>
      <a:clrMap bg1="lt1" tx1="dk1" bg2="lt2" tx2="dk2" accent1="accent1" accent2="accent2" accent3="accent3" accent4="accent4" accent5="accent5" accent6="accent6" hlink="hlink" folHlink="folHlink"/>
    </a:extraClrScheme>
    <a:extraClrScheme>
      <a:clrScheme name="2_Master_Template 13">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4">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436F9F"/>
        </a:hlink>
        <a:folHlink>
          <a:srgbClr val="CECECE"/>
        </a:folHlink>
      </a:clrScheme>
      <a:clrMap bg1="lt1" tx1="dk1" bg2="lt2" tx2="dk2" accent1="accent1" accent2="accent2" accent3="accent3" accent4="accent4" accent5="accent5" accent6="accent6" hlink="hlink" folHlink="folHlink"/>
    </a:extraClrScheme>
    <a:extraClrScheme>
      <a:clrScheme name="2_Master_Template 15">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E4BB0E"/>
        </a:hlink>
        <a:folHlink>
          <a:srgbClr val="CECECE"/>
        </a:folHlink>
      </a:clrScheme>
      <a:clrMap bg1="lt1" tx1="dk1" bg2="lt2" tx2="dk2" accent1="accent1" accent2="accent2" accent3="accent3" accent4="accent4" accent5="accent5" accent6="accent6" hlink="hlink" folHlink="folHlink"/>
    </a:extraClrScheme>
    <a:extraClrScheme>
      <a:clrScheme name="2_Master_Template 16">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FFFFFF"/>
        </a:hlink>
        <a:folHlink>
          <a:srgbClr val="CECECE"/>
        </a:folHlink>
      </a:clrScheme>
      <a:clrMap bg1="lt1" tx1="dk1" bg2="lt2" tx2="dk2" accent1="accent1" accent2="accent2" accent3="accent3" accent4="accent4" accent5="accent5" accent6="accent6" hlink="hlink" folHlink="folHlink"/>
    </a:extraClrScheme>
  </a:extraClrSchemeLst>
</a:theme>
</file>

<file path=ppt/theme/theme9.xml><?xml version="1.0" encoding="utf-8"?>
<a:theme xmlns:a="http://schemas.openxmlformats.org/drawingml/2006/main" name="8_Presentation1">
  <a:themeElements>
    <a:clrScheme name="">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000066"/>
      </a:folHlink>
    </a:clrScheme>
    <a:fontScheme name="2_Master_Template">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spDef>
    <a:ln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lnDef>
  </a:objectDefaults>
  <a:extraClrSchemeLst>
    <a:extraClrScheme>
      <a:clrScheme name="2_Master_Templat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2_Master_Template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2_Master_Template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2_Master_Template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2_Master_Template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2_Master_Template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2_Master_Template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
      <a:clrScheme name="2_Master_Template 8">
        <a:dk1>
          <a:srgbClr val="000000"/>
        </a:dk1>
        <a:lt1>
          <a:srgbClr val="FFFFFF"/>
        </a:lt1>
        <a:dk2>
          <a:srgbClr val="000000"/>
        </a:dk2>
        <a:lt2>
          <a:srgbClr val="C0C0C0"/>
        </a:lt2>
        <a:accent1>
          <a:srgbClr val="C1FEF9"/>
        </a:accent1>
        <a:accent2>
          <a:srgbClr val="DC0081"/>
        </a:accent2>
        <a:accent3>
          <a:srgbClr val="FFFFFF"/>
        </a:accent3>
        <a:accent4>
          <a:srgbClr val="000000"/>
        </a:accent4>
        <a:accent5>
          <a:srgbClr val="DDFEFB"/>
        </a:accent5>
        <a:accent6>
          <a:srgbClr val="C70074"/>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9">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10">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3333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1">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00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2">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99CC"/>
        </a:hlink>
        <a:folHlink>
          <a:srgbClr val="CECECE"/>
        </a:folHlink>
      </a:clrScheme>
      <a:clrMap bg1="lt1" tx1="dk1" bg2="lt2" tx2="dk2" accent1="accent1" accent2="accent2" accent3="accent3" accent4="accent4" accent5="accent5" accent6="accent6" hlink="hlink" folHlink="folHlink"/>
    </a:extraClrScheme>
    <a:extraClrScheme>
      <a:clrScheme name="2_Master_Template 13">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4">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436F9F"/>
        </a:hlink>
        <a:folHlink>
          <a:srgbClr val="CECECE"/>
        </a:folHlink>
      </a:clrScheme>
      <a:clrMap bg1="lt1" tx1="dk1" bg2="lt2" tx2="dk2" accent1="accent1" accent2="accent2" accent3="accent3" accent4="accent4" accent5="accent5" accent6="accent6" hlink="hlink" folHlink="folHlink"/>
    </a:extraClrScheme>
    <a:extraClrScheme>
      <a:clrScheme name="2_Master_Template 15">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E4BB0E"/>
        </a:hlink>
        <a:folHlink>
          <a:srgbClr val="CECECE"/>
        </a:folHlink>
      </a:clrScheme>
      <a:clrMap bg1="lt1" tx1="dk1" bg2="lt2" tx2="dk2" accent1="accent1" accent2="accent2" accent3="accent3" accent4="accent4" accent5="accent5" accent6="accent6" hlink="hlink" folHlink="folHlink"/>
    </a:extraClrScheme>
    <a:extraClrScheme>
      <a:clrScheme name="2_Master_Template 16">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FFFFFF"/>
        </a:hlink>
        <a:folHlink>
          <a:srgbClr val="CECECE"/>
        </a:folHlink>
      </a:clrScheme>
      <a:clrMap bg1="lt1" tx1="dk1" bg2="lt2" tx2="dk2" accent1="accent1" accent2="accent2" accent3="accent3" accent4="accent4" accent5="accent5" accent6="accent6" hlink="hlink" folHlink="folHlink"/>
    </a:extraClrScheme>
  </a:extraClrSchemeLst>
</a:theme>
</file>

<file path=ppt/theme/theme10.xml><?xml version="1.0" encoding="utf-8"?>
<a:theme xmlns:a="http://schemas.openxmlformats.org/drawingml/2006/main" name="9_Presentation1">
  <a:themeElements>
    <a:clrScheme name="">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000066"/>
      </a:folHlink>
    </a:clrScheme>
    <a:fontScheme name="2_Master_Template">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spDef>
    <a:ln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lnDef>
  </a:objectDefaults>
  <a:extraClrSchemeLst>
    <a:extraClrScheme>
      <a:clrScheme name="2_Master_Templat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2_Master_Template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2_Master_Template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2_Master_Template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2_Master_Template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2_Master_Template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2_Master_Template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
      <a:clrScheme name="2_Master_Template 8">
        <a:dk1>
          <a:srgbClr val="000000"/>
        </a:dk1>
        <a:lt1>
          <a:srgbClr val="FFFFFF"/>
        </a:lt1>
        <a:dk2>
          <a:srgbClr val="000000"/>
        </a:dk2>
        <a:lt2>
          <a:srgbClr val="C0C0C0"/>
        </a:lt2>
        <a:accent1>
          <a:srgbClr val="C1FEF9"/>
        </a:accent1>
        <a:accent2>
          <a:srgbClr val="DC0081"/>
        </a:accent2>
        <a:accent3>
          <a:srgbClr val="FFFFFF"/>
        </a:accent3>
        <a:accent4>
          <a:srgbClr val="000000"/>
        </a:accent4>
        <a:accent5>
          <a:srgbClr val="DDFEFB"/>
        </a:accent5>
        <a:accent6>
          <a:srgbClr val="C70074"/>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9">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10">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3333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1">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00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2">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99CC"/>
        </a:hlink>
        <a:folHlink>
          <a:srgbClr val="CECECE"/>
        </a:folHlink>
      </a:clrScheme>
      <a:clrMap bg1="lt1" tx1="dk1" bg2="lt2" tx2="dk2" accent1="accent1" accent2="accent2" accent3="accent3" accent4="accent4" accent5="accent5" accent6="accent6" hlink="hlink" folHlink="folHlink"/>
    </a:extraClrScheme>
    <a:extraClrScheme>
      <a:clrScheme name="2_Master_Template 13">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4">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436F9F"/>
        </a:hlink>
        <a:folHlink>
          <a:srgbClr val="CECECE"/>
        </a:folHlink>
      </a:clrScheme>
      <a:clrMap bg1="lt1" tx1="dk1" bg2="lt2" tx2="dk2" accent1="accent1" accent2="accent2" accent3="accent3" accent4="accent4" accent5="accent5" accent6="accent6" hlink="hlink" folHlink="folHlink"/>
    </a:extraClrScheme>
    <a:extraClrScheme>
      <a:clrScheme name="2_Master_Template 15">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E4BB0E"/>
        </a:hlink>
        <a:folHlink>
          <a:srgbClr val="CECECE"/>
        </a:folHlink>
      </a:clrScheme>
      <a:clrMap bg1="lt1" tx1="dk1" bg2="lt2" tx2="dk2" accent1="accent1" accent2="accent2" accent3="accent3" accent4="accent4" accent5="accent5" accent6="accent6" hlink="hlink" folHlink="folHlink"/>
    </a:extraClrScheme>
    <a:extraClrScheme>
      <a:clrScheme name="2_Master_Template 16">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FFFFFF"/>
        </a:hlink>
        <a:folHlink>
          <a:srgbClr val="CECECE"/>
        </a:folHlink>
      </a:clrScheme>
      <a:clrMap bg1="lt1" tx1="dk1" bg2="lt2" tx2="dk2" accent1="accent1" accent2="accent2" accent3="accent3" accent4="accent4" accent5="accent5" accent6="accent6" hlink="hlink" folHlink="folHlink"/>
    </a:extraClrScheme>
  </a:extraClrSchemeLst>
</a:theme>
</file>

<file path=ppt/theme/theme11.xml><?xml version="1.0" encoding="utf-8"?>
<a:theme xmlns:a="http://schemas.openxmlformats.org/drawingml/2006/main" name="10_Presentation1">
  <a:themeElements>
    <a:clrScheme name="">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000066"/>
      </a:folHlink>
    </a:clrScheme>
    <a:fontScheme name="2_Master_Template">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spDef>
    <a:ln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lnDef>
  </a:objectDefaults>
  <a:extraClrSchemeLst>
    <a:extraClrScheme>
      <a:clrScheme name="2_Master_Templat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2_Master_Template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2_Master_Template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2_Master_Template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2_Master_Template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2_Master_Template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2_Master_Template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
      <a:clrScheme name="2_Master_Template 8">
        <a:dk1>
          <a:srgbClr val="000000"/>
        </a:dk1>
        <a:lt1>
          <a:srgbClr val="FFFFFF"/>
        </a:lt1>
        <a:dk2>
          <a:srgbClr val="000000"/>
        </a:dk2>
        <a:lt2>
          <a:srgbClr val="C0C0C0"/>
        </a:lt2>
        <a:accent1>
          <a:srgbClr val="C1FEF9"/>
        </a:accent1>
        <a:accent2>
          <a:srgbClr val="DC0081"/>
        </a:accent2>
        <a:accent3>
          <a:srgbClr val="FFFFFF"/>
        </a:accent3>
        <a:accent4>
          <a:srgbClr val="000000"/>
        </a:accent4>
        <a:accent5>
          <a:srgbClr val="DDFEFB"/>
        </a:accent5>
        <a:accent6>
          <a:srgbClr val="C70074"/>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9">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10">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3333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1">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00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2">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99CC"/>
        </a:hlink>
        <a:folHlink>
          <a:srgbClr val="CECECE"/>
        </a:folHlink>
      </a:clrScheme>
      <a:clrMap bg1="lt1" tx1="dk1" bg2="lt2" tx2="dk2" accent1="accent1" accent2="accent2" accent3="accent3" accent4="accent4" accent5="accent5" accent6="accent6" hlink="hlink" folHlink="folHlink"/>
    </a:extraClrScheme>
    <a:extraClrScheme>
      <a:clrScheme name="2_Master_Template 13">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4">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436F9F"/>
        </a:hlink>
        <a:folHlink>
          <a:srgbClr val="CECECE"/>
        </a:folHlink>
      </a:clrScheme>
      <a:clrMap bg1="lt1" tx1="dk1" bg2="lt2" tx2="dk2" accent1="accent1" accent2="accent2" accent3="accent3" accent4="accent4" accent5="accent5" accent6="accent6" hlink="hlink" folHlink="folHlink"/>
    </a:extraClrScheme>
    <a:extraClrScheme>
      <a:clrScheme name="2_Master_Template 15">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E4BB0E"/>
        </a:hlink>
        <a:folHlink>
          <a:srgbClr val="CECECE"/>
        </a:folHlink>
      </a:clrScheme>
      <a:clrMap bg1="lt1" tx1="dk1" bg2="lt2" tx2="dk2" accent1="accent1" accent2="accent2" accent3="accent3" accent4="accent4" accent5="accent5" accent6="accent6" hlink="hlink" folHlink="folHlink"/>
    </a:extraClrScheme>
    <a:extraClrScheme>
      <a:clrScheme name="2_Master_Template 16">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FFFFFF"/>
        </a:hlink>
        <a:folHlink>
          <a:srgbClr val="CECECE"/>
        </a:folHlink>
      </a:clrScheme>
      <a:clrMap bg1="lt1" tx1="dk1" bg2="lt2" tx2="dk2" accent1="accent1" accent2="accent2" accent3="accent3" accent4="accent4" accent5="accent5" accent6="accent6" hlink="hlink" folHlink="folHlink"/>
    </a:extraClrScheme>
  </a:extraClrSchemeLst>
</a:theme>
</file>

<file path=ppt/theme/theme12.xml><?xml version="1.0" encoding="utf-8"?>
<a:theme xmlns:a="http://schemas.openxmlformats.org/drawingml/2006/main" name="11_Presentation1">
  <a:themeElements>
    <a:clrScheme name="">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000066"/>
      </a:folHlink>
    </a:clrScheme>
    <a:fontScheme name="2_Master_Template">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spDef>
    <a:ln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lnDef>
  </a:objectDefaults>
  <a:extraClrSchemeLst>
    <a:extraClrScheme>
      <a:clrScheme name="2_Master_Templat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2_Master_Template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2_Master_Template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2_Master_Template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2_Master_Template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2_Master_Template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2_Master_Template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
      <a:clrScheme name="2_Master_Template 8">
        <a:dk1>
          <a:srgbClr val="000000"/>
        </a:dk1>
        <a:lt1>
          <a:srgbClr val="FFFFFF"/>
        </a:lt1>
        <a:dk2>
          <a:srgbClr val="000000"/>
        </a:dk2>
        <a:lt2>
          <a:srgbClr val="C0C0C0"/>
        </a:lt2>
        <a:accent1>
          <a:srgbClr val="C1FEF9"/>
        </a:accent1>
        <a:accent2>
          <a:srgbClr val="DC0081"/>
        </a:accent2>
        <a:accent3>
          <a:srgbClr val="FFFFFF"/>
        </a:accent3>
        <a:accent4>
          <a:srgbClr val="000000"/>
        </a:accent4>
        <a:accent5>
          <a:srgbClr val="DDFEFB"/>
        </a:accent5>
        <a:accent6>
          <a:srgbClr val="C70074"/>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9">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10">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3333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1">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00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2">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99CC"/>
        </a:hlink>
        <a:folHlink>
          <a:srgbClr val="CECECE"/>
        </a:folHlink>
      </a:clrScheme>
      <a:clrMap bg1="lt1" tx1="dk1" bg2="lt2" tx2="dk2" accent1="accent1" accent2="accent2" accent3="accent3" accent4="accent4" accent5="accent5" accent6="accent6" hlink="hlink" folHlink="folHlink"/>
    </a:extraClrScheme>
    <a:extraClrScheme>
      <a:clrScheme name="2_Master_Template 13">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4">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436F9F"/>
        </a:hlink>
        <a:folHlink>
          <a:srgbClr val="CECECE"/>
        </a:folHlink>
      </a:clrScheme>
      <a:clrMap bg1="lt1" tx1="dk1" bg2="lt2" tx2="dk2" accent1="accent1" accent2="accent2" accent3="accent3" accent4="accent4" accent5="accent5" accent6="accent6" hlink="hlink" folHlink="folHlink"/>
    </a:extraClrScheme>
    <a:extraClrScheme>
      <a:clrScheme name="2_Master_Template 15">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E4BB0E"/>
        </a:hlink>
        <a:folHlink>
          <a:srgbClr val="CECECE"/>
        </a:folHlink>
      </a:clrScheme>
      <a:clrMap bg1="lt1" tx1="dk1" bg2="lt2" tx2="dk2" accent1="accent1" accent2="accent2" accent3="accent3" accent4="accent4" accent5="accent5" accent6="accent6" hlink="hlink" folHlink="folHlink"/>
    </a:extraClrScheme>
    <a:extraClrScheme>
      <a:clrScheme name="2_Master_Template 16">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FFFFFF"/>
        </a:hlink>
        <a:folHlink>
          <a:srgbClr val="CECECE"/>
        </a:folHlink>
      </a:clrScheme>
      <a:clrMap bg1="lt1" tx1="dk1" bg2="lt2" tx2="dk2" accent1="accent1" accent2="accent2" accent3="accent3" accent4="accent4" accent5="accent5" accent6="accent6" hlink="hlink" folHlink="folHlink"/>
    </a:extraClrScheme>
  </a:extraClrSchemeLst>
</a:theme>
</file>

<file path=ppt/theme/theme13.xml><?xml version="1.0" encoding="utf-8"?>
<a:theme xmlns:a="http://schemas.openxmlformats.org/drawingml/2006/main" name="12_Presentation1">
  <a:themeElements>
    <a:clrScheme name="">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000066"/>
      </a:folHlink>
    </a:clrScheme>
    <a:fontScheme name="2_Master_Template">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spDef>
    <a:ln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lnDef>
  </a:objectDefaults>
  <a:extraClrSchemeLst>
    <a:extraClrScheme>
      <a:clrScheme name="2_Master_Templat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2_Master_Template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2_Master_Template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2_Master_Template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2_Master_Template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2_Master_Template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2_Master_Template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
      <a:clrScheme name="2_Master_Template 8">
        <a:dk1>
          <a:srgbClr val="000000"/>
        </a:dk1>
        <a:lt1>
          <a:srgbClr val="FFFFFF"/>
        </a:lt1>
        <a:dk2>
          <a:srgbClr val="000000"/>
        </a:dk2>
        <a:lt2>
          <a:srgbClr val="C0C0C0"/>
        </a:lt2>
        <a:accent1>
          <a:srgbClr val="C1FEF9"/>
        </a:accent1>
        <a:accent2>
          <a:srgbClr val="DC0081"/>
        </a:accent2>
        <a:accent3>
          <a:srgbClr val="FFFFFF"/>
        </a:accent3>
        <a:accent4>
          <a:srgbClr val="000000"/>
        </a:accent4>
        <a:accent5>
          <a:srgbClr val="DDFEFB"/>
        </a:accent5>
        <a:accent6>
          <a:srgbClr val="C70074"/>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9">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10">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3333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1">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00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2">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99CC"/>
        </a:hlink>
        <a:folHlink>
          <a:srgbClr val="CECECE"/>
        </a:folHlink>
      </a:clrScheme>
      <a:clrMap bg1="lt1" tx1="dk1" bg2="lt2" tx2="dk2" accent1="accent1" accent2="accent2" accent3="accent3" accent4="accent4" accent5="accent5" accent6="accent6" hlink="hlink" folHlink="folHlink"/>
    </a:extraClrScheme>
    <a:extraClrScheme>
      <a:clrScheme name="2_Master_Template 13">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4">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436F9F"/>
        </a:hlink>
        <a:folHlink>
          <a:srgbClr val="CECECE"/>
        </a:folHlink>
      </a:clrScheme>
      <a:clrMap bg1="lt1" tx1="dk1" bg2="lt2" tx2="dk2" accent1="accent1" accent2="accent2" accent3="accent3" accent4="accent4" accent5="accent5" accent6="accent6" hlink="hlink" folHlink="folHlink"/>
    </a:extraClrScheme>
    <a:extraClrScheme>
      <a:clrScheme name="2_Master_Template 15">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E4BB0E"/>
        </a:hlink>
        <a:folHlink>
          <a:srgbClr val="CECECE"/>
        </a:folHlink>
      </a:clrScheme>
      <a:clrMap bg1="lt1" tx1="dk1" bg2="lt2" tx2="dk2" accent1="accent1" accent2="accent2" accent3="accent3" accent4="accent4" accent5="accent5" accent6="accent6" hlink="hlink" folHlink="folHlink"/>
    </a:extraClrScheme>
    <a:extraClrScheme>
      <a:clrScheme name="2_Master_Template 16">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FFFFFF"/>
        </a:hlink>
        <a:folHlink>
          <a:srgbClr val="CECECE"/>
        </a:folHlink>
      </a:clrScheme>
      <a:clrMap bg1="lt1" tx1="dk1" bg2="lt2" tx2="dk2" accent1="accent1" accent2="accent2" accent3="accent3" accent4="accent4" accent5="accent5" accent6="accent6" hlink="hlink" folHlink="folHlink"/>
    </a:extraClrScheme>
  </a:extraClrSchemeLst>
</a:theme>
</file>

<file path=ppt/theme/theme14.xml><?xml version="1.0" encoding="utf-8"?>
<a:theme xmlns:a="http://schemas.openxmlformats.org/drawingml/2006/main" name="13_Presentation1">
  <a:themeElements>
    <a:clrScheme name="">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000066"/>
      </a:folHlink>
    </a:clrScheme>
    <a:fontScheme name="2_Master_Template">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spDef>
    <a:ln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lnDef>
  </a:objectDefaults>
  <a:extraClrSchemeLst>
    <a:extraClrScheme>
      <a:clrScheme name="2_Master_Templat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2_Master_Template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2_Master_Template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2_Master_Template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2_Master_Template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2_Master_Template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2_Master_Template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
      <a:clrScheme name="2_Master_Template 8">
        <a:dk1>
          <a:srgbClr val="000000"/>
        </a:dk1>
        <a:lt1>
          <a:srgbClr val="FFFFFF"/>
        </a:lt1>
        <a:dk2>
          <a:srgbClr val="000000"/>
        </a:dk2>
        <a:lt2>
          <a:srgbClr val="C0C0C0"/>
        </a:lt2>
        <a:accent1>
          <a:srgbClr val="C1FEF9"/>
        </a:accent1>
        <a:accent2>
          <a:srgbClr val="DC0081"/>
        </a:accent2>
        <a:accent3>
          <a:srgbClr val="FFFFFF"/>
        </a:accent3>
        <a:accent4>
          <a:srgbClr val="000000"/>
        </a:accent4>
        <a:accent5>
          <a:srgbClr val="DDFEFB"/>
        </a:accent5>
        <a:accent6>
          <a:srgbClr val="C70074"/>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9">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10">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3333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1">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00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2">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99CC"/>
        </a:hlink>
        <a:folHlink>
          <a:srgbClr val="CECECE"/>
        </a:folHlink>
      </a:clrScheme>
      <a:clrMap bg1="lt1" tx1="dk1" bg2="lt2" tx2="dk2" accent1="accent1" accent2="accent2" accent3="accent3" accent4="accent4" accent5="accent5" accent6="accent6" hlink="hlink" folHlink="folHlink"/>
    </a:extraClrScheme>
    <a:extraClrScheme>
      <a:clrScheme name="2_Master_Template 13">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4">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436F9F"/>
        </a:hlink>
        <a:folHlink>
          <a:srgbClr val="CECECE"/>
        </a:folHlink>
      </a:clrScheme>
      <a:clrMap bg1="lt1" tx1="dk1" bg2="lt2" tx2="dk2" accent1="accent1" accent2="accent2" accent3="accent3" accent4="accent4" accent5="accent5" accent6="accent6" hlink="hlink" folHlink="folHlink"/>
    </a:extraClrScheme>
    <a:extraClrScheme>
      <a:clrScheme name="2_Master_Template 15">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E4BB0E"/>
        </a:hlink>
        <a:folHlink>
          <a:srgbClr val="CECECE"/>
        </a:folHlink>
      </a:clrScheme>
      <a:clrMap bg1="lt1" tx1="dk1" bg2="lt2" tx2="dk2" accent1="accent1" accent2="accent2" accent3="accent3" accent4="accent4" accent5="accent5" accent6="accent6" hlink="hlink" folHlink="folHlink"/>
    </a:extraClrScheme>
    <a:extraClrScheme>
      <a:clrScheme name="2_Master_Template 16">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FFFFFF"/>
        </a:hlink>
        <a:folHlink>
          <a:srgbClr val="CECECE"/>
        </a:folHlink>
      </a:clrScheme>
      <a:clrMap bg1="lt1" tx1="dk1" bg2="lt2" tx2="dk2" accent1="accent1" accent2="accent2" accent3="accent3" accent4="accent4" accent5="accent5" accent6="accent6" hlink="hlink" folHlink="folHlink"/>
    </a:extraClrScheme>
  </a:extraClrSchemeLst>
</a:theme>
</file>

<file path=ppt/theme/theme15.xml><?xml version="1.0" encoding="utf-8"?>
<a:theme xmlns:a="http://schemas.openxmlformats.org/drawingml/2006/main" name="14_Presentation1">
  <a:themeElements>
    <a:clrScheme name="">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000066"/>
      </a:folHlink>
    </a:clrScheme>
    <a:fontScheme name="2_Master_Template">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spDef>
    <a:ln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lnDef>
  </a:objectDefaults>
  <a:extraClrSchemeLst>
    <a:extraClrScheme>
      <a:clrScheme name="2_Master_Templat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2_Master_Template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2_Master_Template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2_Master_Template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2_Master_Template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2_Master_Template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2_Master_Template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
      <a:clrScheme name="2_Master_Template 8">
        <a:dk1>
          <a:srgbClr val="000000"/>
        </a:dk1>
        <a:lt1>
          <a:srgbClr val="FFFFFF"/>
        </a:lt1>
        <a:dk2>
          <a:srgbClr val="000000"/>
        </a:dk2>
        <a:lt2>
          <a:srgbClr val="C0C0C0"/>
        </a:lt2>
        <a:accent1>
          <a:srgbClr val="C1FEF9"/>
        </a:accent1>
        <a:accent2>
          <a:srgbClr val="DC0081"/>
        </a:accent2>
        <a:accent3>
          <a:srgbClr val="FFFFFF"/>
        </a:accent3>
        <a:accent4>
          <a:srgbClr val="000000"/>
        </a:accent4>
        <a:accent5>
          <a:srgbClr val="DDFEFB"/>
        </a:accent5>
        <a:accent6>
          <a:srgbClr val="C70074"/>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9">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10">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3333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1">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00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2">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99CC"/>
        </a:hlink>
        <a:folHlink>
          <a:srgbClr val="CECECE"/>
        </a:folHlink>
      </a:clrScheme>
      <a:clrMap bg1="lt1" tx1="dk1" bg2="lt2" tx2="dk2" accent1="accent1" accent2="accent2" accent3="accent3" accent4="accent4" accent5="accent5" accent6="accent6" hlink="hlink" folHlink="folHlink"/>
    </a:extraClrScheme>
    <a:extraClrScheme>
      <a:clrScheme name="2_Master_Template 13">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4">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436F9F"/>
        </a:hlink>
        <a:folHlink>
          <a:srgbClr val="CECECE"/>
        </a:folHlink>
      </a:clrScheme>
      <a:clrMap bg1="lt1" tx1="dk1" bg2="lt2" tx2="dk2" accent1="accent1" accent2="accent2" accent3="accent3" accent4="accent4" accent5="accent5" accent6="accent6" hlink="hlink" folHlink="folHlink"/>
    </a:extraClrScheme>
    <a:extraClrScheme>
      <a:clrScheme name="2_Master_Template 15">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E4BB0E"/>
        </a:hlink>
        <a:folHlink>
          <a:srgbClr val="CECECE"/>
        </a:folHlink>
      </a:clrScheme>
      <a:clrMap bg1="lt1" tx1="dk1" bg2="lt2" tx2="dk2" accent1="accent1" accent2="accent2" accent3="accent3" accent4="accent4" accent5="accent5" accent6="accent6" hlink="hlink" folHlink="folHlink"/>
    </a:extraClrScheme>
    <a:extraClrScheme>
      <a:clrScheme name="2_Master_Template 16">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FFFFFF"/>
        </a:hlink>
        <a:folHlink>
          <a:srgbClr val="CECECE"/>
        </a:folHlink>
      </a:clrScheme>
      <a:clrMap bg1="lt1" tx1="dk1" bg2="lt2" tx2="dk2" accent1="accent1" accent2="accent2" accent3="accent3" accent4="accent4" accent5="accent5" accent6="accent6" hlink="hlink" folHlink="folHlink"/>
    </a:extraClrScheme>
  </a:extraClrSchemeLst>
</a:theme>
</file>

<file path=ppt/theme/theme16.xml><?xml version="1.0" encoding="utf-8"?>
<a:theme xmlns:a="http://schemas.openxmlformats.org/drawingml/2006/main" name="15_Presentation1">
  <a:themeElements>
    <a:clrScheme name="">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000066"/>
      </a:folHlink>
    </a:clrScheme>
    <a:fontScheme name="2_Master_Template">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spDef>
    <a:ln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lnDef>
  </a:objectDefaults>
  <a:extraClrSchemeLst>
    <a:extraClrScheme>
      <a:clrScheme name="2_Master_Templat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2_Master_Template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2_Master_Template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2_Master_Template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2_Master_Template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2_Master_Template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2_Master_Template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
      <a:clrScheme name="2_Master_Template 8">
        <a:dk1>
          <a:srgbClr val="000000"/>
        </a:dk1>
        <a:lt1>
          <a:srgbClr val="FFFFFF"/>
        </a:lt1>
        <a:dk2>
          <a:srgbClr val="000000"/>
        </a:dk2>
        <a:lt2>
          <a:srgbClr val="C0C0C0"/>
        </a:lt2>
        <a:accent1>
          <a:srgbClr val="C1FEF9"/>
        </a:accent1>
        <a:accent2>
          <a:srgbClr val="DC0081"/>
        </a:accent2>
        <a:accent3>
          <a:srgbClr val="FFFFFF"/>
        </a:accent3>
        <a:accent4>
          <a:srgbClr val="000000"/>
        </a:accent4>
        <a:accent5>
          <a:srgbClr val="DDFEFB"/>
        </a:accent5>
        <a:accent6>
          <a:srgbClr val="C70074"/>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9">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10">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3333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1">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00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2">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99CC"/>
        </a:hlink>
        <a:folHlink>
          <a:srgbClr val="CECECE"/>
        </a:folHlink>
      </a:clrScheme>
      <a:clrMap bg1="lt1" tx1="dk1" bg2="lt2" tx2="dk2" accent1="accent1" accent2="accent2" accent3="accent3" accent4="accent4" accent5="accent5" accent6="accent6" hlink="hlink" folHlink="folHlink"/>
    </a:extraClrScheme>
    <a:extraClrScheme>
      <a:clrScheme name="2_Master_Template 13">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4">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436F9F"/>
        </a:hlink>
        <a:folHlink>
          <a:srgbClr val="CECECE"/>
        </a:folHlink>
      </a:clrScheme>
      <a:clrMap bg1="lt1" tx1="dk1" bg2="lt2" tx2="dk2" accent1="accent1" accent2="accent2" accent3="accent3" accent4="accent4" accent5="accent5" accent6="accent6" hlink="hlink" folHlink="folHlink"/>
    </a:extraClrScheme>
    <a:extraClrScheme>
      <a:clrScheme name="2_Master_Template 15">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E4BB0E"/>
        </a:hlink>
        <a:folHlink>
          <a:srgbClr val="CECECE"/>
        </a:folHlink>
      </a:clrScheme>
      <a:clrMap bg1="lt1" tx1="dk1" bg2="lt2" tx2="dk2" accent1="accent1" accent2="accent2" accent3="accent3" accent4="accent4" accent5="accent5" accent6="accent6" hlink="hlink" folHlink="folHlink"/>
    </a:extraClrScheme>
    <a:extraClrScheme>
      <a:clrScheme name="2_Master_Template 16">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FFFFFF"/>
        </a:hlink>
        <a:folHlink>
          <a:srgbClr val="CECECE"/>
        </a:folHlink>
      </a:clrScheme>
      <a:clrMap bg1="lt1" tx1="dk1" bg2="lt2" tx2="dk2" accent1="accent1" accent2="accent2" accent3="accent3" accent4="accent4" accent5="accent5" accent6="accent6" hlink="hlink" folHlink="folHlink"/>
    </a:extraClrScheme>
  </a:extraClrSchemeLst>
</a:theme>
</file>

<file path=ppt/theme/theme17.xml><?xml version="1.0" encoding="utf-8"?>
<a:theme xmlns:a="http://schemas.openxmlformats.org/drawingml/2006/main" name="16_Presentation1">
  <a:themeElements>
    <a:clrScheme name="">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000066"/>
      </a:folHlink>
    </a:clrScheme>
    <a:fontScheme name="2_Master_Template">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spDef>
    <a:ln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lnDef>
  </a:objectDefaults>
  <a:extraClrSchemeLst>
    <a:extraClrScheme>
      <a:clrScheme name="2_Master_Templat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2_Master_Template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2_Master_Template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2_Master_Template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2_Master_Template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2_Master_Template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2_Master_Template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
      <a:clrScheme name="2_Master_Template 8">
        <a:dk1>
          <a:srgbClr val="000000"/>
        </a:dk1>
        <a:lt1>
          <a:srgbClr val="FFFFFF"/>
        </a:lt1>
        <a:dk2>
          <a:srgbClr val="000000"/>
        </a:dk2>
        <a:lt2>
          <a:srgbClr val="C0C0C0"/>
        </a:lt2>
        <a:accent1>
          <a:srgbClr val="C1FEF9"/>
        </a:accent1>
        <a:accent2>
          <a:srgbClr val="DC0081"/>
        </a:accent2>
        <a:accent3>
          <a:srgbClr val="FFFFFF"/>
        </a:accent3>
        <a:accent4>
          <a:srgbClr val="000000"/>
        </a:accent4>
        <a:accent5>
          <a:srgbClr val="DDFEFB"/>
        </a:accent5>
        <a:accent6>
          <a:srgbClr val="C70074"/>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9">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10">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3333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1">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00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2">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99CC"/>
        </a:hlink>
        <a:folHlink>
          <a:srgbClr val="CECECE"/>
        </a:folHlink>
      </a:clrScheme>
      <a:clrMap bg1="lt1" tx1="dk1" bg2="lt2" tx2="dk2" accent1="accent1" accent2="accent2" accent3="accent3" accent4="accent4" accent5="accent5" accent6="accent6" hlink="hlink" folHlink="folHlink"/>
    </a:extraClrScheme>
    <a:extraClrScheme>
      <a:clrScheme name="2_Master_Template 13">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4">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436F9F"/>
        </a:hlink>
        <a:folHlink>
          <a:srgbClr val="CECECE"/>
        </a:folHlink>
      </a:clrScheme>
      <a:clrMap bg1="lt1" tx1="dk1" bg2="lt2" tx2="dk2" accent1="accent1" accent2="accent2" accent3="accent3" accent4="accent4" accent5="accent5" accent6="accent6" hlink="hlink" folHlink="folHlink"/>
    </a:extraClrScheme>
    <a:extraClrScheme>
      <a:clrScheme name="2_Master_Template 15">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E4BB0E"/>
        </a:hlink>
        <a:folHlink>
          <a:srgbClr val="CECECE"/>
        </a:folHlink>
      </a:clrScheme>
      <a:clrMap bg1="lt1" tx1="dk1" bg2="lt2" tx2="dk2" accent1="accent1" accent2="accent2" accent3="accent3" accent4="accent4" accent5="accent5" accent6="accent6" hlink="hlink" folHlink="folHlink"/>
    </a:extraClrScheme>
    <a:extraClrScheme>
      <a:clrScheme name="2_Master_Template 16">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FFFFFF"/>
        </a:hlink>
        <a:folHlink>
          <a:srgbClr val="CECECE"/>
        </a:folHlink>
      </a:clrScheme>
      <a:clrMap bg1="lt1" tx1="dk1" bg2="lt2" tx2="dk2" accent1="accent1" accent2="accent2" accent3="accent3" accent4="accent4" accent5="accent5" accent6="accent6" hlink="hlink" folHlink="folHlink"/>
    </a:extraClrScheme>
  </a:extraClrSchemeLst>
</a:theme>
</file>

<file path=ppt/theme/theme18.xml><?xml version="1.0" encoding="utf-8"?>
<a:theme xmlns:a="http://schemas.openxmlformats.org/drawingml/2006/main" name="17_Presentation1">
  <a:themeElements>
    <a:clrScheme name="">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000066"/>
      </a:folHlink>
    </a:clrScheme>
    <a:fontScheme name="2_Master_Template">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spDef>
    <a:ln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lnDef>
  </a:objectDefaults>
  <a:extraClrSchemeLst>
    <a:extraClrScheme>
      <a:clrScheme name="2_Master_Templat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2_Master_Template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2_Master_Template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2_Master_Template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2_Master_Template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2_Master_Template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2_Master_Template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
      <a:clrScheme name="2_Master_Template 8">
        <a:dk1>
          <a:srgbClr val="000000"/>
        </a:dk1>
        <a:lt1>
          <a:srgbClr val="FFFFFF"/>
        </a:lt1>
        <a:dk2>
          <a:srgbClr val="000000"/>
        </a:dk2>
        <a:lt2>
          <a:srgbClr val="C0C0C0"/>
        </a:lt2>
        <a:accent1>
          <a:srgbClr val="C1FEF9"/>
        </a:accent1>
        <a:accent2>
          <a:srgbClr val="DC0081"/>
        </a:accent2>
        <a:accent3>
          <a:srgbClr val="FFFFFF"/>
        </a:accent3>
        <a:accent4>
          <a:srgbClr val="000000"/>
        </a:accent4>
        <a:accent5>
          <a:srgbClr val="DDFEFB"/>
        </a:accent5>
        <a:accent6>
          <a:srgbClr val="C70074"/>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9">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10">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3333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1">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00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2">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99CC"/>
        </a:hlink>
        <a:folHlink>
          <a:srgbClr val="CECECE"/>
        </a:folHlink>
      </a:clrScheme>
      <a:clrMap bg1="lt1" tx1="dk1" bg2="lt2" tx2="dk2" accent1="accent1" accent2="accent2" accent3="accent3" accent4="accent4" accent5="accent5" accent6="accent6" hlink="hlink" folHlink="folHlink"/>
    </a:extraClrScheme>
    <a:extraClrScheme>
      <a:clrScheme name="2_Master_Template 13">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4">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436F9F"/>
        </a:hlink>
        <a:folHlink>
          <a:srgbClr val="CECECE"/>
        </a:folHlink>
      </a:clrScheme>
      <a:clrMap bg1="lt1" tx1="dk1" bg2="lt2" tx2="dk2" accent1="accent1" accent2="accent2" accent3="accent3" accent4="accent4" accent5="accent5" accent6="accent6" hlink="hlink" folHlink="folHlink"/>
    </a:extraClrScheme>
    <a:extraClrScheme>
      <a:clrScheme name="2_Master_Template 15">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E4BB0E"/>
        </a:hlink>
        <a:folHlink>
          <a:srgbClr val="CECECE"/>
        </a:folHlink>
      </a:clrScheme>
      <a:clrMap bg1="lt1" tx1="dk1" bg2="lt2" tx2="dk2" accent1="accent1" accent2="accent2" accent3="accent3" accent4="accent4" accent5="accent5" accent6="accent6" hlink="hlink" folHlink="folHlink"/>
    </a:extraClrScheme>
    <a:extraClrScheme>
      <a:clrScheme name="2_Master_Template 16">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FFFFFF"/>
        </a:hlink>
        <a:folHlink>
          <a:srgbClr val="CECECE"/>
        </a:folHlink>
      </a:clrScheme>
      <a:clrMap bg1="lt1" tx1="dk1" bg2="lt2" tx2="dk2" accent1="accent1" accent2="accent2" accent3="accent3" accent4="accent4" accent5="accent5" accent6="accent6" hlink="hlink" folHlink="folHlink"/>
    </a:extraClrScheme>
  </a:extraClrSchemeLst>
</a:theme>
</file>

<file path=ppt/theme/theme19.xml><?xml version="1.0" encoding="utf-8"?>
<a:theme xmlns:a="http://schemas.openxmlformats.org/drawingml/2006/main" name="18_Presentation1">
  <a:themeElements>
    <a:clrScheme name="">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000066"/>
      </a:folHlink>
    </a:clrScheme>
    <a:fontScheme name="2_Master_Template">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spDef>
    <a:ln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lnDef>
  </a:objectDefaults>
  <a:extraClrSchemeLst>
    <a:extraClrScheme>
      <a:clrScheme name="2_Master_Templat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2_Master_Template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2_Master_Template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2_Master_Template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2_Master_Template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2_Master_Template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2_Master_Template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
      <a:clrScheme name="2_Master_Template 8">
        <a:dk1>
          <a:srgbClr val="000000"/>
        </a:dk1>
        <a:lt1>
          <a:srgbClr val="FFFFFF"/>
        </a:lt1>
        <a:dk2>
          <a:srgbClr val="000000"/>
        </a:dk2>
        <a:lt2>
          <a:srgbClr val="C0C0C0"/>
        </a:lt2>
        <a:accent1>
          <a:srgbClr val="C1FEF9"/>
        </a:accent1>
        <a:accent2>
          <a:srgbClr val="DC0081"/>
        </a:accent2>
        <a:accent3>
          <a:srgbClr val="FFFFFF"/>
        </a:accent3>
        <a:accent4>
          <a:srgbClr val="000000"/>
        </a:accent4>
        <a:accent5>
          <a:srgbClr val="DDFEFB"/>
        </a:accent5>
        <a:accent6>
          <a:srgbClr val="C70074"/>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9">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10">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3333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1">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00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2">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99CC"/>
        </a:hlink>
        <a:folHlink>
          <a:srgbClr val="CECECE"/>
        </a:folHlink>
      </a:clrScheme>
      <a:clrMap bg1="lt1" tx1="dk1" bg2="lt2" tx2="dk2" accent1="accent1" accent2="accent2" accent3="accent3" accent4="accent4" accent5="accent5" accent6="accent6" hlink="hlink" folHlink="folHlink"/>
    </a:extraClrScheme>
    <a:extraClrScheme>
      <a:clrScheme name="2_Master_Template 13">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4">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436F9F"/>
        </a:hlink>
        <a:folHlink>
          <a:srgbClr val="CECECE"/>
        </a:folHlink>
      </a:clrScheme>
      <a:clrMap bg1="lt1" tx1="dk1" bg2="lt2" tx2="dk2" accent1="accent1" accent2="accent2" accent3="accent3" accent4="accent4" accent5="accent5" accent6="accent6" hlink="hlink" folHlink="folHlink"/>
    </a:extraClrScheme>
    <a:extraClrScheme>
      <a:clrScheme name="2_Master_Template 15">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E4BB0E"/>
        </a:hlink>
        <a:folHlink>
          <a:srgbClr val="CECECE"/>
        </a:folHlink>
      </a:clrScheme>
      <a:clrMap bg1="lt1" tx1="dk1" bg2="lt2" tx2="dk2" accent1="accent1" accent2="accent2" accent3="accent3" accent4="accent4" accent5="accent5" accent6="accent6" hlink="hlink" folHlink="folHlink"/>
    </a:extraClrScheme>
    <a:extraClrScheme>
      <a:clrScheme name="2_Master_Template 16">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FFFFFF"/>
        </a:hlink>
        <a:folHlink>
          <a:srgbClr val="CECECE"/>
        </a:folHlink>
      </a:clrScheme>
      <a:clrMap bg1="lt1" tx1="dk1" bg2="lt2" tx2="dk2" accent1="accent1" accent2="accent2" accent3="accent3" accent4="accent4" accent5="accent5" accent6="accent6" hlink="hlink" folHlink="folHlink"/>
    </a:extraClrScheme>
  </a:extraClrSchemeLst>
</a:theme>
</file>

<file path=ppt/theme/theme20.xml><?xml version="1.0" encoding="utf-8"?>
<a:theme xmlns:a="http://schemas.openxmlformats.org/drawingml/2006/main" name="19_Presentation1">
  <a:themeElements>
    <a:clrScheme name="">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000066"/>
      </a:folHlink>
    </a:clrScheme>
    <a:fontScheme name="2_Master_Template">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spDef>
    <a:ln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lnDef>
  </a:objectDefaults>
  <a:extraClrSchemeLst>
    <a:extraClrScheme>
      <a:clrScheme name="2_Master_Templat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2_Master_Template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2_Master_Template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2_Master_Template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2_Master_Template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2_Master_Template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2_Master_Template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
      <a:clrScheme name="2_Master_Template 8">
        <a:dk1>
          <a:srgbClr val="000000"/>
        </a:dk1>
        <a:lt1>
          <a:srgbClr val="FFFFFF"/>
        </a:lt1>
        <a:dk2>
          <a:srgbClr val="000000"/>
        </a:dk2>
        <a:lt2>
          <a:srgbClr val="C0C0C0"/>
        </a:lt2>
        <a:accent1>
          <a:srgbClr val="C1FEF9"/>
        </a:accent1>
        <a:accent2>
          <a:srgbClr val="DC0081"/>
        </a:accent2>
        <a:accent3>
          <a:srgbClr val="FFFFFF"/>
        </a:accent3>
        <a:accent4>
          <a:srgbClr val="000000"/>
        </a:accent4>
        <a:accent5>
          <a:srgbClr val="DDFEFB"/>
        </a:accent5>
        <a:accent6>
          <a:srgbClr val="C70074"/>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9">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10">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3333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1">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00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2">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99CC"/>
        </a:hlink>
        <a:folHlink>
          <a:srgbClr val="CECECE"/>
        </a:folHlink>
      </a:clrScheme>
      <a:clrMap bg1="lt1" tx1="dk1" bg2="lt2" tx2="dk2" accent1="accent1" accent2="accent2" accent3="accent3" accent4="accent4" accent5="accent5" accent6="accent6" hlink="hlink" folHlink="folHlink"/>
    </a:extraClrScheme>
    <a:extraClrScheme>
      <a:clrScheme name="2_Master_Template 13">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4">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436F9F"/>
        </a:hlink>
        <a:folHlink>
          <a:srgbClr val="CECECE"/>
        </a:folHlink>
      </a:clrScheme>
      <a:clrMap bg1="lt1" tx1="dk1" bg2="lt2" tx2="dk2" accent1="accent1" accent2="accent2" accent3="accent3" accent4="accent4" accent5="accent5" accent6="accent6" hlink="hlink" folHlink="folHlink"/>
    </a:extraClrScheme>
    <a:extraClrScheme>
      <a:clrScheme name="2_Master_Template 15">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E4BB0E"/>
        </a:hlink>
        <a:folHlink>
          <a:srgbClr val="CECECE"/>
        </a:folHlink>
      </a:clrScheme>
      <a:clrMap bg1="lt1" tx1="dk1" bg2="lt2" tx2="dk2" accent1="accent1" accent2="accent2" accent3="accent3" accent4="accent4" accent5="accent5" accent6="accent6" hlink="hlink" folHlink="folHlink"/>
    </a:extraClrScheme>
    <a:extraClrScheme>
      <a:clrScheme name="2_Master_Template 16">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FFFFFF"/>
        </a:hlink>
        <a:folHlink>
          <a:srgbClr val="CECECE"/>
        </a:folHlink>
      </a:clrScheme>
      <a:clrMap bg1="lt1" tx1="dk1" bg2="lt2" tx2="dk2" accent1="accent1" accent2="accent2" accent3="accent3" accent4="accent4" accent5="accent5" accent6="accent6" hlink="hlink" folHlink="folHlink"/>
    </a:extraClrScheme>
  </a:extraClrSchemeLst>
</a:theme>
</file>

<file path=ppt/theme/theme21.xml><?xml version="1.0" encoding="utf-8"?>
<a:theme xmlns:a="http://schemas.openxmlformats.org/drawingml/2006/main" name="20_Presentation1">
  <a:themeElements>
    <a:clrScheme name="">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000066"/>
      </a:folHlink>
    </a:clrScheme>
    <a:fontScheme name="2_Master_Template">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spDef>
    <a:ln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lnDef>
  </a:objectDefaults>
  <a:extraClrSchemeLst>
    <a:extraClrScheme>
      <a:clrScheme name="2_Master_Templat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2_Master_Template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2_Master_Template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2_Master_Template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2_Master_Template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2_Master_Template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2_Master_Template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
      <a:clrScheme name="2_Master_Template 8">
        <a:dk1>
          <a:srgbClr val="000000"/>
        </a:dk1>
        <a:lt1>
          <a:srgbClr val="FFFFFF"/>
        </a:lt1>
        <a:dk2>
          <a:srgbClr val="000000"/>
        </a:dk2>
        <a:lt2>
          <a:srgbClr val="C0C0C0"/>
        </a:lt2>
        <a:accent1>
          <a:srgbClr val="C1FEF9"/>
        </a:accent1>
        <a:accent2>
          <a:srgbClr val="DC0081"/>
        </a:accent2>
        <a:accent3>
          <a:srgbClr val="FFFFFF"/>
        </a:accent3>
        <a:accent4>
          <a:srgbClr val="000000"/>
        </a:accent4>
        <a:accent5>
          <a:srgbClr val="DDFEFB"/>
        </a:accent5>
        <a:accent6>
          <a:srgbClr val="C70074"/>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9">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10">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3333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1">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00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2">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99CC"/>
        </a:hlink>
        <a:folHlink>
          <a:srgbClr val="CECECE"/>
        </a:folHlink>
      </a:clrScheme>
      <a:clrMap bg1="lt1" tx1="dk1" bg2="lt2" tx2="dk2" accent1="accent1" accent2="accent2" accent3="accent3" accent4="accent4" accent5="accent5" accent6="accent6" hlink="hlink" folHlink="folHlink"/>
    </a:extraClrScheme>
    <a:extraClrScheme>
      <a:clrScheme name="2_Master_Template 13">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4">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436F9F"/>
        </a:hlink>
        <a:folHlink>
          <a:srgbClr val="CECECE"/>
        </a:folHlink>
      </a:clrScheme>
      <a:clrMap bg1="lt1" tx1="dk1" bg2="lt2" tx2="dk2" accent1="accent1" accent2="accent2" accent3="accent3" accent4="accent4" accent5="accent5" accent6="accent6" hlink="hlink" folHlink="folHlink"/>
    </a:extraClrScheme>
    <a:extraClrScheme>
      <a:clrScheme name="2_Master_Template 15">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E4BB0E"/>
        </a:hlink>
        <a:folHlink>
          <a:srgbClr val="CECECE"/>
        </a:folHlink>
      </a:clrScheme>
      <a:clrMap bg1="lt1" tx1="dk1" bg2="lt2" tx2="dk2" accent1="accent1" accent2="accent2" accent3="accent3" accent4="accent4" accent5="accent5" accent6="accent6" hlink="hlink" folHlink="folHlink"/>
    </a:extraClrScheme>
    <a:extraClrScheme>
      <a:clrScheme name="2_Master_Template 16">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FFFFFF"/>
        </a:hlink>
        <a:folHlink>
          <a:srgbClr val="CECECE"/>
        </a:folHlink>
      </a:clrScheme>
      <a:clrMap bg1="lt1" tx1="dk1" bg2="lt2" tx2="dk2" accent1="accent1" accent2="accent2" accent3="accent3" accent4="accent4" accent5="accent5" accent6="accent6" hlink="hlink" folHlink="folHlink"/>
    </a:extraClrScheme>
  </a:extraClrSchemeLst>
</a:theme>
</file>

<file path=ppt/theme/theme22.xml><?xml version="1.0" encoding="utf-8"?>
<a:theme xmlns:a="http://schemas.openxmlformats.org/drawingml/2006/main" name="21_Presentation1">
  <a:themeElements>
    <a:clrScheme name="">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000066"/>
      </a:folHlink>
    </a:clrScheme>
    <a:fontScheme name="2_Master_Template">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spDef>
    <a:ln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lnDef>
  </a:objectDefaults>
  <a:extraClrSchemeLst>
    <a:extraClrScheme>
      <a:clrScheme name="2_Master_Templat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2_Master_Template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2_Master_Template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2_Master_Template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2_Master_Template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2_Master_Template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2_Master_Template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
      <a:clrScheme name="2_Master_Template 8">
        <a:dk1>
          <a:srgbClr val="000000"/>
        </a:dk1>
        <a:lt1>
          <a:srgbClr val="FFFFFF"/>
        </a:lt1>
        <a:dk2>
          <a:srgbClr val="000000"/>
        </a:dk2>
        <a:lt2>
          <a:srgbClr val="C0C0C0"/>
        </a:lt2>
        <a:accent1>
          <a:srgbClr val="C1FEF9"/>
        </a:accent1>
        <a:accent2>
          <a:srgbClr val="DC0081"/>
        </a:accent2>
        <a:accent3>
          <a:srgbClr val="FFFFFF"/>
        </a:accent3>
        <a:accent4>
          <a:srgbClr val="000000"/>
        </a:accent4>
        <a:accent5>
          <a:srgbClr val="DDFEFB"/>
        </a:accent5>
        <a:accent6>
          <a:srgbClr val="C70074"/>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9">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10">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3333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1">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00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2">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99CC"/>
        </a:hlink>
        <a:folHlink>
          <a:srgbClr val="CECECE"/>
        </a:folHlink>
      </a:clrScheme>
      <a:clrMap bg1="lt1" tx1="dk1" bg2="lt2" tx2="dk2" accent1="accent1" accent2="accent2" accent3="accent3" accent4="accent4" accent5="accent5" accent6="accent6" hlink="hlink" folHlink="folHlink"/>
    </a:extraClrScheme>
    <a:extraClrScheme>
      <a:clrScheme name="2_Master_Template 13">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4">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436F9F"/>
        </a:hlink>
        <a:folHlink>
          <a:srgbClr val="CECECE"/>
        </a:folHlink>
      </a:clrScheme>
      <a:clrMap bg1="lt1" tx1="dk1" bg2="lt2" tx2="dk2" accent1="accent1" accent2="accent2" accent3="accent3" accent4="accent4" accent5="accent5" accent6="accent6" hlink="hlink" folHlink="folHlink"/>
    </a:extraClrScheme>
    <a:extraClrScheme>
      <a:clrScheme name="2_Master_Template 15">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E4BB0E"/>
        </a:hlink>
        <a:folHlink>
          <a:srgbClr val="CECECE"/>
        </a:folHlink>
      </a:clrScheme>
      <a:clrMap bg1="lt1" tx1="dk1" bg2="lt2" tx2="dk2" accent1="accent1" accent2="accent2" accent3="accent3" accent4="accent4" accent5="accent5" accent6="accent6" hlink="hlink" folHlink="folHlink"/>
    </a:extraClrScheme>
    <a:extraClrScheme>
      <a:clrScheme name="2_Master_Template 16">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FFFFFF"/>
        </a:hlink>
        <a:folHlink>
          <a:srgbClr val="CECECE"/>
        </a:folHlink>
      </a:clrScheme>
      <a:clrMap bg1="lt1" tx1="dk1" bg2="lt2" tx2="dk2" accent1="accent1" accent2="accent2" accent3="accent3" accent4="accent4" accent5="accent5" accent6="accent6" hlink="hlink" folHlink="folHlink"/>
    </a:extraClrScheme>
  </a:extraClrSchemeLst>
</a:theme>
</file>

<file path=ppt/theme/theme23.xml><?xml version="1.0" encoding="utf-8"?>
<a:theme xmlns:a="http://schemas.openxmlformats.org/drawingml/2006/main" name="22_Presentation1">
  <a:themeElements>
    <a:clrScheme name="">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000066"/>
      </a:folHlink>
    </a:clrScheme>
    <a:fontScheme name="2_Master_Template">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spDef>
    <a:ln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lnDef>
  </a:objectDefaults>
  <a:extraClrSchemeLst>
    <a:extraClrScheme>
      <a:clrScheme name="2_Master_Templat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2_Master_Template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2_Master_Template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2_Master_Template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2_Master_Template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2_Master_Template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2_Master_Template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
      <a:clrScheme name="2_Master_Template 8">
        <a:dk1>
          <a:srgbClr val="000000"/>
        </a:dk1>
        <a:lt1>
          <a:srgbClr val="FFFFFF"/>
        </a:lt1>
        <a:dk2>
          <a:srgbClr val="000000"/>
        </a:dk2>
        <a:lt2>
          <a:srgbClr val="C0C0C0"/>
        </a:lt2>
        <a:accent1>
          <a:srgbClr val="C1FEF9"/>
        </a:accent1>
        <a:accent2>
          <a:srgbClr val="DC0081"/>
        </a:accent2>
        <a:accent3>
          <a:srgbClr val="FFFFFF"/>
        </a:accent3>
        <a:accent4>
          <a:srgbClr val="000000"/>
        </a:accent4>
        <a:accent5>
          <a:srgbClr val="DDFEFB"/>
        </a:accent5>
        <a:accent6>
          <a:srgbClr val="C70074"/>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9">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10">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3333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1">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00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2">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99CC"/>
        </a:hlink>
        <a:folHlink>
          <a:srgbClr val="CECECE"/>
        </a:folHlink>
      </a:clrScheme>
      <a:clrMap bg1="lt1" tx1="dk1" bg2="lt2" tx2="dk2" accent1="accent1" accent2="accent2" accent3="accent3" accent4="accent4" accent5="accent5" accent6="accent6" hlink="hlink" folHlink="folHlink"/>
    </a:extraClrScheme>
    <a:extraClrScheme>
      <a:clrScheme name="2_Master_Template 13">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4">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436F9F"/>
        </a:hlink>
        <a:folHlink>
          <a:srgbClr val="CECECE"/>
        </a:folHlink>
      </a:clrScheme>
      <a:clrMap bg1="lt1" tx1="dk1" bg2="lt2" tx2="dk2" accent1="accent1" accent2="accent2" accent3="accent3" accent4="accent4" accent5="accent5" accent6="accent6" hlink="hlink" folHlink="folHlink"/>
    </a:extraClrScheme>
    <a:extraClrScheme>
      <a:clrScheme name="2_Master_Template 15">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E4BB0E"/>
        </a:hlink>
        <a:folHlink>
          <a:srgbClr val="CECECE"/>
        </a:folHlink>
      </a:clrScheme>
      <a:clrMap bg1="lt1" tx1="dk1" bg2="lt2" tx2="dk2" accent1="accent1" accent2="accent2" accent3="accent3" accent4="accent4" accent5="accent5" accent6="accent6" hlink="hlink" folHlink="folHlink"/>
    </a:extraClrScheme>
    <a:extraClrScheme>
      <a:clrScheme name="2_Master_Template 16">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FFFFFF"/>
        </a:hlink>
        <a:folHlink>
          <a:srgbClr val="CECECE"/>
        </a:folHlink>
      </a:clrScheme>
      <a:clrMap bg1="lt1" tx1="dk1" bg2="lt2" tx2="dk2" accent1="accent1" accent2="accent2" accent3="accent3" accent4="accent4" accent5="accent5" accent6="accent6" hlink="hlink" folHlink="folHlink"/>
    </a:extraClrScheme>
  </a:extraClrSchemeLst>
</a:theme>
</file>

<file path=ppt/theme/theme24.xml><?xml version="1.0" encoding="utf-8"?>
<a:theme xmlns:a="http://schemas.openxmlformats.org/drawingml/2006/main" name="23_Presentation1">
  <a:themeElements>
    <a:clrScheme name="">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000066"/>
      </a:folHlink>
    </a:clrScheme>
    <a:fontScheme name="2_Master_Template">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spDef>
    <a:ln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lnDef>
  </a:objectDefaults>
  <a:extraClrSchemeLst>
    <a:extraClrScheme>
      <a:clrScheme name="2_Master_Templat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2_Master_Template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2_Master_Template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2_Master_Template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2_Master_Template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2_Master_Template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2_Master_Template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
      <a:clrScheme name="2_Master_Template 8">
        <a:dk1>
          <a:srgbClr val="000000"/>
        </a:dk1>
        <a:lt1>
          <a:srgbClr val="FFFFFF"/>
        </a:lt1>
        <a:dk2>
          <a:srgbClr val="000000"/>
        </a:dk2>
        <a:lt2>
          <a:srgbClr val="C0C0C0"/>
        </a:lt2>
        <a:accent1>
          <a:srgbClr val="C1FEF9"/>
        </a:accent1>
        <a:accent2>
          <a:srgbClr val="DC0081"/>
        </a:accent2>
        <a:accent3>
          <a:srgbClr val="FFFFFF"/>
        </a:accent3>
        <a:accent4>
          <a:srgbClr val="000000"/>
        </a:accent4>
        <a:accent5>
          <a:srgbClr val="DDFEFB"/>
        </a:accent5>
        <a:accent6>
          <a:srgbClr val="C70074"/>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9">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10">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3333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1">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00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2">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99CC"/>
        </a:hlink>
        <a:folHlink>
          <a:srgbClr val="CECECE"/>
        </a:folHlink>
      </a:clrScheme>
      <a:clrMap bg1="lt1" tx1="dk1" bg2="lt2" tx2="dk2" accent1="accent1" accent2="accent2" accent3="accent3" accent4="accent4" accent5="accent5" accent6="accent6" hlink="hlink" folHlink="folHlink"/>
    </a:extraClrScheme>
    <a:extraClrScheme>
      <a:clrScheme name="2_Master_Template 13">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4">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436F9F"/>
        </a:hlink>
        <a:folHlink>
          <a:srgbClr val="CECECE"/>
        </a:folHlink>
      </a:clrScheme>
      <a:clrMap bg1="lt1" tx1="dk1" bg2="lt2" tx2="dk2" accent1="accent1" accent2="accent2" accent3="accent3" accent4="accent4" accent5="accent5" accent6="accent6" hlink="hlink" folHlink="folHlink"/>
    </a:extraClrScheme>
    <a:extraClrScheme>
      <a:clrScheme name="2_Master_Template 15">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E4BB0E"/>
        </a:hlink>
        <a:folHlink>
          <a:srgbClr val="CECECE"/>
        </a:folHlink>
      </a:clrScheme>
      <a:clrMap bg1="lt1" tx1="dk1" bg2="lt2" tx2="dk2" accent1="accent1" accent2="accent2" accent3="accent3" accent4="accent4" accent5="accent5" accent6="accent6" hlink="hlink" folHlink="folHlink"/>
    </a:extraClrScheme>
    <a:extraClrScheme>
      <a:clrScheme name="2_Master_Template 16">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FFFFFF"/>
        </a:hlink>
        <a:folHlink>
          <a:srgbClr val="CECECE"/>
        </a:folHlink>
      </a:clrScheme>
      <a:clrMap bg1="lt1" tx1="dk1" bg2="lt2" tx2="dk2" accent1="accent1" accent2="accent2" accent3="accent3" accent4="accent4" accent5="accent5" accent6="accent6" hlink="hlink" folHlink="folHlink"/>
    </a:extraClrScheme>
  </a:extraClrSchemeLst>
</a:theme>
</file>

<file path=ppt/theme/theme25.xml><?xml version="1.0" encoding="utf-8"?>
<a:theme xmlns:a="http://schemas.openxmlformats.org/drawingml/2006/main" name="24_Presentation1">
  <a:themeElements>
    <a:clrScheme name="">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000066"/>
      </a:folHlink>
    </a:clrScheme>
    <a:fontScheme name="2_Master_Template">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spDef>
    <a:ln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lnDef>
  </a:objectDefaults>
  <a:extraClrSchemeLst>
    <a:extraClrScheme>
      <a:clrScheme name="2_Master_Templat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2_Master_Template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2_Master_Template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2_Master_Template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2_Master_Template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2_Master_Template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2_Master_Template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
      <a:clrScheme name="2_Master_Template 8">
        <a:dk1>
          <a:srgbClr val="000000"/>
        </a:dk1>
        <a:lt1>
          <a:srgbClr val="FFFFFF"/>
        </a:lt1>
        <a:dk2>
          <a:srgbClr val="000000"/>
        </a:dk2>
        <a:lt2>
          <a:srgbClr val="C0C0C0"/>
        </a:lt2>
        <a:accent1>
          <a:srgbClr val="C1FEF9"/>
        </a:accent1>
        <a:accent2>
          <a:srgbClr val="DC0081"/>
        </a:accent2>
        <a:accent3>
          <a:srgbClr val="FFFFFF"/>
        </a:accent3>
        <a:accent4>
          <a:srgbClr val="000000"/>
        </a:accent4>
        <a:accent5>
          <a:srgbClr val="DDFEFB"/>
        </a:accent5>
        <a:accent6>
          <a:srgbClr val="C70074"/>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9">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10">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3333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1">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00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2">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99CC"/>
        </a:hlink>
        <a:folHlink>
          <a:srgbClr val="CECECE"/>
        </a:folHlink>
      </a:clrScheme>
      <a:clrMap bg1="lt1" tx1="dk1" bg2="lt2" tx2="dk2" accent1="accent1" accent2="accent2" accent3="accent3" accent4="accent4" accent5="accent5" accent6="accent6" hlink="hlink" folHlink="folHlink"/>
    </a:extraClrScheme>
    <a:extraClrScheme>
      <a:clrScheme name="2_Master_Template 13">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4">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436F9F"/>
        </a:hlink>
        <a:folHlink>
          <a:srgbClr val="CECECE"/>
        </a:folHlink>
      </a:clrScheme>
      <a:clrMap bg1="lt1" tx1="dk1" bg2="lt2" tx2="dk2" accent1="accent1" accent2="accent2" accent3="accent3" accent4="accent4" accent5="accent5" accent6="accent6" hlink="hlink" folHlink="folHlink"/>
    </a:extraClrScheme>
    <a:extraClrScheme>
      <a:clrScheme name="2_Master_Template 15">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E4BB0E"/>
        </a:hlink>
        <a:folHlink>
          <a:srgbClr val="CECECE"/>
        </a:folHlink>
      </a:clrScheme>
      <a:clrMap bg1="lt1" tx1="dk1" bg2="lt2" tx2="dk2" accent1="accent1" accent2="accent2" accent3="accent3" accent4="accent4" accent5="accent5" accent6="accent6" hlink="hlink" folHlink="folHlink"/>
    </a:extraClrScheme>
    <a:extraClrScheme>
      <a:clrScheme name="2_Master_Template 16">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FFFFFF"/>
        </a:hlink>
        <a:folHlink>
          <a:srgbClr val="CECECE"/>
        </a:folHlink>
      </a:clrScheme>
      <a:clrMap bg1="lt1" tx1="dk1" bg2="lt2" tx2="dk2" accent1="accent1" accent2="accent2" accent3="accent3" accent4="accent4" accent5="accent5" accent6="accent6" hlink="hlink" folHlink="folHlink"/>
    </a:extraClrScheme>
  </a:extraClrSchemeLst>
</a:theme>
</file>

<file path=ppt/theme/theme26.xml><?xml version="1.0" encoding="utf-8"?>
<a:theme xmlns:a="http://schemas.openxmlformats.org/drawingml/2006/main" name="25_Presentation1">
  <a:themeElements>
    <a:clrScheme name="">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000066"/>
      </a:folHlink>
    </a:clrScheme>
    <a:fontScheme name="2_Master_Template">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spDef>
    <a:ln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lnDef>
  </a:objectDefaults>
  <a:extraClrSchemeLst>
    <a:extraClrScheme>
      <a:clrScheme name="2_Master_Templat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2_Master_Template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2_Master_Template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2_Master_Template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2_Master_Template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2_Master_Template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2_Master_Template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
      <a:clrScheme name="2_Master_Template 8">
        <a:dk1>
          <a:srgbClr val="000000"/>
        </a:dk1>
        <a:lt1>
          <a:srgbClr val="FFFFFF"/>
        </a:lt1>
        <a:dk2>
          <a:srgbClr val="000000"/>
        </a:dk2>
        <a:lt2>
          <a:srgbClr val="C0C0C0"/>
        </a:lt2>
        <a:accent1>
          <a:srgbClr val="C1FEF9"/>
        </a:accent1>
        <a:accent2>
          <a:srgbClr val="DC0081"/>
        </a:accent2>
        <a:accent3>
          <a:srgbClr val="FFFFFF"/>
        </a:accent3>
        <a:accent4>
          <a:srgbClr val="000000"/>
        </a:accent4>
        <a:accent5>
          <a:srgbClr val="DDFEFB"/>
        </a:accent5>
        <a:accent6>
          <a:srgbClr val="C70074"/>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9">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10">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3333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1">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00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2">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99CC"/>
        </a:hlink>
        <a:folHlink>
          <a:srgbClr val="CECECE"/>
        </a:folHlink>
      </a:clrScheme>
      <a:clrMap bg1="lt1" tx1="dk1" bg2="lt2" tx2="dk2" accent1="accent1" accent2="accent2" accent3="accent3" accent4="accent4" accent5="accent5" accent6="accent6" hlink="hlink" folHlink="folHlink"/>
    </a:extraClrScheme>
    <a:extraClrScheme>
      <a:clrScheme name="2_Master_Template 13">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4">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436F9F"/>
        </a:hlink>
        <a:folHlink>
          <a:srgbClr val="CECECE"/>
        </a:folHlink>
      </a:clrScheme>
      <a:clrMap bg1="lt1" tx1="dk1" bg2="lt2" tx2="dk2" accent1="accent1" accent2="accent2" accent3="accent3" accent4="accent4" accent5="accent5" accent6="accent6" hlink="hlink" folHlink="folHlink"/>
    </a:extraClrScheme>
    <a:extraClrScheme>
      <a:clrScheme name="2_Master_Template 15">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E4BB0E"/>
        </a:hlink>
        <a:folHlink>
          <a:srgbClr val="CECECE"/>
        </a:folHlink>
      </a:clrScheme>
      <a:clrMap bg1="lt1" tx1="dk1" bg2="lt2" tx2="dk2" accent1="accent1" accent2="accent2" accent3="accent3" accent4="accent4" accent5="accent5" accent6="accent6" hlink="hlink" folHlink="folHlink"/>
    </a:extraClrScheme>
    <a:extraClrScheme>
      <a:clrScheme name="2_Master_Template 16">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FFFFFF"/>
        </a:hlink>
        <a:folHlink>
          <a:srgbClr val="CECECE"/>
        </a:folHlink>
      </a:clrScheme>
      <a:clrMap bg1="lt1" tx1="dk1" bg2="lt2" tx2="dk2" accent1="accent1" accent2="accent2" accent3="accent3" accent4="accent4" accent5="accent5" accent6="accent6" hlink="hlink" folHlink="folHlink"/>
    </a:extraClrScheme>
  </a:extraClrSchemeLst>
</a:theme>
</file>

<file path=ppt/theme/theme27.xml><?xml version="1.0" encoding="utf-8"?>
<a:theme xmlns:a="http://schemas.openxmlformats.org/drawingml/2006/main" name="26_Presentation1">
  <a:themeElements>
    <a:clrScheme name="">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000066"/>
      </a:folHlink>
    </a:clrScheme>
    <a:fontScheme name="2_Master_Template">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spDef>
    <a:ln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lnDef>
  </a:objectDefaults>
  <a:extraClrSchemeLst>
    <a:extraClrScheme>
      <a:clrScheme name="2_Master_Templat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2_Master_Template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2_Master_Template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2_Master_Template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2_Master_Template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2_Master_Template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2_Master_Template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
      <a:clrScheme name="2_Master_Template 8">
        <a:dk1>
          <a:srgbClr val="000000"/>
        </a:dk1>
        <a:lt1>
          <a:srgbClr val="FFFFFF"/>
        </a:lt1>
        <a:dk2>
          <a:srgbClr val="000000"/>
        </a:dk2>
        <a:lt2>
          <a:srgbClr val="C0C0C0"/>
        </a:lt2>
        <a:accent1>
          <a:srgbClr val="C1FEF9"/>
        </a:accent1>
        <a:accent2>
          <a:srgbClr val="DC0081"/>
        </a:accent2>
        <a:accent3>
          <a:srgbClr val="FFFFFF"/>
        </a:accent3>
        <a:accent4>
          <a:srgbClr val="000000"/>
        </a:accent4>
        <a:accent5>
          <a:srgbClr val="DDFEFB"/>
        </a:accent5>
        <a:accent6>
          <a:srgbClr val="C70074"/>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9">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10">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3333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1">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00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2">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99CC"/>
        </a:hlink>
        <a:folHlink>
          <a:srgbClr val="CECECE"/>
        </a:folHlink>
      </a:clrScheme>
      <a:clrMap bg1="lt1" tx1="dk1" bg2="lt2" tx2="dk2" accent1="accent1" accent2="accent2" accent3="accent3" accent4="accent4" accent5="accent5" accent6="accent6" hlink="hlink" folHlink="folHlink"/>
    </a:extraClrScheme>
    <a:extraClrScheme>
      <a:clrScheme name="2_Master_Template 13">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4">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436F9F"/>
        </a:hlink>
        <a:folHlink>
          <a:srgbClr val="CECECE"/>
        </a:folHlink>
      </a:clrScheme>
      <a:clrMap bg1="lt1" tx1="dk1" bg2="lt2" tx2="dk2" accent1="accent1" accent2="accent2" accent3="accent3" accent4="accent4" accent5="accent5" accent6="accent6" hlink="hlink" folHlink="folHlink"/>
    </a:extraClrScheme>
    <a:extraClrScheme>
      <a:clrScheme name="2_Master_Template 15">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E4BB0E"/>
        </a:hlink>
        <a:folHlink>
          <a:srgbClr val="CECECE"/>
        </a:folHlink>
      </a:clrScheme>
      <a:clrMap bg1="lt1" tx1="dk1" bg2="lt2" tx2="dk2" accent1="accent1" accent2="accent2" accent3="accent3" accent4="accent4" accent5="accent5" accent6="accent6" hlink="hlink" folHlink="folHlink"/>
    </a:extraClrScheme>
    <a:extraClrScheme>
      <a:clrScheme name="2_Master_Template 16">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FFFFFF"/>
        </a:hlink>
        <a:folHlink>
          <a:srgbClr val="CECECE"/>
        </a:folHlink>
      </a:clrScheme>
      <a:clrMap bg1="lt1" tx1="dk1" bg2="lt2" tx2="dk2" accent1="accent1" accent2="accent2" accent3="accent3" accent4="accent4" accent5="accent5" accent6="accent6" hlink="hlink" folHlink="folHlink"/>
    </a:extraClrScheme>
  </a:extraClrSchemeLst>
</a:theme>
</file>

<file path=ppt/theme/theme28.xml><?xml version="1.0" encoding="utf-8"?>
<a:theme xmlns:a="http://schemas.openxmlformats.org/drawingml/2006/main" name="27_Presentation1">
  <a:themeElements>
    <a:clrScheme name="">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000066"/>
      </a:folHlink>
    </a:clrScheme>
    <a:fontScheme name="2_Master_Template">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spDef>
    <a:ln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lnDef>
  </a:objectDefaults>
  <a:extraClrSchemeLst>
    <a:extraClrScheme>
      <a:clrScheme name="2_Master_Templat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2_Master_Template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2_Master_Template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2_Master_Template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2_Master_Template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2_Master_Template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2_Master_Template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
      <a:clrScheme name="2_Master_Template 8">
        <a:dk1>
          <a:srgbClr val="000000"/>
        </a:dk1>
        <a:lt1>
          <a:srgbClr val="FFFFFF"/>
        </a:lt1>
        <a:dk2>
          <a:srgbClr val="000000"/>
        </a:dk2>
        <a:lt2>
          <a:srgbClr val="C0C0C0"/>
        </a:lt2>
        <a:accent1>
          <a:srgbClr val="C1FEF9"/>
        </a:accent1>
        <a:accent2>
          <a:srgbClr val="DC0081"/>
        </a:accent2>
        <a:accent3>
          <a:srgbClr val="FFFFFF"/>
        </a:accent3>
        <a:accent4>
          <a:srgbClr val="000000"/>
        </a:accent4>
        <a:accent5>
          <a:srgbClr val="DDFEFB"/>
        </a:accent5>
        <a:accent6>
          <a:srgbClr val="C70074"/>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9">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10">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3333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1">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00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2">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99CC"/>
        </a:hlink>
        <a:folHlink>
          <a:srgbClr val="CECECE"/>
        </a:folHlink>
      </a:clrScheme>
      <a:clrMap bg1="lt1" tx1="dk1" bg2="lt2" tx2="dk2" accent1="accent1" accent2="accent2" accent3="accent3" accent4="accent4" accent5="accent5" accent6="accent6" hlink="hlink" folHlink="folHlink"/>
    </a:extraClrScheme>
    <a:extraClrScheme>
      <a:clrScheme name="2_Master_Template 13">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4">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436F9F"/>
        </a:hlink>
        <a:folHlink>
          <a:srgbClr val="CECECE"/>
        </a:folHlink>
      </a:clrScheme>
      <a:clrMap bg1="lt1" tx1="dk1" bg2="lt2" tx2="dk2" accent1="accent1" accent2="accent2" accent3="accent3" accent4="accent4" accent5="accent5" accent6="accent6" hlink="hlink" folHlink="folHlink"/>
    </a:extraClrScheme>
    <a:extraClrScheme>
      <a:clrScheme name="2_Master_Template 15">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E4BB0E"/>
        </a:hlink>
        <a:folHlink>
          <a:srgbClr val="CECECE"/>
        </a:folHlink>
      </a:clrScheme>
      <a:clrMap bg1="lt1" tx1="dk1" bg2="lt2" tx2="dk2" accent1="accent1" accent2="accent2" accent3="accent3" accent4="accent4" accent5="accent5" accent6="accent6" hlink="hlink" folHlink="folHlink"/>
    </a:extraClrScheme>
    <a:extraClrScheme>
      <a:clrScheme name="2_Master_Template 16">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FFFFFF"/>
        </a:hlink>
        <a:folHlink>
          <a:srgbClr val="CECECE"/>
        </a:folHlink>
      </a:clrScheme>
      <a:clrMap bg1="lt1" tx1="dk1" bg2="lt2" tx2="dk2" accent1="accent1" accent2="accent2" accent3="accent3" accent4="accent4" accent5="accent5" accent6="accent6" hlink="hlink" folHlink="folHlink"/>
    </a:extraClrScheme>
  </a:extraClrSchemeLst>
</a:theme>
</file>

<file path=ppt/theme/theme29.xml><?xml version="1.0" encoding="utf-8"?>
<a:theme xmlns:a="http://schemas.openxmlformats.org/drawingml/2006/main" name="28_Presentation1">
  <a:themeElements>
    <a:clrScheme name="">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000066"/>
      </a:folHlink>
    </a:clrScheme>
    <a:fontScheme name="2_Master_Template">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spDef>
    <a:ln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lnDef>
  </a:objectDefaults>
  <a:extraClrSchemeLst>
    <a:extraClrScheme>
      <a:clrScheme name="2_Master_Templat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2_Master_Template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2_Master_Template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2_Master_Template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2_Master_Template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2_Master_Template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2_Master_Template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
      <a:clrScheme name="2_Master_Template 8">
        <a:dk1>
          <a:srgbClr val="000000"/>
        </a:dk1>
        <a:lt1>
          <a:srgbClr val="FFFFFF"/>
        </a:lt1>
        <a:dk2>
          <a:srgbClr val="000000"/>
        </a:dk2>
        <a:lt2>
          <a:srgbClr val="C0C0C0"/>
        </a:lt2>
        <a:accent1>
          <a:srgbClr val="C1FEF9"/>
        </a:accent1>
        <a:accent2>
          <a:srgbClr val="DC0081"/>
        </a:accent2>
        <a:accent3>
          <a:srgbClr val="FFFFFF"/>
        </a:accent3>
        <a:accent4>
          <a:srgbClr val="000000"/>
        </a:accent4>
        <a:accent5>
          <a:srgbClr val="DDFEFB"/>
        </a:accent5>
        <a:accent6>
          <a:srgbClr val="C70074"/>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9">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10">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3333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1">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00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2">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99CC"/>
        </a:hlink>
        <a:folHlink>
          <a:srgbClr val="CECECE"/>
        </a:folHlink>
      </a:clrScheme>
      <a:clrMap bg1="lt1" tx1="dk1" bg2="lt2" tx2="dk2" accent1="accent1" accent2="accent2" accent3="accent3" accent4="accent4" accent5="accent5" accent6="accent6" hlink="hlink" folHlink="folHlink"/>
    </a:extraClrScheme>
    <a:extraClrScheme>
      <a:clrScheme name="2_Master_Template 13">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4">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436F9F"/>
        </a:hlink>
        <a:folHlink>
          <a:srgbClr val="CECECE"/>
        </a:folHlink>
      </a:clrScheme>
      <a:clrMap bg1="lt1" tx1="dk1" bg2="lt2" tx2="dk2" accent1="accent1" accent2="accent2" accent3="accent3" accent4="accent4" accent5="accent5" accent6="accent6" hlink="hlink" folHlink="folHlink"/>
    </a:extraClrScheme>
    <a:extraClrScheme>
      <a:clrScheme name="2_Master_Template 15">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E4BB0E"/>
        </a:hlink>
        <a:folHlink>
          <a:srgbClr val="CECECE"/>
        </a:folHlink>
      </a:clrScheme>
      <a:clrMap bg1="lt1" tx1="dk1" bg2="lt2" tx2="dk2" accent1="accent1" accent2="accent2" accent3="accent3" accent4="accent4" accent5="accent5" accent6="accent6" hlink="hlink" folHlink="folHlink"/>
    </a:extraClrScheme>
    <a:extraClrScheme>
      <a:clrScheme name="2_Master_Template 16">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FFFFFF"/>
        </a:hlink>
        <a:folHlink>
          <a:srgbClr val="CECECE"/>
        </a:folHlink>
      </a:clrScheme>
      <a:clrMap bg1="lt1" tx1="dk1" bg2="lt2" tx2="dk2" accent1="accent1" accent2="accent2" accent3="accent3" accent4="accent4" accent5="accent5" accent6="accent6" hlink="hlink" folHlink="folHlink"/>
    </a:extraClrScheme>
  </a:extraClrSchemeLst>
</a:theme>
</file>

<file path=ppt/theme/theme30.xml><?xml version="1.0" encoding="utf-8"?>
<a:theme xmlns:a="http://schemas.openxmlformats.org/drawingml/2006/main" name="29_Presentation1">
  <a:themeElements>
    <a:clrScheme name="">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000066"/>
      </a:folHlink>
    </a:clrScheme>
    <a:fontScheme name="2_Master_Template">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spDef>
    <a:ln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lnDef>
  </a:objectDefaults>
  <a:extraClrSchemeLst>
    <a:extraClrScheme>
      <a:clrScheme name="2_Master_Templat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2_Master_Template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2_Master_Template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2_Master_Template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2_Master_Template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2_Master_Template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2_Master_Template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
      <a:clrScheme name="2_Master_Template 8">
        <a:dk1>
          <a:srgbClr val="000000"/>
        </a:dk1>
        <a:lt1>
          <a:srgbClr val="FFFFFF"/>
        </a:lt1>
        <a:dk2>
          <a:srgbClr val="000000"/>
        </a:dk2>
        <a:lt2>
          <a:srgbClr val="C0C0C0"/>
        </a:lt2>
        <a:accent1>
          <a:srgbClr val="C1FEF9"/>
        </a:accent1>
        <a:accent2>
          <a:srgbClr val="DC0081"/>
        </a:accent2>
        <a:accent3>
          <a:srgbClr val="FFFFFF"/>
        </a:accent3>
        <a:accent4>
          <a:srgbClr val="000000"/>
        </a:accent4>
        <a:accent5>
          <a:srgbClr val="DDFEFB"/>
        </a:accent5>
        <a:accent6>
          <a:srgbClr val="C70074"/>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9">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10">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3333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1">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00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2">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99CC"/>
        </a:hlink>
        <a:folHlink>
          <a:srgbClr val="CECECE"/>
        </a:folHlink>
      </a:clrScheme>
      <a:clrMap bg1="lt1" tx1="dk1" bg2="lt2" tx2="dk2" accent1="accent1" accent2="accent2" accent3="accent3" accent4="accent4" accent5="accent5" accent6="accent6" hlink="hlink" folHlink="folHlink"/>
    </a:extraClrScheme>
    <a:extraClrScheme>
      <a:clrScheme name="2_Master_Template 13">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4">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436F9F"/>
        </a:hlink>
        <a:folHlink>
          <a:srgbClr val="CECECE"/>
        </a:folHlink>
      </a:clrScheme>
      <a:clrMap bg1="lt1" tx1="dk1" bg2="lt2" tx2="dk2" accent1="accent1" accent2="accent2" accent3="accent3" accent4="accent4" accent5="accent5" accent6="accent6" hlink="hlink" folHlink="folHlink"/>
    </a:extraClrScheme>
    <a:extraClrScheme>
      <a:clrScheme name="2_Master_Template 15">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E4BB0E"/>
        </a:hlink>
        <a:folHlink>
          <a:srgbClr val="CECECE"/>
        </a:folHlink>
      </a:clrScheme>
      <a:clrMap bg1="lt1" tx1="dk1" bg2="lt2" tx2="dk2" accent1="accent1" accent2="accent2" accent3="accent3" accent4="accent4" accent5="accent5" accent6="accent6" hlink="hlink" folHlink="folHlink"/>
    </a:extraClrScheme>
    <a:extraClrScheme>
      <a:clrScheme name="2_Master_Template 16">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FFFFFF"/>
        </a:hlink>
        <a:folHlink>
          <a:srgbClr val="CECECE"/>
        </a:folHlink>
      </a:clrScheme>
      <a:clrMap bg1="lt1" tx1="dk1" bg2="lt2" tx2="dk2" accent1="accent1" accent2="accent2" accent3="accent3" accent4="accent4" accent5="accent5" accent6="accent6" hlink="hlink" folHlink="folHlink"/>
    </a:extraClrScheme>
  </a:extraClrSchemeLst>
</a:theme>
</file>

<file path=ppt/theme/theme31.xml><?xml version="1.0" encoding="utf-8"?>
<a:theme xmlns:a="http://schemas.openxmlformats.org/drawingml/2006/main" name="30_Presentation1">
  <a:themeElements>
    <a:clrScheme name="">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000066"/>
      </a:folHlink>
    </a:clrScheme>
    <a:fontScheme name="2_Master_Template">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spDef>
    <a:ln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lnDef>
  </a:objectDefaults>
  <a:extraClrSchemeLst>
    <a:extraClrScheme>
      <a:clrScheme name="2_Master_Templat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2_Master_Template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2_Master_Template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2_Master_Template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2_Master_Template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2_Master_Template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2_Master_Template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
      <a:clrScheme name="2_Master_Template 8">
        <a:dk1>
          <a:srgbClr val="000000"/>
        </a:dk1>
        <a:lt1>
          <a:srgbClr val="FFFFFF"/>
        </a:lt1>
        <a:dk2>
          <a:srgbClr val="000000"/>
        </a:dk2>
        <a:lt2>
          <a:srgbClr val="C0C0C0"/>
        </a:lt2>
        <a:accent1>
          <a:srgbClr val="C1FEF9"/>
        </a:accent1>
        <a:accent2>
          <a:srgbClr val="DC0081"/>
        </a:accent2>
        <a:accent3>
          <a:srgbClr val="FFFFFF"/>
        </a:accent3>
        <a:accent4>
          <a:srgbClr val="000000"/>
        </a:accent4>
        <a:accent5>
          <a:srgbClr val="DDFEFB"/>
        </a:accent5>
        <a:accent6>
          <a:srgbClr val="C70074"/>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9">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10">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3333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1">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00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2">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99CC"/>
        </a:hlink>
        <a:folHlink>
          <a:srgbClr val="CECECE"/>
        </a:folHlink>
      </a:clrScheme>
      <a:clrMap bg1="lt1" tx1="dk1" bg2="lt2" tx2="dk2" accent1="accent1" accent2="accent2" accent3="accent3" accent4="accent4" accent5="accent5" accent6="accent6" hlink="hlink" folHlink="folHlink"/>
    </a:extraClrScheme>
    <a:extraClrScheme>
      <a:clrScheme name="2_Master_Template 13">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4">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436F9F"/>
        </a:hlink>
        <a:folHlink>
          <a:srgbClr val="CECECE"/>
        </a:folHlink>
      </a:clrScheme>
      <a:clrMap bg1="lt1" tx1="dk1" bg2="lt2" tx2="dk2" accent1="accent1" accent2="accent2" accent3="accent3" accent4="accent4" accent5="accent5" accent6="accent6" hlink="hlink" folHlink="folHlink"/>
    </a:extraClrScheme>
    <a:extraClrScheme>
      <a:clrScheme name="2_Master_Template 15">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E4BB0E"/>
        </a:hlink>
        <a:folHlink>
          <a:srgbClr val="CECECE"/>
        </a:folHlink>
      </a:clrScheme>
      <a:clrMap bg1="lt1" tx1="dk1" bg2="lt2" tx2="dk2" accent1="accent1" accent2="accent2" accent3="accent3" accent4="accent4" accent5="accent5" accent6="accent6" hlink="hlink" folHlink="folHlink"/>
    </a:extraClrScheme>
    <a:extraClrScheme>
      <a:clrScheme name="2_Master_Template 16">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FFFFFF"/>
        </a:hlink>
        <a:folHlink>
          <a:srgbClr val="CECECE"/>
        </a:folHlink>
      </a:clrScheme>
      <a:clrMap bg1="lt1" tx1="dk1" bg2="lt2" tx2="dk2" accent1="accent1" accent2="accent2" accent3="accent3" accent4="accent4" accent5="accent5" accent6="accent6" hlink="hlink" folHlink="folHlink"/>
    </a:extraClrScheme>
  </a:extraClrSchemeLst>
</a:theme>
</file>

<file path=ppt/theme/theme32.xml><?xml version="1.0" encoding="utf-8"?>
<a:theme xmlns:a="http://schemas.openxmlformats.org/drawingml/2006/main" name="31_Presentation1">
  <a:themeElements>
    <a:clrScheme name="">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000066"/>
      </a:folHlink>
    </a:clrScheme>
    <a:fontScheme name="2_Master_Template">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spDef>
    <a:ln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lnDef>
  </a:objectDefaults>
  <a:extraClrSchemeLst>
    <a:extraClrScheme>
      <a:clrScheme name="2_Master_Templat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2_Master_Template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2_Master_Template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2_Master_Template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2_Master_Template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2_Master_Template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2_Master_Template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
      <a:clrScheme name="2_Master_Template 8">
        <a:dk1>
          <a:srgbClr val="000000"/>
        </a:dk1>
        <a:lt1>
          <a:srgbClr val="FFFFFF"/>
        </a:lt1>
        <a:dk2>
          <a:srgbClr val="000000"/>
        </a:dk2>
        <a:lt2>
          <a:srgbClr val="C0C0C0"/>
        </a:lt2>
        <a:accent1>
          <a:srgbClr val="C1FEF9"/>
        </a:accent1>
        <a:accent2>
          <a:srgbClr val="DC0081"/>
        </a:accent2>
        <a:accent3>
          <a:srgbClr val="FFFFFF"/>
        </a:accent3>
        <a:accent4>
          <a:srgbClr val="000000"/>
        </a:accent4>
        <a:accent5>
          <a:srgbClr val="DDFEFB"/>
        </a:accent5>
        <a:accent6>
          <a:srgbClr val="C70074"/>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9">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10">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3333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1">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00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2">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99CC"/>
        </a:hlink>
        <a:folHlink>
          <a:srgbClr val="CECECE"/>
        </a:folHlink>
      </a:clrScheme>
      <a:clrMap bg1="lt1" tx1="dk1" bg2="lt2" tx2="dk2" accent1="accent1" accent2="accent2" accent3="accent3" accent4="accent4" accent5="accent5" accent6="accent6" hlink="hlink" folHlink="folHlink"/>
    </a:extraClrScheme>
    <a:extraClrScheme>
      <a:clrScheme name="2_Master_Template 13">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4">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436F9F"/>
        </a:hlink>
        <a:folHlink>
          <a:srgbClr val="CECECE"/>
        </a:folHlink>
      </a:clrScheme>
      <a:clrMap bg1="lt1" tx1="dk1" bg2="lt2" tx2="dk2" accent1="accent1" accent2="accent2" accent3="accent3" accent4="accent4" accent5="accent5" accent6="accent6" hlink="hlink" folHlink="folHlink"/>
    </a:extraClrScheme>
    <a:extraClrScheme>
      <a:clrScheme name="2_Master_Template 15">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E4BB0E"/>
        </a:hlink>
        <a:folHlink>
          <a:srgbClr val="CECECE"/>
        </a:folHlink>
      </a:clrScheme>
      <a:clrMap bg1="lt1" tx1="dk1" bg2="lt2" tx2="dk2" accent1="accent1" accent2="accent2" accent3="accent3" accent4="accent4" accent5="accent5" accent6="accent6" hlink="hlink" folHlink="folHlink"/>
    </a:extraClrScheme>
    <a:extraClrScheme>
      <a:clrScheme name="2_Master_Template 16">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FFFFFF"/>
        </a:hlink>
        <a:folHlink>
          <a:srgbClr val="CECECE"/>
        </a:folHlink>
      </a:clrScheme>
      <a:clrMap bg1="lt1" tx1="dk1" bg2="lt2" tx2="dk2" accent1="accent1" accent2="accent2" accent3="accent3" accent4="accent4" accent5="accent5" accent6="accent6" hlink="hlink" folHlink="folHlink"/>
    </a:extraClrScheme>
  </a:extraClrSchemeLst>
</a:theme>
</file>

<file path=ppt/theme/theme33.xml><?xml version="1.0" encoding="utf-8"?>
<a:theme xmlns:a="http://schemas.openxmlformats.org/drawingml/2006/main" name="32_Presentation1">
  <a:themeElements>
    <a:clrScheme name="">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000066"/>
      </a:folHlink>
    </a:clrScheme>
    <a:fontScheme name="2_Master_Template">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spDef>
    <a:ln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lnDef>
  </a:objectDefaults>
  <a:extraClrSchemeLst>
    <a:extraClrScheme>
      <a:clrScheme name="2_Master_Templat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2_Master_Template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2_Master_Template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2_Master_Template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2_Master_Template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2_Master_Template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2_Master_Template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
      <a:clrScheme name="2_Master_Template 8">
        <a:dk1>
          <a:srgbClr val="000000"/>
        </a:dk1>
        <a:lt1>
          <a:srgbClr val="FFFFFF"/>
        </a:lt1>
        <a:dk2>
          <a:srgbClr val="000000"/>
        </a:dk2>
        <a:lt2>
          <a:srgbClr val="C0C0C0"/>
        </a:lt2>
        <a:accent1>
          <a:srgbClr val="C1FEF9"/>
        </a:accent1>
        <a:accent2>
          <a:srgbClr val="DC0081"/>
        </a:accent2>
        <a:accent3>
          <a:srgbClr val="FFFFFF"/>
        </a:accent3>
        <a:accent4>
          <a:srgbClr val="000000"/>
        </a:accent4>
        <a:accent5>
          <a:srgbClr val="DDFEFB"/>
        </a:accent5>
        <a:accent6>
          <a:srgbClr val="C70074"/>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9">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10">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3333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1">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00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2">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99CC"/>
        </a:hlink>
        <a:folHlink>
          <a:srgbClr val="CECECE"/>
        </a:folHlink>
      </a:clrScheme>
      <a:clrMap bg1="lt1" tx1="dk1" bg2="lt2" tx2="dk2" accent1="accent1" accent2="accent2" accent3="accent3" accent4="accent4" accent5="accent5" accent6="accent6" hlink="hlink" folHlink="folHlink"/>
    </a:extraClrScheme>
    <a:extraClrScheme>
      <a:clrScheme name="2_Master_Template 13">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4">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436F9F"/>
        </a:hlink>
        <a:folHlink>
          <a:srgbClr val="CECECE"/>
        </a:folHlink>
      </a:clrScheme>
      <a:clrMap bg1="lt1" tx1="dk1" bg2="lt2" tx2="dk2" accent1="accent1" accent2="accent2" accent3="accent3" accent4="accent4" accent5="accent5" accent6="accent6" hlink="hlink" folHlink="folHlink"/>
    </a:extraClrScheme>
    <a:extraClrScheme>
      <a:clrScheme name="2_Master_Template 15">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E4BB0E"/>
        </a:hlink>
        <a:folHlink>
          <a:srgbClr val="CECECE"/>
        </a:folHlink>
      </a:clrScheme>
      <a:clrMap bg1="lt1" tx1="dk1" bg2="lt2" tx2="dk2" accent1="accent1" accent2="accent2" accent3="accent3" accent4="accent4" accent5="accent5" accent6="accent6" hlink="hlink" folHlink="folHlink"/>
    </a:extraClrScheme>
    <a:extraClrScheme>
      <a:clrScheme name="2_Master_Template 16">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FFFFFF"/>
        </a:hlink>
        <a:folHlink>
          <a:srgbClr val="CECECE"/>
        </a:folHlink>
      </a:clrScheme>
      <a:clrMap bg1="lt1" tx1="dk1" bg2="lt2" tx2="dk2" accent1="accent1" accent2="accent2" accent3="accent3" accent4="accent4" accent5="accent5" accent6="accent6" hlink="hlink" folHlink="folHlink"/>
    </a:extraClrScheme>
  </a:extraClrSchemeLst>
</a:theme>
</file>

<file path=ppt/theme/theme34.xml><?xml version="1.0" encoding="utf-8"?>
<a:theme xmlns:a="http://schemas.openxmlformats.org/drawingml/2006/main" name="33_Presentation1">
  <a:themeElements>
    <a:clrScheme name="">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000066"/>
      </a:folHlink>
    </a:clrScheme>
    <a:fontScheme name="2_Master_Template">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spDef>
    <a:ln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lnDef>
  </a:objectDefaults>
  <a:extraClrSchemeLst>
    <a:extraClrScheme>
      <a:clrScheme name="2_Master_Templat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2_Master_Template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2_Master_Template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2_Master_Template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2_Master_Template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2_Master_Template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2_Master_Template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
      <a:clrScheme name="2_Master_Template 8">
        <a:dk1>
          <a:srgbClr val="000000"/>
        </a:dk1>
        <a:lt1>
          <a:srgbClr val="FFFFFF"/>
        </a:lt1>
        <a:dk2>
          <a:srgbClr val="000000"/>
        </a:dk2>
        <a:lt2>
          <a:srgbClr val="C0C0C0"/>
        </a:lt2>
        <a:accent1>
          <a:srgbClr val="C1FEF9"/>
        </a:accent1>
        <a:accent2>
          <a:srgbClr val="DC0081"/>
        </a:accent2>
        <a:accent3>
          <a:srgbClr val="FFFFFF"/>
        </a:accent3>
        <a:accent4>
          <a:srgbClr val="000000"/>
        </a:accent4>
        <a:accent5>
          <a:srgbClr val="DDFEFB"/>
        </a:accent5>
        <a:accent6>
          <a:srgbClr val="C70074"/>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9">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10">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3333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1">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00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2">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99CC"/>
        </a:hlink>
        <a:folHlink>
          <a:srgbClr val="CECECE"/>
        </a:folHlink>
      </a:clrScheme>
      <a:clrMap bg1="lt1" tx1="dk1" bg2="lt2" tx2="dk2" accent1="accent1" accent2="accent2" accent3="accent3" accent4="accent4" accent5="accent5" accent6="accent6" hlink="hlink" folHlink="folHlink"/>
    </a:extraClrScheme>
    <a:extraClrScheme>
      <a:clrScheme name="2_Master_Template 13">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4">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436F9F"/>
        </a:hlink>
        <a:folHlink>
          <a:srgbClr val="CECECE"/>
        </a:folHlink>
      </a:clrScheme>
      <a:clrMap bg1="lt1" tx1="dk1" bg2="lt2" tx2="dk2" accent1="accent1" accent2="accent2" accent3="accent3" accent4="accent4" accent5="accent5" accent6="accent6" hlink="hlink" folHlink="folHlink"/>
    </a:extraClrScheme>
    <a:extraClrScheme>
      <a:clrScheme name="2_Master_Template 15">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E4BB0E"/>
        </a:hlink>
        <a:folHlink>
          <a:srgbClr val="CECECE"/>
        </a:folHlink>
      </a:clrScheme>
      <a:clrMap bg1="lt1" tx1="dk1" bg2="lt2" tx2="dk2" accent1="accent1" accent2="accent2" accent3="accent3" accent4="accent4" accent5="accent5" accent6="accent6" hlink="hlink" folHlink="folHlink"/>
    </a:extraClrScheme>
    <a:extraClrScheme>
      <a:clrScheme name="2_Master_Template 16">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FFFFFF"/>
        </a:hlink>
        <a:folHlink>
          <a:srgbClr val="CECECE"/>
        </a:folHlink>
      </a:clrScheme>
      <a:clrMap bg1="lt1" tx1="dk1" bg2="lt2" tx2="dk2" accent1="accent1" accent2="accent2" accent3="accent3" accent4="accent4" accent5="accent5" accent6="accent6" hlink="hlink" folHlink="folHlink"/>
    </a:extraClrScheme>
  </a:extraClrSchemeLst>
</a:theme>
</file>

<file path=ppt/theme/theme35.xml><?xml version="1.0" encoding="utf-8"?>
<a:theme xmlns:a="http://schemas.openxmlformats.org/drawingml/2006/main" name="34_Presentation1">
  <a:themeElements>
    <a:clrScheme name="">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000066"/>
      </a:folHlink>
    </a:clrScheme>
    <a:fontScheme name="2_Master_Template">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spDef>
    <a:ln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lnDef>
  </a:objectDefaults>
  <a:extraClrSchemeLst>
    <a:extraClrScheme>
      <a:clrScheme name="2_Master_Templat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2_Master_Template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2_Master_Template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2_Master_Template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2_Master_Template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2_Master_Template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2_Master_Template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
      <a:clrScheme name="2_Master_Template 8">
        <a:dk1>
          <a:srgbClr val="000000"/>
        </a:dk1>
        <a:lt1>
          <a:srgbClr val="FFFFFF"/>
        </a:lt1>
        <a:dk2>
          <a:srgbClr val="000000"/>
        </a:dk2>
        <a:lt2>
          <a:srgbClr val="C0C0C0"/>
        </a:lt2>
        <a:accent1>
          <a:srgbClr val="C1FEF9"/>
        </a:accent1>
        <a:accent2>
          <a:srgbClr val="DC0081"/>
        </a:accent2>
        <a:accent3>
          <a:srgbClr val="FFFFFF"/>
        </a:accent3>
        <a:accent4>
          <a:srgbClr val="000000"/>
        </a:accent4>
        <a:accent5>
          <a:srgbClr val="DDFEFB"/>
        </a:accent5>
        <a:accent6>
          <a:srgbClr val="C70074"/>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9">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10">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3333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1">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00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2">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99CC"/>
        </a:hlink>
        <a:folHlink>
          <a:srgbClr val="CECECE"/>
        </a:folHlink>
      </a:clrScheme>
      <a:clrMap bg1="lt1" tx1="dk1" bg2="lt2" tx2="dk2" accent1="accent1" accent2="accent2" accent3="accent3" accent4="accent4" accent5="accent5" accent6="accent6" hlink="hlink" folHlink="folHlink"/>
    </a:extraClrScheme>
    <a:extraClrScheme>
      <a:clrScheme name="2_Master_Template 13">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4">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436F9F"/>
        </a:hlink>
        <a:folHlink>
          <a:srgbClr val="CECECE"/>
        </a:folHlink>
      </a:clrScheme>
      <a:clrMap bg1="lt1" tx1="dk1" bg2="lt2" tx2="dk2" accent1="accent1" accent2="accent2" accent3="accent3" accent4="accent4" accent5="accent5" accent6="accent6" hlink="hlink" folHlink="folHlink"/>
    </a:extraClrScheme>
    <a:extraClrScheme>
      <a:clrScheme name="2_Master_Template 15">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E4BB0E"/>
        </a:hlink>
        <a:folHlink>
          <a:srgbClr val="CECECE"/>
        </a:folHlink>
      </a:clrScheme>
      <a:clrMap bg1="lt1" tx1="dk1" bg2="lt2" tx2="dk2" accent1="accent1" accent2="accent2" accent3="accent3" accent4="accent4" accent5="accent5" accent6="accent6" hlink="hlink" folHlink="folHlink"/>
    </a:extraClrScheme>
    <a:extraClrScheme>
      <a:clrScheme name="2_Master_Template 16">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FFFFFF"/>
        </a:hlink>
        <a:folHlink>
          <a:srgbClr val="CECECE"/>
        </a:folHlink>
      </a:clrScheme>
      <a:clrMap bg1="lt1" tx1="dk1" bg2="lt2" tx2="dk2" accent1="accent1" accent2="accent2" accent3="accent3" accent4="accent4" accent5="accent5" accent6="accent6" hlink="hlink" folHlink="folHlink"/>
    </a:extraClrScheme>
  </a:extraClrSchemeLst>
</a:theme>
</file>

<file path=ppt/theme/theme36.xml><?xml version="1.0" encoding="utf-8"?>
<a:theme xmlns:a="http://schemas.openxmlformats.org/drawingml/2006/main" name="35_Presentation1">
  <a:themeElements>
    <a:clrScheme name="">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000066"/>
      </a:folHlink>
    </a:clrScheme>
    <a:fontScheme name="2_Master_Template">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spDef>
    <a:ln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lnDef>
  </a:objectDefaults>
  <a:extraClrSchemeLst>
    <a:extraClrScheme>
      <a:clrScheme name="2_Master_Templat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2_Master_Template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2_Master_Template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2_Master_Template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2_Master_Template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2_Master_Template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2_Master_Template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
      <a:clrScheme name="2_Master_Template 8">
        <a:dk1>
          <a:srgbClr val="000000"/>
        </a:dk1>
        <a:lt1>
          <a:srgbClr val="FFFFFF"/>
        </a:lt1>
        <a:dk2>
          <a:srgbClr val="000000"/>
        </a:dk2>
        <a:lt2>
          <a:srgbClr val="C0C0C0"/>
        </a:lt2>
        <a:accent1>
          <a:srgbClr val="C1FEF9"/>
        </a:accent1>
        <a:accent2>
          <a:srgbClr val="DC0081"/>
        </a:accent2>
        <a:accent3>
          <a:srgbClr val="FFFFFF"/>
        </a:accent3>
        <a:accent4>
          <a:srgbClr val="000000"/>
        </a:accent4>
        <a:accent5>
          <a:srgbClr val="DDFEFB"/>
        </a:accent5>
        <a:accent6>
          <a:srgbClr val="C70074"/>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9">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10">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3333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1">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00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2">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99CC"/>
        </a:hlink>
        <a:folHlink>
          <a:srgbClr val="CECECE"/>
        </a:folHlink>
      </a:clrScheme>
      <a:clrMap bg1="lt1" tx1="dk1" bg2="lt2" tx2="dk2" accent1="accent1" accent2="accent2" accent3="accent3" accent4="accent4" accent5="accent5" accent6="accent6" hlink="hlink" folHlink="folHlink"/>
    </a:extraClrScheme>
    <a:extraClrScheme>
      <a:clrScheme name="2_Master_Template 13">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4">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436F9F"/>
        </a:hlink>
        <a:folHlink>
          <a:srgbClr val="CECECE"/>
        </a:folHlink>
      </a:clrScheme>
      <a:clrMap bg1="lt1" tx1="dk1" bg2="lt2" tx2="dk2" accent1="accent1" accent2="accent2" accent3="accent3" accent4="accent4" accent5="accent5" accent6="accent6" hlink="hlink" folHlink="folHlink"/>
    </a:extraClrScheme>
    <a:extraClrScheme>
      <a:clrScheme name="2_Master_Template 15">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E4BB0E"/>
        </a:hlink>
        <a:folHlink>
          <a:srgbClr val="CECECE"/>
        </a:folHlink>
      </a:clrScheme>
      <a:clrMap bg1="lt1" tx1="dk1" bg2="lt2" tx2="dk2" accent1="accent1" accent2="accent2" accent3="accent3" accent4="accent4" accent5="accent5" accent6="accent6" hlink="hlink" folHlink="folHlink"/>
    </a:extraClrScheme>
    <a:extraClrScheme>
      <a:clrScheme name="2_Master_Template 16">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FFFFFF"/>
        </a:hlink>
        <a:folHlink>
          <a:srgbClr val="CECECE"/>
        </a:folHlink>
      </a:clrScheme>
      <a:clrMap bg1="lt1" tx1="dk1" bg2="lt2" tx2="dk2" accent1="accent1" accent2="accent2" accent3="accent3" accent4="accent4" accent5="accent5" accent6="accent6" hlink="hlink" folHlink="folHlink"/>
    </a:extraClrScheme>
  </a:extraClrSchemeLst>
</a:theme>
</file>

<file path=ppt/theme/theme37.xml><?xml version="1.0" encoding="utf-8"?>
<a:theme xmlns:a="http://schemas.openxmlformats.org/drawingml/2006/main" name="36_Presentation1">
  <a:themeElements>
    <a:clrScheme name="">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000066"/>
      </a:folHlink>
    </a:clrScheme>
    <a:fontScheme name="2_Master_Template">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spDef>
    <a:ln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lnDef>
  </a:objectDefaults>
  <a:extraClrSchemeLst>
    <a:extraClrScheme>
      <a:clrScheme name="2_Master_Templat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2_Master_Template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2_Master_Template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2_Master_Template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2_Master_Template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2_Master_Template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2_Master_Template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
      <a:clrScheme name="2_Master_Template 8">
        <a:dk1>
          <a:srgbClr val="000000"/>
        </a:dk1>
        <a:lt1>
          <a:srgbClr val="FFFFFF"/>
        </a:lt1>
        <a:dk2>
          <a:srgbClr val="000000"/>
        </a:dk2>
        <a:lt2>
          <a:srgbClr val="C0C0C0"/>
        </a:lt2>
        <a:accent1>
          <a:srgbClr val="C1FEF9"/>
        </a:accent1>
        <a:accent2>
          <a:srgbClr val="DC0081"/>
        </a:accent2>
        <a:accent3>
          <a:srgbClr val="FFFFFF"/>
        </a:accent3>
        <a:accent4>
          <a:srgbClr val="000000"/>
        </a:accent4>
        <a:accent5>
          <a:srgbClr val="DDFEFB"/>
        </a:accent5>
        <a:accent6>
          <a:srgbClr val="C70074"/>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9">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10">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3333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1">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00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2">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99CC"/>
        </a:hlink>
        <a:folHlink>
          <a:srgbClr val="CECECE"/>
        </a:folHlink>
      </a:clrScheme>
      <a:clrMap bg1="lt1" tx1="dk1" bg2="lt2" tx2="dk2" accent1="accent1" accent2="accent2" accent3="accent3" accent4="accent4" accent5="accent5" accent6="accent6" hlink="hlink" folHlink="folHlink"/>
    </a:extraClrScheme>
    <a:extraClrScheme>
      <a:clrScheme name="2_Master_Template 13">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4">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436F9F"/>
        </a:hlink>
        <a:folHlink>
          <a:srgbClr val="CECECE"/>
        </a:folHlink>
      </a:clrScheme>
      <a:clrMap bg1="lt1" tx1="dk1" bg2="lt2" tx2="dk2" accent1="accent1" accent2="accent2" accent3="accent3" accent4="accent4" accent5="accent5" accent6="accent6" hlink="hlink" folHlink="folHlink"/>
    </a:extraClrScheme>
    <a:extraClrScheme>
      <a:clrScheme name="2_Master_Template 15">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E4BB0E"/>
        </a:hlink>
        <a:folHlink>
          <a:srgbClr val="CECECE"/>
        </a:folHlink>
      </a:clrScheme>
      <a:clrMap bg1="lt1" tx1="dk1" bg2="lt2" tx2="dk2" accent1="accent1" accent2="accent2" accent3="accent3" accent4="accent4" accent5="accent5" accent6="accent6" hlink="hlink" folHlink="folHlink"/>
    </a:extraClrScheme>
    <a:extraClrScheme>
      <a:clrScheme name="2_Master_Template 16">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FFFFFF"/>
        </a:hlink>
        <a:folHlink>
          <a:srgbClr val="CECECE"/>
        </a:folHlink>
      </a:clrScheme>
      <a:clrMap bg1="lt1" tx1="dk1" bg2="lt2" tx2="dk2" accent1="accent1" accent2="accent2" accent3="accent3" accent4="accent4" accent5="accent5" accent6="accent6" hlink="hlink" folHlink="folHlink"/>
    </a:extraClrScheme>
  </a:extraClrSchemeLst>
</a:theme>
</file>

<file path=ppt/theme/theme38.xml><?xml version="1.0" encoding="utf-8"?>
<a:theme xmlns:a="http://schemas.openxmlformats.org/drawingml/2006/main" name="37_Presentation1">
  <a:themeElements>
    <a:clrScheme name="">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000066"/>
      </a:folHlink>
    </a:clrScheme>
    <a:fontScheme name="2_Master_Template">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spDef>
    <a:ln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lnDef>
  </a:objectDefaults>
  <a:extraClrSchemeLst>
    <a:extraClrScheme>
      <a:clrScheme name="2_Master_Templat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2_Master_Template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2_Master_Template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2_Master_Template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2_Master_Template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2_Master_Template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2_Master_Template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
      <a:clrScheme name="2_Master_Template 8">
        <a:dk1>
          <a:srgbClr val="000000"/>
        </a:dk1>
        <a:lt1>
          <a:srgbClr val="FFFFFF"/>
        </a:lt1>
        <a:dk2>
          <a:srgbClr val="000000"/>
        </a:dk2>
        <a:lt2>
          <a:srgbClr val="C0C0C0"/>
        </a:lt2>
        <a:accent1>
          <a:srgbClr val="C1FEF9"/>
        </a:accent1>
        <a:accent2>
          <a:srgbClr val="DC0081"/>
        </a:accent2>
        <a:accent3>
          <a:srgbClr val="FFFFFF"/>
        </a:accent3>
        <a:accent4>
          <a:srgbClr val="000000"/>
        </a:accent4>
        <a:accent5>
          <a:srgbClr val="DDFEFB"/>
        </a:accent5>
        <a:accent6>
          <a:srgbClr val="C70074"/>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9">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10">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3333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1">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00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2">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99CC"/>
        </a:hlink>
        <a:folHlink>
          <a:srgbClr val="CECECE"/>
        </a:folHlink>
      </a:clrScheme>
      <a:clrMap bg1="lt1" tx1="dk1" bg2="lt2" tx2="dk2" accent1="accent1" accent2="accent2" accent3="accent3" accent4="accent4" accent5="accent5" accent6="accent6" hlink="hlink" folHlink="folHlink"/>
    </a:extraClrScheme>
    <a:extraClrScheme>
      <a:clrScheme name="2_Master_Template 13">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4">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436F9F"/>
        </a:hlink>
        <a:folHlink>
          <a:srgbClr val="CECECE"/>
        </a:folHlink>
      </a:clrScheme>
      <a:clrMap bg1="lt1" tx1="dk1" bg2="lt2" tx2="dk2" accent1="accent1" accent2="accent2" accent3="accent3" accent4="accent4" accent5="accent5" accent6="accent6" hlink="hlink" folHlink="folHlink"/>
    </a:extraClrScheme>
    <a:extraClrScheme>
      <a:clrScheme name="2_Master_Template 15">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E4BB0E"/>
        </a:hlink>
        <a:folHlink>
          <a:srgbClr val="CECECE"/>
        </a:folHlink>
      </a:clrScheme>
      <a:clrMap bg1="lt1" tx1="dk1" bg2="lt2" tx2="dk2" accent1="accent1" accent2="accent2" accent3="accent3" accent4="accent4" accent5="accent5" accent6="accent6" hlink="hlink" folHlink="folHlink"/>
    </a:extraClrScheme>
    <a:extraClrScheme>
      <a:clrScheme name="2_Master_Template 16">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FFFFFF"/>
        </a:hlink>
        <a:folHlink>
          <a:srgbClr val="CECECE"/>
        </a:folHlink>
      </a:clrScheme>
      <a:clrMap bg1="lt1" tx1="dk1" bg2="lt2" tx2="dk2" accent1="accent1" accent2="accent2" accent3="accent3" accent4="accent4" accent5="accent5" accent6="accent6" hlink="hlink" folHlink="folHlink"/>
    </a:extraClrScheme>
  </a:extraClrSchemeLst>
</a:theme>
</file>

<file path=ppt/theme/theme39.xml><?xml version="1.0" encoding="utf-8"?>
<a:theme xmlns:a="http://schemas.openxmlformats.org/drawingml/2006/main" name="38_Presentation1">
  <a:themeElements>
    <a:clrScheme name="">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000066"/>
      </a:folHlink>
    </a:clrScheme>
    <a:fontScheme name="2_Master_Template">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spDef>
    <a:ln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lnDef>
  </a:objectDefaults>
  <a:extraClrSchemeLst>
    <a:extraClrScheme>
      <a:clrScheme name="2_Master_Templat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2_Master_Template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2_Master_Template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2_Master_Template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2_Master_Template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2_Master_Template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2_Master_Template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
      <a:clrScheme name="2_Master_Template 8">
        <a:dk1>
          <a:srgbClr val="000000"/>
        </a:dk1>
        <a:lt1>
          <a:srgbClr val="FFFFFF"/>
        </a:lt1>
        <a:dk2>
          <a:srgbClr val="000000"/>
        </a:dk2>
        <a:lt2>
          <a:srgbClr val="C0C0C0"/>
        </a:lt2>
        <a:accent1>
          <a:srgbClr val="C1FEF9"/>
        </a:accent1>
        <a:accent2>
          <a:srgbClr val="DC0081"/>
        </a:accent2>
        <a:accent3>
          <a:srgbClr val="FFFFFF"/>
        </a:accent3>
        <a:accent4>
          <a:srgbClr val="000000"/>
        </a:accent4>
        <a:accent5>
          <a:srgbClr val="DDFEFB"/>
        </a:accent5>
        <a:accent6>
          <a:srgbClr val="C70074"/>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9">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10">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3333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1">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00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2">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99CC"/>
        </a:hlink>
        <a:folHlink>
          <a:srgbClr val="CECECE"/>
        </a:folHlink>
      </a:clrScheme>
      <a:clrMap bg1="lt1" tx1="dk1" bg2="lt2" tx2="dk2" accent1="accent1" accent2="accent2" accent3="accent3" accent4="accent4" accent5="accent5" accent6="accent6" hlink="hlink" folHlink="folHlink"/>
    </a:extraClrScheme>
    <a:extraClrScheme>
      <a:clrScheme name="2_Master_Template 13">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4">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436F9F"/>
        </a:hlink>
        <a:folHlink>
          <a:srgbClr val="CECECE"/>
        </a:folHlink>
      </a:clrScheme>
      <a:clrMap bg1="lt1" tx1="dk1" bg2="lt2" tx2="dk2" accent1="accent1" accent2="accent2" accent3="accent3" accent4="accent4" accent5="accent5" accent6="accent6" hlink="hlink" folHlink="folHlink"/>
    </a:extraClrScheme>
    <a:extraClrScheme>
      <a:clrScheme name="2_Master_Template 15">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E4BB0E"/>
        </a:hlink>
        <a:folHlink>
          <a:srgbClr val="CECECE"/>
        </a:folHlink>
      </a:clrScheme>
      <a:clrMap bg1="lt1" tx1="dk1" bg2="lt2" tx2="dk2" accent1="accent1" accent2="accent2" accent3="accent3" accent4="accent4" accent5="accent5" accent6="accent6" hlink="hlink" folHlink="folHlink"/>
    </a:extraClrScheme>
    <a:extraClrScheme>
      <a:clrScheme name="2_Master_Template 16">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FFFFFF"/>
        </a:hlink>
        <a:folHlink>
          <a:srgbClr val="CECECE"/>
        </a:folHlink>
      </a:clrScheme>
      <a:clrMap bg1="lt1" tx1="dk1" bg2="lt2" tx2="dk2" accent1="accent1" accent2="accent2" accent3="accent3" accent4="accent4" accent5="accent5" accent6="accent6" hlink="hlink" folHlink="folHlink"/>
    </a:extraClrScheme>
  </a:extraClrSchemeLst>
</a:theme>
</file>

<file path=ppt/theme/theme40.xml><?xml version="1.0" encoding="utf-8"?>
<a:theme xmlns:a="http://schemas.openxmlformats.org/drawingml/2006/main" name="39_Presentation1">
  <a:themeElements>
    <a:clrScheme name="">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000066"/>
      </a:folHlink>
    </a:clrScheme>
    <a:fontScheme name="2_Master_Template">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spDef>
    <a:ln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lnDef>
  </a:objectDefaults>
  <a:extraClrSchemeLst>
    <a:extraClrScheme>
      <a:clrScheme name="2_Master_Templat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2_Master_Template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2_Master_Template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2_Master_Template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2_Master_Template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2_Master_Template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2_Master_Template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
      <a:clrScheme name="2_Master_Template 8">
        <a:dk1>
          <a:srgbClr val="000000"/>
        </a:dk1>
        <a:lt1>
          <a:srgbClr val="FFFFFF"/>
        </a:lt1>
        <a:dk2>
          <a:srgbClr val="000000"/>
        </a:dk2>
        <a:lt2>
          <a:srgbClr val="C0C0C0"/>
        </a:lt2>
        <a:accent1>
          <a:srgbClr val="C1FEF9"/>
        </a:accent1>
        <a:accent2>
          <a:srgbClr val="DC0081"/>
        </a:accent2>
        <a:accent3>
          <a:srgbClr val="FFFFFF"/>
        </a:accent3>
        <a:accent4>
          <a:srgbClr val="000000"/>
        </a:accent4>
        <a:accent5>
          <a:srgbClr val="DDFEFB"/>
        </a:accent5>
        <a:accent6>
          <a:srgbClr val="C70074"/>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9">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10">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3333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1">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00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2">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99CC"/>
        </a:hlink>
        <a:folHlink>
          <a:srgbClr val="CECECE"/>
        </a:folHlink>
      </a:clrScheme>
      <a:clrMap bg1="lt1" tx1="dk1" bg2="lt2" tx2="dk2" accent1="accent1" accent2="accent2" accent3="accent3" accent4="accent4" accent5="accent5" accent6="accent6" hlink="hlink" folHlink="folHlink"/>
    </a:extraClrScheme>
    <a:extraClrScheme>
      <a:clrScheme name="2_Master_Template 13">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4">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436F9F"/>
        </a:hlink>
        <a:folHlink>
          <a:srgbClr val="CECECE"/>
        </a:folHlink>
      </a:clrScheme>
      <a:clrMap bg1="lt1" tx1="dk1" bg2="lt2" tx2="dk2" accent1="accent1" accent2="accent2" accent3="accent3" accent4="accent4" accent5="accent5" accent6="accent6" hlink="hlink" folHlink="folHlink"/>
    </a:extraClrScheme>
    <a:extraClrScheme>
      <a:clrScheme name="2_Master_Template 15">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E4BB0E"/>
        </a:hlink>
        <a:folHlink>
          <a:srgbClr val="CECECE"/>
        </a:folHlink>
      </a:clrScheme>
      <a:clrMap bg1="lt1" tx1="dk1" bg2="lt2" tx2="dk2" accent1="accent1" accent2="accent2" accent3="accent3" accent4="accent4" accent5="accent5" accent6="accent6" hlink="hlink" folHlink="folHlink"/>
    </a:extraClrScheme>
    <a:extraClrScheme>
      <a:clrScheme name="2_Master_Template 16">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FFFFFF"/>
        </a:hlink>
        <a:folHlink>
          <a:srgbClr val="CECECE"/>
        </a:folHlink>
      </a:clrScheme>
      <a:clrMap bg1="lt1" tx1="dk1" bg2="lt2" tx2="dk2" accent1="accent1" accent2="accent2" accent3="accent3" accent4="accent4" accent5="accent5" accent6="accent6" hlink="hlink" folHlink="folHlink"/>
    </a:extraClrScheme>
  </a:extraClrSchemeLst>
</a:theme>
</file>

<file path=ppt/theme/theme41.xml><?xml version="1.0" encoding="utf-8"?>
<a:theme xmlns:a="http://schemas.openxmlformats.org/drawingml/2006/main" name="40_Presentation1">
  <a:themeElements>
    <a:clrScheme name="">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000066"/>
      </a:folHlink>
    </a:clrScheme>
    <a:fontScheme name="2_Master_Template">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spDef>
    <a:ln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lnDef>
  </a:objectDefaults>
  <a:extraClrSchemeLst>
    <a:extraClrScheme>
      <a:clrScheme name="2_Master_Templat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2_Master_Template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2_Master_Template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2_Master_Template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2_Master_Template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2_Master_Template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2_Master_Template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
      <a:clrScheme name="2_Master_Template 8">
        <a:dk1>
          <a:srgbClr val="000000"/>
        </a:dk1>
        <a:lt1>
          <a:srgbClr val="FFFFFF"/>
        </a:lt1>
        <a:dk2>
          <a:srgbClr val="000000"/>
        </a:dk2>
        <a:lt2>
          <a:srgbClr val="C0C0C0"/>
        </a:lt2>
        <a:accent1>
          <a:srgbClr val="C1FEF9"/>
        </a:accent1>
        <a:accent2>
          <a:srgbClr val="DC0081"/>
        </a:accent2>
        <a:accent3>
          <a:srgbClr val="FFFFFF"/>
        </a:accent3>
        <a:accent4>
          <a:srgbClr val="000000"/>
        </a:accent4>
        <a:accent5>
          <a:srgbClr val="DDFEFB"/>
        </a:accent5>
        <a:accent6>
          <a:srgbClr val="C70074"/>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9">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10">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3333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1">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00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2">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99CC"/>
        </a:hlink>
        <a:folHlink>
          <a:srgbClr val="CECECE"/>
        </a:folHlink>
      </a:clrScheme>
      <a:clrMap bg1="lt1" tx1="dk1" bg2="lt2" tx2="dk2" accent1="accent1" accent2="accent2" accent3="accent3" accent4="accent4" accent5="accent5" accent6="accent6" hlink="hlink" folHlink="folHlink"/>
    </a:extraClrScheme>
    <a:extraClrScheme>
      <a:clrScheme name="2_Master_Template 13">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4">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436F9F"/>
        </a:hlink>
        <a:folHlink>
          <a:srgbClr val="CECECE"/>
        </a:folHlink>
      </a:clrScheme>
      <a:clrMap bg1="lt1" tx1="dk1" bg2="lt2" tx2="dk2" accent1="accent1" accent2="accent2" accent3="accent3" accent4="accent4" accent5="accent5" accent6="accent6" hlink="hlink" folHlink="folHlink"/>
    </a:extraClrScheme>
    <a:extraClrScheme>
      <a:clrScheme name="2_Master_Template 15">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E4BB0E"/>
        </a:hlink>
        <a:folHlink>
          <a:srgbClr val="CECECE"/>
        </a:folHlink>
      </a:clrScheme>
      <a:clrMap bg1="lt1" tx1="dk1" bg2="lt2" tx2="dk2" accent1="accent1" accent2="accent2" accent3="accent3" accent4="accent4" accent5="accent5" accent6="accent6" hlink="hlink" folHlink="folHlink"/>
    </a:extraClrScheme>
    <a:extraClrScheme>
      <a:clrScheme name="2_Master_Template 16">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FFFFFF"/>
        </a:hlink>
        <a:folHlink>
          <a:srgbClr val="CECECE"/>
        </a:folHlink>
      </a:clrScheme>
      <a:clrMap bg1="lt1" tx1="dk1" bg2="lt2" tx2="dk2" accent1="accent1" accent2="accent2" accent3="accent3" accent4="accent4" accent5="accent5" accent6="accent6" hlink="hlink" folHlink="folHlink"/>
    </a:extraClrScheme>
  </a:extraClrSchemeLst>
</a:theme>
</file>

<file path=ppt/theme/theme42.xml><?xml version="1.0" encoding="utf-8"?>
<a:theme xmlns:a="http://schemas.openxmlformats.org/drawingml/2006/main" name="41_Presentation1">
  <a:themeElements>
    <a:clrScheme name="">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000066"/>
      </a:folHlink>
    </a:clrScheme>
    <a:fontScheme name="2_Master_Template">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spDef>
    <a:ln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lnDef>
  </a:objectDefaults>
  <a:extraClrSchemeLst>
    <a:extraClrScheme>
      <a:clrScheme name="2_Master_Templat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2_Master_Template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2_Master_Template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2_Master_Template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2_Master_Template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2_Master_Template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2_Master_Template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
      <a:clrScheme name="2_Master_Template 8">
        <a:dk1>
          <a:srgbClr val="000000"/>
        </a:dk1>
        <a:lt1>
          <a:srgbClr val="FFFFFF"/>
        </a:lt1>
        <a:dk2>
          <a:srgbClr val="000000"/>
        </a:dk2>
        <a:lt2>
          <a:srgbClr val="C0C0C0"/>
        </a:lt2>
        <a:accent1>
          <a:srgbClr val="C1FEF9"/>
        </a:accent1>
        <a:accent2>
          <a:srgbClr val="DC0081"/>
        </a:accent2>
        <a:accent3>
          <a:srgbClr val="FFFFFF"/>
        </a:accent3>
        <a:accent4>
          <a:srgbClr val="000000"/>
        </a:accent4>
        <a:accent5>
          <a:srgbClr val="DDFEFB"/>
        </a:accent5>
        <a:accent6>
          <a:srgbClr val="C70074"/>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9">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10">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3333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1">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00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2">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99CC"/>
        </a:hlink>
        <a:folHlink>
          <a:srgbClr val="CECECE"/>
        </a:folHlink>
      </a:clrScheme>
      <a:clrMap bg1="lt1" tx1="dk1" bg2="lt2" tx2="dk2" accent1="accent1" accent2="accent2" accent3="accent3" accent4="accent4" accent5="accent5" accent6="accent6" hlink="hlink" folHlink="folHlink"/>
    </a:extraClrScheme>
    <a:extraClrScheme>
      <a:clrScheme name="2_Master_Template 13">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4">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436F9F"/>
        </a:hlink>
        <a:folHlink>
          <a:srgbClr val="CECECE"/>
        </a:folHlink>
      </a:clrScheme>
      <a:clrMap bg1="lt1" tx1="dk1" bg2="lt2" tx2="dk2" accent1="accent1" accent2="accent2" accent3="accent3" accent4="accent4" accent5="accent5" accent6="accent6" hlink="hlink" folHlink="folHlink"/>
    </a:extraClrScheme>
    <a:extraClrScheme>
      <a:clrScheme name="2_Master_Template 15">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E4BB0E"/>
        </a:hlink>
        <a:folHlink>
          <a:srgbClr val="CECECE"/>
        </a:folHlink>
      </a:clrScheme>
      <a:clrMap bg1="lt1" tx1="dk1" bg2="lt2" tx2="dk2" accent1="accent1" accent2="accent2" accent3="accent3" accent4="accent4" accent5="accent5" accent6="accent6" hlink="hlink" folHlink="folHlink"/>
    </a:extraClrScheme>
    <a:extraClrScheme>
      <a:clrScheme name="2_Master_Template 16">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FFFFFF"/>
        </a:hlink>
        <a:folHlink>
          <a:srgbClr val="CECECE"/>
        </a:folHlink>
      </a:clrScheme>
      <a:clrMap bg1="lt1" tx1="dk1" bg2="lt2" tx2="dk2" accent1="accent1" accent2="accent2" accent3="accent3" accent4="accent4" accent5="accent5" accent6="accent6" hlink="hlink" folHlink="folHlink"/>
    </a:extraClrScheme>
  </a:extraClrSchemeLst>
</a:theme>
</file>

<file path=ppt/theme/theme43.xml><?xml version="1.0" encoding="utf-8"?>
<a:theme xmlns:a="http://schemas.openxmlformats.org/drawingml/2006/main" name="42_Presentation1">
  <a:themeElements>
    <a:clrScheme name="">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000066"/>
      </a:folHlink>
    </a:clrScheme>
    <a:fontScheme name="2_Master_Template">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spDef>
    <a:ln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lnDef>
  </a:objectDefaults>
  <a:extraClrSchemeLst>
    <a:extraClrScheme>
      <a:clrScheme name="2_Master_Templat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2_Master_Template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2_Master_Template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2_Master_Template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2_Master_Template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2_Master_Template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2_Master_Template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
      <a:clrScheme name="2_Master_Template 8">
        <a:dk1>
          <a:srgbClr val="000000"/>
        </a:dk1>
        <a:lt1>
          <a:srgbClr val="FFFFFF"/>
        </a:lt1>
        <a:dk2>
          <a:srgbClr val="000000"/>
        </a:dk2>
        <a:lt2>
          <a:srgbClr val="C0C0C0"/>
        </a:lt2>
        <a:accent1>
          <a:srgbClr val="C1FEF9"/>
        </a:accent1>
        <a:accent2>
          <a:srgbClr val="DC0081"/>
        </a:accent2>
        <a:accent3>
          <a:srgbClr val="FFFFFF"/>
        </a:accent3>
        <a:accent4>
          <a:srgbClr val="000000"/>
        </a:accent4>
        <a:accent5>
          <a:srgbClr val="DDFEFB"/>
        </a:accent5>
        <a:accent6>
          <a:srgbClr val="C70074"/>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9">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10">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3333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1">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00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2">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99CC"/>
        </a:hlink>
        <a:folHlink>
          <a:srgbClr val="CECECE"/>
        </a:folHlink>
      </a:clrScheme>
      <a:clrMap bg1="lt1" tx1="dk1" bg2="lt2" tx2="dk2" accent1="accent1" accent2="accent2" accent3="accent3" accent4="accent4" accent5="accent5" accent6="accent6" hlink="hlink" folHlink="folHlink"/>
    </a:extraClrScheme>
    <a:extraClrScheme>
      <a:clrScheme name="2_Master_Template 13">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4">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436F9F"/>
        </a:hlink>
        <a:folHlink>
          <a:srgbClr val="CECECE"/>
        </a:folHlink>
      </a:clrScheme>
      <a:clrMap bg1="lt1" tx1="dk1" bg2="lt2" tx2="dk2" accent1="accent1" accent2="accent2" accent3="accent3" accent4="accent4" accent5="accent5" accent6="accent6" hlink="hlink" folHlink="folHlink"/>
    </a:extraClrScheme>
    <a:extraClrScheme>
      <a:clrScheme name="2_Master_Template 15">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E4BB0E"/>
        </a:hlink>
        <a:folHlink>
          <a:srgbClr val="CECECE"/>
        </a:folHlink>
      </a:clrScheme>
      <a:clrMap bg1="lt1" tx1="dk1" bg2="lt2" tx2="dk2" accent1="accent1" accent2="accent2" accent3="accent3" accent4="accent4" accent5="accent5" accent6="accent6" hlink="hlink" folHlink="folHlink"/>
    </a:extraClrScheme>
    <a:extraClrScheme>
      <a:clrScheme name="2_Master_Template 16">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FFFFFF"/>
        </a:hlink>
        <a:folHlink>
          <a:srgbClr val="CECECE"/>
        </a:folHlink>
      </a:clrScheme>
      <a:clrMap bg1="lt1" tx1="dk1" bg2="lt2" tx2="dk2" accent1="accent1" accent2="accent2" accent3="accent3" accent4="accent4" accent5="accent5" accent6="accent6" hlink="hlink" folHlink="folHlink"/>
    </a:extraClrScheme>
  </a:extraClrSchemeLst>
</a:theme>
</file>

<file path=ppt/theme/theme44.xml><?xml version="1.0" encoding="utf-8"?>
<a:theme xmlns:a="http://schemas.openxmlformats.org/drawingml/2006/main" name="43_Presentation1">
  <a:themeElements>
    <a:clrScheme name="">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000066"/>
      </a:folHlink>
    </a:clrScheme>
    <a:fontScheme name="2_Master_Template">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spDef>
    <a:ln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lnDef>
  </a:objectDefaults>
  <a:extraClrSchemeLst>
    <a:extraClrScheme>
      <a:clrScheme name="2_Master_Templat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2_Master_Template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2_Master_Template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2_Master_Template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2_Master_Template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2_Master_Template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2_Master_Template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
      <a:clrScheme name="2_Master_Template 8">
        <a:dk1>
          <a:srgbClr val="000000"/>
        </a:dk1>
        <a:lt1>
          <a:srgbClr val="FFFFFF"/>
        </a:lt1>
        <a:dk2>
          <a:srgbClr val="000000"/>
        </a:dk2>
        <a:lt2>
          <a:srgbClr val="C0C0C0"/>
        </a:lt2>
        <a:accent1>
          <a:srgbClr val="C1FEF9"/>
        </a:accent1>
        <a:accent2>
          <a:srgbClr val="DC0081"/>
        </a:accent2>
        <a:accent3>
          <a:srgbClr val="FFFFFF"/>
        </a:accent3>
        <a:accent4>
          <a:srgbClr val="000000"/>
        </a:accent4>
        <a:accent5>
          <a:srgbClr val="DDFEFB"/>
        </a:accent5>
        <a:accent6>
          <a:srgbClr val="C70074"/>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9">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10">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3333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1">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00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2">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99CC"/>
        </a:hlink>
        <a:folHlink>
          <a:srgbClr val="CECECE"/>
        </a:folHlink>
      </a:clrScheme>
      <a:clrMap bg1="lt1" tx1="dk1" bg2="lt2" tx2="dk2" accent1="accent1" accent2="accent2" accent3="accent3" accent4="accent4" accent5="accent5" accent6="accent6" hlink="hlink" folHlink="folHlink"/>
    </a:extraClrScheme>
    <a:extraClrScheme>
      <a:clrScheme name="2_Master_Template 13">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4">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436F9F"/>
        </a:hlink>
        <a:folHlink>
          <a:srgbClr val="CECECE"/>
        </a:folHlink>
      </a:clrScheme>
      <a:clrMap bg1="lt1" tx1="dk1" bg2="lt2" tx2="dk2" accent1="accent1" accent2="accent2" accent3="accent3" accent4="accent4" accent5="accent5" accent6="accent6" hlink="hlink" folHlink="folHlink"/>
    </a:extraClrScheme>
    <a:extraClrScheme>
      <a:clrScheme name="2_Master_Template 15">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E4BB0E"/>
        </a:hlink>
        <a:folHlink>
          <a:srgbClr val="CECECE"/>
        </a:folHlink>
      </a:clrScheme>
      <a:clrMap bg1="lt1" tx1="dk1" bg2="lt2" tx2="dk2" accent1="accent1" accent2="accent2" accent3="accent3" accent4="accent4" accent5="accent5" accent6="accent6" hlink="hlink" folHlink="folHlink"/>
    </a:extraClrScheme>
    <a:extraClrScheme>
      <a:clrScheme name="2_Master_Template 16">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FFFFFF"/>
        </a:hlink>
        <a:folHlink>
          <a:srgbClr val="CECECE"/>
        </a:folHlink>
      </a:clrScheme>
      <a:clrMap bg1="lt1" tx1="dk1" bg2="lt2" tx2="dk2" accent1="accent1" accent2="accent2" accent3="accent3" accent4="accent4" accent5="accent5" accent6="accent6" hlink="hlink" folHlink="folHlink"/>
    </a:extraClrScheme>
  </a:extraClrSchemeLst>
</a:theme>
</file>

<file path=ppt/theme/theme45.xml><?xml version="1.0" encoding="utf-8"?>
<a:theme xmlns:a="http://schemas.openxmlformats.org/drawingml/2006/main" name="44_Presentation1">
  <a:themeElements>
    <a:clrScheme name="">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000066"/>
      </a:folHlink>
    </a:clrScheme>
    <a:fontScheme name="2_Master_Template">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spDef>
    <a:ln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lnDef>
  </a:objectDefaults>
  <a:extraClrSchemeLst>
    <a:extraClrScheme>
      <a:clrScheme name="2_Master_Templat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2_Master_Template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2_Master_Template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2_Master_Template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2_Master_Template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2_Master_Template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2_Master_Template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
      <a:clrScheme name="2_Master_Template 8">
        <a:dk1>
          <a:srgbClr val="000000"/>
        </a:dk1>
        <a:lt1>
          <a:srgbClr val="FFFFFF"/>
        </a:lt1>
        <a:dk2>
          <a:srgbClr val="000000"/>
        </a:dk2>
        <a:lt2>
          <a:srgbClr val="C0C0C0"/>
        </a:lt2>
        <a:accent1>
          <a:srgbClr val="C1FEF9"/>
        </a:accent1>
        <a:accent2>
          <a:srgbClr val="DC0081"/>
        </a:accent2>
        <a:accent3>
          <a:srgbClr val="FFFFFF"/>
        </a:accent3>
        <a:accent4>
          <a:srgbClr val="000000"/>
        </a:accent4>
        <a:accent5>
          <a:srgbClr val="DDFEFB"/>
        </a:accent5>
        <a:accent6>
          <a:srgbClr val="C70074"/>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9">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10">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3333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1">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00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2">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99CC"/>
        </a:hlink>
        <a:folHlink>
          <a:srgbClr val="CECECE"/>
        </a:folHlink>
      </a:clrScheme>
      <a:clrMap bg1="lt1" tx1="dk1" bg2="lt2" tx2="dk2" accent1="accent1" accent2="accent2" accent3="accent3" accent4="accent4" accent5="accent5" accent6="accent6" hlink="hlink" folHlink="folHlink"/>
    </a:extraClrScheme>
    <a:extraClrScheme>
      <a:clrScheme name="2_Master_Template 13">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4">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436F9F"/>
        </a:hlink>
        <a:folHlink>
          <a:srgbClr val="CECECE"/>
        </a:folHlink>
      </a:clrScheme>
      <a:clrMap bg1="lt1" tx1="dk1" bg2="lt2" tx2="dk2" accent1="accent1" accent2="accent2" accent3="accent3" accent4="accent4" accent5="accent5" accent6="accent6" hlink="hlink" folHlink="folHlink"/>
    </a:extraClrScheme>
    <a:extraClrScheme>
      <a:clrScheme name="2_Master_Template 15">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E4BB0E"/>
        </a:hlink>
        <a:folHlink>
          <a:srgbClr val="CECECE"/>
        </a:folHlink>
      </a:clrScheme>
      <a:clrMap bg1="lt1" tx1="dk1" bg2="lt2" tx2="dk2" accent1="accent1" accent2="accent2" accent3="accent3" accent4="accent4" accent5="accent5" accent6="accent6" hlink="hlink" folHlink="folHlink"/>
    </a:extraClrScheme>
    <a:extraClrScheme>
      <a:clrScheme name="2_Master_Template 16">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FFFFFF"/>
        </a:hlink>
        <a:folHlink>
          <a:srgbClr val="CECECE"/>
        </a:folHlink>
      </a:clrScheme>
      <a:clrMap bg1="lt1" tx1="dk1" bg2="lt2" tx2="dk2" accent1="accent1" accent2="accent2" accent3="accent3" accent4="accent4" accent5="accent5" accent6="accent6" hlink="hlink" folHlink="folHlink"/>
    </a:extraClrScheme>
  </a:extraClrSchemeLst>
</a:theme>
</file>

<file path=ppt/theme/theme46.xml><?xml version="1.0" encoding="utf-8"?>
<a:theme xmlns:a="http://schemas.openxmlformats.org/drawingml/2006/main" name="45_Presentation1">
  <a:themeElements>
    <a:clrScheme name="">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000066"/>
      </a:folHlink>
    </a:clrScheme>
    <a:fontScheme name="2_Master_Template">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spDef>
    <a:ln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lnDef>
  </a:objectDefaults>
  <a:extraClrSchemeLst>
    <a:extraClrScheme>
      <a:clrScheme name="2_Master_Templat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2_Master_Template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2_Master_Template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2_Master_Template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2_Master_Template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2_Master_Template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2_Master_Template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
      <a:clrScheme name="2_Master_Template 8">
        <a:dk1>
          <a:srgbClr val="000000"/>
        </a:dk1>
        <a:lt1>
          <a:srgbClr val="FFFFFF"/>
        </a:lt1>
        <a:dk2>
          <a:srgbClr val="000000"/>
        </a:dk2>
        <a:lt2>
          <a:srgbClr val="C0C0C0"/>
        </a:lt2>
        <a:accent1>
          <a:srgbClr val="C1FEF9"/>
        </a:accent1>
        <a:accent2>
          <a:srgbClr val="DC0081"/>
        </a:accent2>
        <a:accent3>
          <a:srgbClr val="FFFFFF"/>
        </a:accent3>
        <a:accent4>
          <a:srgbClr val="000000"/>
        </a:accent4>
        <a:accent5>
          <a:srgbClr val="DDFEFB"/>
        </a:accent5>
        <a:accent6>
          <a:srgbClr val="C70074"/>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9">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10">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3333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1">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00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2">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99CC"/>
        </a:hlink>
        <a:folHlink>
          <a:srgbClr val="CECECE"/>
        </a:folHlink>
      </a:clrScheme>
      <a:clrMap bg1="lt1" tx1="dk1" bg2="lt2" tx2="dk2" accent1="accent1" accent2="accent2" accent3="accent3" accent4="accent4" accent5="accent5" accent6="accent6" hlink="hlink" folHlink="folHlink"/>
    </a:extraClrScheme>
    <a:extraClrScheme>
      <a:clrScheme name="2_Master_Template 13">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4">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436F9F"/>
        </a:hlink>
        <a:folHlink>
          <a:srgbClr val="CECECE"/>
        </a:folHlink>
      </a:clrScheme>
      <a:clrMap bg1="lt1" tx1="dk1" bg2="lt2" tx2="dk2" accent1="accent1" accent2="accent2" accent3="accent3" accent4="accent4" accent5="accent5" accent6="accent6" hlink="hlink" folHlink="folHlink"/>
    </a:extraClrScheme>
    <a:extraClrScheme>
      <a:clrScheme name="2_Master_Template 15">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E4BB0E"/>
        </a:hlink>
        <a:folHlink>
          <a:srgbClr val="CECECE"/>
        </a:folHlink>
      </a:clrScheme>
      <a:clrMap bg1="lt1" tx1="dk1" bg2="lt2" tx2="dk2" accent1="accent1" accent2="accent2" accent3="accent3" accent4="accent4" accent5="accent5" accent6="accent6" hlink="hlink" folHlink="folHlink"/>
    </a:extraClrScheme>
    <a:extraClrScheme>
      <a:clrScheme name="2_Master_Template 16">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FFFFFF"/>
        </a:hlink>
        <a:folHlink>
          <a:srgbClr val="CECECE"/>
        </a:folHlink>
      </a:clrScheme>
      <a:clrMap bg1="lt1" tx1="dk1" bg2="lt2" tx2="dk2" accent1="accent1" accent2="accent2" accent3="accent3" accent4="accent4" accent5="accent5" accent6="accent6" hlink="hlink" folHlink="folHlink"/>
    </a:extraClrScheme>
  </a:extraClrSchemeLst>
</a:theme>
</file>

<file path=ppt/theme/theme47.xml><?xml version="1.0" encoding="utf-8"?>
<a:theme xmlns:a="http://schemas.openxmlformats.org/drawingml/2006/main" name="46_Presentation1">
  <a:themeElements>
    <a:clrScheme name="">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000066"/>
      </a:folHlink>
    </a:clrScheme>
    <a:fontScheme name="2_Master_Template">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spDef>
    <a:ln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lnDef>
  </a:objectDefaults>
  <a:extraClrSchemeLst>
    <a:extraClrScheme>
      <a:clrScheme name="2_Master_Templat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2_Master_Template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2_Master_Template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2_Master_Template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2_Master_Template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2_Master_Template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2_Master_Template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
      <a:clrScheme name="2_Master_Template 8">
        <a:dk1>
          <a:srgbClr val="000000"/>
        </a:dk1>
        <a:lt1>
          <a:srgbClr val="FFFFFF"/>
        </a:lt1>
        <a:dk2>
          <a:srgbClr val="000000"/>
        </a:dk2>
        <a:lt2>
          <a:srgbClr val="C0C0C0"/>
        </a:lt2>
        <a:accent1>
          <a:srgbClr val="C1FEF9"/>
        </a:accent1>
        <a:accent2>
          <a:srgbClr val="DC0081"/>
        </a:accent2>
        <a:accent3>
          <a:srgbClr val="FFFFFF"/>
        </a:accent3>
        <a:accent4>
          <a:srgbClr val="000000"/>
        </a:accent4>
        <a:accent5>
          <a:srgbClr val="DDFEFB"/>
        </a:accent5>
        <a:accent6>
          <a:srgbClr val="C70074"/>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9">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10">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3333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1">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00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2">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99CC"/>
        </a:hlink>
        <a:folHlink>
          <a:srgbClr val="CECECE"/>
        </a:folHlink>
      </a:clrScheme>
      <a:clrMap bg1="lt1" tx1="dk1" bg2="lt2" tx2="dk2" accent1="accent1" accent2="accent2" accent3="accent3" accent4="accent4" accent5="accent5" accent6="accent6" hlink="hlink" folHlink="folHlink"/>
    </a:extraClrScheme>
    <a:extraClrScheme>
      <a:clrScheme name="2_Master_Template 13">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4">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436F9F"/>
        </a:hlink>
        <a:folHlink>
          <a:srgbClr val="CECECE"/>
        </a:folHlink>
      </a:clrScheme>
      <a:clrMap bg1="lt1" tx1="dk1" bg2="lt2" tx2="dk2" accent1="accent1" accent2="accent2" accent3="accent3" accent4="accent4" accent5="accent5" accent6="accent6" hlink="hlink" folHlink="folHlink"/>
    </a:extraClrScheme>
    <a:extraClrScheme>
      <a:clrScheme name="2_Master_Template 15">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E4BB0E"/>
        </a:hlink>
        <a:folHlink>
          <a:srgbClr val="CECECE"/>
        </a:folHlink>
      </a:clrScheme>
      <a:clrMap bg1="lt1" tx1="dk1" bg2="lt2" tx2="dk2" accent1="accent1" accent2="accent2" accent3="accent3" accent4="accent4" accent5="accent5" accent6="accent6" hlink="hlink" folHlink="folHlink"/>
    </a:extraClrScheme>
    <a:extraClrScheme>
      <a:clrScheme name="2_Master_Template 16">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FFFFFF"/>
        </a:hlink>
        <a:folHlink>
          <a:srgbClr val="CECECE"/>
        </a:folHlink>
      </a:clrScheme>
      <a:clrMap bg1="lt1" tx1="dk1" bg2="lt2" tx2="dk2" accent1="accent1" accent2="accent2" accent3="accent3" accent4="accent4" accent5="accent5" accent6="accent6" hlink="hlink" folHlink="folHlink"/>
    </a:extraClrScheme>
  </a:extraClrSchemeLst>
</a:theme>
</file>

<file path=ppt/theme/theme48.xml><?xml version="1.0" encoding="utf-8"?>
<a:theme xmlns:a="http://schemas.openxmlformats.org/drawingml/2006/main" name="47_Presentation1">
  <a:themeElements>
    <a:clrScheme name="">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000066"/>
      </a:folHlink>
    </a:clrScheme>
    <a:fontScheme name="2_Master_Template">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spDef>
    <a:ln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lnDef>
  </a:objectDefaults>
  <a:extraClrSchemeLst>
    <a:extraClrScheme>
      <a:clrScheme name="2_Master_Templat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2_Master_Template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2_Master_Template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2_Master_Template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2_Master_Template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2_Master_Template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2_Master_Template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
      <a:clrScheme name="2_Master_Template 8">
        <a:dk1>
          <a:srgbClr val="000000"/>
        </a:dk1>
        <a:lt1>
          <a:srgbClr val="FFFFFF"/>
        </a:lt1>
        <a:dk2>
          <a:srgbClr val="000000"/>
        </a:dk2>
        <a:lt2>
          <a:srgbClr val="C0C0C0"/>
        </a:lt2>
        <a:accent1>
          <a:srgbClr val="C1FEF9"/>
        </a:accent1>
        <a:accent2>
          <a:srgbClr val="DC0081"/>
        </a:accent2>
        <a:accent3>
          <a:srgbClr val="FFFFFF"/>
        </a:accent3>
        <a:accent4>
          <a:srgbClr val="000000"/>
        </a:accent4>
        <a:accent5>
          <a:srgbClr val="DDFEFB"/>
        </a:accent5>
        <a:accent6>
          <a:srgbClr val="C70074"/>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9">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10">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3333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1">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00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2">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99CC"/>
        </a:hlink>
        <a:folHlink>
          <a:srgbClr val="CECECE"/>
        </a:folHlink>
      </a:clrScheme>
      <a:clrMap bg1="lt1" tx1="dk1" bg2="lt2" tx2="dk2" accent1="accent1" accent2="accent2" accent3="accent3" accent4="accent4" accent5="accent5" accent6="accent6" hlink="hlink" folHlink="folHlink"/>
    </a:extraClrScheme>
    <a:extraClrScheme>
      <a:clrScheme name="2_Master_Template 13">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4">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436F9F"/>
        </a:hlink>
        <a:folHlink>
          <a:srgbClr val="CECECE"/>
        </a:folHlink>
      </a:clrScheme>
      <a:clrMap bg1="lt1" tx1="dk1" bg2="lt2" tx2="dk2" accent1="accent1" accent2="accent2" accent3="accent3" accent4="accent4" accent5="accent5" accent6="accent6" hlink="hlink" folHlink="folHlink"/>
    </a:extraClrScheme>
    <a:extraClrScheme>
      <a:clrScheme name="2_Master_Template 15">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E4BB0E"/>
        </a:hlink>
        <a:folHlink>
          <a:srgbClr val="CECECE"/>
        </a:folHlink>
      </a:clrScheme>
      <a:clrMap bg1="lt1" tx1="dk1" bg2="lt2" tx2="dk2" accent1="accent1" accent2="accent2" accent3="accent3" accent4="accent4" accent5="accent5" accent6="accent6" hlink="hlink" folHlink="folHlink"/>
    </a:extraClrScheme>
    <a:extraClrScheme>
      <a:clrScheme name="2_Master_Template 16">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FFFFFF"/>
        </a:hlink>
        <a:folHlink>
          <a:srgbClr val="CECECE"/>
        </a:folHlink>
      </a:clrScheme>
      <a:clrMap bg1="lt1" tx1="dk1" bg2="lt2" tx2="dk2" accent1="accent1" accent2="accent2" accent3="accent3" accent4="accent4" accent5="accent5" accent6="accent6" hlink="hlink" folHlink="folHlink"/>
    </a:extraClrScheme>
  </a:extraClrSchemeLst>
</a:theme>
</file>

<file path=ppt/theme/theme49.xml><?xml version="1.0" encoding="utf-8"?>
<a:theme xmlns:a="http://schemas.openxmlformats.org/drawingml/2006/main" name="48_Presentation1">
  <a:themeElements>
    <a:clrScheme name="">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000066"/>
      </a:folHlink>
    </a:clrScheme>
    <a:fontScheme name="2_Master_Template">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spDef>
    <a:ln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lnDef>
  </a:objectDefaults>
  <a:extraClrSchemeLst>
    <a:extraClrScheme>
      <a:clrScheme name="2_Master_Templat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2_Master_Template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2_Master_Template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2_Master_Template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2_Master_Template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2_Master_Template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2_Master_Template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
      <a:clrScheme name="2_Master_Template 8">
        <a:dk1>
          <a:srgbClr val="000000"/>
        </a:dk1>
        <a:lt1>
          <a:srgbClr val="FFFFFF"/>
        </a:lt1>
        <a:dk2>
          <a:srgbClr val="000000"/>
        </a:dk2>
        <a:lt2>
          <a:srgbClr val="C0C0C0"/>
        </a:lt2>
        <a:accent1>
          <a:srgbClr val="C1FEF9"/>
        </a:accent1>
        <a:accent2>
          <a:srgbClr val="DC0081"/>
        </a:accent2>
        <a:accent3>
          <a:srgbClr val="FFFFFF"/>
        </a:accent3>
        <a:accent4>
          <a:srgbClr val="000000"/>
        </a:accent4>
        <a:accent5>
          <a:srgbClr val="DDFEFB"/>
        </a:accent5>
        <a:accent6>
          <a:srgbClr val="C70074"/>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9">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10">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3333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1">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00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2">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99CC"/>
        </a:hlink>
        <a:folHlink>
          <a:srgbClr val="CECECE"/>
        </a:folHlink>
      </a:clrScheme>
      <a:clrMap bg1="lt1" tx1="dk1" bg2="lt2" tx2="dk2" accent1="accent1" accent2="accent2" accent3="accent3" accent4="accent4" accent5="accent5" accent6="accent6" hlink="hlink" folHlink="folHlink"/>
    </a:extraClrScheme>
    <a:extraClrScheme>
      <a:clrScheme name="2_Master_Template 13">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4">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436F9F"/>
        </a:hlink>
        <a:folHlink>
          <a:srgbClr val="CECECE"/>
        </a:folHlink>
      </a:clrScheme>
      <a:clrMap bg1="lt1" tx1="dk1" bg2="lt2" tx2="dk2" accent1="accent1" accent2="accent2" accent3="accent3" accent4="accent4" accent5="accent5" accent6="accent6" hlink="hlink" folHlink="folHlink"/>
    </a:extraClrScheme>
    <a:extraClrScheme>
      <a:clrScheme name="2_Master_Template 15">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E4BB0E"/>
        </a:hlink>
        <a:folHlink>
          <a:srgbClr val="CECECE"/>
        </a:folHlink>
      </a:clrScheme>
      <a:clrMap bg1="lt1" tx1="dk1" bg2="lt2" tx2="dk2" accent1="accent1" accent2="accent2" accent3="accent3" accent4="accent4" accent5="accent5" accent6="accent6" hlink="hlink" folHlink="folHlink"/>
    </a:extraClrScheme>
    <a:extraClrScheme>
      <a:clrScheme name="2_Master_Template 16">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FFFFFF"/>
        </a:hlink>
        <a:folHlink>
          <a:srgbClr val="CECECE"/>
        </a:folHlink>
      </a:clrScheme>
      <a:clrMap bg1="lt1" tx1="dk1" bg2="lt2" tx2="dk2" accent1="accent1" accent2="accent2" accent3="accent3" accent4="accent4" accent5="accent5" accent6="accent6" hlink="hlink" folHlink="folHlink"/>
    </a:extraClrScheme>
  </a:extraClrSchemeLst>
</a:theme>
</file>

<file path=ppt/theme/theme50.xml><?xml version="1.0" encoding="utf-8"?>
<a:theme xmlns:a="http://schemas.openxmlformats.org/drawingml/2006/main" name="49_Presentation1">
  <a:themeElements>
    <a:clrScheme name="">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000066"/>
      </a:folHlink>
    </a:clrScheme>
    <a:fontScheme name="2_Master_Template">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spDef>
    <a:ln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lnDef>
  </a:objectDefaults>
  <a:extraClrSchemeLst>
    <a:extraClrScheme>
      <a:clrScheme name="2_Master_Templat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2_Master_Template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2_Master_Template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2_Master_Template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2_Master_Template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2_Master_Template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2_Master_Template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
      <a:clrScheme name="2_Master_Template 8">
        <a:dk1>
          <a:srgbClr val="000000"/>
        </a:dk1>
        <a:lt1>
          <a:srgbClr val="FFFFFF"/>
        </a:lt1>
        <a:dk2>
          <a:srgbClr val="000000"/>
        </a:dk2>
        <a:lt2>
          <a:srgbClr val="C0C0C0"/>
        </a:lt2>
        <a:accent1>
          <a:srgbClr val="C1FEF9"/>
        </a:accent1>
        <a:accent2>
          <a:srgbClr val="DC0081"/>
        </a:accent2>
        <a:accent3>
          <a:srgbClr val="FFFFFF"/>
        </a:accent3>
        <a:accent4>
          <a:srgbClr val="000000"/>
        </a:accent4>
        <a:accent5>
          <a:srgbClr val="DDFEFB"/>
        </a:accent5>
        <a:accent6>
          <a:srgbClr val="C70074"/>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9">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10">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3333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1">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00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2">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99CC"/>
        </a:hlink>
        <a:folHlink>
          <a:srgbClr val="CECECE"/>
        </a:folHlink>
      </a:clrScheme>
      <a:clrMap bg1="lt1" tx1="dk1" bg2="lt2" tx2="dk2" accent1="accent1" accent2="accent2" accent3="accent3" accent4="accent4" accent5="accent5" accent6="accent6" hlink="hlink" folHlink="folHlink"/>
    </a:extraClrScheme>
    <a:extraClrScheme>
      <a:clrScheme name="2_Master_Template 13">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4">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436F9F"/>
        </a:hlink>
        <a:folHlink>
          <a:srgbClr val="CECECE"/>
        </a:folHlink>
      </a:clrScheme>
      <a:clrMap bg1="lt1" tx1="dk1" bg2="lt2" tx2="dk2" accent1="accent1" accent2="accent2" accent3="accent3" accent4="accent4" accent5="accent5" accent6="accent6" hlink="hlink" folHlink="folHlink"/>
    </a:extraClrScheme>
    <a:extraClrScheme>
      <a:clrScheme name="2_Master_Template 15">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E4BB0E"/>
        </a:hlink>
        <a:folHlink>
          <a:srgbClr val="CECECE"/>
        </a:folHlink>
      </a:clrScheme>
      <a:clrMap bg1="lt1" tx1="dk1" bg2="lt2" tx2="dk2" accent1="accent1" accent2="accent2" accent3="accent3" accent4="accent4" accent5="accent5" accent6="accent6" hlink="hlink" folHlink="folHlink"/>
    </a:extraClrScheme>
    <a:extraClrScheme>
      <a:clrScheme name="2_Master_Template 16">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FFFFFF"/>
        </a:hlink>
        <a:folHlink>
          <a:srgbClr val="CECECE"/>
        </a:folHlink>
      </a:clrScheme>
      <a:clrMap bg1="lt1" tx1="dk1" bg2="lt2" tx2="dk2" accent1="accent1" accent2="accent2" accent3="accent3" accent4="accent4" accent5="accent5" accent6="accent6" hlink="hlink" folHlink="folHlink"/>
    </a:extraClrScheme>
  </a:extraClrSchemeLst>
</a:theme>
</file>

<file path=ppt/theme/theme51.xml><?xml version="1.0" encoding="utf-8"?>
<a:theme xmlns:a="http://schemas.openxmlformats.org/drawingml/2006/main" name="51_Presentation1">
  <a:themeElements>
    <a:clrScheme name="">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000066"/>
      </a:folHlink>
    </a:clrScheme>
    <a:fontScheme name="2_Master_Template">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spDef>
    <a:ln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lnDef>
  </a:objectDefaults>
  <a:extraClrSchemeLst>
    <a:extraClrScheme>
      <a:clrScheme name="2_Master_Templat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2_Master_Template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2_Master_Template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2_Master_Template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2_Master_Template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2_Master_Template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2_Master_Template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
      <a:clrScheme name="2_Master_Template 8">
        <a:dk1>
          <a:srgbClr val="000000"/>
        </a:dk1>
        <a:lt1>
          <a:srgbClr val="FFFFFF"/>
        </a:lt1>
        <a:dk2>
          <a:srgbClr val="000000"/>
        </a:dk2>
        <a:lt2>
          <a:srgbClr val="C0C0C0"/>
        </a:lt2>
        <a:accent1>
          <a:srgbClr val="C1FEF9"/>
        </a:accent1>
        <a:accent2>
          <a:srgbClr val="DC0081"/>
        </a:accent2>
        <a:accent3>
          <a:srgbClr val="FFFFFF"/>
        </a:accent3>
        <a:accent4>
          <a:srgbClr val="000000"/>
        </a:accent4>
        <a:accent5>
          <a:srgbClr val="DDFEFB"/>
        </a:accent5>
        <a:accent6>
          <a:srgbClr val="C70074"/>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9">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10">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3333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1">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00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2">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99CC"/>
        </a:hlink>
        <a:folHlink>
          <a:srgbClr val="CECECE"/>
        </a:folHlink>
      </a:clrScheme>
      <a:clrMap bg1="lt1" tx1="dk1" bg2="lt2" tx2="dk2" accent1="accent1" accent2="accent2" accent3="accent3" accent4="accent4" accent5="accent5" accent6="accent6" hlink="hlink" folHlink="folHlink"/>
    </a:extraClrScheme>
    <a:extraClrScheme>
      <a:clrScheme name="2_Master_Template 13">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4">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436F9F"/>
        </a:hlink>
        <a:folHlink>
          <a:srgbClr val="CECECE"/>
        </a:folHlink>
      </a:clrScheme>
      <a:clrMap bg1="lt1" tx1="dk1" bg2="lt2" tx2="dk2" accent1="accent1" accent2="accent2" accent3="accent3" accent4="accent4" accent5="accent5" accent6="accent6" hlink="hlink" folHlink="folHlink"/>
    </a:extraClrScheme>
    <a:extraClrScheme>
      <a:clrScheme name="2_Master_Template 15">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E4BB0E"/>
        </a:hlink>
        <a:folHlink>
          <a:srgbClr val="CECECE"/>
        </a:folHlink>
      </a:clrScheme>
      <a:clrMap bg1="lt1" tx1="dk1" bg2="lt2" tx2="dk2" accent1="accent1" accent2="accent2" accent3="accent3" accent4="accent4" accent5="accent5" accent6="accent6" hlink="hlink" folHlink="folHlink"/>
    </a:extraClrScheme>
    <a:extraClrScheme>
      <a:clrScheme name="2_Master_Template 16">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FFFFFF"/>
        </a:hlink>
        <a:folHlink>
          <a:srgbClr val="CECECE"/>
        </a:folHlink>
      </a:clrScheme>
      <a:clrMap bg1="lt1" tx1="dk1" bg2="lt2" tx2="dk2" accent1="accent1" accent2="accent2" accent3="accent3" accent4="accent4" accent5="accent5" accent6="accent6" hlink="hlink" folHlink="folHlink"/>
    </a:extraClrScheme>
  </a:extraClrSchemeLst>
</a:theme>
</file>

<file path=ppt/theme/theme52.xml><?xml version="1.0" encoding="utf-8"?>
<a:theme xmlns:a="http://schemas.openxmlformats.org/drawingml/2006/main" name="52_Presentation1">
  <a:themeElements>
    <a:clrScheme name="">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000066"/>
      </a:folHlink>
    </a:clrScheme>
    <a:fontScheme name="2_Master_Template">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spDef>
    <a:ln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lnDef>
  </a:objectDefaults>
  <a:extraClrSchemeLst>
    <a:extraClrScheme>
      <a:clrScheme name="2_Master_Templat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2_Master_Template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2_Master_Template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2_Master_Template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2_Master_Template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2_Master_Template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2_Master_Template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
      <a:clrScheme name="2_Master_Template 8">
        <a:dk1>
          <a:srgbClr val="000000"/>
        </a:dk1>
        <a:lt1>
          <a:srgbClr val="FFFFFF"/>
        </a:lt1>
        <a:dk2>
          <a:srgbClr val="000000"/>
        </a:dk2>
        <a:lt2>
          <a:srgbClr val="C0C0C0"/>
        </a:lt2>
        <a:accent1>
          <a:srgbClr val="C1FEF9"/>
        </a:accent1>
        <a:accent2>
          <a:srgbClr val="DC0081"/>
        </a:accent2>
        <a:accent3>
          <a:srgbClr val="FFFFFF"/>
        </a:accent3>
        <a:accent4>
          <a:srgbClr val="000000"/>
        </a:accent4>
        <a:accent5>
          <a:srgbClr val="DDFEFB"/>
        </a:accent5>
        <a:accent6>
          <a:srgbClr val="C70074"/>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9">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10">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3333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1">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00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2">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99CC"/>
        </a:hlink>
        <a:folHlink>
          <a:srgbClr val="CECECE"/>
        </a:folHlink>
      </a:clrScheme>
      <a:clrMap bg1="lt1" tx1="dk1" bg2="lt2" tx2="dk2" accent1="accent1" accent2="accent2" accent3="accent3" accent4="accent4" accent5="accent5" accent6="accent6" hlink="hlink" folHlink="folHlink"/>
    </a:extraClrScheme>
    <a:extraClrScheme>
      <a:clrScheme name="2_Master_Template 13">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4">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436F9F"/>
        </a:hlink>
        <a:folHlink>
          <a:srgbClr val="CECECE"/>
        </a:folHlink>
      </a:clrScheme>
      <a:clrMap bg1="lt1" tx1="dk1" bg2="lt2" tx2="dk2" accent1="accent1" accent2="accent2" accent3="accent3" accent4="accent4" accent5="accent5" accent6="accent6" hlink="hlink" folHlink="folHlink"/>
    </a:extraClrScheme>
    <a:extraClrScheme>
      <a:clrScheme name="2_Master_Template 15">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E4BB0E"/>
        </a:hlink>
        <a:folHlink>
          <a:srgbClr val="CECECE"/>
        </a:folHlink>
      </a:clrScheme>
      <a:clrMap bg1="lt1" tx1="dk1" bg2="lt2" tx2="dk2" accent1="accent1" accent2="accent2" accent3="accent3" accent4="accent4" accent5="accent5" accent6="accent6" hlink="hlink" folHlink="folHlink"/>
    </a:extraClrScheme>
    <a:extraClrScheme>
      <a:clrScheme name="2_Master_Template 16">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FFFFFF"/>
        </a:hlink>
        <a:folHlink>
          <a:srgbClr val="CECECE"/>
        </a:folHlink>
      </a:clrScheme>
      <a:clrMap bg1="lt1" tx1="dk1" bg2="lt2" tx2="dk2" accent1="accent1" accent2="accent2" accent3="accent3" accent4="accent4" accent5="accent5" accent6="accent6" hlink="hlink" folHlink="folHlink"/>
    </a:extraClrScheme>
  </a:extraClrSchemeLst>
</a:theme>
</file>

<file path=ppt/theme/theme53.xml><?xml version="1.0" encoding="utf-8"?>
<a:theme xmlns:a="http://schemas.openxmlformats.org/drawingml/2006/main" name="53_Presentation1">
  <a:themeElements>
    <a:clrScheme name="">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000066"/>
      </a:folHlink>
    </a:clrScheme>
    <a:fontScheme name="2_Master_Template">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spDef>
    <a:ln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lnDef>
  </a:objectDefaults>
  <a:extraClrSchemeLst>
    <a:extraClrScheme>
      <a:clrScheme name="2_Master_Templat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2_Master_Template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2_Master_Template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2_Master_Template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2_Master_Template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2_Master_Template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2_Master_Template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
      <a:clrScheme name="2_Master_Template 8">
        <a:dk1>
          <a:srgbClr val="000000"/>
        </a:dk1>
        <a:lt1>
          <a:srgbClr val="FFFFFF"/>
        </a:lt1>
        <a:dk2>
          <a:srgbClr val="000000"/>
        </a:dk2>
        <a:lt2>
          <a:srgbClr val="C0C0C0"/>
        </a:lt2>
        <a:accent1>
          <a:srgbClr val="C1FEF9"/>
        </a:accent1>
        <a:accent2>
          <a:srgbClr val="DC0081"/>
        </a:accent2>
        <a:accent3>
          <a:srgbClr val="FFFFFF"/>
        </a:accent3>
        <a:accent4>
          <a:srgbClr val="000000"/>
        </a:accent4>
        <a:accent5>
          <a:srgbClr val="DDFEFB"/>
        </a:accent5>
        <a:accent6>
          <a:srgbClr val="C70074"/>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9">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10">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3333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1">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00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2">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99CC"/>
        </a:hlink>
        <a:folHlink>
          <a:srgbClr val="CECECE"/>
        </a:folHlink>
      </a:clrScheme>
      <a:clrMap bg1="lt1" tx1="dk1" bg2="lt2" tx2="dk2" accent1="accent1" accent2="accent2" accent3="accent3" accent4="accent4" accent5="accent5" accent6="accent6" hlink="hlink" folHlink="folHlink"/>
    </a:extraClrScheme>
    <a:extraClrScheme>
      <a:clrScheme name="2_Master_Template 13">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4">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436F9F"/>
        </a:hlink>
        <a:folHlink>
          <a:srgbClr val="CECECE"/>
        </a:folHlink>
      </a:clrScheme>
      <a:clrMap bg1="lt1" tx1="dk1" bg2="lt2" tx2="dk2" accent1="accent1" accent2="accent2" accent3="accent3" accent4="accent4" accent5="accent5" accent6="accent6" hlink="hlink" folHlink="folHlink"/>
    </a:extraClrScheme>
    <a:extraClrScheme>
      <a:clrScheme name="2_Master_Template 15">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E4BB0E"/>
        </a:hlink>
        <a:folHlink>
          <a:srgbClr val="CECECE"/>
        </a:folHlink>
      </a:clrScheme>
      <a:clrMap bg1="lt1" tx1="dk1" bg2="lt2" tx2="dk2" accent1="accent1" accent2="accent2" accent3="accent3" accent4="accent4" accent5="accent5" accent6="accent6" hlink="hlink" folHlink="folHlink"/>
    </a:extraClrScheme>
    <a:extraClrScheme>
      <a:clrScheme name="2_Master_Template 16">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FFFFFF"/>
        </a:hlink>
        <a:folHlink>
          <a:srgbClr val="CECECE"/>
        </a:folHlink>
      </a:clrScheme>
      <a:clrMap bg1="lt1" tx1="dk1" bg2="lt2" tx2="dk2" accent1="accent1" accent2="accent2" accent3="accent3" accent4="accent4" accent5="accent5" accent6="accent6" hlink="hlink" folHlink="folHlink"/>
    </a:extraClrScheme>
  </a:extraClrSchemeLst>
</a:theme>
</file>

<file path=ppt/theme/theme54.xml><?xml version="1.0" encoding="utf-8"?>
<a:theme xmlns:a="http://schemas.openxmlformats.org/drawingml/2006/main" name="55_Presentation1">
  <a:themeElements>
    <a:clrScheme name="">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000066"/>
      </a:folHlink>
    </a:clrScheme>
    <a:fontScheme name="2_Master_Template">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spDef>
    <a:ln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lnDef>
  </a:objectDefaults>
  <a:extraClrSchemeLst>
    <a:extraClrScheme>
      <a:clrScheme name="2_Master_Templat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2_Master_Template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2_Master_Template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2_Master_Template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2_Master_Template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2_Master_Template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2_Master_Template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
      <a:clrScheme name="2_Master_Template 8">
        <a:dk1>
          <a:srgbClr val="000000"/>
        </a:dk1>
        <a:lt1>
          <a:srgbClr val="FFFFFF"/>
        </a:lt1>
        <a:dk2>
          <a:srgbClr val="000000"/>
        </a:dk2>
        <a:lt2>
          <a:srgbClr val="C0C0C0"/>
        </a:lt2>
        <a:accent1>
          <a:srgbClr val="C1FEF9"/>
        </a:accent1>
        <a:accent2>
          <a:srgbClr val="DC0081"/>
        </a:accent2>
        <a:accent3>
          <a:srgbClr val="FFFFFF"/>
        </a:accent3>
        <a:accent4>
          <a:srgbClr val="000000"/>
        </a:accent4>
        <a:accent5>
          <a:srgbClr val="DDFEFB"/>
        </a:accent5>
        <a:accent6>
          <a:srgbClr val="C70074"/>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9">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10">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3333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1">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00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2">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99CC"/>
        </a:hlink>
        <a:folHlink>
          <a:srgbClr val="CECECE"/>
        </a:folHlink>
      </a:clrScheme>
      <a:clrMap bg1="lt1" tx1="dk1" bg2="lt2" tx2="dk2" accent1="accent1" accent2="accent2" accent3="accent3" accent4="accent4" accent5="accent5" accent6="accent6" hlink="hlink" folHlink="folHlink"/>
    </a:extraClrScheme>
    <a:extraClrScheme>
      <a:clrScheme name="2_Master_Template 13">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4">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436F9F"/>
        </a:hlink>
        <a:folHlink>
          <a:srgbClr val="CECECE"/>
        </a:folHlink>
      </a:clrScheme>
      <a:clrMap bg1="lt1" tx1="dk1" bg2="lt2" tx2="dk2" accent1="accent1" accent2="accent2" accent3="accent3" accent4="accent4" accent5="accent5" accent6="accent6" hlink="hlink" folHlink="folHlink"/>
    </a:extraClrScheme>
    <a:extraClrScheme>
      <a:clrScheme name="2_Master_Template 15">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E4BB0E"/>
        </a:hlink>
        <a:folHlink>
          <a:srgbClr val="CECECE"/>
        </a:folHlink>
      </a:clrScheme>
      <a:clrMap bg1="lt1" tx1="dk1" bg2="lt2" tx2="dk2" accent1="accent1" accent2="accent2" accent3="accent3" accent4="accent4" accent5="accent5" accent6="accent6" hlink="hlink" folHlink="folHlink"/>
    </a:extraClrScheme>
    <a:extraClrScheme>
      <a:clrScheme name="2_Master_Template 16">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FFFFFF"/>
        </a:hlink>
        <a:folHlink>
          <a:srgbClr val="CECECE"/>
        </a:folHlink>
      </a:clrScheme>
      <a:clrMap bg1="lt1" tx1="dk1" bg2="lt2" tx2="dk2" accent1="accent1" accent2="accent2" accent3="accent3" accent4="accent4" accent5="accent5" accent6="accent6" hlink="hlink" folHlink="folHlink"/>
    </a:extraClrScheme>
  </a:extraClrSchemeLst>
</a:theme>
</file>

<file path=ppt/theme/theme55.xml><?xml version="1.0" encoding="utf-8"?>
<a:theme xmlns:a="http://schemas.openxmlformats.org/drawingml/2006/main" name="57_Presentation1">
  <a:themeElements>
    <a:clrScheme name="">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000066"/>
      </a:folHlink>
    </a:clrScheme>
    <a:fontScheme name="2_Master_Template">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spDef>
    <a:ln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lnDef>
  </a:objectDefaults>
  <a:extraClrSchemeLst>
    <a:extraClrScheme>
      <a:clrScheme name="2_Master_Templat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2_Master_Template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2_Master_Template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2_Master_Template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2_Master_Template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2_Master_Template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2_Master_Template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
      <a:clrScheme name="2_Master_Template 8">
        <a:dk1>
          <a:srgbClr val="000000"/>
        </a:dk1>
        <a:lt1>
          <a:srgbClr val="FFFFFF"/>
        </a:lt1>
        <a:dk2>
          <a:srgbClr val="000000"/>
        </a:dk2>
        <a:lt2>
          <a:srgbClr val="C0C0C0"/>
        </a:lt2>
        <a:accent1>
          <a:srgbClr val="C1FEF9"/>
        </a:accent1>
        <a:accent2>
          <a:srgbClr val="DC0081"/>
        </a:accent2>
        <a:accent3>
          <a:srgbClr val="FFFFFF"/>
        </a:accent3>
        <a:accent4>
          <a:srgbClr val="000000"/>
        </a:accent4>
        <a:accent5>
          <a:srgbClr val="DDFEFB"/>
        </a:accent5>
        <a:accent6>
          <a:srgbClr val="C70074"/>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9">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10">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3333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1">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00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2">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99CC"/>
        </a:hlink>
        <a:folHlink>
          <a:srgbClr val="CECECE"/>
        </a:folHlink>
      </a:clrScheme>
      <a:clrMap bg1="lt1" tx1="dk1" bg2="lt2" tx2="dk2" accent1="accent1" accent2="accent2" accent3="accent3" accent4="accent4" accent5="accent5" accent6="accent6" hlink="hlink" folHlink="folHlink"/>
    </a:extraClrScheme>
    <a:extraClrScheme>
      <a:clrScheme name="2_Master_Template 13">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4">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436F9F"/>
        </a:hlink>
        <a:folHlink>
          <a:srgbClr val="CECECE"/>
        </a:folHlink>
      </a:clrScheme>
      <a:clrMap bg1="lt1" tx1="dk1" bg2="lt2" tx2="dk2" accent1="accent1" accent2="accent2" accent3="accent3" accent4="accent4" accent5="accent5" accent6="accent6" hlink="hlink" folHlink="folHlink"/>
    </a:extraClrScheme>
    <a:extraClrScheme>
      <a:clrScheme name="2_Master_Template 15">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E4BB0E"/>
        </a:hlink>
        <a:folHlink>
          <a:srgbClr val="CECECE"/>
        </a:folHlink>
      </a:clrScheme>
      <a:clrMap bg1="lt1" tx1="dk1" bg2="lt2" tx2="dk2" accent1="accent1" accent2="accent2" accent3="accent3" accent4="accent4" accent5="accent5" accent6="accent6" hlink="hlink" folHlink="folHlink"/>
    </a:extraClrScheme>
    <a:extraClrScheme>
      <a:clrScheme name="2_Master_Template 16">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FFFFFF"/>
        </a:hlink>
        <a:folHlink>
          <a:srgbClr val="CECECE"/>
        </a:folHlink>
      </a:clrScheme>
      <a:clrMap bg1="lt1" tx1="dk1" bg2="lt2" tx2="dk2" accent1="accent1" accent2="accent2" accent3="accent3" accent4="accent4" accent5="accent5" accent6="accent6" hlink="hlink" folHlink="folHlink"/>
    </a:extraClrScheme>
  </a:extraClrSchemeLst>
</a:theme>
</file>

<file path=ppt/theme/theme56.xml><?xml version="1.0" encoding="utf-8"?>
<a:theme xmlns:a="http://schemas.openxmlformats.org/drawingml/2006/main" name="58_Presentation1">
  <a:themeElements>
    <a:clrScheme name="">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000066"/>
      </a:folHlink>
    </a:clrScheme>
    <a:fontScheme name="2_Master_Template">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spDef>
    <a:ln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lnDef>
  </a:objectDefaults>
  <a:extraClrSchemeLst>
    <a:extraClrScheme>
      <a:clrScheme name="2_Master_Templat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2_Master_Template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2_Master_Template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2_Master_Template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2_Master_Template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2_Master_Template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2_Master_Template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
      <a:clrScheme name="2_Master_Template 8">
        <a:dk1>
          <a:srgbClr val="000000"/>
        </a:dk1>
        <a:lt1>
          <a:srgbClr val="FFFFFF"/>
        </a:lt1>
        <a:dk2>
          <a:srgbClr val="000000"/>
        </a:dk2>
        <a:lt2>
          <a:srgbClr val="C0C0C0"/>
        </a:lt2>
        <a:accent1>
          <a:srgbClr val="C1FEF9"/>
        </a:accent1>
        <a:accent2>
          <a:srgbClr val="DC0081"/>
        </a:accent2>
        <a:accent3>
          <a:srgbClr val="FFFFFF"/>
        </a:accent3>
        <a:accent4>
          <a:srgbClr val="000000"/>
        </a:accent4>
        <a:accent5>
          <a:srgbClr val="DDFEFB"/>
        </a:accent5>
        <a:accent6>
          <a:srgbClr val="C70074"/>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9">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10">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3333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1">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00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2">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99CC"/>
        </a:hlink>
        <a:folHlink>
          <a:srgbClr val="CECECE"/>
        </a:folHlink>
      </a:clrScheme>
      <a:clrMap bg1="lt1" tx1="dk1" bg2="lt2" tx2="dk2" accent1="accent1" accent2="accent2" accent3="accent3" accent4="accent4" accent5="accent5" accent6="accent6" hlink="hlink" folHlink="folHlink"/>
    </a:extraClrScheme>
    <a:extraClrScheme>
      <a:clrScheme name="2_Master_Template 13">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4">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436F9F"/>
        </a:hlink>
        <a:folHlink>
          <a:srgbClr val="CECECE"/>
        </a:folHlink>
      </a:clrScheme>
      <a:clrMap bg1="lt1" tx1="dk1" bg2="lt2" tx2="dk2" accent1="accent1" accent2="accent2" accent3="accent3" accent4="accent4" accent5="accent5" accent6="accent6" hlink="hlink" folHlink="folHlink"/>
    </a:extraClrScheme>
    <a:extraClrScheme>
      <a:clrScheme name="2_Master_Template 15">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E4BB0E"/>
        </a:hlink>
        <a:folHlink>
          <a:srgbClr val="CECECE"/>
        </a:folHlink>
      </a:clrScheme>
      <a:clrMap bg1="lt1" tx1="dk1" bg2="lt2" tx2="dk2" accent1="accent1" accent2="accent2" accent3="accent3" accent4="accent4" accent5="accent5" accent6="accent6" hlink="hlink" folHlink="folHlink"/>
    </a:extraClrScheme>
    <a:extraClrScheme>
      <a:clrScheme name="2_Master_Template 16">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FFFFFF"/>
        </a:hlink>
        <a:folHlink>
          <a:srgbClr val="CECECE"/>
        </a:folHlink>
      </a:clrScheme>
      <a:clrMap bg1="lt1" tx1="dk1" bg2="lt2" tx2="dk2" accent1="accent1" accent2="accent2" accent3="accent3" accent4="accent4" accent5="accent5" accent6="accent6" hlink="hlink" folHlink="folHlink"/>
    </a:extraClrScheme>
  </a:extraClrSchemeLst>
</a:theme>
</file>

<file path=ppt/theme/theme57.xml><?xml version="1.0" encoding="utf-8"?>
<a:theme xmlns:a="http://schemas.openxmlformats.org/drawingml/2006/main" name="61_Presentation1">
  <a:themeElements>
    <a:clrScheme name="">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000066"/>
      </a:folHlink>
    </a:clrScheme>
    <a:fontScheme name="2_Master_Template">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spDef>
    <a:ln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lnDef>
  </a:objectDefaults>
  <a:extraClrSchemeLst>
    <a:extraClrScheme>
      <a:clrScheme name="2_Master_Templat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2_Master_Template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2_Master_Template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2_Master_Template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2_Master_Template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2_Master_Template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2_Master_Template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
      <a:clrScheme name="2_Master_Template 8">
        <a:dk1>
          <a:srgbClr val="000000"/>
        </a:dk1>
        <a:lt1>
          <a:srgbClr val="FFFFFF"/>
        </a:lt1>
        <a:dk2>
          <a:srgbClr val="000000"/>
        </a:dk2>
        <a:lt2>
          <a:srgbClr val="C0C0C0"/>
        </a:lt2>
        <a:accent1>
          <a:srgbClr val="C1FEF9"/>
        </a:accent1>
        <a:accent2>
          <a:srgbClr val="DC0081"/>
        </a:accent2>
        <a:accent3>
          <a:srgbClr val="FFFFFF"/>
        </a:accent3>
        <a:accent4>
          <a:srgbClr val="000000"/>
        </a:accent4>
        <a:accent5>
          <a:srgbClr val="DDFEFB"/>
        </a:accent5>
        <a:accent6>
          <a:srgbClr val="C70074"/>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9">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10">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3333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1">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00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2">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99CC"/>
        </a:hlink>
        <a:folHlink>
          <a:srgbClr val="CECECE"/>
        </a:folHlink>
      </a:clrScheme>
      <a:clrMap bg1="lt1" tx1="dk1" bg2="lt2" tx2="dk2" accent1="accent1" accent2="accent2" accent3="accent3" accent4="accent4" accent5="accent5" accent6="accent6" hlink="hlink" folHlink="folHlink"/>
    </a:extraClrScheme>
    <a:extraClrScheme>
      <a:clrScheme name="2_Master_Template 13">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4">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436F9F"/>
        </a:hlink>
        <a:folHlink>
          <a:srgbClr val="CECECE"/>
        </a:folHlink>
      </a:clrScheme>
      <a:clrMap bg1="lt1" tx1="dk1" bg2="lt2" tx2="dk2" accent1="accent1" accent2="accent2" accent3="accent3" accent4="accent4" accent5="accent5" accent6="accent6" hlink="hlink" folHlink="folHlink"/>
    </a:extraClrScheme>
    <a:extraClrScheme>
      <a:clrScheme name="2_Master_Template 15">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E4BB0E"/>
        </a:hlink>
        <a:folHlink>
          <a:srgbClr val="CECECE"/>
        </a:folHlink>
      </a:clrScheme>
      <a:clrMap bg1="lt1" tx1="dk1" bg2="lt2" tx2="dk2" accent1="accent1" accent2="accent2" accent3="accent3" accent4="accent4" accent5="accent5" accent6="accent6" hlink="hlink" folHlink="folHlink"/>
    </a:extraClrScheme>
    <a:extraClrScheme>
      <a:clrScheme name="2_Master_Template 16">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FFFFFF"/>
        </a:hlink>
        <a:folHlink>
          <a:srgbClr val="CECECE"/>
        </a:folHlink>
      </a:clrScheme>
      <a:clrMap bg1="lt1" tx1="dk1" bg2="lt2" tx2="dk2" accent1="accent1" accent2="accent2" accent3="accent3" accent4="accent4" accent5="accent5" accent6="accent6" hlink="hlink" folHlink="folHlink"/>
    </a:extraClrScheme>
  </a:extraClrSchemeLst>
</a:theme>
</file>

<file path=ppt/theme/theme58.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NG_MOC_Core_ModuleNew</Template>
  <TotalTime>324</TotalTime>
  <Words>7378</Words>
  <Application>Microsoft Office PowerPoint</Application>
  <PresentationFormat>Affichage à l'écran (4:3)</PresentationFormat>
  <Paragraphs>774</Paragraphs>
  <Slides>57</Slides>
  <Notes>57</Notes>
  <HiddenSlides>4</HiddenSlides>
  <MMClips>0</MMClips>
  <ScaleCrop>false</ScaleCrop>
  <HeadingPairs>
    <vt:vector size="6" baseType="variant">
      <vt:variant>
        <vt:lpstr>Polices utilisées</vt:lpstr>
      </vt:variant>
      <vt:variant>
        <vt:i4>9</vt:i4>
      </vt:variant>
      <vt:variant>
        <vt:lpstr>Thème</vt:lpstr>
      </vt:variant>
      <vt:variant>
        <vt:i4>57</vt:i4>
      </vt:variant>
      <vt:variant>
        <vt:lpstr>Titres des diapositives</vt:lpstr>
      </vt:variant>
      <vt:variant>
        <vt:i4>57</vt:i4>
      </vt:variant>
    </vt:vector>
  </HeadingPairs>
  <TitlesOfParts>
    <vt:vector size="123" baseType="lpstr">
      <vt:lpstr>Segoe UI</vt:lpstr>
      <vt:lpstr>Lucida Sans Typewriter</vt:lpstr>
      <vt:lpstr>Verdana</vt:lpstr>
      <vt:lpstr>Symbol</vt:lpstr>
      <vt:lpstr>Calibri</vt:lpstr>
      <vt:lpstr>Segoe Light</vt:lpstr>
      <vt:lpstr>Segoe UI Light</vt:lpstr>
      <vt:lpstr>Wingdings</vt:lpstr>
      <vt:lpstr>Arial</vt:lpstr>
      <vt:lpstr>Presentation1</vt:lpstr>
      <vt:lpstr>1_Presentation1</vt:lpstr>
      <vt:lpstr>2_Presentation1</vt:lpstr>
      <vt:lpstr>3_Presentation1</vt:lpstr>
      <vt:lpstr>4_Presentation1</vt:lpstr>
      <vt:lpstr>5_Presentation1</vt:lpstr>
      <vt:lpstr>6_Presentation1</vt:lpstr>
      <vt:lpstr>7_Presentation1</vt:lpstr>
      <vt:lpstr>8_Presentation1</vt:lpstr>
      <vt:lpstr>9_Presentation1</vt:lpstr>
      <vt:lpstr>10_Presentation1</vt:lpstr>
      <vt:lpstr>11_Presentation1</vt:lpstr>
      <vt:lpstr>12_Presentation1</vt:lpstr>
      <vt:lpstr>13_Presentation1</vt:lpstr>
      <vt:lpstr>14_Presentation1</vt:lpstr>
      <vt:lpstr>15_Presentation1</vt:lpstr>
      <vt:lpstr>16_Presentation1</vt:lpstr>
      <vt:lpstr>17_Presentation1</vt:lpstr>
      <vt:lpstr>18_Presentation1</vt:lpstr>
      <vt:lpstr>19_Presentation1</vt:lpstr>
      <vt:lpstr>20_Presentation1</vt:lpstr>
      <vt:lpstr>21_Presentation1</vt:lpstr>
      <vt:lpstr>22_Presentation1</vt:lpstr>
      <vt:lpstr>23_Presentation1</vt:lpstr>
      <vt:lpstr>24_Presentation1</vt:lpstr>
      <vt:lpstr>25_Presentation1</vt:lpstr>
      <vt:lpstr>26_Presentation1</vt:lpstr>
      <vt:lpstr>27_Presentation1</vt:lpstr>
      <vt:lpstr>28_Presentation1</vt:lpstr>
      <vt:lpstr>29_Presentation1</vt:lpstr>
      <vt:lpstr>30_Presentation1</vt:lpstr>
      <vt:lpstr>31_Presentation1</vt:lpstr>
      <vt:lpstr>32_Presentation1</vt:lpstr>
      <vt:lpstr>33_Presentation1</vt:lpstr>
      <vt:lpstr>34_Presentation1</vt:lpstr>
      <vt:lpstr>35_Presentation1</vt:lpstr>
      <vt:lpstr>36_Presentation1</vt:lpstr>
      <vt:lpstr>37_Presentation1</vt:lpstr>
      <vt:lpstr>38_Presentation1</vt:lpstr>
      <vt:lpstr>39_Presentation1</vt:lpstr>
      <vt:lpstr>40_Presentation1</vt:lpstr>
      <vt:lpstr>41_Presentation1</vt:lpstr>
      <vt:lpstr>42_Presentation1</vt:lpstr>
      <vt:lpstr>43_Presentation1</vt:lpstr>
      <vt:lpstr>44_Presentation1</vt:lpstr>
      <vt:lpstr>45_Presentation1</vt:lpstr>
      <vt:lpstr>46_Presentation1</vt:lpstr>
      <vt:lpstr>47_Presentation1</vt:lpstr>
      <vt:lpstr>48_Presentation1</vt:lpstr>
      <vt:lpstr>49_Presentation1</vt:lpstr>
      <vt:lpstr>51_Presentation1</vt:lpstr>
      <vt:lpstr>52_Presentation1</vt:lpstr>
      <vt:lpstr>53_Presentation1</vt:lpstr>
      <vt:lpstr>55_Presentation1</vt:lpstr>
      <vt:lpstr>57_Presentation1</vt:lpstr>
      <vt:lpstr>58_Presentation1</vt:lpstr>
      <vt:lpstr>61_Presentation1</vt:lpstr>
      <vt:lpstr>Module 1</vt:lpstr>
      <vt:lpstr>Module Overview</vt:lpstr>
      <vt:lpstr>Lesson 1: Windows Server 2012 Overview</vt:lpstr>
      <vt:lpstr>Windows Server 2012 R2 Editions</vt:lpstr>
      <vt:lpstr>What Is Server Core?</vt:lpstr>
      <vt:lpstr>Windows Server 2012 R2 Roles</vt:lpstr>
      <vt:lpstr>What Are the Windows Server 2012 Features?</vt:lpstr>
      <vt:lpstr>Lesson 2: Installing Windows Server 2012</vt:lpstr>
      <vt:lpstr>Installation Methods</vt:lpstr>
      <vt:lpstr>Installation Types</vt:lpstr>
      <vt:lpstr>Choosing Whether to Upgrade or Migrate</vt:lpstr>
      <vt:lpstr>Hardware Requirements for Windows Server 2012 R2</vt:lpstr>
      <vt:lpstr>Installing Windows Server 2012</vt:lpstr>
      <vt:lpstr>Installing Windows Server 2012</vt:lpstr>
      <vt:lpstr>Installing Windows Server 2012</vt:lpstr>
      <vt:lpstr>Installing Windows Server 2012</vt:lpstr>
      <vt:lpstr>Installing Windows Server 2012</vt:lpstr>
      <vt:lpstr>Installing Windows Server 2012</vt:lpstr>
      <vt:lpstr>Installing Windows Server 2012</vt:lpstr>
      <vt:lpstr>Migrating Server Roles</vt:lpstr>
      <vt:lpstr>Lesson 3: Post-Installation Configuration of Windows Server 2012</vt:lpstr>
      <vt:lpstr>Overview of Post-Installation Configuration</vt:lpstr>
      <vt:lpstr>Overview of Post-Installation Configuration</vt:lpstr>
      <vt:lpstr>Overview of Post-Installation Configuration</vt:lpstr>
      <vt:lpstr>Overview of Post-Installation Configuration</vt:lpstr>
      <vt:lpstr>Overview of Post-Installation Configuration</vt:lpstr>
      <vt:lpstr>Overview of Post-Installation Configuration</vt:lpstr>
      <vt:lpstr>Overview of Post-Installation Configuration</vt:lpstr>
      <vt:lpstr>Overview of Post-Installation Configuration</vt:lpstr>
      <vt:lpstr>Configuring Server Network Settings</vt:lpstr>
      <vt:lpstr>How to Join a Domain</vt:lpstr>
      <vt:lpstr>Activating Windows Server 2012</vt:lpstr>
      <vt:lpstr>Configuring a Server Core Installation</vt:lpstr>
      <vt:lpstr>Demonstration: Using DISM to Add Windows Features</vt:lpstr>
      <vt:lpstr>Lesson 4: Overview of Windows Server 2012 Management</vt:lpstr>
      <vt:lpstr>What Is Server Manager?</vt:lpstr>
      <vt:lpstr>Administrative Tools and Remote Server Administration Tools</vt:lpstr>
      <vt:lpstr>Demonstration: Using Server Manager</vt:lpstr>
      <vt:lpstr>Présentation PowerPoint</vt:lpstr>
      <vt:lpstr>Configuring Services</vt:lpstr>
      <vt:lpstr>Configuring Windows Remote Management</vt:lpstr>
      <vt:lpstr>Demonstration: Performing Remote Management</vt:lpstr>
      <vt:lpstr>Présentation PowerPoint</vt:lpstr>
      <vt:lpstr>Lesson 5: Introduction to Windows PowerShell</vt:lpstr>
      <vt:lpstr>What Is Windows PowerShell?</vt:lpstr>
      <vt:lpstr>Windows PowerShell Cmdlet Syntax</vt:lpstr>
      <vt:lpstr>Common Cmdlets for Server Administration</vt:lpstr>
      <vt:lpstr>Demonstration: Using Windows PowerShell</vt:lpstr>
      <vt:lpstr>Présentation PowerPoint</vt:lpstr>
      <vt:lpstr>What Is Windows PowerShell ISE?</vt:lpstr>
      <vt:lpstr>Demonstration: Using Windows PowerShell ISE</vt:lpstr>
      <vt:lpstr>Windows PowerShell Desired State Configuration</vt:lpstr>
      <vt:lpstr>Lab: Deploying and Managing Windows Server 2012</vt:lpstr>
      <vt:lpstr>Lab Scenario</vt:lpstr>
      <vt:lpstr>Lab Review</vt:lpstr>
      <vt:lpstr>Module Review and Takeaways</vt:lpstr>
      <vt:lpstr>Présentation PowerPoint</vt:lpstr>
    </vt:vector>
  </TitlesOfParts>
  <Company>Microsoft Corporation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Module 1</dc:title>
  <dc:creator>Karin Carlson</dc:creator>
  <cp:lastModifiedBy>Abilio Sergio RODRIGUES E SOUSA</cp:lastModifiedBy>
  <cp:revision>25</cp:revision>
  <dcterms:created xsi:type="dcterms:W3CDTF">2014-02-21T05:11:33Z</dcterms:created>
  <dcterms:modified xsi:type="dcterms:W3CDTF">2022-10-14T11:59:12Z</dcterms:modified>
</cp:coreProperties>
</file>