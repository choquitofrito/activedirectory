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9.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10.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1.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12.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13.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theme/theme14.xml" ContentType="application/vnd.openxmlformats-officedocument.theme+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theme/theme15.xml" ContentType="application/vnd.openxmlformats-officedocument.theme+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theme/theme16.xml" ContentType="application/vnd.openxmlformats-officedocument.theme+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7.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theme/theme18.xml" ContentType="application/vnd.openxmlformats-officedocument.theme+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theme/theme19.xml" ContentType="application/vnd.openxmlformats-officedocument.theme+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theme/theme20.xml" ContentType="application/vnd.openxmlformats-officedocument.theme+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theme/theme21.xml" ContentType="application/vnd.openxmlformats-officedocument.theme+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theme/theme22.xml" ContentType="application/vnd.openxmlformats-officedocument.theme+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theme/theme23.xml" ContentType="application/vnd.openxmlformats-officedocument.theme+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24.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theme/theme25.xml" ContentType="application/vnd.openxmlformats-officedocument.theme+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theme/theme26.xml" ContentType="application/vnd.openxmlformats-officedocument.theme+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theme/theme27.xml" ContentType="application/vnd.openxmlformats-officedocument.theme+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theme/theme28.xml" ContentType="application/vnd.openxmlformats-officedocument.theme+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theme/theme29.xml" ContentType="application/vnd.openxmlformats-officedocument.theme+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theme/theme30.xml" ContentType="application/vnd.openxmlformats-officedocument.theme+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theme/theme31.xml" ContentType="application/vnd.openxmlformats-officedocument.theme+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theme/theme32.xml" ContentType="application/vnd.openxmlformats-officedocument.theme+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theme/theme33.xml" ContentType="application/vnd.openxmlformats-officedocument.theme+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theme/theme34.xml" ContentType="application/vnd.openxmlformats-officedocument.theme+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theme/theme35.xml" ContentType="application/vnd.openxmlformats-officedocument.theme+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theme/theme36.xml" ContentType="application/vnd.openxmlformats-officedocument.theme+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theme/theme37.xml" ContentType="application/vnd.openxmlformats-officedocument.theme+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theme/theme38.xml" ContentType="application/vnd.openxmlformats-officedocument.theme+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theme/theme39.xml" ContentType="application/vnd.openxmlformats-officedocument.theme+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theme/theme40.xml" ContentType="application/vnd.openxmlformats-officedocument.theme+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theme/theme41.xml" ContentType="application/vnd.openxmlformats-officedocument.theme+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theme/theme42.xml" ContentType="application/vnd.openxmlformats-officedocument.theme+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theme/theme43.xml" ContentType="application/vnd.openxmlformats-officedocument.theme+xml"/>
  <Override PartName="/ppt/theme/theme4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73" r:id="rId2"/>
    <p:sldMasterId id="2147483686" r:id="rId3"/>
    <p:sldMasterId id="2147483699" r:id="rId4"/>
    <p:sldMasterId id="2147483712" r:id="rId5"/>
    <p:sldMasterId id="2147483725" r:id="rId6"/>
    <p:sldMasterId id="2147483738" r:id="rId7"/>
    <p:sldMasterId id="2147483751" r:id="rId8"/>
    <p:sldMasterId id="2147483764" r:id="rId9"/>
    <p:sldMasterId id="2147483777" r:id="rId10"/>
    <p:sldMasterId id="2147483790" r:id="rId11"/>
    <p:sldMasterId id="2147483803" r:id="rId12"/>
    <p:sldMasterId id="2147483816" r:id="rId13"/>
    <p:sldMasterId id="2147483829" r:id="rId14"/>
    <p:sldMasterId id="2147483842" r:id="rId15"/>
    <p:sldMasterId id="2147483855" r:id="rId16"/>
    <p:sldMasterId id="2147483868" r:id="rId17"/>
    <p:sldMasterId id="2147483881" r:id="rId18"/>
    <p:sldMasterId id="2147483894" r:id="rId19"/>
    <p:sldMasterId id="2147483907" r:id="rId20"/>
    <p:sldMasterId id="2147483920" r:id="rId21"/>
    <p:sldMasterId id="2147483933" r:id="rId22"/>
    <p:sldMasterId id="2147483946" r:id="rId23"/>
    <p:sldMasterId id="2147483959" r:id="rId24"/>
    <p:sldMasterId id="2147483972" r:id="rId25"/>
    <p:sldMasterId id="2147483985" r:id="rId26"/>
    <p:sldMasterId id="2147483998" r:id="rId27"/>
    <p:sldMasterId id="2147484011" r:id="rId28"/>
    <p:sldMasterId id="2147484024" r:id="rId29"/>
    <p:sldMasterId id="2147484037" r:id="rId30"/>
    <p:sldMasterId id="2147484050" r:id="rId31"/>
    <p:sldMasterId id="2147484063" r:id="rId32"/>
    <p:sldMasterId id="2147484076" r:id="rId33"/>
    <p:sldMasterId id="2147484089" r:id="rId34"/>
    <p:sldMasterId id="2147484102" r:id="rId35"/>
    <p:sldMasterId id="2147484115" r:id="rId36"/>
    <p:sldMasterId id="2147484128" r:id="rId37"/>
    <p:sldMasterId id="2147484141" r:id="rId38"/>
    <p:sldMasterId id="2147484154" r:id="rId39"/>
    <p:sldMasterId id="2147484167" r:id="rId40"/>
    <p:sldMasterId id="2147484180" r:id="rId41"/>
    <p:sldMasterId id="2147484193" r:id="rId42"/>
    <p:sldMasterId id="2147484206" r:id="rId43"/>
  </p:sldMasterIdLst>
  <p:notesMasterIdLst>
    <p:notesMasterId r:id="rId85"/>
  </p:notesMasterIdLst>
  <p:sldIdLst>
    <p:sldId id="256" r:id="rId44"/>
    <p:sldId id="257" r:id="rId45"/>
    <p:sldId id="258" r:id="rId46"/>
    <p:sldId id="259" r:id="rId47"/>
    <p:sldId id="260" r:id="rId48"/>
    <p:sldId id="261" r:id="rId49"/>
    <p:sldId id="262" r:id="rId50"/>
    <p:sldId id="263" r:id="rId51"/>
    <p:sldId id="264" r:id="rId52"/>
    <p:sldId id="265" r:id="rId53"/>
    <p:sldId id="266" r:id="rId54"/>
    <p:sldId id="267" r:id="rId55"/>
    <p:sldId id="268" r:id="rId56"/>
    <p:sldId id="269" r:id="rId57"/>
    <p:sldId id="270" r:id="rId58"/>
    <p:sldId id="271" r:id="rId59"/>
    <p:sldId id="272" r:id="rId60"/>
    <p:sldId id="273" r:id="rId61"/>
    <p:sldId id="274" r:id="rId62"/>
    <p:sldId id="298" r:id="rId63"/>
    <p:sldId id="276" r:id="rId64"/>
    <p:sldId id="277" r:id="rId65"/>
    <p:sldId id="278" r:id="rId66"/>
    <p:sldId id="279" r:id="rId67"/>
    <p:sldId id="280" r:id="rId68"/>
    <p:sldId id="281" r:id="rId69"/>
    <p:sldId id="282" r:id="rId70"/>
    <p:sldId id="283" r:id="rId71"/>
    <p:sldId id="284" r:id="rId72"/>
    <p:sldId id="285" r:id="rId73"/>
    <p:sldId id="286" r:id="rId74"/>
    <p:sldId id="287" r:id="rId75"/>
    <p:sldId id="288" r:id="rId76"/>
    <p:sldId id="289" r:id="rId77"/>
    <p:sldId id="295" r:id="rId78"/>
    <p:sldId id="290" r:id="rId79"/>
    <p:sldId id="291" r:id="rId80"/>
    <p:sldId id="292" r:id="rId81"/>
    <p:sldId id="293" r:id="rId82"/>
    <p:sldId id="296" r:id="rId83"/>
    <p:sldId id="297" r:id="rId84"/>
  </p:sldIdLst>
  <p:sldSz cx="9144000" cy="6858000" type="screen4x3"/>
  <p:notesSz cx="6858000" cy="9144000"/>
  <p:embeddedFontLst>
    <p:embeddedFont>
      <p:font typeface="Calibri" panose="020F0502020204030204" pitchFamily="34" charset="0"/>
      <p:regular r:id="rId86"/>
      <p:bold r:id="rId87"/>
      <p:italic r:id="rId88"/>
      <p:boldItalic r:id="rId89"/>
    </p:embeddedFont>
    <p:embeddedFont>
      <p:font typeface="MS Mincho" panose="02020609040205080304" pitchFamily="49" charset="-128"/>
      <p:regular r:id="rId90"/>
    </p:embeddedFont>
    <p:embeddedFont>
      <p:font typeface="Gulim" panose="020B0600000101010101" pitchFamily="34" charset="-127"/>
      <p:regular r:id="rId91"/>
    </p:embeddedFont>
    <p:embeddedFont>
      <p:font typeface="Lucida Sans Typewriter" panose="020B0509030504030204" pitchFamily="49" charset="0"/>
      <p:regular r:id="rId92"/>
      <p:bold r:id="rId93"/>
      <p:italic r:id="rId94"/>
      <p:boldItalic r:id="rId95"/>
    </p:embeddedFont>
    <p:embeddedFont>
      <p:font typeface="Segoe UI Light" panose="020B0502040204020203" pitchFamily="34" charset="0"/>
      <p:regular r:id="rId96"/>
    </p:embeddedFont>
    <p:embeddedFont>
      <p:font typeface="Segoe UI" panose="020B0502040204020203" pitchFamily="34" charset="0"/>
      <p:regular r:id="rId97"/>
      <p:bold r:id="rId98"/>
      <p:italic r:id="rId99"/>
      <p:boldItalic r:id="rId100"/>
    </p:embeddedFont>
    <p:embeddedFont>
      <p:font typeface="Segoe Light" panose="000B0500000000000000" pitchFamily="34" charset="0"/>
      <p:regular r:id="rId101"/>
      <p:italic r:id="rId102"/>
    </p:embeddedFont>
    <p:embeddedFont>
      <p:font typeface="Verdana" panose="020B0604030504040204" pitchFamily="34" charset="0"/>
      <p:regular r:id="rId103"/>
      <p:bold r:id="rId104"/>
      <p:italic r:id="rId105"/>
      <p:boldItalic r:id="rId106"/>
    </p:embeddedFont>
    <p:embeddedFont>
      <p:font typeface="SimSun" panose="02010600030101010101" pitchFamily="2" charset="-122"/>
      <p:regular r:id="rId107"/>
    </p:embeddedFont>
    <p:embeddedFont>
      <p:font typeface="Segoe" panose="020B0502040504020203" pitchFamily="34" charset="0"/>
      <p:regular r:id="rId108"/>
      <p:bold r:id="rId109"/>
      <p:italic r:id="rId110"/>
      <p:boldItalic r:id="rId1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7535" autoAdjust="0"/>
    <p:restoredTop sz="95833" autoAdjust="0"/>
  </p:normalViewPr>
  <p:slideViewPr>
    <p:cSldViewPr snapToGrid="0">
      <p:cViewPr varScale="1">
        <p:scale>
          <a:sx n="88" d="100"/>
          <a:sy n="88" d="100"/>
        </p:scale>
        <p:origin x="374" y="77"/>
      </p:cViewPr>
      <p:guideLst/>
    </p:cSldViewPr>
  </p:slideViewPr>
  <p:notesTextViewPr>
    <p:cViewPr>
      <p:scale>
        <a:sx n="1" d="1"/>
        <a:sy n="1" d="1"/>
      </p:scale>
      <p:origin x="0" y="0"/>
    </p:cViewPr>
  </p:notesTextViewPr>
  <p:notesViewPr>
    <p:cSldViewPr snapToGrid="0">
      <p:cViewPr varScale="1">
        <p:scale>
          <a:sx n="67" d="100"/>
          <a:sy n="67" d="100"/>
        </p:scale>
        <p:origin x="1584" y="6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Master" Target="slideMasters/slideMaster42.xml"/><Relationship Id="rId47" Type="http://schemas.openxmlformats.org/officeDocument/2006/relationships/slide" Target="slides/slide4.xml"/><Relationship Id="rId63" Type="http://schemas.openxmlformats.org/officeDocument/2006/relationships/slide" Target="slides/slide20.xml"/><Relationship Id="rId68" Type="http://schemas.openxmlformats.org/officeDocument/2006/relationships/slide" Target="slides/slide25.xml"/><Relationship Id="rId84" Type="http://schemas.openxmlformats.org/officeDocument/2006/relationships/slide" Target="slides/slide41.xml"/><Relationship Id="rId89" Type="http://schemas.openxmlformats.org/officeDocument/2006/relationships/font" Target="fonts/font4.fntdata"/><Relationship Id="rId112" Type="http://schemas.openxmlformats.org/officeDocument/2006/relationships/presProps" Target="presProps.xml"/><Relationship Id="rId16" Type="http://schemas.openxmlformats.org/officeDocument/2006/relationships/slideMaster" Target="slideMasters/slideMaster16.xml"/><Relationship Id="rId107" Type="http://schemas.openxmlformats.org/officeDocument/2006/relationships/font" Target="fonts/font22.fntdata"/><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40" Type="http://schemas.openxmlformats.org/officeDocument/2006/relationships/slideMaster" Target="slideMasters/slideMaster40.xml"/><Relationship Id="rId45" Type="http://schemas.openxmlformats.org/officeDocument/2006/relationships/slide" Target="slides/slide2.xml"/><Relationship Id="rId53" Type="http://schemas.openxmlformats.org/officeDocument/2006/relationships/slide" Target="slides/slide10.xml"/><Relationship Id="rId58" Type="http://schemas.openxmlformats.org/officeDocument/2006/relationships/slide" Target="slides/slide15.xml"/><Relationship Id="rId66" Type="http://schemas.openxmlformats.org/officeDocument/2006/relationships/slide" Target="slides/slide23.xml"/><Relationship Id="rId74" Type="http://schemas.openxmlformats.org/officeDocument/2006/relationships/slide" Target="slides/slide31.xml"/><Relationship Id="rId79" Type="http://schemas.openxmlformats.org/officeDocument/2006/relationships/slide" Target="slides/slide36.xml"/><Relationship Id="rId87" Type="http://schemas.openxmlformats.org/officeDocument/2006/relationships/font" Target="fonts/font2.fntdata"/><Relationship Id="rId102" Type="http://schemas.openxmlformats.org/officeDocument/2006/relationships/font" Target="fonts/font17.fntdata"/><Relationship Id="rId110" Type="http://schemas.openxmlformats.org/officeDocument/2006/relationships/font" Target="fonts/font25.fntdata"/><Relationship Id="rId115"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18.xml"/><Relationship Id="rId82" Type="http://schemas.openxmlformats.org/officeDocument/2006/relationships/slide" Target="slides/slide39.xml"/><Relationship Id="rId90" Type="http://schemas.openxmlformats.org/officeDocument/2006/relationships/font" Target="fonts/font5.fntdata"/><Relationship Id="rId95" Type="http://schemas.openxmlformats.org/officeDocument/2006/relationships/font" Target="fonts/font10.fntdata"/><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43" Type="http://schemas.openxmlformats.org/officeDocument/2006/relationships/slideMaster" Target="slideMasters/slideMaster43.xml"/><Relationship Id="rId48" Type="http://schemas.openxmlformats.org/officeDocument/2006/relationships/slide" Target="slides/slide5.xml"/><Relationship Id="rId56" Type="http://schemas.openxmlformats.org/officeDocument/2006/relationships/slide" Target="slides/slide13.xml"/><Relationship Id="rId64" Type="http://schemas.openxmlformats.org/officeDocument/2006/relationships/slide" Target="slides/slide21.xml"/><Relationship Id="rId69" Type="http://schemas.openxmlformats.org/officeDocument/2006/relationships/slide" Target="slides/slide26.xml"/><Relationship Id="rId77" Type="http://schemas.openxmlformats.org/officeDocument/2006/relationships/slide" Target="slides/slide34.xml"/><Relationship Id="rId100" Type="http://schemas.openxmlformats.org/officeDocument/2006/relationships/font" Target="fonts/font15.fntdata"/><Relationship Id="rId105" Type="http://schemas.openxmlformats.org/officeDocument/2006/relationships/font" Target="fonts/font20.fntdata"/><Relationship Id="rId113"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8.xml"/><Relationship Id="rId72" Type="http://schemas.openxmlformats.org/officeDocument/2006/relationships/slide" Target="slides/slide29.xml"/><Relationship Id="rId80" Type="http://schemas.openxmlformats.org/officeDocument/2006/relationships/slide" Target="slides/slide37.xml"/><Relationship Id="rId85" Type="http://schemas.openxmlformats.org/officeDocument/2006/relationships/notesMaster" Target="notesMasters/notesMaster1.xml"/><Relationship Id="rId93" Type="http://schemas.openxmlformats.org/officeDocument/2006/relationships/font" Target="fonts/font8.fntdata"/><Relationship Id="rId98" Type="http://schemas.openxmlformats.org/officeDocument/2006/relationships/font" Target="fonts/font13.fntdata"/><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46" Type="http://schemas.openxmlformats.org/officeDocument/2006/relationships/slide" Target="slides/slide3.xml"/><Relationship Id="rId59" Type="http://schemas.openxmlformats.org/officeDocument/2006/relationships/slide" Target="slides/slide16.xml"/><Relationship Id="rId67" Type="http://schemas.openxmlformats.org/officeDocument/2006/relationships/slide" Target="slides/slide24.xml"/><Relationship Id="rId103" Type="http://schemas.openxmlformats.org/officeDocument/2006/relationships/font" Target="fonts/font18.fntdata"/><Relationship Id="rId108" Type="http://schemas.openxmlformats.org/officeDocument/2006/relationships/font" Target="fonts/font23.fntdata"/><Relationship Id="rId20" Type="http://schemas.openxmlformats.org/officeDocument/2006/relationships/slideMaster" Target="slideMasters/slideMaster20.xml"/><Relationship Id="rId41" Type="http://schemas.openxmlformats.org/officeDocument/2006/relationships/slideMaster" Target="slideMasters/slideMaster41.xml"/><Relationship Id="rId54" Type="http://schemas.openxmlformats.org/officeDocument/2006/relationships/slide" Target="slides/slide11.xml"/><Relationship Id="rId62" Type="http://schemas.openxmlformats.org/officeDocument/2006/relationships/slide" Target="slides/slide19.xml"/><Relationship Id="rId70" Type="http://schemas.openxmlformats.org/officeDocument/2006/relationships/slide" Target="slides/slide27.xml"/><Relationship Id="rId75" Type="http://schemas.openxmlformats.org/officeDocument/2006/relationships/slide" Target="slides/slide32.xml"/><Relationship Id="rId83" Type="http://schemas.openxmlformats.org/officeDocument/2006/relationships/slide" Target="slides/slide40.xml"/><Relationship Id="rId88" Type="http://schemas.openxmlformats.org/officeDocument/2006/relationships/font" Target="fonts/font3.fntdata"/><Relationship Id="rId91" Type="http://schemas.openxmlformats.org/officeDocument/2006/relationships/font" Target="fonts/font6.fntdata"/><Relationship Id="rId96" Type="http://schemas.openxmlformats.org/officeDocument/2006/relationships/font" Target="fonts/font11.fntdata"/><Relationship Id="rId111" Type="http://schemas.openxmlformats.org/officeDocument/2006/relationships/font" Target="fonts/font26.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49" Type="http://schemas.openxmlformats.org/officeDocument/2006/relationships/slide" Target="slides/slide6.xml"/><Relationship Id="rId57" Type="http://schemas.openxmlformats.org/officeDocument/2006/relationships/slide" Target="slides/slide14.xml"/><Relationship Id="rId106" Type="http://schemas.openxmlformats.org/officeDocument/2006/relationships/font" Target="fonts/font21.fntdata"/><Relationship Id="rId114" Type="http://schemas.openxmlformats.org/officeDocument/2006/relationships/theme" Target="theme/theme1.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 Target="slides/slide1.xml"/><Relationship Id="rId52" Type="http://schemas.openxmlformats.org/officeDocument/2006/relationships/slide" Target="slides/slide9.xml"/><Relationship Id="rId60" Type="http://schemas.openxmlformats.org/officeDocument/2006/relationships/slide" Target="slides/slide17.xml"/><Relationship Id="rId65" Type="http://schemas.openxmlformats.org/officeDocument/2006/relationships/slide" Target="slides/slide22.xml"/><Relationship Id="rId73" Type="http://schemas.openxmlformats.org/officeDocument/2006/relationships/slide" Target="slides/slide30.xml"/><Relationship Id="rId78" Type="http://schemas.openxmlformats.org/officeDocument/2006/relationships/slide" Target="slides/slide35.xml"/><Relationship Id="rId81" Type="http://schemas.openxmlformats.org/officeDocument/2006/relationships/slide" Target="slides/slide38.xml"/><Relationship Id="rId86" Type="http://schemas.openxmlformats.org/officeDocument/2006/relationships/font" Target="fonts/font1.fntdata"/><Relationship Id="rId94" Type="http://schemas.openxmlformats.org/officeDocument/2006/relationships/font" Target="fonts/font9.fntdata"/><Relationship Id="rId99" Type="http://schemas.openxmlformats.org/officeDocument/2006/relationships/font" Target="fonts/font14.fntdata"/><Relationship Id="rId101" Type="http://schemas.openxmlformats.org/officeDocument/2006/relationships/font" Target="fonts/font16.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109" Type="http://schemas.openxmlformats.org/officeDocument/2006/relationships/font" Target="fonts/font24.fntdata"/><Relationship Id="rId34" Type="http://schemas.openxmlformats.org/officeDocument/2006/relationships/slideMaster" Target="slideMasters/slideMaster34.xml"/><Relationship Id="rId50" Type="http://schemas.openxmlformats.org/officeDocument/2006/relationships/slide" Target="slides/slide7.xml"/><Relationship Id="rId55" Type="http://schemas.openxmlformats.org/officeDocument/2006/relationships/slide" Target="slides/slide12.xml"/><Relationship Id="rId76" Type="http://schemas.openxmlformats.org/officeDocument/2006/relationships/slide" Target="slides/slide33.xml"/><Relationship Id="rId97" Type="http://schemas.openxmlformats.org/officeDocument/2006/relationships/font" Target="fonts/font12.fntdata"/><Relationship Id="rId104" Type="http://schemas.openxmlformats.org/officeDocument/2006/relationships/font" Target="fonts/font19.fntdata"/><Relationship Id="rId7" Type="http://schemas.openxmlformats.org/officeDocument/2006/relationships/slideMaster" Target="slideMasters/slideMaster7.xml"/><Relationship Id="rId71" Type="http://schemas.openxmlformats.org/officeDocument/2006/relationships/slide" Target="slides/slide28.xml"/><Relationship Id="rId92" Type="http://schemas.openxmlformats.org/officeDocument/2006/relationships/font" Target="fonts/font7.fntdata"/><Relationship Id="rId2" Type="http://schemas.openxmlformats.org/officeDocument/2006/relationships/slideMaster" Target="slideMasters/slideMaster2.xml"/><Relationship Id="rId29" Type="http://schemas.openxmlformats.org/officeDocument/2006/relationships/slideMaster" Target="slideMasters/slideMaster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317FDA-ECDF-4FB6-BDCD-1306A4C37488}" type="datetimeFigureOut">
              <a:rPr lang="en-CA" smtClean="0"/>
              <a:t>03/03/2014</a:t>
            </a:fld>
            <a:endParaRPr lang="en-CA"/>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7BC99F-7D5B-41BC-BBF1-6D28478DAE67}" type="slidenum">
              <a:rPr lang="en-CA" smtClean="0"/>
              <a:t>‹#›</a:t>
            </a:fld>
            <a:endParaRPr lang="en-CA"/>
          </a:p>
        </p:txBody>
      </p:sp>
    </p:spTree>
    <p:extLst>
      <p:ext uri="{BB962C8B-B14F-4D97-AF65-F5344CB8AC3E}">
        <p14:creationId xmlns:p14="http://schemas.microsoft.com/office/powerpoint/2010/main" val="3871803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ts val="1300"/>
              </a:lnSpc>
              <a:spcBef>
                <a:spcPts val="900"/>
              </a:spcBef>
              <a:spcAft>
                <a:spcPts val="300"/>
              </a:spcAft>
            </a:pPr>
            <a:r>
              <a:rPr lang="en-US" sz="1000" b="1" smtClean="0">
                <a:effectLst/>
                <a:latin typeface="Arial" panose="020B0604020202020204" pitchFamily="34" charset="0"/>
                <a:ea typeface="Times New Roman" panose="02020603050405020304" pitchFamily="18" charset="0"/>
                <a:cs typeface="Segoe UI" panose="020B0502040204020203" pitchFamily="34" charset="0"/>
              </a:rPr>
              <a:t>Presentation: 60 minutes</a:t>
            </a:r>
            <a:endParaRPr lang="en-CA" sz="1000" b="1" smtClean="0">
              <a:effectLst/>
              <a:latin typeface="Arial" panose="020B0604020202020204" pitchFamily="34" charset="0"/>
              <a:ea typeface="Times New Roman" panose="02020603050405020304" pitchFamily="18" charset="0"/>
              <a:cs typeface="Segoe UI" panose="020B0502040204020203" pitchFamily="34" charset="0"/>
            </a:endParaRPr>
          </a:p>
          <a:p>
            <a:pPr>
              <a:lnSpc>
                <a:spcPts val="1300"/>
              </a:lnSpc>
              <a:spcBef>
                <a:spcPts val="900"/>
              </a:spcBef>
              <a:spcAft>
                <a:spcPts val="300"/>
              </a:spcAft>
            </a:pPr>
            <a:r>
              <a:rPr lang="en-US" sz="1000" b="1" smtClean="0">
                <a:effectLst/>
                <a:latin typeface="Arial" panose="020B0604020202020204" pitchFamily="34" charset="0"/>
                <a:ea typeface="Times New Roman" panose="02020603050405020304" pitchFamily="18" charset="0"/>
                <a:cs typeface="Segoe UI" panose="020B0502040204020203" pitchFamily="34" charset="0"/>
              </a:rPr>
              <a:t>Lab: 45 minutes</a:t>
            </a:r>
            <a:endParaRPr lang="en-CA" sz="1000" b="1"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After completing this module, students will be able to:</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Describe the TCP/IP protocol suite.</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Describe IPv4 addressing.</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Determine a subnet mask necessary for </a:t>
            </a:r>
            <a:r>
              <a:rPr lang="en-US" sz="1000" err="1" smtClean="0">
                <a:effectLst/>
                <a:latin typeface="Arial" panose="020B0604020202020204" pitchFamily="34" charset="0"/>
                <a:ea typeface="Times New Roman" panose="02020603050405020304" pitchFamily="18" charset="0"/>
                <a:cs typeface="Times New Roman" panose="02020603050405020304" pitchFamily="18" charset="0"/>
              </a:rPr>
              <a:t>supernetting</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 or </a:t>
            </a:r>
            <a:r>
              <a:rPr lang="en-US" sz="1000" err="1" smtClean="0">
                <a:effectLst/>
                <a:latin typeface="Arial" panose="020B0604020202020204" pitchFamily="34" charset="0"/>
                <a:ea typeface="Times New Roman" panose="02020603050405020304" pitchFamily="18" charset="0"/>
                <a:cs typeface="Times New Roman" panose="02020603050405020304" pitchFamily="18" charset="0"/>
              </a:rPr>
              <a:t>subnetting</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Configure IPv4 and troubleshoot IPv4 communication.</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15000"/>
              </a:lnSpc>
              <a:spcBef>
                <a:spcPts val="900"/>
              </a:spcBef>
              <a:spcAft>
                <a:spcPts val="995"/>
              </a:spcAft>
            </a:pPr>
            <a:r>
              <a:rPr lang="en-US" sz="1000" b="1" smtClean="0">
                <a:effectLst/>
                <a:latin typeface="Arial" panose="020B0604020202020204" pitchFamily="34" charset="0"/>
                <a:ea typeface="Times New Roman" panose="02020603050405020304" pitchFamily="18" charset="0"/>
                <a:cs typeface="Segoe UI" panose="020B0502040204020203" pitchFamily="34" charset="0"/>
              </a:rPr>
              <a:t>Required Materials</a:t>
            </a:r>
            <a:endParaRPr lang="en-CA" sz="1000" b="1"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15000"/>
              </a:lnSpc>
              <a:spcAft>
                <a:spcPts val="995"/>
              </a:spcAft>
            </a:pPr>
            <a:r>
              <a:rPr lang="en-CA" sz="1000" smtClean="0">
                <a:effectLst/>
                <a:latin typeface="Arial" panose="020B0604020202020204" pitchFamily="34" charset="0"/>
                <a:ea typeface="Calibri" panose="020F0502020204030204" pitchFamily="34" charset="0"/>
                <a:cs typeface="Segoe UI" panose="020B0502040204020203" pitchFamily="34" charset="0"/>
              </a:rPr>
              <a:t>To teach this module, you need the Microsoft</a:t>
            </a:r>
            <a:r>
              <a:rPr lang="en-CA" sz="1000" baseline="30000" smtClean="0">
                <a:effectLst/>
                <a:latin typeface="Arial" panose="020B0604020202020204" pitchFamily="34" charset="0"/>
                <a:ea typeface="Calibri" panose="020F0502020204030204" pitchFamily="34" charset="0"/>
                <a:cs typeface="Times New Roman" panose="02020603050405020304" pitchFamily="18" charset="0"/>
              </a:rPr>
              <a:t>®</a:t>
            </a:r>
            <a:r>
              <a:rPr lang="en-CA" sz="1000" smtClean="0">
                <a:effectLst/>
                <a:latin typeface="Arial" panose="020B0604020202020204" pitchFamily="34" charset="0"/>
                <a:ea typeface="Calibri" panose="020F0502020204030204" pitchFamily="34" charset="0"/>
                <a:cs typeface="Segoe UI" panose="020B0502040204020203" pitchFamily="34" charset="0"/>
              </a:rPr>
              <a:t> Office PowerPoint</a:t>
            </a:r>
            <a:r>
              <a:rPr lang="en-CA" sz="1000" baseline="30000" smtClean="0">
                <a:effectLst/>
                <a:latin typeface="Arial" panose="020B0604020202020204" pitchFamily="34" charset="0"/>
                <a:ea typeface="Calibri" panose="020F0502020204030204" pitchFamily="34" charset="0"/>
                <a:cs typeface="Times New Roman" panose="02020603050405020304" pitchFamily="18" charset="0"/>
              </a:rPr>
              <a:t>®</a:t>
            </a:r>
            <a:r>
              <a:rPr lang="en-CA" sz="1000" smtClean="0">
                <a:effectLst/>
                <a:latin typeface="Arial" panose="020B0604020202020204" pitchFamily="34" charset="0"/>
                <a:ea typeface="Calibri" panose="020F0502020204030204" pitchFamily="34" charset="0"/>
                <a:cs typeface="Segoe UI" panose="020B0502040204020203" pitchFamily="34" charset="0"/>
              </a:rPr>
              <a:t> file 20410D_05.pptx.</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spcAft>
                <a:spcPts val="995"/>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Important</a:t>
            </a:r>
            <a:r>
              <a:rPr lang="en-CA" sz="1000" smtClean="0">
                <a:effectLst/>
                <a:latin typeface="Arial" panose="020B0604020202020204" pitchFamily="34" charset="0"/>
                <a:ea typeface="Calibri" panose="020F0502020204030204" pitchFamily="34" charset="0"/>
                <a:cs typeface="Times New Roman" panose="02020603050405020304" pitchFamily="18" charset="0"/>
              </a:rPr>
              <a:t>: We recommend that you use Office PowerPoint 2007 or a newer version to display the slides for this course. If you use PowerPoint Viewer or an earlier version of Office PowerPoint, all the features of the slides might not display correctly.</a:t>
            </a:r>
          </a:p>
          <a:p>
            <a:pPr>
              <a:lnSpc>
                <a:spcPct val="115000"/>
              </a:lnSpc>
              <a:spcBef>
                <a:spcPts val="900"/>
              </a:spcBef>
              <a:spcAft>
                <a:spcPts val="995"/>
              </a:spcAft>
            </a:pPr>
            <a:r>
              <a:rPr lang="en-US" sz="1000" b="1" smtClean="0">
                <a:effectLst/>
                <a:latin typeface="Arial" panose="020B0604020202020204" pitchFamily="34" charset="0"/>
                <a:ea typeface="Times New Roman" panose="02020603050405020304" pitchFamily="18" charset="0"/>
                <a:cs typeface="Segoe UI" panose="020B0502040204020203" pitchFamily="34" charset="0"/>
              </a:rPr>
              <a:t>Preparation Tasks</a:t>
            </a:r>
            <a:endParaRPr lang="en-CA" sz="1000" b="1"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15000"/>
              </a:lnSpc>
              <a:spcAft>
                <a:spcPts val="995"/>
              </a:spcAft>
            </a:pPr>
            <a:r>
              <a:rPr lang="en-CA" sz="1000" smtClean="0">
                <a:effectLst/>
                <a:latin typeface="Arial" panose="020B0604020202020204" pitchFamily="34" charset="0"/>
                <a:cs typeface="Times New Roman" panose="02020603050405020304" pitchFamily="18" charset="0"/>
              </a:rPr>
              <a:t>To prepare for this module:</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cs typeface="Times New Roman" panose="02020603050405020304" pitchFamily="18" charset="0"/>
              </a:rPr>
              <a:t>Read all of the materials for this module.</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cs typeface="Times New Roman" panose="02020603050405020304" pitchFamily="18" charset="0"/>
              </a:rPr>
              <a:t>Practice performing the demonstrations and the lab exercises.</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Gulim" panose="020B0600000101010101" pitchFamily="34" charset="-127"/>
                <a:cs typeface="Times New Roman" panose="02020603050405020304" pitchFamily="18" charset="0"/>
              </a:rPr>
              <a:t>Work through the Module Review and Takeaways section, and determine how you will use this section to reinforce student learning and promote knowledge transfer to on‑the‑job performance.</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536521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Provide a brief overview of the module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196211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Briefly describe the lesson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191563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Describe the four layers of the TCP/IP protocol suite. Stress the generic functionality that each layer provides. The specific protocols that exist in each layer are discussed in the next topic.</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If you think it is necessary, describe to students what each acronym means.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640282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If students are familiar with the Open Systems Interconnection (OSI) model for networking, you can use it as a reference point when discussing the specific protocols in the TCP/IP suite. If students are not already familiar with the OSI model, there is little benefit in spending time on it. Instead, describe the specifics of what each protocol in the transport and Internet layers does. Common application layer protocols are described in the next topic.</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766072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Students should understand that protocols specific to Microsoft, such as </a:t>
            </a:r>
            <a:r>
              <a:rPr lang="en-CA" sz="100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Remote Desktop Protocol (</a:t>
            </a:r>
            <a:r>
              <a:rPr lang="en-CA" sz="1000" smtClean="0">
                <a:effectLst/>
                <a:latin typeface="Arial" panose="020B0604020202020204" pitchFamily="34" charset="0"/>
                <a:ea typeface="Calibri" panose="020F0502020204030204" pitchFamily="34" charset="0"/>
                <a:cs typeface="Segoe UI" panose="020B0502040204020203" pitchFamily="34" charset="0"/>
              </a:rPr>
              <a:t>RDP) and Server Message Block (SMB), are also application layer protocols. Many students may have seen the application layer presented only in the context of Internet-specific protocols such as HTTP.</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083365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Ask students if they are familiar with any other well‑known ports that may be important. Write them on the board, and then discuss the programs that use these ports.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Are there other well‑known ports that you can think of?</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Other well-known ports include:</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RDP. TCP 3389</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Kerberos protocol. TCP/UDP 88</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Remote procedure call (RPC). TCP/UDP 135</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fr-CA" sz="1000" smtClean="0">
                <a:effectLst/>
                <a:latin typeface="Arial" panose="020B0604020202020204" pitchFamily="34" charset="0"/>
                <a:ea typeface="Times New Roman" panose="02020603050405020304" pitchFamily="18" charset="0"/>
                <a:cs typeface="Segoe UI" panose="020B0502040204020203" pitchFamily="34" charset="0"/>
              </a:rPr>
              <a:t>Internet Message Application Protocol (IMAP). </a:t>
            </a:r>
            <a:r>
              <a:rPr lang="en-US" sz="1000" smtClean="0">
                <a:effectLst/>
                <a:latin typeface="Arial" panose="020B0604020202020204" pitchFamily="34" charset="0"/>
                <a:ea typeface="Times New Roman" panose="02020603050405020304" pitchFamily="18" charset="0"/>
                <a:cs typeface="Segoe UI" panose="020B0502040204020203" pitchFamily="34" charset="0"/>
              </a:rPr>
              <a:t>TCP 143</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Microsoft SQL Server</a:t>
            </a:r>
            <a:r>
              <a:rPr lang="en-US" sz="1000" baseline="30000" smtClean="0">
                <a:effectLst/>
                <a:latin typeface="Arial" panose="020B0604020202020204" pitchFamily="34" charset="0"/>
                <a:ea typeface="Times New Roman" panose="02020603050405020304" pitchFamily="18" charset="0"/>
                <a:cs typeface="Times New Roman" panose="02020603050405020304" pitchFamily="18" charset="0"/>
              </a:rPr>
              <a:t>®</a:t>
            </a:r>
            <a:r>
              <a:rPr lang="en-US" sz="1000" smtClean="0">
                <a:effectLst/>
                <a:latin typeface="Arial" panose="020B0604020202020204" pitchFamily="34" charset="0"/>
                <a:ea typeface="Times New Roman" panose="02020603050405020304" pitchFamily="18" charset="0"/>
                <a:cs typeface="Segoe UI" panose="020B0502040204020203" pitchFamily="34" charset="0"/>
              </a:rPr>
              <a:t> TCP 1433</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125249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Provide a brief overview of the lesson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368328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latin typeface="Arial" panose="020B0604020202020204" pitchFamily="34" charset="0"/>
                <a:ea typeface="Calibri" panose="020F0502020204030204" pitchFamily="34" charset="0"/>
                <a:cs typeface="Segoe UI" panose="020B0502040204020203" pitchFamily="34" charset="0"/>
              </a:rPr>
              <a:t>There are three static slides in this topic.</a:t>
            </a:r>
            <a:endParaRPr lang="en-CA" sz="100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Slide 1 of 3</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How is network communication affected if a default gateway is configured incorrectly?</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 host with an incorrect default gateway is unable to communicate with hosts on a remote network. Communication on the local network is unaffected.</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385372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Slide 2 of 3</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Discuss this slide with students before clicking through to the first subnet. Emphasize that each computer has the same first 3 octets in their IP addresses. Talk about the dotted decimal notation for IPv4 binary numbers.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10</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3201832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Slide 3 of 3</a:t>
            </a: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Discuss the difference in IP addresses for the computers in Subnet 2.</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652971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Most students have a basic understanding of how computers connect to the Internet and how network address translation (NAT) is used. However, if you think it is necessary, take a few moments and explain how NAT allows multiple computers to share a single public IP address. Also, explicitly mention the private IP address ranges.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Students may be interested to know that some private organizations were originally allocated large class A networks in the public IPv4 address space. In many cases, unused portions of these originally allocated networks have been returned to the RIR for reallocation.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349884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There are four static slides for this topic.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Slide 1 of 4</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Work through the example in this topic to ensure that students understand the basic concept of binary numbers and how they can be converted to dotted decimal notation. Show students how to perform this calculation by using the calculator included with the Windows</a:t>
            </a:r>
            <a:r>
              <a:rPr lang="en-CA" sz="1000" baseline="3000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a:t>
            </a:r>
            <a:r>
              <a:rPr lang="en-CA" sz="100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 operating system.</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Briefly explain how to convert binary numbers to dotted decimal notation manually. Use the following </a:t>
            </a:r>
            <a:r>
              <a:rPr lang="en-CA" sz="100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three slides to show how to convert an 8-bit octet from a binary number to a decimal number.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5520286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Slide 2 of 4</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997196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Slide 3 of 4</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7637045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Slide 4 of 4</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970665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Emphasize to students that knowing the class of an IP address is useful for identifying a likely subnet mask. However, if subnetting has been performed, then the default subnet mask is not valid.</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Simple IPv4 networking is defined by using only 255 or 0 in the subnet mask. This is not a technical definition, just recognition that when you have a large network such as the 10.0.0.0/8 network, working with only 255 or 0 in the subnet mask is easier. It will not be possible to do this in all scenarios.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5852618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Do not discuss the details of how to determine the subnet mask. The next lesson covers that topic. The key concept in this topic is that subnet masks can have values other than 255 or 0. </a:t>
            </a:r>
            <a:r>
              <a:rPr lang="en-CA" sz="100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Make sure that students understand variable length subnet masks, because they will use them in the lab.</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Does your organization use simple or complex networking?</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Answers will vary. Most small organizations use simple networking to make configuration easier. Larger organizations with networking specialists are more likely to use complex networking.</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0876239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Provide a brief overview of the lesson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698333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0478AEBC-2A11-437C-92DA-06EEE116A1DB}" type="slidenum">
              <a:rPr lang="en-US" b="0" smtClean="0"/>
              <a:pPr/>
              <a:t>20</a:t>
            </a:fld>
            <a:endParaRPr lang="en-US" b="0" smtClean="0"/>
          </a:p>
        </p:txBody>
      </p:sp>
      <p:sp>
        <p:nvSpPr>
          <p:cNvPr id="11268" name="Rectangle 2"/>
          <p:cNvSpPr>
            <a:spLocks noGrp="1" noRot="1" noChangeAspect="1" noChangeArrowheads="1" noTextEdit="1"/>
          </p:cNvSpPr>
          <p:nvPr>
            <p:ph type="sldImg"/>
          </p:nvPr>
        </p:nvSpPr>
        <p:spPr>
          <a:xfrm>
            <a:off x="4303597" y="72910"/>
            <a:ext cx="2489200" cy="1866900"/>
          </a:xfrm>
          <a:ln/>
        </p:spPr>
      </p:sp>
      <p:sp>
        <p:nvSpPr>
          <p:cNvPr id="7" name="Notes Placeholder 2"/>
          <p:cNvSpPr>
            <a:spLocks noGrp="1"/>
          </p:cNvSpPr>
          <p:nvPr>
            <p:ph type="body" idx="1"/>
          </p:nvPr>
        </p:nvSpPr>
        <p:spPr>
          <a:xfrm>
            <a:off x="307975" y="2236788"/>
            <a:ext cx="6149975" cy="6643687"/>
          </a:xfrm>
        </p:spPr>
        <p:txBody>
          <a:bodyPr/>
          <a:lstStyle/>
          <a:p>
            <a:pPr>
              <a:spcAft>
                <a:spcPts val="600"/>
              </a:spcAft>
            </a:pPr>
            <a:r>
              <a:rPr lang="en-US" sz="1000" kern="1200" smtClean="0">
                <a:solidFill>
                  <a:schemeClr val="tx1"/>
                </a:solidFill>
                <a:effectLst/>
                <a:latin typeface="Arial" panose="020B0604020202020204" pitchFamily="34" charset="0"/>
                <a:cs typeface="Arial" panose="020B0604020202020204" pitchFamily="34" charset="0"/>
              </a:rPr>
              <a:t>This build slide requires only one click to start and to play the entire animation.</a:t>
            </a:r>
            <a:endParaRPr lang="en-CA" sz="1000" kern="1200" smtClean="0">
              <a:solidFill>
                <a:schemeClr val="tx1"/>
              </a:solidFill>
              <a:effectLst/>
              <a:latin typeface="Arial" panose="020B0604020202020204" pitchFamily="34" charset="0"/>
              <a:cs typeface="Arial" panose="020B0604020202020204" pitchFamily="34" charset="0"/>
            </a:endParaRPr>
          </a:p>
          <a:p>
            <a:pPr>
              <a:spcAft>
                <a:spcPts val="600"/>
              </a:spcAft>
            </a:pPr>
            <a:r>
              <a:rPr lang="en-US" sz="1000" kern="1200" smtClean="0">
                <a:solidFill>
                  <a:schemeClr val="tx1"/>
                </a:solidFill>
                <a:effectLst/>
                <a:latin typeface="Arial" panose="020B0604020202020204" pitchFamily="34" charset="0"/>
                <a:cs typeface="Arial" panose="020B0604020202020204" pitchFamily="34" charset="0"/>
              </a:rPr>
              <a:t>Use the slide animation to help describe the relationship between the number of subnets and the number of hosts. Emphasize to students that when a subnet mask is expressed in binary notation, a 1 represents a bit in the network ID, and a 0 represents a bit in the host ID. Relate this to the 255 and 0 that are used in simple networks. Also, relate the number of bits to CIDR notation and prefix length, which defines the number of bits in the network address. </a:t>
            </a:r>
            <a:endParaRPr lang="en-CA" sz="1000" kern="1200" smtClean="0">
              <a:solidFill>
                <a:schemeClr val="tx1"/>
              </a:solidFill>
              <a:effectLst/>
              <a:latin typeface="Arial" panose="020B0604020202020204" pitchFamily="34" charset="0"/>
              <a:cs typeface="Arial" panose="020B0604020202020204" pitchFamily="34" charset="0"/>
            </a:endParaRPr>
          </a:p>
          <a:p>
            <a:pPr>
              <a:spcAft>
                <a:spcPts val="600"/>
              </a:spcAft>
            </a:pPr>
            <a:r>
              <a:rPr lang="en-US" sz="1000" kern="1200" smtClean="0">
                <a:solidFill>
                  <a:schemeClr val="tx1"/>
                </a:solidFill>
                <a:effectLst/>
                <a:latin typeface="Arial" panose="020B0604020202020204" pitchFamily="34" charset="0"/>
                <a:cs typeface="Arial" panose="020B0604020202020204" pitchFamily="34" charset="0"/>
              </a:rPr>
              <a:t>The following is a list of the bits used on the build slide, and the corresponding number of subnets and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8 bits – 256 subnets, 254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7 bits – 128 subnets, 510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6 bits – 64 subnets, 1,022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5 bits – 32 subnets, 2,046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4 bits – 16 subnets, 4,094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3 bits – 8 subnets, 8,190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2 bits – 4 subnets, 16,382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1 bit – 2 subnets, 32,766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0 bits – 1 subnets, 65,534 hosts</a:t>
            </a:r>
            <a:endParaRPr lang="en-CA" sz="1000" kern="1200" smtClean="0">
              <a:solidFill>
                <a:schemeClr val="tx1"/>
              </a:solidFill>
              <a:effectLst/>
              <a:latin typeface="Arial" panose="020B0604020202020204" pitchFamily="34" charset="0"/>
              <a:cs typeface="Arial" panose="020B0604020202020204" pitchFamily="34" charset="0"/>
            </a:endParaRPr>
          </a:p>
        </p:txBody>
      </p:sp>
      <p:sp>
        <p:nvSpPr>
          <p:cNvPr id="8" name="Rectangle 7"/>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9" name="Rectangle 8"/>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580672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Use this topic to explain to students why they may want to subnet their network. This provides a context for the following topics, and explains why the process for performing subnetting is important.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6390226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Although there is a mathematical way to solve for the number of bits required to support a given number of networks, it is easier to substitute a number into the formula until you find a number of bits that works for your organization. You can also use the table provided in the student handbook.</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6000196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Make sure that students understand why the minus 2 is part of the formula 2</a:t>
            </a:r>
            <a:r>
              <a:rPr lang="en-CA" sz="1000" baseline="30000" smtClean="0">
                <a:effectLst/>
                <a:latin typeface="Arial" panose="020B0604020202020204" pitchFamily="34" charset="0"/>
                <a:ea typeface="Calibri" panose="020F0502020204030204" pitchFamily="34" charset="0"/>
                <a:cs typeface="Segoe UI" panose="020B0502040204020203" pitchFamily="34" charset="0"/>
              </a:rPr>
              <a:t>n</a:t>
            </a:r>
            <a:r>
              <a:rPr lang="en-CA" sz="1000" smtClean="0">
                <a:effectLst/>
                <a:latin typeface="Arial" panose="020B0604020202020204" pitchFamily="34" charset="0"/>
                <a:ea typeface="Calibri" panose="020F0502020204030204" pitchFamily="34" charset="0"/>
                <a:cs typeface="Segoe UI" panose="020B0502040204020203" pitchFamily="34" charset="0"/>
              </a:rPr>
              <a:t>‑2. The minus removes the addresses for the network and broadcasts. Note that a default gateway is also required, and is not removed during this calculation.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528037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3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Discuss the questions on the slide with students.</a:t>
            </a:r>
          </a:p>
          <a:p>
            <a:pPr>
              <a:lnSpc>
                <a:spcPct val="107000"/>
              </a:lnSpc>
              <a:spcAft>
                <a:spcPts val="3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How many subnets are required?</a:t>
            </a: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Five subnets are required in this scenario. Of these, four subnets are required for buildings, and one is required for the data center.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spcAft>
                <a:spcPts val="3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How many bits are required to create that number of subnets?</a:t>
            </a: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Three bits are required to create five subnets, because three bits allow for eight subnets. </a:t>
            </a:r>
            <a:r>
              <a:rPr lang="en-CA" sz="1000" smtClean="0">
                <a:effectLst/>
                <a:latin typeface="Arial" panose="020B0604020202020204" pitchFamily="34" charset="0"/>
                <a:ea typeface="Calibri" panose="020F0502020204030204" pitchFamily="34" charset="0"/>
                <a:cs typeface="Times New Roman" panose="02020603050405020304" pitchFamily="18" charset="0"/>
              </a:rPr>
              <a:t>Because printers in this scenario have networking capability, you assign IP addresses to them.</a:t>
            </a:r>
          </a:p>
          <a:p>
            <a:pPr>
              <a:lnSpc>
                <a:spcPct val="107000"/>
              </a:lnSpc>
              <a:spcAft>
                <a:spcPts val="3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spcAft>
                <a:spcPts val="3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How many hosts are required on each subnet?</a:t>
            </a: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Because each subnet must support 700 users and 14 printers, 714 hosts are required on each subnet.</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spcAft>
                <a:spcPts val="3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How many bits are required to support that number of hosts?</a:t>
            </a: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Ten bits are required to support up to 1,022 hosts.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spcAft>
                <a:spcPts val="3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What is an appropriate subnet mask that would satisfy these requirements?</a:t>
            </a: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Several subnet masks can allow for the minimum number of networks and the minimum number of hosts:</a:t>
            </a:r>
          </a:p>
          <a:p>
            <a:pPr marL="342900" lvl="0" indent="-342900">
              <a:lnSpc>
                <a:spcPct val="115000"/>
              </a:lnSpc>
              <a:spcAft>
                <a:spcPts val="3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255.255.224.0 (3 subnet bits, 13 host bits)</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3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255.255.240.0 (4 subnet bits, 12 host bits)</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3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255.255.248.0 (5 subnet bits, 11 host bits)</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3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255.255.252.0 (6 subnet bits, 10 host bits</a:t>
            </a:r>
            <a:r>
              <a:rPr lang="en-US" sz="1000" smtClean="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a:p>
        </p:txBody>
      </p:sp>
      <p:sp>
        <p:nvSpPr>
          <p:cNvPr id="4" name="Slide Number Placeholder 3"/>
          <p:cNvSpPr>
            <a:spLocks noGrp="1"/>
          </p:cNvSpPr>
          <p:nvPr>
            <p:ph type="sldNum" sz="quarter" idx="10"/>
          </p:nvPr>
        </p:nvSpPr>
        <p:spPr/>
        <p:txBody>
          <a:bodyPr/>
          <a:lstStyle/>
          <a:p>
            <a:fld id="{9A7BC99F-7D5B-41BC-BBF1-6D28478DAE67}" type="slidenum">
              <a:rPr lang="en-CA" smtClean="0"/>
              <a:t>24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5764484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Use the table on the slide to show students that supernetting reduces the network identification (ID) by one bit, and increases the host ID by one bit. The decimal equivalents for the subnet masks are:</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/24 = 255.255.255.0</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/23 = 255.255.254.0</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4644808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Briefly review the lesson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6092677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latin typeface="Arial" panose="020B0604020202020204" pitchFamily="34" charset="0"/>
                <a:ea typeface="Calibri" panose="020F0502020204030204" pitchFamily="34" charset="0"/>
                <a:cs typeface="Segoe UI" panose="020B0502040204020203" pitchFamily="34" charset="0"/>
              </a:rPr>
              <a:t>There are </a:t>
            </a:r>
            <a:r>
              <a:rPr lang="en-CA" sz="1000" smtClean="0">
                <a:latin typeface="Arial" panose="020B0604020202020204" pitchFamily="34" charset="0"/>
                <a:ea typeface="Calibri" panose="020F0502020204030204" pitchFamily="34" charset="0"/>
                <a:cs typeface="Segoe UI" panose="020B0502040204020203" pitchFamily="34" charset="0"/>
              </a:rPr>
              <a:t>two static </a:t>
            </a:r>
            <a:r>
              <a:rPr lang="en-CA" sz="1000">
                <a:latin typeface="Arial" panose="020B0604020202020204" pitchFamily="34" charset="0"/>
                <a:ea typeface="Calibri" panose="020F0502020204030204" pitchFamily="34" charset="0"/>
                <a:cs typeface="Segoe UI" panose="020B0502040204020203" pitchFamily="34" charset="0"/>
              </a:rPr>
              <a:t>slides in this topic.</a:t>
            </a:r>
            <a:endParaRPr lang="en-CA" sz="100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Slide 1 of 2</a:t>
            </a: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Students should already be familiar with configuring an IP address. However, if you feel that it would benefit them, you can demonstrate the process.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Do any computers or devices in your organization have static IP addresses?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In most cases, servers have static IP addresses. Other network devices such as printers also typically have static IP addresses.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4226552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US" sz="1000">
                <a:latin typeface="Arial" panose="020B0604020202020204" pitchFamily="34" charset="0"/>
                <a:ea typeface="Calibri" panose="020F0502020204030204" pitchFamily="34" charset="0"/>
                <a:cs typeface="Segoe UI" panose="020B0502040204020203" pitchFamily="34" charset="0"/>
              </a:rPr>
              <a:t>Slide 2 of 2</a:t>
            </a: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Demonstrate how to manage IP address configuration settings by using Windows PowerShell cmdlets.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5835588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Try not to get into too much detail when discussing DHCP. Focus on the client configuration portion of DHCP. A later module covers DHCP in more detail.</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Explain the examples to students so that they can see how to use Windows PowerShell</a:t>
            </a:r>
            <a:r>
              <a:rPr lang="en-CA" sz="1000" baseline="30000" smtClean="0">
                <a:effectLst/>
                <a:latin typeface="Arial" panose="020B0604020202020204" pitchFamily="34" charset="0"/>
                <a:ea typeface="Calibri" panose="020F0502020204030204" pitchFamily="34" charset="0"/>
                <a:cs typeface="Segoe UI" panose="020B0502040204020203" pitchFamily="34" charset="0"/>
              </a:rPr>
              <a:t>®</a:t>
            </a:r>
            <a:r>
              <a:rPr lang="en-CA" sz="1000" smtClean="0">
                <a:effectLst/>
                <a:latin typeface="Arial" panose="020B0604020202020204" pitchFamily="34" charset="0"/>
                <a:ea typeface="Calibri" panose="020F0502020204030204" pitchFamily="34" charset="0"/>
                <a:cs typeface="Segoe UI" panose="020B0502040204020203" pitchFamily="34" charset="0"/>
              </a:rPr>
              <a:t> to configure DHCP. Explain the difference between the Windows PowerShell cmdlets for NetAdapter and NetIPInterface:</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 network adapter represents a physical network card in your computer. This is the equivalent to viewing network connections from Server Manager in </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Windows Server</a:t>
            </a:r>
            <a:r>
              <a:rPr lang="en-US" sz="1000" baseline="30000" smtClean="0">
                <a:effectLst/>
                <a:latin typeface="Arial" panose="020B0604020202020204" pitchFamily="34" charset="0"/>
                <a:ea typeface="Times New Roman" panose="02020603050405020304" pitchFamily="18" charset="0"/>
                <a:cs typeface="Times New Roman" panose="02020603050405020304" pitchFamily="18" charset="0"/>
              </a:rPr>
              <a:t>®</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 2012</a:t>
            </a: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 network IP interface is a protocol binding to a network adapter.</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8964688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Go through the Windows PowerShell cmdlets that are shown on the slide. As you do, draw parallels between the functionality of the cmdlets and the command-line tools. For example, Get NetIPAddress is similar to Ipconfig without any options, and Get DNSClientCache is similar to Ipconfig /displaydns.</a:t>
            </a: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Ask students if they can think of any other cmdlets that may be useful for troubleshooting IPv4.</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30</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382190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This topic focuses on tools that will help students identify and resolve IP connectivity problems between hosts. A later module discusses name resolution, but you can introduce the concept at this point.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8733103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Explain to students that </a:t>
            </a:r>
            <a:r>
              <a:rPr lang="en-CA" sz="1000" smtClean="0">
                <a:effectLst/>
                <a:latin typeface="Arial" panose="020B0604020202020204" pitchFamily="34" charset="0"/>
                <a:ea typeface="Calibri" panose="020F0502020204030204" pitchFamily="34" charset="0"/>
                <a:cs typeface="Times New Roman" panose="02020603050405020304" pitchFamily="18" charset="0"/>
              </a:rPr>
              <a:t>there is no exact process to follow when troubleshooting network connectivity problems. Ask students if they have suggestions other than those listed in this topic.</a:t>
            </a: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What additional steps might you use to troubleshoot network connectivity problems?</a:t>
            </a: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Answers will vary. Some students may monitor firewalls if the problem is related to Internet connectivity. Students may also use application logs when troubleshooting connectivity to a specific program.</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5517089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Describe Microsoft Message Analyzer in general terms, and explain how students can use it for examining network communication. If necessary, explain how they can use port mirroring to install Microsoft Message Analyzer on a dedicated computer instead of the two computers involved in the communication process. Finally, use the slide to introduce the types of information that Microsoft Message Analyzer displays.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1089437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Mention to students that filtering is useful when you want to display only specific packets when troubleshooting a specific problem. For example, you could display only communication with a specific IP address. If students are interested, consider showing the contents of a few more packets, such as ARP packets.</a:t>
            </a: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Preparation Step</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Start the virtual machines 20410D‑LON‑DC1, 20410D‑LON‑RTR, and 20410D‑LON‑SVR2. </a:t>
            </a: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smtClean="0">
                <a:effectLst/>
                <a:latin typeface="Arial" panose="020B0604020202020204" pitchFamily="34" charset="0"/>
                <a:ea typeface="Times New Roman" panose="02020603050405020304" pitchFamily="18" charset="0"/>
                <a:cs typeface="Segoe UI" panose="020B0502040204020203" pitchFamily="34" charset="0"/>
              </a:rPr>
              <a:t>Start a new Capture/Trace in Microsoft Message Analyzer</a:t>
            </a:r>
            <a:endParaRPr lang="en-CA" sz="1000" b="1" smtClean="0">
              <a:effectLst/>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Bef>
                <a:spcPts val="0"/>
              </a:spcBef>
              <a:spcAft>
                <a:spcPts val="995"/>
              </a:spcAft>
              <a:buFont typeface="+mj-lt"/>
              <a:buAutoNum type="arabicPeriod"/>
            </a:pP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Sign in to </a:t>
            </a:r>
            <a:r>
              <a:rPr lang="en-CA" sz="1000" b="1" smtClean="0">
                <a:effectLst/>
                <a:latin typeface="Arial" panose="020B0604020202020204" pitchFamily="34" charset="0"/>
                <a:cs typeface="Times New Roman" panose="02020603050405020304" pitchFamily="18" charset="0"/>
              </a:rPr>
              <a:t>LON‑SVR2</a:t>
            </a: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 as </a:t>
            </a:r>
            <a:r>
              <a:rPr lang="en-CA" sz="1000" b="1" smtClean="0">
                <a:effectLst/>
                <a:latin typeface="Arial" panose="020B0604020202020204" pitchFamily="34" charset="0"/>
                <a:cs typeface="Times New Roman" panose="02020603050405020304" pitchFamily="18" charset="0"/>
              </a:rPr>
              <a:t>Adatum\Administrator</a:t>
            </a: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 with a password of </a:t>
            </a:r>
            <a:r>
              <a:rPr lang="en-CA" sz="1000" b="1" smtClean="0">
                <a:effectLst/>
                <a:latin typeface="Arial" panose="020B0604020202020204" pitchFamily="34" charset="0"/>
                <a:cs typeface="Times New Roman" panose="02020603050405020304" pitchFamily="18" charset="0"/>
              </a:rPr>
              <a:t>Pa$$w0rd</a:t>
            </a: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smtClean="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On the taskbar, click the </a:t>
            </a:r>
            <a:r>
              <a:rPr lang="en-CA" sz="1000" b="1" smtClean="0">
                <a:effectLst/>
                <a:latin typeface="Arial" panose="020B0604020202020204" pitchFamily="34" charset="0"/>
                <a:cs typeface="Times New Roman" panose="02020603050405020304" pitchFamily="18" charset="0"/>
              </a:rPr>
              <a:t>Windows PowerShell</a:t>
            </a: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 icon.</a:t>
            </a:r>
            <a:endParaRPr lang="en-CA" sz="1000" smtClean="0">
              <a:effectLst/>
              <a:latin typeface="Arial" panose="020B0604020202020204" pitchFamily="34" charset="0"/>
            </a:endParaRPr>
          </a:p>
          <a:p>
            <a:pPr marL="342900" lvl="0" indent="-342900">
              <a:lnSpc>
                <a:spcPct val="115000"/>
              </a:lnSpc>
              <a:spcBef>
                <a:spcPts val="0"/>
              </a:spcBef>
              <a:spcAft>
                <a:spcPts val="600"/>
              </a:spcAft>
              <a:buFont typeface="+mj-lt"/>
              <a:buAutoNum type="arabicPeriod"/>
            </a:pP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At the Windows PowerShell prompt, type the following, and then press Enter:</a:t>
            </a:r>
            <a:endParaRPr lang="en-CA" sz="1000" smtClean="0">
              <a:effectLst/>
              <a:latin typeface="Arial" panose="020B0604020202020204" pitchFamily="34" charset="0"/>
            </a:endParaRPr>
          </a:p>
          <a:p>
            <a:pPr marL="346075">
              <a:lnSpc>
                <a:spcPct val="115000"/>
              </a:lnSpc>
              <a:spcAft>
                <a:spcPts val="600"/>
              </a:spcAft>
            </a:pPr>
            <a:r>
              <a:rPr lang="en-US" sz="1000" b="1" smtClean="0">
                <a:effectLst/>
                <a:latin typeface="Lucida Sans Typewriter" panose="020B0509030504030204" pitchFamily="49" charset="0"/>
                <a:ea typeface="Times New Roman" panose="02020603050405020304" pitchFamily="18" charset="0"/>
                <a:cs typeface="Times New Roman" panose="02020603050405020304" pitchFamily="18" charset="0"/>
              </a:rPr>
              <a:t>ipconfig /flushdns</a:t>
            </a:r>
            <a:endParaRPr lang="en-CA" sz="1000" b="1" smtClean="0">
              <a:effectLst/>
              <a:latin typeface="Lucida Sans Typewriter" panose="020B0509030504030204" pitchFamily="49" charset="0"/>
              <a:ea typeface="Times New Roman" panose="02020603050405020304" pitchFamily="18" charset="0"/>
              <a:cs typeface="Times New Roman" panose="02020603050405020304" pitchFamily="18" charset="0"/>
            </a:endParaRPr>
          </a:p>
          <a:p>
            <a:pPr marL="342900" lvl="0" indent="-342900">
              <a:lnSpc>
                <a:spcPct val="115000"/>
              </a:lnSpc>
              <a:spcBef>
                <a:spcPts val="0"/>
              </a:spcBef>
              <a:spcAft>
                <a:spcPts val="995"/>
              </a:spcAft>
              <a:buFont typeface="+mj-lt"/>
              <a:buAutoNum type="arabicPeriod" startAt="4"/>
            </a:pP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On the Start screen, click </a:t>
            </a:r>
            <a:r>
              <a:rPr lang="en-CA" sz="1000" b="1" smtClean="0">
                <a:effectLst/>
                <a:latin typeface="Arial" panose="020B0604020202020204" pitchFamily="34" charset="0"/>
                <a:cs typeface="Times New Roman" panose="02020603050405020304" pitchFamily="18" charset="0"/>
              </a:rPr>
              <a:t>Microsoft</a:t>
            </a: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 </a:t>
            </a:r>
            <a:r>
              <a:rPr lang="en-CA" sz="1000" b="1" smtClean="0">
                <a:effectLst/>
                <a:latin typeface="Arial" panose="020B0604020202020204" pitchFamily="34" charset="0"/>
                <a:cs typeface="Times New Roman" panose="02020603050405020304" pitchFamily="18" charset="0"/>
              </a:rPr>
              <a:t>Message Analyzer</a:t>
            </a: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smtClean="0">
              <a:effectLst/>
              <a:latin typeface="Arial" panose="020B0604020202020204" pitchFamily="34" charset="0"/>
            </a:endParaRPr>
          </a:p>
          <a:p>
            <a:pPr marL="342900" lvl="0" indent="-342900">
              <a:lnSpc>
                <a:spcPct val="115000"/>
              </a:lnSpc>
              <a:spcBef>
                <a:spcPts val="0"/>
              </a:spcBef>
              <a:spcAft>
                <a:spcPts val="995"/>
              </a:spcAft>
              <a:buFont typeface="+mj-lt"/>
              <a:buAutoNum type="arabicPeriod" startAt="4"/>
            </a:pP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In the Microsoft Message Analyzer dialog box, click </a:t>
            </a:r>
            <a:r>
              <a:rPr lang="en-CA" sz="1000" b="1" smtClean="0">
                <a:effectLst/>
                <a:latin typeface="Arial" panose="020B0604020202020204" pitchFamily="34" charset="0"/>
                <a:cs typeface="Times New Roman" panose="02020603050405020304" pitchFamily="18" charset="0"/>
              </a:rPr>
              <a:t>Do not update items</a:t>
            </a: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CA" sz="1000" b="1" smtClean="0">
                <a:effectLst/>
                <a:latin typeface="Arial" panose="020B0604020202020204" pitchFamily="34" charset="0"/>
                <a:cs typeface="Times New Roman" panose="02020603050405020304" pitchFamily="18" charset="0"/>
              </a:rPr>
              <a:t>OK</a:t>
            </a: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smtClean="0">
              <a:effectLst/>
              <a:latin typeface="Arial" panose="020B0604020202020204" pitchFamily="34" charset="0"/>
            </a:endParaRPr>
          </a:p>
          <a:p>
            <a:pPr marL="342900" lvl="0" indent="-342900">
              <a:lnSpc>
                <a:spcPct val="115000"/>
              </a:lnSpc>
              <a:spcBef>
                <a:spcPts val="0"/>
              </a:spcBef>
              <a:spcAft>
                <a:spcPts val="995"/>
              </a:spcAft>
              <a:buFont typeface="+mj-lt"/>
              <a:buAutoNum type="arabicPeriod" startAt="4"/>
            </a:pP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In the navigation pane, click </a:t>
            </a:r>
            <a:r>
              <a:rPr lang="en-CA" sz="1000" b="1" smtClean="0">
                <a:effectLst/>
                <a:latin typeface="Arial" panose="020B0604020202020204" pitchFamily="34" charset="0"/>
                <a:cs typeface="Times New Roman" panose="02020603050405020304" pitchFamily="18" charset="0"/>
              </a:rPr>
              <a:t>Capture/Trace</a:t>
            </a: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 and then, in the </a:t>
            </a:r>
            <a:r>
              <a:rPr lang="en-CA" sz="1000" b="1" smtClean="0">
                <a:effectLst/>
                <a:latin typeface="Arial" panose="020B0604020202020204" pitchFamily="34" charset="0"/>
                <a:cs typeface="Times New Roman" panose="02020603050405020304" pitchFamily="18" charset="0"/>
              </a:rPr>
              <a:t>Trace Scenarios</a:t>
            </a: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 section, click</a:t>
            </a:r>
            <a:r>
              <a:rPr lang="en-CA" sz="1000" b="1" smtClean="0">
                <a:effectLst/>
                <a:latin typeface="Arial" panose="020B0604020202020204" pitchFamily="34" charset="0"/>
                <a:cs typeface="Times New Roman" panose="02020603050405020304" pitchFamily="18" charset="0"/>
              </a:rPr>
              <a:t> Firewall</a:t>
            </a: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smtClean="0">
              <a:effectLst/>
              <a:latin typeface="Arial" panose="020B0604020202020204" pitchFamily="34" charset="0"/>
            </a:endParaRPr>
          </a:p>
          <a:p>
            <a:pPr>
              <a:lnSpc>
                <a:spcPts val="1300"/>
              </a:lnSpc>
              <a:spcBef>
                <a:spcPts val="900"/>
              </a:spcBef>
              <a:spcAft>
                <a:spcPts val="300"/>
              </a:spcAft>
            </a:pPr>
            <a:r>
              <a:rPr lang="en-US" sz="1000" b="1" smtClean="0">
                <a:effectLst/>
                <a:latin typeface="Arial" panose="020B0604020202020204" pitchFamily="34" charset="0"/>
                <a:ea typeface="Times New Roman" panose="02020603050405020304" pitchFamily="18" charset="0"/>
                <a:cs typeface="Segoe UI" panose="020B0502040204020203" pitchFamily="34" charset="0"/>
              </a:rPr>
              <a:t>Capture packets from a ping request</a:t>
            </a:r>
            <a:endParaRPr lang="en-CA" sz="1000" b="1" smtClean="0">
              <a:effectLst/>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Bef>
                <a:spcPts val="0"/>
              </a:spcBef>
              <a:spcAft>
                <a:spcPts val="995"/>
              </a:spcAft>
              <a:buFont typeface="+mj-lt"/>
              <a:buAutoNum type="arabicPeriod"/>
            </a:pP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In Microsoft Message Analyzer, on the toolbar, click </a:t>
            </a:r>
            <a:r>
              <a:rPr lang="en-CA" sz="1000" b="1" smtClean="0">
                <a:effectLst/>
                <a:latin typeface="Arial" panose="020B0604020202020204" pitchFamily="34" charset="0"/>
                <a:cs typeface="Times New Roman" panose="02020603050405020304" pitchFamily="18" charset="0"/>
              </a:rPr>
              <a:t>Start With</a:t>
            </a:r>
            <a:r>
              <a:rPr lang="en-CA" sz="100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smtClean="0">
              <a:effectLst/>
              <a:latin typeface="Arial" panose="020B0604020202020204" pitchFamily="34" charset="0"/>
            </a:endParaRPr>
          </a:p>
          <a:p>
            <a:pPr marL="342900" indent="-342900">
              <a:lnSpc>
                <a:spcPct val="115000"/>
              </a:lnSpc>
              <a:spcAft>
                <a:spcPts val="600"/>
              </a:spcAft>
              <a:buFont typeface="+mj-lt"/>
              <a:buAutoNum type="arabicPeriod"/>
            </a:pPr>
            <a:r>
              <a:rPr lang="en-CA" sz="1000">
                <a:latin typeface="Arial" panose="020B0604020202020204" pitchFamily="34" charset="0"/>
                <a:ea typeface="Times New Roman" panose="02020603050405020304" pitchFamily="18" charset="0"/>
                <a:cs typeface="Times New Roman" panose="02020603050405020304" pitchFamily="18" charset="0"/>
              </a:rPr>
              <a:t>At the Windows PowerShell prompt, type the following, and then press Enter:</a:t>
            </a:r>
          </a:p>
          <a:p>
            <a:pPr marL="346075">
              <a:lnSpc>
                <a:spcPct val="115000"/>
              </a:lnSpc>
              <a:spcBef>
                <a:spcPts val="600"/>
              </a:spcBef>
              <a:spcAft>
                <a:spcPts val="600"/>
              </a:spcAft>
            </a:pPr>
            <a:r>
              <a:rPr lang="en-US" sz="1000" b="1">
                <a:latin typeface="Lucida Sans Typewriter" panose="020B0509030504030204" pitchFamily="49" charset="0"/>
                <a:ea typeface="Times New Roman" panose="02020603050405020304" pitchFamily="18" charset="0"/>
                <a:cs typeface="Times New Roman" panose="02020603050405020304" pitchFamily="18" charset="0"/>
              </a:rPr>
              <a:t>Test-NetConnection LON‑DC1.adatum.com</a:t>
            </a:r>
            <a:endParaRPr lang="en-CA" sz="1000" b="1">
              <a:latin typeface="Lucida Sans Typewriter" panose="020B0509030504030204" pitchFamily="49" charset="0"/>
              <a:ea typeface="Times New Roman" panose="02020603050405020304" pitchFamily="18" charset="0"/>
              <a:cs typeface="Times New Roman" panose="02020603050405020304" pitchFamily="18" charset="0"/>
            </a:endParaRPr>
          </a:p>
          <a:p>
            <a:pPr marR="0" lvl="0">
              <a:lnSpc>
                <a:spcPct val="115000"/>
              </a:lnSpc>
              <a:spcBef>
                <a:spcPts val="0"/>
              </a:spcBef>
              <a:spcAft>
                <a:spcPts val="995"/>
              </a:spcAft>
              <a:tabLst>
                <a:tab pos="338138" algn="l"/>
              </a:tabLst>
            </a:pPr>
            <a:r>
              <a:rPr lang="en-CA" sz="100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3.	In Microsoft Message Analyzer, on the toolbar, click </a:t>
            </a:r>
            <a:r>
              <a:rPr lang="en-CA" sz="1000" b="1"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Stop</a:t>
            </a:r>
            <a:r>
              <a:rPr lang="en-CA" sz="100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Bef>
                <a:spcPts val="0"/>
              </a:spcBef>
              <a:spcAft>
                <a:spcPts val="995"/>
              </a:spcAft>
              <a:buFont typeface="+mj-lt"/>
              <a:buAutoNum type="arabicPeriod"/>
            </a:pPr>
            <a:endParaRPr lang="en-CA" sz="1000">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smtClean="0">
                <a:latin typeface="Arial" panose="020B0604020202020204" pitchFamily="34" charset="0"/>
              </a:rPr>
              <a:t>(More notes on the next slide)</a:t>
            </a:r>
            <a:endParaRPr lang="en-CA" sz="1000">
              <a:latin typeface="Arial" panose="020B0604020202020204" pitchFamily="34" charset="0"/>
            </a:endParaRPr>
          </a:p>
        </p:txBody>
      </p:sp>
    </p:spTree>
    <p:extLst>
      <p:ext uri="{BB962C8B-B14F-4D97-AF65-F5344CB8AC3E}">
        <p14:creationId xmlns:p14="http://schemas.microsoft.com/office/powerpoint/2010/main" val="15508897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995"/>
              </a:spcAft>
            </a:pPr>
            <a:r>
              <a:rPr lang="en-US" sz="1000" b="1">
                <a:latin typeface="Arial" panose="020B0604020202020204" pitchFamily="34" charset="0"/>
                <a:ea typeface="Times New Roman" panose="02020603050405020304" pitchFamily="18" charset="0"/>
                <a:cs typeface="Segoe UI" panose="020B0502040204020203" pitchFamily="34" charset="0"/>
              </a:rPr>
              <a:t>Analyze the captured network traffic </a:t>
            </a:r>
            <a:endParaRPr lang="en-CA" sz="1000" b="1">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995"/>
              </a:spcAft>
              <a:buFont typeface="+mj-lt"/>
              <a:buAutoNum type="arabicPeriod"/>
            </a:pPr>
            <a:r>
              <a:rPr lang="en-CA" sz="100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In </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Microsoft Message Analyzer, in the results pane, under the Module</a:t>
            </a:r>
            <a:r>
              <a:rPr lang="en-CA" sz="1000" b="1">
                <a:solidFill>
                  <a:prstClr val="black"/>
                </a:solidFill>
                <a:latin typeface="Arial" panose="020B0604020202020204" pitchFamily="34" charset="0"/>
                <a:cs typeface="Times New Roman" panose="02020603050405020304" pitchFamily="18" charset="0"/>
              </a:rPr>
              <a:t> </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column, select the first </a:t>
            </a:r>
            <a:r>
              <a:rPr lang="en-CA" sz="1000" b="1">
                <a:solidFill>
                  <a:prstClr val="black"/>
                </a:solidFill>
                <a:latin typeface="Arial" panose="020B0604020202020204" pitchFamily="34" charset="0"/>
                <a:cs typeface="Times New Roman" panose="02020603050405020304" pitchFamily="18" charset="0"/>
              </a:rPr>
              <a:t>ICMP</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 packet group.</a:t>
            </a:r>
            <a:endParaRPr lang="en-CA" sz="1000">
              <a:solidFill>
                <a:prstClr val="black"/>
              </a:solidFill>
              <a:latin typeface="Arial" panose="020B0604020202020204" pitchFamily="34" charset="0"/>
            </a:endParaRPr>
          </a:p>
          <a:p>
            <a:pPr marL="342900" lvl="0" indent="-342900">
              <a:lnSpc>
                <a:spcPct val="115000"/>
              </a:lnSpc>
              <a:spcAft>
                <a:spcPts val="995"/>
              </a:spcAft>
              <a:buFont typeface="+mj-lt"/>
              <a:buAutoNum type="arabicPeriod"/>
            </a:pP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In the results pane, click the plus sign ‘</a:t>
            </a:r>
            <a:r>
              <a:rPr lang="en-CA" sz="1000" b="1">
                <a:solidFill>
                  <a:prstClr val="black"/>
                </a:solidFill>
                <a:latin typeface="Arial" panose="020B0604020202020204" pitchFamily="34" charset="0"/>
                <a:cs typeface="Times New Roman" panose="02020603050405020304" pitchFamily="18" charset="0"/>
              </a:rPr>
              <a:t>+</a:t>
            </a:r>
            <a:r>
              <a:rPr lang="en-CA" sz="1000">
                <a:solidFill>
                  <a:prstClr val="black"/>
                </a:solidFill>
                <a:latin typeface="Arial" panose="020B0604020202020204" pitchFamily="34" charset="0"/>
              </a:rPr>
              <a:t>’ </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beside the </a:t>
            </a:r>
            <a:r>
              <a:rPr lang="en-CA" sz="1000">
                <a:solidFill>
                  <a:prstClr val="black"/>
                </a:solidFill>
                <a:latin typeface="Arial" panose="020B0604020202020204" pitchFamily="34" charset="0"/>
              </a:rPr>
              <a:t>selected</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 packet group. </a:t>
            </a:r>
            <a:endParaRPr lang="en-CA" sz="1000">
              <a:solidFill>
                <a:prstClr val="black"/>
              </a:solidFill>
              <a:latin typeface="Arial" panose="020B0604020202020204" pitchFamily="34" charset="0"/>
            </a:endParaRPr>
          </a:p>
          <a:p>
            <a:pPr marL="342900" lvl="0" indent="-342900">
              <a:lnSpc>
                <a:spcPct val="115000"/>
              </a:lnSpc>
              <a:spcAft>
                <a:spcPts val="995"/>
              </a:spcAft>
              <a:buFont typeface="+mj-lt"/>
              <a:buAutoNum type="arabicPeriod"/>
            </a:pP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Show that the packet group includes both the </a:t>
            </a:r>
            <a:r>
              <a:rPr lang="en-CA" sz="1000" b="1">
                <a:solidFill>
                  <a:prstClr val="black"/>
                </a:solidFill>
                <a:latin typeface="Arial" panose="020B0604020202020204" pitchFamily="34" charset="0"/>
                <a:cs typeface="Times New Roman" panose="02020603050405020304" pitchFamily="18" charset="0"/>
              </a:rPr>
              <a:t>Echo Request</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 </a:t>
            </a:r>
            <a:r>
              <a:rPr lang="en-CA" sz="1000" b="1">
                <a:solidFill>
                  <a:prstClr val="black"/>
                </a:solidFill>
                <a:latin typeface="Arial" panose="020B0604020202020204" pitchFamily="34" charset="0"/>
                <a:cs typeface="Times New Roman" panose="02020603050405020304" pitchFamily="18" charset="0"/>
              </a:rPr>
              <a:t>Echo Reply</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 packets, due to the ping request that was executed when running the </a:t>
            </a:r>
            <a:r>
              <a:rPr lang="en-CA" sz="1000" b="1">
                <a:solidFill>
                  <a:prstClr val="black"/>
                </a:solidFill>
                <a:latin typeface="Arial" panose="020B0604020202020204" pitchFamily="34" charset="0"/>
                <a:cs typeface="Times New Roman" panose="02020603050405020304" pitchFamily="18" charset="0"/>
              </a:rPr>
              <a:t>Test-NetConnection </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cmdlet.</a:t>
            </a:r>
            <a:endParaRPr lang="en-CA" sz="1000">
              <a:solidFill>
                <a:prstClr val="black"/>
              </a:solidFill>
              <a:latin typeface="Arial" panose="020B0604020202020204" pitchFamily="34" charset="0"/>
            </a:endParaRPr>
          </a:p>
          <a:p>
            <a:pPr marL="342900" lvl="0" indent="-342900">
              <a:lnSpc>
                <a:spcPct val="115000"/>
              </a:lnSpc>
              <a:spcAft>
                <a:spcPts val="995"/>
              </a:spcAft>
              <a:buFont typeface="+mj-lt"/>
              <a:buAutoNum type="arabicPeriod"/>
            </a:pP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View the source and destination IP addresses for each packet. </a:t>
            </a:r>
            <a:endParaRPr lang="en-CA" sz="1000">
              <a:solidFill>
                <a:prstClr val="black"/>
              </a:solidFill>
              <a:latin typeface="Arial" panose="020B0604020202020204" pitchFamily="34" charset="0"/>
            </a:endParaRPr>
          </a:p>
          <a:p>
            <a:pPr lvl="0">
              <a:lnSpc>
                <a:spcPts val="1300"/>
              </a:lnSpc>
              <a:spcBef>
                <a:spcPts val="900"/>
              </a:spcBef>
              <a:spcAft>
                <a:spcPts val="300"/>
              </a:spcAft>
            </a:pPr>
            <a:r>
              <a:rPr lang="en-US" sz="1000" b="1">
                <a:solidFill>
                  <a:prstClr val="black"/>
                </a:solidFill>
                <a:latin typeface="Arial" panose="020B0604020202020204" pitchFamily="34" charset="0"/>
                <a:ea typeface="Times New Roman" panose="02020603050405020304" pitchFamily="18" charset="0"/>
                <a:cs typeface="Segoe UI" panose="020B0502040204020203" pitchFamily="34" charset="0"/>
              </a:rPr>
              <a:t>Filter the network traffic </a:t>
            </a:r>
            <a:endParaRPr lang="en-CA" sz="1000" b="1">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600"/>
              </a:spcAft>
              <a:buFont typeface="+mj-lt"/>
              <a:buAutoNum type="arabicPeriod"/>
            </a:pP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Microsoft Message Analyzer toolbar, in the View Filter section, in the Filter box, type the following, and then click </a:t>
            </a:r>
            <a:r>
              <a:rPr lang="en-CA" sz="1000" b="1">
                <a:solidFill>
                  <a:prstClr val="black"/>
                </a:solidFill>
                <a:latin typeface="Arial" panose="020B0604020202020204" pitchFamily="34" charset="0"/>
                <a:cs typeface="Times New Roman" panose="02020603050405020304" pitchFamily="18" charset="0"/>
              </a:rPr>
              <a:t>Apply Filter</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a:solidFill>
                <a:prstClr val="black"/>
              </a:solidFill>
              <a:latin typeface="Arial" panose="020B0604020202020204" pitchFamily="34" charset="0"/>
            </a:endParaRPr>
          </a:p>
          <a:p>
            <a:pPr marL="346075" lvl="0">
              <a:lnSpc>
                <a:spcPct val="115000"/>
              </a:lnSpc>
              <a:spcAft>
                <a:spcPts val="600"/>
              </a:spcAft>
            </a:pPr>
            <a:r>
              <a:rPr lang="en-CA" sz="1000" b="1">
                <a:latin typeface="Lucida Sans Typewriter" panose="020B0509030504030204" pitchFamily="49" charset="0"/>
                <a:ea typeface="Times New Roman" panose="02020603050405020304" pitchFamily="18" charset="0"/>
                <a:cs typeface="Times New Roman" panose="02020603050405020304" pitchFamily="18" charset="0"/>
              </a:rPr>
              <a:t>*DestinationAddress == 172.16.0.10</a:t>
            </a:r>
          </a:p>
          <a:p>
            <a:pPr marL="342900" indent="-342900">
              <a:lnSpc>
                <a:spcPct val="115000"/>
              </a:lnSpc>
              <a:spcAft>
                <a:spcPts val="995"/>
              </a:spcAft>
              <a:buFont typeface="+mj-lt"/>
              <a:buAutoNum type="arabicPeriod" startAt="2"/>
            </a:pP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Verify that only packets that match the filter are displayed. </a:t>
            </a:r>
          </a:p>
          <a:p>
            <a:pPr marL="342900" lvl="0" indent="-342900">
              <a:lnSpc>
                <a:spcPct val="115000"/>
              </a:lnSpc>
              <a:spcAft>
                <a:spcPts val="995"/>
              </a:spcAft>
              <a:buFont typeface="+mj-lt"/>
              <a:buAutoNum type="arabicPeriod" startAt="2"/>
            </a:pPr>
            <a:r>
              <a:rPr lang="en-CA" sz="1000">
                <a:solidFill>
                  <a:prstClr val="black"/>
                </a:solidFill>
                <a:latin typeface="Arial" panose="020B0604020202020204" pitchFamily="34" charset="0"/>
              </a:rPr>
              <a:t>Close </a:t>
            </a:r>
            <a:r>
              <a:rPr lang="en-CA" sz="1000" b="1">
                <a:solidFill>
                  <a:prstClr val="black"/>
                </a:solidFill>
                <a:latin typeface="Arial" panose="020B0604020202020204" pitchFamily="34" charset="0"/>
                <a:cs typeface="Times New Roman" panose="02020603050405020304" pitchFamily="18" charset="0"/>
              </a:rPr>
              <a:t>Microsoft Message Analyzer</a:t>
            </a:r>
            <a:r>
              <a:rPr lang="en-CA" sz="1000">
                <a:solidFill>
                  <a:prstClr val="black"/>
                </a:solidFill>
                <a:latin typeface="Arial" panose="020B0604020202020204" pitchFamily="34" charset="0"/>
              </a:rPr>
              <a:t>.</a:t>
            </a:r>
            <a:endParaRPr lang="en-CA"/>
          </a:p>
        </p:txBody>
      </p:sp>
      <p:sp>
        <p:nvSpPr>
          <p:cNvPr id="4" name="Slide Number Placeholder 3"/>
          <p:cNvSpPr>
            <a:spLocks noGrp="1"/>
          </p:cNvSpPr>
          <p:nvPr>
            <p:ph type="sldNum" sz="quarter" idx="10"/>
          </p:nvPr>
        </p:nvSpPr>
        <p:spPr/>
        <p:txBody>
          <a:bodyPr/>
          <a:lstStyle/>
          <a:p>
            <a:fld id="{9A7BC99F-7D5B-41BC-BBF1-6D28478DAE67}" type="slidenum">
              <a:rPr lang="en-CA" smtClean="0"/>
              <a:t>35</a:t>
            </a:fld>
            <a:endParaRPr lang="en-CA"/>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2683112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Before the students begin the lab, read the lab scenario and display the next slide. Before each exercise, read the scenario associated with the exercise to the class. The scenarios are the context of the lab and exercises, and help to facilitate the discussion at the end of the lab. Remind students to complete the discussion questions after the last lab exercise.</a:t>
            </a:r>
          </a:p>
          <a:p>
            <a:pPr>
              <a:lnSpc>
                <a:spcPct val="107000"/>
              </a:lnSpc>
              <a:spcAft>
                <a:spcPts val="800"/>
              </a:spcAft>
            </a:pP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1: Identifying Appropriate Subnets</a:t>
            </a: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The new branch office is configured with a single subnet. After a security review, all branch office network configurations are being modified to place servers on a separate subnet from the client computers. You need to calculate the new subnet mask and the default gateways for the subnets in your branch.</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The current network for your branch office is 192.168.98.0/24. This network needs to be subdivided into three subnets that meet the following requirements: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One subnet with at least 100 IP addresses for clients.</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One subnet with at least 10 IP addresses for servers.</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One subnet with at least 40 IP addresses for future expansion.</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b="1"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2: Troubleshooting IPv4</a:t>
            </a: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 server in the branch office is unable to communicate with the domain controller in the head office. You need to resolve the network connectivity problem.</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5584957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endParaRPr lang="en-CA"/>
          </a:p>
        </p:txBody>
      </p:sp>
      <p:sp>
        <p:nvSpPr>
          <p:cNvPr id="4" name="Slide Number Placeholder 3"/>
          <p:cNvSpPr>
            <a:spLocks noGrp="1"/>
          </p:cNvSpPr>
          <p:nvPr>
            <p:ph type="sldNum" sz="quarter" idx="10"/>
          </p:nvPr>
        </p:nvSpPr>
        <p:spPr/>
        <p:txBody>
          <a:bodyPr/>
          <a:lstStyle/>
          <a:p>
            <a:fld id="{9A7BC99F-7D5B-41BC-BBF1-6D28478DAE67}" type="slidenum">
              <a:rPr lang="en-CA" smtClean="0"/>
              <a:t>37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2722295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Lab Review Questions</a:t>
            </a:r>
          </a:p>
          <a:p>
            <a:pPr>
              <a:lnSpc>
                <a:spcPct val="107000"/>
              </a:lnSpc>
              <a:spcAft>
                <a:spcPts val="800"/>
              </a:spcAft>
            </a:pPr>
            <a:endParaRPr lang="en-CA" sz="1000" b="1">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Why is variable-length subnetting required in this lab?</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The criteria in the scenario call for one subnet with 100 IP addresses for clients. It is not possible to make all of the subnets this large. Variable-length subnetting enables you to subdivide the single /24 network into variable-sized subnets to accommodate one large subnet and two smaller subnets.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Which Windows PowerShell cmdlet can you use to view the local routing table of a computer instead of using </a:t>
            </a:r>
            <a:r>
              <a:rPr lang="en-CA" sz="1000" b="1" smtClean="0">
                <a:effectLst/>
                <a:latin typeface="Arial" panose="020B0604020202020204" pitchFamily="34" charset="0"/>
                <a:ea typeface="Calibri" panose="020F0502020204030204" pitchFamily="34" charset="0"/>
                <a:cs typeface="Times New Roman" panose="02020603050405020304" pitchFamily="18" charset="0"/>
              </a:rPr>
              <a:t>route print</a:t>
            </a:r>
            <a:r>
              <a:rPr lang="en-CA" sz="1000" smtClean="0">
                <a:effectLst/>
                <a:latin typeface="Arial" panose="020B0604020202020204" pitchFamily="34" charset="0"/>
                <a:ea typeface="Calibri" panose="020F0502020204030204" pitchFamily="34" charset="0"/>
                <a:cs typeface="Segoe UI" panose="020B0502040204020203" pitchFamily="34" charset="0"/>
              </a:rPr>
              <a:t>?</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You can use the </a:t>
            </a:r>
            <a:r>
              <a:rPr lang="en-CA" sz="1000" b="1" smtClean="0">
                <a:effectLst/>
                <a:latin typeface="Arial" panose="020B0604020202020204" pitchFamily="34" charset="0"/>
                <a:ea typeface="Calibri" panose="020F0502020204030204" pitchFamily="34" charset="0"/>
                <a:cs typeface="Times New Roman" panose="02020603050405020304" pitchFamily="18" charset="0"/>
              </a:rPr>
              <a:t>Get‑NetRoute</a:t>
            </a:r>
            <a:r>
              <a:rPr lang="en-CA" sz="1000" smtClean="0">
                <a:effectLst/>
                <a:latin typeface="Arial" panose="020B0604020202020204" pitchFamily="34" charset="0"/>
                <a:ea typeface="Calibri" panose="020F0502020204030204" pitchFamily="34" charset="0"/>
                <a:cs typeface="Segoe UI" panose="020B0502040204020203" pitchFamily="34" charset="0"/>
              </a:rPr>
              <a:t> cmdlet to view the local routing table of a computer.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7509584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Module Review Questions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solidFill>
                  <a:srgbClr val="000000"/>
                </a:solidFill>
                <a:latin typeface="Arial" panose="020B0604020202020204" pitchFamily="34" charset="0"/>
                <a:ea typeface="Calibri" panose="020F0502020204030204" pitchFamily="34" charset="0"/>
                <a:cs typeface="Segoe UI" panose="020B0502040204020203" pitchFamily="34" charset="0"/>
              </a:rPr>
              <a:t>Point the students to the appropriate section in the course so that they are able to answer the questions that this section presents.</a:t>
            </a:r>
            <a:endParaRPr lang="en-CA" sz="1000"/>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You have just started as a server administrator for a small organization with a single location. The organization is using the 131.107.88.0/24 address range for the internal network. Is this a concern?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Yes, that is a concern because those are Internet‑routable addresses. Most IPv4 networks use private addresses with network address translation (NAT) to allow access to the Internet. This organization will not be able to access the 131.107.88.0/24 network on the Internet.</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You are working for an organization that provides web hosting services to other organizations. You have a single /24 network from your ISP for the web hosts. You are almost out of IPv4 addresses and have asked your ISP for an additional range of addresses. Ideally, you would like to </a:t>
            </a:r>
            <a:r>
              <a:rPr lang="en-CA" sz="1000" err="1" smtClean="0">
                <a:effectLst/>
                <a:latin typeface="Arial" panose="020B0604020202020204" pitchFamily="34" charset="0"/>
                <a:ea typeface="Calibri" panose="020F0502020204030204" pitchFamily="34" charset="0"/>
                <a:cs typeface="Segoe UI" panose="020B0502040204020203" pitchFamily="34" charset="0"/>
              </a:rPr>
              <a:t>supernet</a:t>
            </a:r>
            <a:r>
              <a:rPr lang="en-CA" sz="1000" smtClean="0">
                <a:effectLst/>
                <a:latin typeface="Arial" panose="020B0604020202020204" pitchFamily="34" charset="0"/>
                <a:ea typeface="Calibri" panose="020F0502020204030204" pitchFamily="34" charset="0"/>
                <a:cs typeface="Segoe UI" panose="020B0502040204020203" pitchFamily="34" charset="0"/>
              </a:rPr>
              <a:t> the existing network with the new network. Are there any specific requirements for </a:t>
            </a:r>
            <a:r>
              <a:rPr lang="en-CA" sz="1000" err="1" smtClean="0">
                <a:effectLst/>
                <a:latin typeface="Arial" panose="020B0604020202020204" pitchFamily="34" charset="0"/>
                <a:ea typeface="Calibri" panose="020F0502020204030204" pitchFamily="34" charset="0"/>
                <a:cs typeface="Segoe UI" panose="020B0502040204020203" pitchFamily="34" charset="0"/>
              </a:rPr>
              <a:t>supernetting</a:t>
            </a:r>
            <a:r>
              <a:rPr lang="en-CA" sz="1000" smtClean="0">
                <a:effectLst/>
                <a:latin typeface="Arial" panose="020B0604020202020204" pitchFamily="34" charset="0"/>
                <a:ea typeface="Calibri" panose="020F0502020204030204" pitchFamily="34" charset="0"/>
                <a:cs typeface="Segoe UI" panose="020B0502040204020203" pitchFamily="34" charset="0"/>
              </a:rPr>
              <a:t>?</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Yes. To perform </a:t>
            </a:r>
            <a:r>
              <a:rPr lang="en-CA" sz="1000" err="1" smtClean="0">
                <a:effectLst/>
                <a:latin typeface="Arial" panose="020B0604020202020204" pitchFamily="34" charset="0"/>
                <a:ea typeface="Calibri" panose="020F0502020204030204" pitchFamily="34" charset="0"/>
                <a:cs typeface="Segoe UI" panose="020B0502040204020203" pitchFamily="34" charset="0"/>
              </a:rPr>
              <a:t>supernetting</a:t>
            </a:r>
            <a:r>
              <a:rPr lang="en-CA" sz="1000" smtClean="0">
                <a:effectLst/>
                <a:latin typeface="Arial" panose="020B0604020202020204" pitchFamily="34" charset="0"/>
                <a:ea typeface="Calibri" panose="020F0502020204030204" pitchFamily="34" charset="0"/>
                <a:cs typeface="Segoe UI" panose="020B0502040204020203" pitchFamily="34" charset="0"/>
              </a:rPr>
              <a:t>, the two networks must be consecutive. The networks must allow you to remove a single bit from the subnet mask and identify both as the same network.</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You have installed a new web‑based program that runs on a non‑standard port number. A colleague is testing access to the new web‑based program, and indicates that he cannot connect to it. What are the most likely causes of his problem?</a:t>
            </a: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When a server program runs on a non‑standard port, you need to provide the client program with the port number to which it should be connecting. For example, http://</a:t>
            </a:r>
            <a:r>
              <a:rPr lang="en-CA" sz="1000" i="1" smtClean="0">
                <a:effectLst/>
                <a:latin typeface="Arial" panose="020B0604020202020204" pitchFamily="34" charset="0"/>
                <a:ea typeface="Calibri" panose="020F0502020204030204" pitchFamily="34" charset="0"/>
                <a:cs typeface="Times New Roman" panose="02020603050405020304" pitchFamily="18" charset="0"/>
              </a:rPr>
              <a:t>servername</a:t>
            </a:r>
            <a:r>
              <a:rPr lang="en-CA" sz="1000" smtClean="0">
                <a:effectLst/>
                <a:latin typeface="Arial" panose="020B0604020202020204" pitchFamily="34" charset="0"/>
                <a:ea typeface="Calibri" panose="020F0502020204030204" pitchFamily="34" charset="0"/>
                <a:cs typeface="Segoe UI" panose="020B0502040204020203" pitchFamily="34" charset="0"/>
              </a:rPr>
              <a:t>:</a:t>
            </a:r>
            <a:r>
              <a:rPr lang="en-CA" sz="1000" i="1" smtClean="0">
                <a:effectLst/>
                <a:latin typeface="Arial" panose="020B0604020202020204" pitchFamily="34" charset="0"/>
                <a:ea typeface="Calibri" panose="020F0502020204030204" pitchFamily="34" charset="0"/>
                <a:cs typeface="Times New Roman" panose="02020603050405020304" pitchFamily="18" charset="0"/>
              </a:rPr>
              <a:t>port</a:t>
            </a:r>
            <a:r>
              <a:rPr lang="en-CA" sz="1000" smtClean="0">
                <a:effectLst/>
                <a:latin typeface="Arial" panose="020B0604020202020204" pitchFamily="34" charset="0"/>
                <a:ea typeface="Calibri" panose="020F0502020204030204" pitchFamily="34" charset="0"/>
                <a:cs typeface="Segoe UI" panose="020B0502040204020203" pitchFamily="34" charset="0"/>
              </a:rPr>
              <a:t>. It is also possible that your colleague is attempting to connect using http, when he should be using https.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smtClean="0">
                <a:latin typeface="Arial" panose="020B0604020202020204" pitchFamily="34" charset="0"/>
              </a:rPr>
              <a:t>(More notes on the next slide)</a:t>
            </a:r>
            <a:endParaRPr lang="en-CA" sz="1000">
              <a:latin typeface="Arial" panose="020B0604020202020204" pitchFamily="34" charset="0"/>
            </a:endParaRPr>
          </a:p>
        </p:txBody>
      </p:sp>
    </p:spTree>
    <p:extLst>
      <p:ext uri="{BB962C8B-B14F-4D97-AF65-F5344CB8AC3E}">
        <p14:creationId xmlns:p14="http://schemas.microsoft.com/office/powerpoint/2010/main" val="42687876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Best </a:t>
            </a:r>
            <a:r>
              <a:rPr lang="en-CA" sz="1000" b="1" smtClean="0">
                <a:solidFill>
                  <a:prstClr val="black"/>
                </a:solidFill>
                <a:latin typeface="Arial" panose="020B0604020202020204" pitchFamily="34" charset="0"/>
                <a:ea typeface="Calibri" panose="020F0502020204030204" pitchFamily="34" charset="0"/>
                <a:cs typeface="Times New Roman" panose="02020603050405020304" pitchFamily="18" charset="0"/>
              </a:rPr>
              <a:t>Practices</a:t>
            </a:r>
          </a:p>
          <a:p>
            <a:pPr lvl="0">
              <a:lnSpc>
                <a:spcPct val="107000"/>
              </a:lnSpc>
              <a:spcAft>
                <a:spcPts val="800"/>
              </a:spcAft>
            </a:pPr>
            <a:r>
              <a:rPr lang="en-CA" sz="1000" smtClean="0">
                <a:solidFill>
                  <a:prstClr val="black"/>
                </a:solidFill>
                <a:latin typeface="Arial" panose="020B0604020202020204" pitchFamily="34" charset="0"/>
                <a:ea typeface="Calibri" panose="020F0502020204030204" pitchFamily="34" charset="0"/>
                <a:cs typeface="Segoe UI" panose="020B0502040204020203" pitchFamily="34" charset="0"/>
              </a:rPr>
              <a:t>When </a:t>
            </a:r>
            <a:r>
              <a:rPr lang="en-CA" sz="1000">
                <a:solidFill>
                  <a:prstClr val="black"/>
                </a:solidFill>
                <a:latin typeface="Arial" panose="020B0604020202020204" pitchFamily="34" charset="0"/>
                <a:ea typeface="Calibri" panose="020F0502020204030204" pitchFamily="34" charset="0"/>
                <a:cs typeface="Segoe UI" panose="020B0502040204020203" pitchFamily="34" charset="0"/>
              </a:rPr>
              <a:t>implementing IPv4, use the following best practices:</a:t>
            </a:r>
            <a:endPar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Allow for growth when planning IPv4 subnets. This ensures that you do not need to change you IPv4 configuration scheme.</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Define purposes for specific address ranges and subnets. This enables you to both identify hosts based on their IP address easily and to use firewalls to increase security.</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Use dynamic IPv4 addresses for clients. It is much easier to manage the IPv4 configuration for client computers by using DHCP than with manual configuration.</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Use static IPv4 addresses for servers. When servers have a static IPv4 address, it is easier to identify where services are located on the network.</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ct val="107000"/>
              </a:lnSpc>
              <a:spcAft>
                <a:spcPts val="800"/>
              </a:spcAft>
            </a:pPr>
            <a:endParaRPr lang="en-CA" sz="1000" b="1" smtClean="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b="1" smtClean="0">
                <a:solidFill>
                  <a:prstClr val="black"/>
                </a:solidFill>
                <a:latin typeface="Arial" panose="020B0604020202020204" pitchFamily="34" charset="0"/>
                <a:ea typeface="Calibri" panose="020F0502020204030204" pitchFamily="34" charset="0"/>
                <a:cs typeface="Times New Roman" panose="02020603050405020304" pitchFamily="18" charset="0"/>
              </a:rPr>
              <a:t>Common </a:t>
            </a: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Issues and Troubleshooting Tips</a:t>
            </a:r>
            <a:endPar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Common Issue: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IP conflicts</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Troubleshooting Tip: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In most cases, computers that are running Windows operating systems display a message when they have an IP conflict with another network device. However, some network devices do not. When performing a packet capture, duplicate TCP acknowledgements can be an indication that two devices have the same IP address, and that both are responding to connection attempts.</a:t>
            </a:r>
          </a:p>
          <a:p>
            <a:pPr lvl="0">
              <a:lnSpc>
                <a:spcPct val="107000"/>
              </a:lnSpc>
              <a:spcAft>
                <a:spcPts val="800"/>
              </a:spcAft>
            </a:pP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To prevent IP conflicts, clearly document which IPv4 addresses are in use on your network, and do not assign new IPv4 addresses without checking the documentation.</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Common Issue: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Multiple default gateways </a:t>
            </a:r>
            <a:r>
              <a:rPr lang="en-CA" sz="1000" smtClean="0">
                <a:solidFill>
                  <a:prstClr val="black"/>
                </a:solidFill>
                <a:latin typeface="Arial" panose="020B0604020202020204" pitchFamily="34" charset="0"/>
                <a:ea typeface="Calibri" panose="020F0502020204030204" pitchFamily="34" charset="0"/>
                <a:cs typeface="Times New Roman" panose="02020603050405020304" pitchFamily="18" charset="0"/>
              </a:rPr>
              <a:t>defined</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Troubleshooting Tip: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On hosts with multiple network cards, only one should have a default gateway defined. Windows Server 2012 is designed to function with only a single default gateway. When multiple default gateways are defined, network communication may be unpredictable. You can verify that only a single default gateway is configured by using the </a:t>
            </a: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Get‑NetRoute</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 </a:t>
            </a:r>
            <a:r>
              <a:rPr lang="en-CA" sz="1000" err="1">
                <a:solidFill>
                  <a:prstClr val="black"/>
                </a:solidFill>
                <a:latin typeface="Arial" panose="020B0604020202020204" pitchFamily="34" charset="0"/>
                <a:ea typeface="Calibri" panose="020F0502020204030204" pitchFamily="34" charset="0"/>
                <a:cs typeface="Times New Roman" panose="02020603050405020304" pitchFamily="18" charset="0"/>
              </a:rPr>
              <a:t>cmdlet</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Common Issue: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Incorrect IPv4 configuration</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Troubleshooting Tip: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Incorrect IPv4 configuration information is most commonly a result of a manual configuration error. To ensure that this does not affect a production environment, you should test network connectivity thoroughly for any new servers that you place into production. You should also perform testing after making any network configuration changes</a:t>
            </a:r>
            <a:r>
              <a:rPr lang="en-CA" sz="1000" smtClean="0">
                <a:solidFill>
                  <a:prstClr val="black"/>
                </a:solidFill>
                <a:latin typeface="Arial" panose="020B0604020202020204" pitchFamily="34" charset="0"/>
                <a:ea typeface="Calibri" panose="020F0502020204030204" pitchFamily="34" charset="0"/>
                <a:cs typeface="Times New Roman" panose="02020603050405020304" pitchFamily="18" charset="0"/>
              </a:rPr>
              <a:t>.</a:t>
            </a:r>
            <a:endParaRPr lang="en-CA" sz="1000"/>
          </a:p>
        </p:txBody>
      </p:sp>
      <p:sp>
        <p:nvSpPr>
          <p:cNvPr id="4" name="Slide Number Placeholder 3"/>
          <p:cNvSpPr>
            <a:spLocks noGrp="1"/>
          </p:cNvSpPr>
          <p:nvPr>
            <p:ph type="sldNum" sz="quarter" idx="10"/>
          </p:nvPr>
        </p:nvSpPr>
        <p:spPr/>
        <p:txBody>
          <a:bodyPr/>
          <a:lstStyle/>
          <a:p>
            <a:fld id="{9A7BC99F-7D5B-41BC-BBF1-6D28478DAE67}" type="slidenum">
              <a:rPr lang="en-CA" smtClean="0"/>
              <a:t>40</a:t>
            </a:fld>
            <a:endParaRPr lang="en-CA"/>
          </a:p>
        </p:txBody>
      </p:sp>
      <p:sp>
        <p:nvSpPr>
          <p:cNvPr id="5" name="TextBox 4"/>
          <p:cNvSpPr txBox="1"/>
          <p:nvPr/>
        </p:nvSpPr>
        <p:spPr>
          <a:xfrm>
            <a:off x="0" y="8890000"/>
            <a:ext cx="1871025" cy="246221"/>
          </a:xfrm>
          <a:prstGeom prst="rect">
            <a:avLst/>
          </a:prstGeom>
          <a:noFill/>
        </p:spPr>
        <p:txBody>
          <a:bodyPr vert="horz" wrap="none" rtlCol="0">
            <a:spAutoFit/>
          </a:bodyPr>
          <a:lstStyle/>
          <a:p>
            <a:r>
              <a:rPr lang="en-CA" sz="1000" smtClean="0">
                <a:latin typeface="Arial" panose="020B0604020202020204" pitchFamily="34" charset="0"/>
              </a:rPr>
              <a:t>(More notes on the next slide)</a:t>
            </a:r>
            <a:endParaRPr lang="en-CA" sz="1000">
              <a:latin typeface="Arial" panose="020B0604020202020204" pitchFamily="34" charset="0"/>
            </a:endParaRPr>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7942044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07000"/>
              </a:lnSpc>
              <a:spcAft>
                <a:spcPts val="800"/>
              </a:spcAft>
            </a:pPr>
            <a:r>
              <a:rPr lang="en-US" sz="1000" b="1" smtClean="0">
                <a:solidFill>
                  <a:prstClr val="black"/>
                </a:solidFill>
                <a:latin typeface="Arial" panose="020B0604020202020204" pitchFamily="34" charset="0"/>
                <a:ea typeface="Calibri" panose="020F0502020204030204" pitchFamily="34" charset="0"/>
                <a:cs typeface="Times New Roman" panose="02020603050405020304" pitchFamily="18" charset="0"/>
              </a:rPr>
              <a:t>Tools</a:t>
            </a:r>
            <a:endPar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41</a:t>
            </a:fld>
            <a:endParaRPr lang="en-CA"/>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1413515229"/>
              </p:ext>
            </p:extLst>
          </p:nvPr>
        </p:nvGraphicFramePr>
        <p:xfrm>
          <a:off x="425252" y="2476443"/>
          <a:ext cx="6152446" cy="5072932"/>
        </p:xfrm>
        <a:graphic>
          <a:graphicData uri="http://schemas.openxmlformats.org/drawingml/2006/table">
            <a:tbl>
              <a:tblPr firstRow="1" firstCol="1" bandRow="1">
                <a:tableStyleId>{5940675A-B579-460E-94D1-54222C63F5DA}</a:tableStyleId>
              </a:tblPr>
              <a:tblGrid>
                <a:gridCol w="1554302"/>
                <a:gridCol w="2914316"/>
                <a:gridCol w="1683828"/>
              </a:tblGrid>
              <a:tr h="246997">
                <a:tc>
                  <a:txBody>
                    <a:bodyPr/>
                    <a:lstStyle/>
                    <a:p>
                      <a:pPr marL="0" marR="0">
                        <a:lnSpc>
                          <a:spcPts val="1100"/>
                        </a:lnSpc>
                        <a:spcBef>
                          <a:spcPts val="200"/>
                        </a:spcBef>
                        <a:spcAft>
                          <a:spcPts val="0"/>
                        </a:spcAft>
                      </a:pPr>
                      <a:r>
                        <a:rPr lang="en-US" sz="1000" b="1">
                          <a:effectLst/>
                          <a:latin typeface="Arial" panose="020B0604020202020204" pitchFamily="34" charset="0"/>
                          <a:cs typeface="Arial" panose="020B0604020202020204" pitchFamily="34" charset="0"/>
                        </a:rPr>
                        <a:t>Tool</a:t>
                      </a:r>
                      <a:endParaRPr lang="en-CA" sz="1000" b="1">
                        <a:effectLst/>
                        <a:latin typeface="Arial" panose="020B0604020202020204" pitchFamily="34" charset="0"/>
                        <a:ea typeface="Calibri" panose="020F0502020204030204" pitchFamily="34" charset="0"/>
                        <a:cs typeface="Arial" panose="020B0604020202020204" pitchFamily="34" charset="0"/>
                      </a:endParaRPr>
                    </a:p>
                  </a:txBody>
                  <a:tcPr marL="73025" marR="73025" anchor="ctr"/>
                </a:tc>
                <a:tc>
                  <a:txBody>
                    <a:bodyPr/>
                    <a:lstStyle/>
                    <a:p>
                      <a:pPr marL="0" marR="0">
                        <a:lnSpc>
                          <a:spcPts val="1100"/>
                        </a:lnSpc>
                        <a:spcBef>
                          <a:spcPts val="200"/>
                        </a:spcBef>
                        <a:spcAft>
                          <a:spcPts val="0"/>
                        </a:spcAft>
                      </a:pPr>
                      <a:r>
                        <a:rPr lang="en-US" sz="1000" b="1">
                          <a:effectLst/>
                          <a:latin typeface="Arial" panose="020B0604020202020204" pitchFamily="34" charset="0"/>
                          <a:cs typeface="Arial" panose="020B0604020202020204" pitchFamily="34" charset="0"/>
                        </a:rPr>
                        <a:t>Use for</a:t>
                      </a:r>
                      <a:endParaRPr lang="en-CA" sz="1000" b="1">
                        <a:effectLst/>
                        <a:latin typeface="Arial" panose="020B0604020202020204" pitchFamily="34" charset="0"/>
                        <a:ea typeface="Calibri" panose="020F0502020204030204" pitchFamily="34" charset="0"/>
                        <a:cs typeface="Arial" panose="020B0604020202020204" pitchFamily="34" charset="0"/>
                      </a:endParaRPr>
                    </a:p>
                  </a:txBody>
                  <a:tcPr marL="73025" marR="73025" anchor="ctr"/>
                </a:tc>
                <a:tc>
                  <a:txBody>
                    <a:bodyPr/>
                    <a:lstStyle/>
                    <a:p>
                      <a:pPr marL="0" marR="0">
                        <a:lnSpc>
                          <a:spcPts val="1100"/>
                        </a:lnSpc>
                        <a:spcBef>
                          <a:spcPts val="200"/>
                        </a:spcBef>
                        <a:spcAft>
                          <a:spcPts val="0"/>
                        </a:spcAft>
                      </a:pPr>
                      <a:r>
                        <a:rPr lang="en-US" sz="1000" b="1">
                          <a:effectLst/>
                          <a:latin typeface="Arial" panose="020B0604020202020204" pitchFamily="34" charset="0"/>
                          <a:cs typeface="Arial" panose="020B0604020202020204" pitchFamily="34" charset="0"/>
                        </a:rPr>
                        <a:t>Where to find it</a:t>
                      </a:r>
                      <a:endParaRPr lang="en-CA" sz="1000" b="1">
                        <a:effectLst/>
                        <a:latin typeface="Arial" panose="020B0604020202020204" pitchFamily="34" charset="0"/>
                        <a:ea typeface="Calibri" panose="020F0502020204030204" pitchFamily="34" charset="0"/>
                        <a:cs typeface="Arial" panose="020B0604020202020204" pitchFamily="34" charset="0"/>
                      </a:endParaRPr>
                    </a:p>
                  </a:txBody>
                  <a:tcPr marL="73025" marR="73025" anchor="ctr"/>
                </a:tc>
              </a:tr>
              <a:tr h="396280">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Microsoft Message Analyzer</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Capture and analyze network traffic.</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Download from the Microsoft website</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396280">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Get-NetIPAddress</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Obtains a list of IP addresses that are configured for interfaces.</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Windows PowerShell</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1264839">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Test-</a:t>
                      </a:r>
                      <a:r>
                        <a:rPr lang="en-US" sz="1000" b="1" err="1">
                          <a:effectLst/>
                          <a:latin typeface="Arial" panose="020B0604020202020204" pitchFamily="34" charset="0"/>
                          <a:cs typeface="Arial" panose="020B0604020202020204" pitchFamily="34" charset="0"/>
                        </a:rPr>
                        <a:t>NetConnection</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200"/>
                        </a:spcAft>
                      </a:pPr>
                      <a:r>
                        <a:rPr lang="en-US" sz="1000">
                          <a:effectLst/>
                          <a:latin typeface="Arial" panose="020B0604020202020204" pitchFamily="34" charset="0"/>
                          <a:cs typeface="Arial" panose="020B0604020202020204" pitchFamily="34" charset="0"/>
                        </a:rPr>
                        <a:t>Displays the following:</a:t>
                      </a:r>
                      <a:endParaRPr lang="en-CA" sz="1000">
                        <a:effectLst/>
                        <a:latin typeface="Arial" panose="020B0604020202020204" pitchFamily="34" charset="0"/>
                        <a:cs typeface="Arial" panose="020B0604020202020204" pitchFamily="34" charset="0"/>
                      </a:endParaRPr>
                    </a:p>
                    <a:p>
                      <a:pPr marL="290513" marR="0" lvl="1" indent="-234950">
                        <a:lnSpc>
                          <a:spcPts val="1100"/>
                        </a:lnSpc>
                        <a:spcBef>
                          <a:spcPts val="200"/>
                        </a:spcBef>
                        <a:spcAft>
                          <a:spcPts val="200"/>
                        </a:spcAft>
                        <a:buFont typeface="Symbol" panose="05050102010706020507" pitchFamily="18" charset="2"/>
                        <a:buChar char=""/>
                        <a:tabLst/>
                      </a:pPr>
                      <a:r>
                        <a:rPr lang="en-US" sz="1000">
                          <a:effectLst/>
                          <a:latin typeface="Arial" panose="020B0604020202020204" pitchFamily="34" charset="0"/>
                          <a:cs typeface="Arial" panose="020B0604020202020204" pitchFamily="34" charset="0"/>
                        </a:rPr>
                        <a:t>Results of a DNS lookup</a:t>
                      </a:r>
                      <a:endParaRPr lang="en-CA" sz="1000">
                        <a:effectLst/>
                        <a:latin typeface="Arial" panose="020B0604020202020204" pitchFamily="34" charset="0"/>
                        <a:cs typeface="Arial" panose="020B0604020202020204" pitchFamily="34" charset="0"/>
                      </a:endParaRPr>
                    </a:p>
                    <a:p>
                      <a:pPr marL="290513" marR="0" lvl="1" indent="-234950">
                        <a:lnSpc>
                          <a:spcPts val="1100"/>
                        </a:lnSpc>
                        <a:spcBef>
                          <a:spcPts val="200"/>
                        </a:spcBef>
                        <a:spcAft>
                          <a:spcPts val="200"/>
                        </a:spcAft>
                        <a:buFont typeface="Symbol" panose="05050102010706020507" pitchFamily="18" charset="2"/>
                        <a:buChar char=""/>
                        <a:tabLst/>
                      </a:pPr>
                      <a:r>
                        <a:rPr lang="en-US" sz="1000">
                          <a:effectLst/>
                          <a:latin typeface="Arial" panose="020B0604020202020204" pitchFamily="34" charset="0"/>
                          <a:cs typeface="Arial" panose="020B0604020202020204" pitchFamily="34" charset="0"/>
                        </a:rPr>
                        <a:t>Listing of IP interfaces</a:t>
                      </a:r>
                      <a:endParaRPr lang="en-CA" sz="1000">
                        <a:effectLst/>
                        <a:latin typeface="Arial" panose="020B0604020202020204" pitchFamily="34" charset="0"/>
                        <a:cs typeface="Arial" panose="020B0604020202020204" pitchFamily="34" charset="0"/>
                      </a:endParaRPr>
                    </a:p>
                    <a:p>
                      <a:pPr marL="290513" marR="0" lvl="1" indent="-234950">
                        <a:lnSpc>
                          <a:spcPts val="1100"/>
                        </a:lnSpc>
                        <a:spcBef>
                          <a:spcPts val="200"/>
                        </a:spcBef>
                        <a:spcAft>
                          <a:spcPts val="200"/>
                        </a:spcAft>
                        <a:buFont typeface="Symbol" panose="05050102010706020507" pitchFamily="18" charset="2"/>
                        <a:buChar char=""/>
                        <a:tabLst/>
                      </a:pPr>
                      <a:r>
                        <a:rPr lang="en-US" sz="1000">
                          <a:effectLst/>
                          <a:latin typeface="Arial" panose="020B0604020202020204" pitchFamily="34" charset="0"/>
                          <a:cs typeface="Arial" panose="020B0604020202020204" pitchFamily="34" charset="0"/>
                        </a:rPr>
                        <a:t>Option to test a TCP connection</a:t>
                      </a:r>
                      <a:endParaRPr lang="en-CA" sz="1000">
                        <a:effectLst/>
                        <a:latin typeface="Arial" panose="020B0604020202020204" pitchFamily="34" charset="0"/>
                        <a:cs typeface="Arial" panose="020B0604020202020204" pitchFamily="34" charset="0"/>
                      </a:endParaRPr>
                    </a:p>
                    <a:p>
                      <a:pPr marL="290513" marR="0" lvl="1" indent="-234950">
                        <a:lnSpc>
                          <a:spcPts val="1100"/>
                        </a:lnSpc>
                        <a:spcBef>
                          <a:spcPts val="200"/>
                        </a:spcBef>
                        <a:spcAft>
                          <a:spcPts val="200"/>
                        </a:spcAft>
                        <a:buFont typeface="Symbol" panose="05050102010706020507" pitchFamily="18" charset="2"/>
                        <a:buChar char=""/>
                        <a:tabLst/>
                      </a:pPr>
                      <a:r>
                        <a:rPr lang="en-US" sz="1000">
                          <a:effectLst/>
                          <a:latin typeface="Arial" panose="020B0604020202020204" pitchFamily="34" charset="0"/>
                          <a:cs typeface="Arial" panose="020B0604020202020204" pitchFamily="34" charset="0"/>
                        </a:rPr>
                        <a:t>Internet Protocol security (IPsec) rules</a:t>
                      </a:r>
                      <a:endParaRPr lang="en-CA" sz="1000">
                        <a:effectLst/>
                        <a:latin typeface="Arial" panose="020B0604020202020204" pitchFamily="34" charset="0"/>
                        <a:cs typeface="Arial" panose="020B0604020202020204" pitchFamily="34" charset="0"/>
                      </a:endParaRPr>
                    </a:p>
                    <a:p>
                      <a:pPr marL="290513" marR="0" lvl="1" indent="-234950">
                        <a:lnSpc>
                          <a:spcPts val="1100"/>
                        </a:lnSpc>
                        <a:spcBef>
                          <a:spcPts val="200"/>
                        </a:spcBef>
                        <a:spcAft>
                          <a:spcPts val="200"/>
                        </a:spcAft>
                        <a:buFont typeface="Symbol" panose="05050102010706020507" pitchFamily="18" charset="2"/>
                        <a:buChar char=""/>
                        <a:tabLst/>
                      </a:pPr>
                      <a:r>
                        <a:rPr lang="en-US" sz="1000">
                          <a:effectLst/>
                          <a:latin typeface="Arial" panose="020B0604020202020204" pitchFamily="34" charset="0"/>
                          <a:cs typeface="Arial" panose="020B0604020202020204" pitchFamily="34" charset="0"/>
                        </a:rPr>
                        <a:t>Confirmation of connection establishment</a:t>
                      </a:r>
                      <a:endParaRPr lang="en-CA" sz="1000">
                        <a:effectLst/>
                        <a:latin typeface="Arial" panose="020B0604020202020204" pitchFamily="34" charset="0"/>
                        <a:ea typeface="Calibri" panose="020F0502020204030204" pitchFamily="34" charset="0"/>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Windows PowerShell</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Ipconfig</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View network configuration.</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Command prompt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Ping</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Verify network connectivity.</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Command prompt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Tracert</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Verify network path between hosts.</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Command prompt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396280">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Pathping</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Verify network path and reliability between hosts.</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Command prompt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Route</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View and configure the local routing table.</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Command prompt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Telnet</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Test connectivity to a specific port.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Command prompt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Netstat</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View network connectivity information.</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Command prompt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Resource monitor</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View network connectivity information.</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Tools in Server Manager</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396280">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Windows Network Diagnostics</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Diagnose a problem with a network connection.</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Properties of the network connection</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Event Viewer</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View network-related system events.</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Tools in Server Manager</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bl>
          </a:graphicData>
        </a:graphic>
      </p:graphicFrame>
    </p:spTree>
    <p:extLst>
      <p:ext uri="{BB962C8B-B14F-4D97-AF65-F5344CB8AC3E}">
        <p14:creationId xmlns:p14="http://schemas.microsoft.com/office/powerpoint/2010/main" val="269262537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2.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xml"/><Relationship Id="rId4" Type="http://schemas.openxmlformats.org/officeDocument/2006/relationships/image" Target="../media/image2.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2.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7.xml"/><Relationship Id="rId4" Type="http://schemas.openxmlformats.org/officeDocument/2006/relationships/image" Target="../media/image2.jpe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8.xml"/><Relationship Id="rId4" Type="http://schemas.openxmlformats.org/officeDocument/2006/relationships/image" Target="../media/image2.jpe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9.xml"/><Relationship Id="rId4" Type="http://schemas.openxmlformats.org/officeDocument/2006/relationships/image" Target="../media/image2.jpe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2.jpe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1.xml"/><Relationship Id="rId4" Type="http://schemas.openxmlformats.org/officeDocument/2006/relationships/image" Target="../media/image2.jpe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2.xml"/><Relationship Id="rId4" Type="http://schemas.openxmlformats.org/officeDocument/2006/relationships/image" Target="../media/image2.jpe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3.xml"/><Relationship Id="rId4" Type="http://schemas.openxmlformats.org/officeDocument/2006/relationships/image" Target="../media/image2.jpe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4.xml"/><Relationship Id="rId4" Type="http://schemas.openxmlformats.org/officeDocument/2006/relationships/image" Target="../media/image2.jpe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5.xml"/><Relationship Id="rId4" Type="http://schemas.openxmlformats.org/officeDocument/2006/relationships/image" Target="../media/image2.jpe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6.xml"/><Relationship Id="rId4" Type="http://schemas.openxmlformats.org/officeDocument/2006/relationships/image" Target="../media/image2.jpe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7.xml"/><Relationship Id="rId4" Type="http://schemas.openxmlformats.org/officeDocument/2006/relationships/image" Target="../media/image2.jpe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8.xml"/><Relationship Id="rId4" Type="http://schemas.openxmlformats.org/officeDocument/2006/relationships/image" Target="../media/image2.jpe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9.xml"/><Relationship Id="rId4" Type="http://schemas.openxmlformats.org/officeDocument/2006/relationships/image" Target="../media/image2.jpe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0.xml"/><Relationship Id="rId4" Type="http://schemas.openxmlformats.org/officeDocument/2006/relationships/image" Target="../media/image2.jpe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1.xml"/><Relationship Id="rId4" Type="http://schemas.openxmlformats.org/officeDocument/2006/relationships/image" Target="../media/image2.jpe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2.xml"/><Relationship Id="rId4" Type="http://schemas.openxmlformats.org/officeDocument/2006/relationships/image" Target="../media/image2.jpe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3.xml"/><Relationship Id="rId4" Type="http://schemas.openxmlformats.org/officeDocument/2006/relationships/image" Target="../media/image2.jpe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4.xml"/><Relationship Id="rId4" Type="http://schemas.openxmlformats.org/officeDocument/2006/relationships/image" Target="../media/image2.jpe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5.xml"/><Relationship Id="rId4" Type="http://schemas.openxmlformats.org/officeDocument/2006/relationships/image" Target="../media/image2.jpeg"/></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6.xml"/><Relationship Id="rId4" Type="http://schemas.openxmlformats.org/officeDocument/2006/relationships/image" Target="../media/image2.jpeg"/></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7.xml"/><Relationship Id="rId4" Type="http://schemas.openxmlformats.org/officeDocument/2006/relationships/image" Target="../media/image2.jpeg"/></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8.xml"/><Relationship Id="rId4" Type="http://schemas.openxmlformats.org/officeDocument/2006/relationships/image" Target="../media/image2.jpe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9.xml"/><Relationship Id="rId4" Type="http://schemas.openxmlformats.org/officeDocument/2006/relationships/image" Target="../media/image2.jpe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0.xml"/><Relationship Id="rId4" Type="http://schemas.openxmlformats.org/officeDocument/2006/relationships/image" Target="../media/image2.jpe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1.xml"/><Relationship Id="rId4" Type="http://schemas.openxmlformats.org/officeDocument/2006/relationships/image" Target="../media/image2.jpeg"/></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2.xml"/><Relationship Id="rId4" Type="http://schemas.openxmlformats.org/officeDocument/2006/relationships/image" Target="../media/image2.jpeg"/></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3.xml"/><Relationship Id="rId4" Type="http://schemas.openxmlformats.org/officeDocument/2006/relationships/image" Target="../media/image2.jpeg"/></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4.xml"/><Relationship Id="rId4" Type="http://schemas.openxmlformats.org/officeDocument/2006/relationships/image" Target="../media/image2.jpeg"/></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5.xml"/><Relationship Id="rId4" Type="http://schemas.openxmlformats.org/officeDocument/2006/relationships/image" Target="../media/image2.jpeg"/></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6.xml"/><Relationship Id="rId4" Type="http://schemas.openxmlformats.org/officeDocument/2006/relationships/image" Target="../media/image2.jpeg"/></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7.xml"/><Relationship Id="rId4" Type="http://schemas.openxmlformats.org/officeDocument/2006/relationships/image" Target="../media/image2.jpeg"/></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8.xml"/><Relationship Id="rId4" Type="http://schemas.openxmlformats.org/officeDocument/2006/relationships/image" Target="../media/image2.jpeg"/></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9.xml"/><Relationship Id="rId4" Type="http://schemas.openxmlformats.org/officeDocument/2006/relationships/image" Target="../media/image2.jpeg"/></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0.xml"/><Relationship Id="rId4" Type="http://schemas.openxmlformats.org/officeDocument/2006/relationships/image" Target="../media/image2.jpeg"/></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8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1.xml"/><Relationship Id="rId4" Type="http://schemas.openxmlformats.org/officeDocument/2006/relationships/image" Target="../media/image2.jpeg"/></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2.xml"/><Relationship Id="rId4" Type="http://schemas.openxmlformats.org/officeDocument/2006/relationships/image" Target="../media/image2.jpeg"/></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3.xml"/><Relationship Id="rId4" Type="http://schemas.openxmlformats.org/officeDocument/2006/relationships/image" Target="../media/image2.jpeg"/></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621245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47177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744158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17551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13528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002020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2630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86009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9621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05197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40382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8961734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4552249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6007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805506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828325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965492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1941428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42621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9905674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849383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616248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104743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133128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7659516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236743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8647222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288791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979941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5750651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3033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693066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369959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064101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437448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6833008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5419038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281316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7813082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6415445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097334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2517105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986860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36179610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745820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484500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383236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3640496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24237500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802305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54441526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855467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580370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5594581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831243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9401251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89420408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3464640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3442041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6320722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36669261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4495755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94210208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5490032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0604452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4940019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802352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5897682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5369930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6054607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346458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84730145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65787753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030013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5204029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2790009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8822240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85519470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208505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5572966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0324778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3505840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786954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79571763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57842329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1782679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59539018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9410474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404887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271466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481856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5099713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1243352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791896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4589142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02112092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55070986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3258019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54130980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6493305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0153277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9797271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256559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98756071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7960018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366303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3435798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402101561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7227384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9305793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63562108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7919409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773251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01127717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85326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15782534"/>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381897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1725772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9772669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58446581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92274176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8028824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71318536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4102087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324289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471846126"/>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058837"/>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9688080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0312065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7812989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5291235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42736130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79547446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5505235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08804194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73810166"/>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7212331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752400818"/>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46015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5366911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36327434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00684686"/>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907840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923848526"/>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92317426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53935420"/>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6984221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8595812"/>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2698307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359706685"/>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2080985"/>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63316409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9666122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0105532"/>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82304989"/>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363696579"/>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410445726"/>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5964866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673146352"/>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53626649"/>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80292859"/>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252453664"/>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62053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71096855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41283131"/>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32205121"/>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18330866"/>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283189645"/>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041939186"/>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467328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592884735"/>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47806332"/>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95214823"/>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17064382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9514474"/>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953939374"/>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1971916"/>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3388446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2477040"/>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19784889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143011947"/>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9272332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421161052"/>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75714713"/>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84872574"/>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665934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606801"/>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24318726"/>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48637225"/>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14394126"/>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37965710"/>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971717012"/>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208794535"/>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0128474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27874760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015078"/>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90710349"/>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51790509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8583136"/>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29076752"/>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72485295"/>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78903576"/>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71564"/>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414406106"/>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81218720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12763819"/>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1711969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07105302"/>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98508787"/>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97473178"/>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5357217"/>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71992155"/>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993355962"/>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22062195"/>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78375877"/>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326768591"/>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689634992"/>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6839506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82160334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80962999"/>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47996251"/>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725571256"/>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578752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74808034"/>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73207594"/>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54546092"/>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68401762"/>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802915201"/>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386340255"/>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53404579"/>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200341239"/>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55739887"/>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97151565"/>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13306838"/>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1885376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87281334"/>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97109112"/>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9016002"/>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31006093"/>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872679368"/>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286641339"/>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22919525"/>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203658751"/>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00778494"/>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36108853"/>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37865251"/>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2025549"/>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628269013"/>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84935938"/>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03086299"/>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27984537"/>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794556386"/>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653522556"/>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72806201"/>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548660093"/>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08464744"/>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61624915"/>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911750"/>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9454698"/>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327409043"/>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911305548"/>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63596891"/>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59063686"/>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718865679"/>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295089704"/>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66374317"/>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150838980"/>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19404358"/>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70410704"/>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38739433"/>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1230800"/>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57998163"/>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08630721"/>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56297260"/>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45653753"/>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761126937"/>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341862013"/>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16857116"/>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318367576"/>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40534338"/>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43948275"/>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06141184"/>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017352"/>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55523655"/>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99171016"/>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34143592"/>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61594819"/>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350532511"/>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146293431"/>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53194226"/>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067955059"/>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5590563"/>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7181054"/>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130617742"/>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9023888"/>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72239624"/>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76893215"/>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41165616"/>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75668716"/>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951704771"/>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098865872"/>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23168682"/>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93525347"/>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32317655"/>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13533368"/>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894744083"/>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1269659"/>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29278493"/>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772780404"/>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80952646"/>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96230416"/>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901570052"/>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08961069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05080924"/>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35355789"/>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66760804"/>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31305832"/>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84238377"/>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4523046"/>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688651154"/>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8949951"/>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68488320"/>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93356477"/>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479657746"/>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097255575"/>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03554027"/>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372705468"/>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58293769"/>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54907203"/>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33635595"/>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5010027"/>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58064380"/>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22542412"/>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84650806"/>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09837781"/>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337939283"/>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841293117"/>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92571813"/>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85385752"/>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55230339"/>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55290950"/>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73395696"/>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3248505"/>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31402112"/>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14104701"/>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72084496"/>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22029268"/>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153376258"/>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680957100"/>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83099736"/>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572296117"/>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84267131"/>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95628537"/>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800281493"/>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9810471"/>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71604883"/>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401372332"/>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7987432"/>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48565189"/>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208282592"/>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363685275"/>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02050873"/>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206735598"/>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47374710"/>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10630643"/>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333199065"/>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9930666"/>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51748647"/>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98702627"/>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72224204"/>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86016457"/>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89142030"/>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259300071"/>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4197342"/>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072481209"/>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04042887"/>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28888895"/>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89636145"/>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919664"/>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0247504"/>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54915860"/>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68449299"/>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04151313"/>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680095643"/>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178325074"/>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8407360"/>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771375528"/>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95891508"/>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62096437"/>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22580037"/>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4573347"/>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714607004"/>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93937064"/>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43441247"/>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69457198"/>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511473288"/>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578339220"/>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02756685"/>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770168850"/>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87501046"/>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95224443"/>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91155551"/>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8423480"/>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444490804"/>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451063441"/>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23862045"/>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71781684"/>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118558795"/>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417071755"/>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12563361"/>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010530307"/>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94461947"/>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77117109"/>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885190399"/>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4871874"/>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36630567"/>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77156829"/>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61370949"/>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50719848"/>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120912879"/>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042654767"/>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22739095"/>
      </p:ext>
    </p:extLst>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360298074"/>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64666876"/>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62038862"/>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651859648"/>
      </p:ext>
    </p:extLst>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3731047"/>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10298409"/>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83496509"/>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07695703"/>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85598419"/>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613651162"/>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645322498"/>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20549791"/>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859552618"/>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96877657"/>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79130307"/>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353226302"/>
      </p:ext>
    </p:extLst>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92379413"/>
      </p:ext>
    </p:extLst>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70702564"/>
      </p:ext>
    </p:extLst>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41979131"/>
      </p:ext>
    </p:extLst>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65032940"/>
      </p:ext>
    </p:extLst>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83890826"/>
      </p:ext>
    </p:extLst>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601348922"/>
      </p:ext>
    </p:extLst>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131121844"/>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19504833"/>
      </p:ext>
    </p:extLst>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926555949"/>
      </p:ext>
    </p:extLst>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76635198"/>
      </p:ext>
    </p:extLst>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66953954"/>
      </p:ext>
    </p:extLst>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99589900"/>
      </p:ext>
    </p:extLst>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8849234"/>
      </p:ext>
    </p:extLst>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84261490"/>
      </p:ext>
    </p:extLst>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48239725"/>
      </p:ext>
    </p:extLst>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25045841"/>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12717088"/>
      </p:ext>
    </p:extLst>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4288839786"/>
      </p:ext>
    </p:extLst>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742337154"/>
      </p:ext>
    </p:extLst>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02665616"/>
      </p:ext>
    </p:extLst>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756275684"/>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38716313"/>
      </p:ext>
    </p:extLst>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94890704"/>
      </p:ext>
    </p:extLst>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359805817"/>
      </p:ext>
    </p:extLst>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593652"/>
      </p:ext>
    </p:extLst>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355777"/>
      </p:ext>
    </p:extLst>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373053775"/>
      </p:ext>
    </p:extLst>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56013736"/>
      </p:ext>
    </p:extLst>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35493401"/>
      </p:ext>
    </p:extLst>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838063409"/>
      </p:ext>
    </p:extLst>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56043754"/>
      </p:ext>
    </p:extLst>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979445499"/>
      </p:ext>
    </p:extLst>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34735759"/>
      </p:ext>
    </p:extLst>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6141701"/>
      </p:ext>
    </p:extLst>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99768449"/>
      </p:ext>
    </p:extLst>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5617319"/>
      </p:ext>
    </p:extLst>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28107027"/>
      </p:ext>
    </p:extLst>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44549468"/>
      </p:ext>
    </p:extLst>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80167318"/>
      </p:ext>
    </p:extLst>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90414960"/>
      </p:ext>
    </p:extLst>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400976503"/>
      </p:ext>
    </p:extLst>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217041659"/>
      </p:ext>
    </p:extLst>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39941742"/>
      </p:ext>
    </p:extLst>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7179427"/>
      </p:ext>
    </p:extLst>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61434434"/>
      </p:ext>
    </p:extLst>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25729525"/>
      </p:ext>
    </p:extLst>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738099042"/>
      </p:ext>
    </p:extLst>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3000098"/>
      </p:ext>
    </p:extLst>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864999129"/>
      </p:ext>
    </p:extLst>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76115558"/>
      </p:ext>
    </p:extLst>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66245541"/>
      </p:ext>
    </p:extLst>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9360539"/>
      </p:ext>
    </p:extLst>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281901742"/>
      </p:ext>
    </p:extLst>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067054159"/>
      </p:ext>
    </p:extLst>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00567026"/>
      </p:ext>
    </p:extLst>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129105451"/>
      </p:ext>
    </p:extLst>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92360828"/>
      </p:ext>
    </p:extLst>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87591508"/>
      </p:ext>
    </p:extLst>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971804457"/>
      </p:ext>
    </p:extLst>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2990995"/>
      </p:ext>
    </p:extLst>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21479166"/>
      </p:ext>
    </p:extLst>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947508640"/>
      </p:ext>
    </p:extLst>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76100717"/>
      </p:ext>
    </p:extLst>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17371389"/>
      </p:ext>
    </p:extLst>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668479104"/>
      </p:ext>
    </p:extLst>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48348362"/>
      </p:ext>
    </p:extLst>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58048672"/>
      </p:ext>
    </p:extLst>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004958053"/>
      </p:ext>
    </p:extLst>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49742046"/>
      </p:ext>
    </p:extLst>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8518402"/>
      </p:ext>
    </p:extLst>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7029648"/>
      </p:ext>
    </p:extLst>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0864367"/>
      </p:ext>
    </p:extLst>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776631969"/>
      </p:ext>
    </p:extLst>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88293443"/>
      </p:ext>
    </p:extLst>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49215994"/>
      </p:ext>
    </p:extLst>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22814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theme" Target="../theme/theme9.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0" Type="http://schemas.openxmlformats.org/officeDocument/2006/relationships/slideLayout" Target="../slideLayouts/slideLayout106.xml"/><Relationship Id="rId4" Type="http://schemas.openxmlformats.org/officeDocument/2006/relationships/slideLayout" Target="../slideLayouts/slideLayout100.xml"/><Relationship Id="rId9" Type="http://schemas.openxmlformats.org/officeDocument/2006/relationships/slideLayout" Target="../slideLayouts/slideLayout10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theme" Target="../theme/theme10.xml"/><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2" Type="http://schemas.openxmlformats.org/officeDocument/2006/relationships/slideLayout" Target="../slideLayouts/slideLayout110.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0" Type="http://schemas.openxmlformats.org/officeDocument/2006/relationships/slideLayout" Target="../slideLayouts/slideLayout118.xml"/><Relationship Id="rId4" Type="http://schemas.openxmlformats.org/officeDocument/2006/relationships/slideLayout" Target="../slideLayouts/slideLayout112.xml"/><Relationship Id="rId9" Type="http://schemas.openxmlformats.org/officeDocument/2006/relationships/slideLayout" Target="../slideLayouts/slideLayout11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theme" Target="../theme/theme11.xml"/><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slideLayout" Target="../slideLayouts/slideLayout132.xml"/><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5" Type="http://schemas.openxmlformats.org/officeDocument/2006/relationships/slideLayout" Target="../slideLayouts/slideLayout125.xm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theme" Target="../theme/theme12.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slideLayout" Target="../slideLayouts/slideLayout144.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theme" Target="../theme/theme13.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2" Type="http://schemas.openxmlformats.org/officeDocument/2006/relationships/slideLayout" Target="../slideLayouts/slideLayout146.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theme" Target="../theme/theme14.xml"/><Relationship Id="rId3" Type="http://schemas.openxmlformats.org/officeDocument/2006/relationships/slideLayout" Target="../slideLayouts/slideLayout159.xml"/><Relationship Id="rId7" Type="http://schemas.openxmlformats.org/officeDocument/2006/relationships/slideLayout" Target="../slideLayouts/slideLayout163.xml"/><Relationship Id="rId12" Type="http://schemas.openxmlformats.org/officeDocument/2006/relationships/slideLayout" Target="../slideLayouts/slideLayout168.xml"/><Relationship Id="rId2" Type="http://schemas.openxmlformats.org/officeDocument/2006/relationships/slideLayout" Target="../slideLayouts/slideLayout158.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0" Type="http://schemas.openxmlformats.org/officeDocument/2006/relationships/slideLayout" Target="../slideLayouts/slideLayout166.xml"/><Relationship Id="rId4" Type="http://schemas.openxmlformats.org/officeDocument/2006/relationships/slideLayout" Target="../slideLayouts/slideLayout160.xml"/><Relationship Id="rId9" Type="http://schemas.openxmlformats.org/officeDocument/2006/relationships/slideLayout" Target="../slideLayouts/slideLayout165.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76.xml"/><Relationship Id="rId13" Type="http://schemas.openxmlformats.org/officeDocument/2006/relationships/theme" Target="../theme/theme15.xml"/><Relationship Id="rId3" Type="http://schemas.openxmlformats.org/officeDocument/2006/relationships/slideLayout" Target="../slideLayouts/slideLayout171.xml"/><Relationship Id="rId7" Type="http://schemas.openxmlformats.org/officeDocument/2006/relationships/slideLayout" Target="../slideLayouts/slideLayout175.xml"/><Relationship Id="rId12" Type="http://schemas.openxmlformats.org/officeDocument/2006/relationships/slideLayout" Target="../slideLayouts/slideLayout180.xml"/><Relationship Id="rId2" Type="http://schemas.openxmlformats.org/officeDocument/2006/relationships/slideLayout" Target="../slideLayouts/slideLayout170.xml"/><Relationship Id="rId1" Type="http://schemas.openxmlformats.org/officeDocument/2006/relationships/slideLayout" Target="../slideLayouts/slideLayout169.xml"/><Relationship Id="rId6" Type="http://schemas.openxmlformats.org/officeDocument/2006/relationships/slideLayout" Target="../slideLayouts/slideLayout174.xml"/><Relationship Id="rId11" Type="http://schemas.openxmlformats.org/officeDocument/2006/relationships/slideLayout" Target="../slideLayouts/slideLayout179.xml"/><Relationship Id="rId5" Type="http://schemas.openxmlformats.org/officeDocument/2006/relationships/slideLayout" Target="../slideLayouts/slideLayout173.xml"/><Relationship Id="rId10" Type="http://schemas.openxmlformats.org/officeDocument/2006/relationships/slideLayout" Target="../slideLayouts/slideLayout178.xml"/><Relationship Id="rId4" Type="http://schemas.openxmlformats.org/officeDocument/2006/relationships/slideLayout" Target="../slideLayouts/slideLayout172.xml"/><Relationship Id="rId9" Type="http://schemas.openxmlformats.org/officeDocument/2006/relationships/slideLayout" Target="../slideLayouts/slideLayout177.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88.xml"/><Relationship Id="rId13" Type="http://schemas.openxmlformats.org/officeDocument/2006/relationships/theme" Target="../theme/theme16.xml"/><Relationship Id="rId3" Type="http://schemas.openxmlformats.org/officeDocument/2006/relationships/slideLayout" Target="../slideLayouts/slideLayout183.xml"/><Relationship Id="rId7" Type="http://schemas.openxmlformats.org/officeDocument/2006/relationships/slideLayout" Target="../slideLayouts/slideLayout187.xml"/><Relationship Id="rId12" Type="http://schemas.openxmlformats.org/officeDocument/2006/relationships/slideLayout" Target="../slideLayouts/slideLayout192.xml"/><Relationship Id="rId2" Type="http://schemas.openxmlformats.org/officeDocument/2006/relationships/slideLayout" Target="../slideLayouts/slideLayout182.xml"/><Relationship Id="rId1" Type="http://schemas.openxmlformats.org/officeDocument/2006/relationships/slideLayout" Target="../slideLayouts/slideLayout181.xml"/><Relationship Id="rId6" Type="http://schemas.openxmlformats.org/officeDocument/2006/relationships/slideLayout" Target="../slideLayouts/slideLayout186.xml"/><Relationship Id="rId11" Type="http://schemas.openxmlformats.org/officeDocument/2006/relationships/slideLayout" Target="../slideLayouts/slideLayout191.xml"/><Relationship Id="rId5" Type="http://schemas.openxmlformats.org/officeDocument/2006/relationships/slideLayout" Target="../slideLayouts/slideLayout185.xml"/><Relationship Id="rId10" Type="http://schemas.openxmlformats.org/officeDocument/2006/relationships/slideLayout" Target="../slideLayouts/slideLayout190.xml"/><Relationship Id="rId4" Type="http://schemas.openxmlformats.org/officeDocument/2006/relationships/slideLayout" Target="../slideLayouts/slideLayout184.xml"/><Relationship Id="rId9" Type="http://schemas.openxmlformats.org/officeDocument/2006/relationships/slideLayout" Target="../slideLayouts/slideLayout189.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00.xml"/><Relationship Id="rId13" Type="http://schemas.openxmlformats.org/officeDocument/2006/relationships/theme" Target="../theme/theme17.xml"/><Relationship Id="rId3" Type="http://schemas.openxmlformats.org/officeDocument/2006/relationships/slideLayout" Target="../slideLayouts/slideLayout195.xml"/><Relationship Id="rId7" Type="http://schemas.openxmlformats.org/officeDocument/2006/relationships/slideLayout" Target="../slideLayouts/slideLayout199.xml"/><Relationship Id="rId12" Type="http://schemas.openxmlformats.org/officeDocument/2006/relationships/slideLayout" Target="../slideLayouts/slideLayout204.xml"/><Relationship Id="rId2" Type="http://schemas.openxmlformats.org/officeDocument/2006/relationships/slideLayout" Target="../slideLayouts/slideLayout194.xml"/><Relationship Id="rId1" Type="http://schemas.openxmlformats.org/officeDocument/2006/relationships/slideLayout" Target="../slideLayouts/slideLayout193.xml"/><Relationship Id="rId6" Type="http://schemas.openxmlformats.org/officeDocument/2006/relationships/slideLayout" Target="../slideLayouts/slideLayout198.xml"/><Relationship Id="rId11" Type="http://schemas.openxmlformats.org/officeDocument/2006/relationships/slideLayout" Target="../slideLayouts/slideLayout203.xml"/><Relationship Id="rId5" Type="http://schemas.openxmlformats.org/officeDocument/2006/relationships/slideLayout" Target="../slideLayouts/slideLayout197.xml"/><Relationship Id="rId10" Type="http://schemas.openxmlformats.org/officeDocument/2006/relationships/slideLayout" Target="../slideLayouts/slideLayout202.xml"/><Relationship Id="rId4" Type="http://schemas.openxmlformats.org/officeDocument/2006/relationships/slideLayout" Target="../slideLayouts/slideLayout196.xml"/><Relationship Id="rId9" Type="http://schemas.openxmlformats.org/officeDocument/2006/relationships/slideLayout" Target="../slideLayouts/slideLayout201.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theme" Target="../theme/theme18.xml"/><Relationship Id="rId3" Type="http://schemas.openxmlformats.org/officeDocument/2006/relationships/slideLayout" Target="../slideLayouts/slideLayout207.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2" Type="http://schemas.openxmlformats.org/officeDocument/2006/relationships/slideLayout" Target="../slideLayouts/slideLayout206.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5" Type="http://schemas.openxmlformats.org/officeDocument/2006/relationships/slideLayout" Target="../slideLayouts/slideLayout209.xml"/><Relationship Id="rId10" Type="http://schemas.openxmlformats.org/officeDocument/2006/relationships/slideLayout" Target="../slideLayouts/slideLayout214.xml"/><Relationship Id="rId4" Type="http://schemas.openxmlformats.org/officeDocument/2006/relationships/slideLayout" Target="../slideLayouts/slideLayout208.xml"/><Relationship Id="rId9" Type="http://schemas.openxmlformats.org/officeDocument/2006/relationships/slideLayout" Target="../slideLayouts/slideLayout213.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24.xml"/><Relationship Id="rId13" Type="http://schemas.openxmlformats.org/officeDocument/2006/relationships/theme" Target="../theme/theme19.xml"/><Relationship Id="rId3" Type="http://schemas.openxmlformats.org/officeDocument/2006/relationships/slideLayout" Target="../slideLayouts/slideLayout219.xml"/><Relationship Id="rId7" Type="http://schemas.openxmlformats.org/officeDocument/2006/relationships/slideLayout" Target="../slideLayouts/slideLayout223.xml"/><Relationship Id="rId12" Type="http://schemas.openxmlformats.org/officeDocument/2006/relationships/slideLayout" Target="../slideLayouts/slideLayout228.xml"/><Relationship Id="rId2" Type="http://schemas.openxmlformats.org/officeDocument/2006/relationships/slideLayout" Target="../slideLayouts/slideLayout218.xml"/><Relationship Id="rId1" Type="http://schemas.openxmlformats.org/officeDocument/2006/relationships/slideLayout" Target="../slideLayouts/slideLayout217.xml"/><Relationship Id="rId6" Type="http://schemas.openxmlformats.org/officeDocument/2006/relationships/slideLayout" Target="../slideLayouts/slideLayout222.xml"/><Relationship Id="rId11" Type="http://schemas.openxmlformats.org/officeDocument/2006/relationships/slideLayout" Target="../slideLayouts/slideLayout227.xml"/><Relationship Id="rId5" Type="http://schemas.openxmlformats.org/officeDocument/2006/relationships/slideLayout" Target="../slideLayouts/slideLayout221.xml"/><Relationship Id="rId10" Type="http://schemas.openxmlformats.org/officeDocument/2006/relationships/slideLayout" Target="../slideLayouts/slideLayout226.xml"/><Relationship Id="rId4" Type="http://schemas.openxmlformats.org/officeDocument/2006/relationships/slideLayout" Target="../slideLayouts/slideLayout220.xml"/><Relationship Id="rId9" Type="http://schemas.openxmlformats.org/officeDocument/2006/relationships/slideLayout" Target="../slideLayouts/slideLayout225.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36.xml"/><Relationship Id="rId13" Type="http://schemas.openxmlformats.org/officeDocument/2006/relationships/theme" Target="../theme/theme20.xml"/><Relationship Id="rId3" Type="http://schemas.openxmlformats.org/officeDocument/2006/relationships/slideLayout" Target="../slideLayouts/slideLayout231.xml"/><Relationship Id="rId7" Type="http://schemas.openxmlformats.org/officeDocument/2006/relationships/slideLayout" Target="../slideLayouts/slideLayout235.xml"/><Relationship Id="rId12" Type="http://schemas.openxmlformats.org/officeDocument/2006/relationships/slideLayout" Target="../slideLayouts/slideLayout240.xml"/><Relationship Id="rId2" Type="http://schemas.openxmlformats.org/officeDocument/2006/relationships/slideLayout" Target="../slideLayouts/slideLayout230.xml"/><Relationship Id="rId1" Type="http://schemas.openxmlformats.org/officeDocument/2006/relationships/slideLayout" Target="../slideLayouts/slideLayout229.xml"/><Relationship Id="rId6" Type="http://schemas.openxmlformats.org/officeDocument/2006/relationships/slideLayout" Target="../slideLayouts/slideLayout234.xml"/><Relationship Id="rId11" Type="http://schemas.openxmlformats.org/officeDocument/2006/relationships/slideLayout" Target="../slideLayouts/slideLayout239.xml"/><Relationship Id="rId5" Type="http://schemas.openxmlformats.org/officeDocument/2006/relationships/slideLayout" Target="../slideLayouts/slideLayout233.xml"/><Relationship Id="rId10" Type="http://schemas.openxmlformats.org/officeDocument/2006/relationships/slideLayout" Target="../slideLayouts/slideLayout238.xml"/><Relationship Id="rId4" Type="http://schemas.openxmlformats.org/officeDocument/2006/relationships/slideLayout" Target="../slideLayouts/slideLayout232.xml"/><Relationship Id="rId9" Type="http://schemas.openxmlformats.org/officeDocument/2006/relationships/slideLayout" Target="../slideLayouts/slideLayout237.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48.xml"/><Relationship Id="rId13" Type="http://schemas.openxmlformats.org/officeDocument/2006/relationships/theme" Target="../theme/theme21.xml"/><Relationship Id="rId3" Type="http://schemas.openxmlformats.org/officeDocument/2006/relationships/slideLayout" Target="../slideLayouts/slideLayout243.xml"/><Relationship Id="rId7" Type="http://schemas.openxmlformats.org/officeDocument/2006/relationships/slideLayout" Target="../slideLayouts/slideLayout247.xml"/><Relationship Id="rId12" Type="http://schemas.openxmlformats.org/officeDocument/2006/relationships/slideLayout" Target="../slideLayouts/slideLayout252.xml"/><Relationship Id="rId2" Type="http://schemas.openxmlformats.org/officeDocument/2006/relationships/slideLayout" Target="../slideLayouts/slideLayout242.xml"/><Relationship Id="rId1" Type="http://schemas.openxmlformats.org/officeDocument/2006/relationships/slideLayout" Target="../slideLayouts/slideLayout241.xml"/><Relationship Id="rId6" Type="http://schemas.openxmlformats.org/officeDocument/2006/relationships/slideLayout" Target="../slideLayouts/slideLayout246.xml"/><Relationship Id="rId11" Type="http://schemas.openxmlformats.org/officeDocument/2006/relationships/slideLayout" Target="../slideLayouts/slideLayout251.xml"/><Relationship Id="rId5" Type="http://schemas.openxmlformats.org/officeDocument/2006/relationships/slideLayout" Target="../slideLayouts/slideLayout245.xml"/><Relationship Id="rId10" Type="http://schemas.openxmlformats.org/officeDocument/2006/relationships/slideLayout" Target="../slideLayouts/slideLayout250.xml"/><Relationship Id="rId4" Type="http://schemas.openxmlformats.org/officeDocument/2006/relationships/slideLayout" Target="../slideLayouts/slideLayout244.xml"/><Relationship Id="rId9" Type="http://schemas.openxmlformats.org/officeDocument/2006/relationships/slideLayout" Target="../slideLayouts/slideLayout249.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60.xml"/><Relationship Id="rId13" Type="http://schemas.openxmlformats.org/officeDocument/2006/relationships/theme" Target="../theme/theme22.xml"/><Relationship Id="rId3" Type="http://schemas.openxmlformats.org/officeDocument/2006/relationships/slideLayout" Target="../slideLayouts/slideLayout255.xml"/><Relationship Id="rId7" Type="http://schemas.openxmlformats.org/officeDocument/2006/relationships/slideLayout" Target="../slideLayouts/slideLayout259.xml"/><Relationship Id="rId12" Type="http://schemas.openxmlformats.org/officeDocument/2006/relationships/slideLayout" Target="../slideLayouts/slideLayout264.xml"/><Relationship Id="rId2" Type="http://schemas.openxmlformats.org/officeDocument/2006/relationships/slideLayout" Target="../slideLayouts/slideLayout254.xml"/><Relationship Id="rId1" Type="http://schemas.openxmlformats.org/officeDocument/2006/relationships/slideLayout" Target="../slideLayouts/slideLayout253.xml"/><Relationship Id="rId6" Type="http://schemas.openxmlformats.org/officeDocument/2006/relationships/slideLayout" Target="../slideLayouts/slideLayout258.xml"/><Relationship Id="rId11" Type="http://schemas.openxmlformats.org/officeDocument/2006/relationships/slideLayout" Target="../slideLayouts/slideLayout263.xml"/><Relationship Id="rId5" Type="http://schemas.openxmlformats.org/officeDocument/2006/relationships/slideLayout" Target="../slideLayouts/slideLayout257.xml"/><Relationship Id="rId10" Type="http://schemas.openxmlformats.org/officeDocument/2006/relationships/slideLayout" Target="../slideLayouts/slideLayout262.xml"/><Relationship Id="rId4" Type="http://schemas.openxmlformats.org/officeDocument/2006/relationships/slideLayout" Target="../slideLayouts/slideLayout256.xml"/><Relationship Id="rId9" Type="http://schemas.openxmlformats.org/officeDocument/2006/relationships/slideLayout" Target="../slideLayouts/slideLayout261.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72.xml"/><Relationship Id="rId13" Type="http://schemas.openxmlformats.org/officeDocument/2006/relationships/theme" Target="../theme/theme23.xml"/><Relationship Id="rId3" Type="http://schemas.openxmlformats.org/officeDocument/2006/relationships/slideLayout" Target="../slideLayouts/slideLayout267.xml"/><Relationship Id="rId7" Type="http://schemas.openxmlformats.org/officeDocument/2006/relationships/slideLayout" Target="../slideLayouts/slideLayout271.xml"/><Relationship Id="rId12" Type="http://schemas.openxmlformats.org/officeDocument/2006/relationships/slideLayout" Target="../slideLayouts/slideLayout276.xml"/><Relationship Id="rId2" Type="http://schemas.openxmlformats.org/officeDocument/2006/relationships/slideLayout" Target="../slideLayouts/slideLayout266.xml"/><Relationship Id="rId1" Type="http://schemas.openxmlformats.org/officeDocument/2006/relationships/slideLayout" Target="../slideLayouts/slideLayout265.xml"/><Relationship Id="rId6" Type="http://schemas.openxmlformats.org/officeDocument/2006/relationships/slideLayout" Target="../slideLayouts/slideLayout270.xml"/><Relationship Id="rId11" Type="http://schemas.openxmlformats.org/officeDocument/2006/relationships/slideLayout" Target="../slideLayouts/slideLayout275.xml"/><Relationship Id="rId5" Type="http://schemas.openxmlformats.org/officeDocument/2006/relationships/slideLayout" Target="../slideLayouts/slideLayout269.xml"/><Relationship Id="rId10" Type="http://schemas.openxmlformats.org/officeDocument/2006/relationships/slideLayout" Target="../slideLayouts/slideLayout274.xml"/><Relationship Id="rId4" Type="http://schemas.openxmlformats.org/officeDocument/2006/relationships/slideLayout" Target="../slideLayouts/slideLayout268.xml"/><Relationship Id="rId9" Type="http://schemas.openxmlformats.org/officeDocument/2006/relationships/slideLayout" Target="../slideLayouts/slideLayout273.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84.xml"/><Relationship Id="rId13" Type="http://schemas.openxmlformats.org/officeDocument/2006/relationships/theme" Target="../theme/theme24.xml"/><Relationship Id="rId3" Type="http://schemas.openxmlformats.org/officeDocument/2006/relationships/slideLayout" Target="../slideLayouts/slideLayout279.xml"/><Relationship Id="rId7" Type="http://schemas.openxmlformats.org/officeDocument/2006/relationships/slideLayout" Target="../slideLayouts/slideLayout283.xml"/><Relationship Id="rId12" Type="http://schemas.openxmlformats.org/officeDocument/2006/relationships/slideLayout" Target="../slideLayouts/slideLayout288.xml"/><Relationship Id="rId2" Type="http://schemas.openxmlformats.org/officeDocument/2006/relationships/slideLayout" Target="../slideLayouts/slideLayout278.xml"/><Relationship Id="rId1" Type="http://schemas.openxmlformats.org/officeDocument/2006/relationships/slideLayout" Target="../slideLayouts/slideLayout277.xml"/><Relationship Id="rId6" Type="http://schemas.openxmlformats.org/officeDocument/2006/relationships/slideLayout" Target="../slideLayouts/slideLayout282.xml"/><Relationship Id="rId11" Type="http://schemas.openxmlformats.org/officeDocument/2006/relationships/slideLayout" Target="../slideLayouts/slideLayout287.xml"/><Relationship Id="rId5" Type="http://schemas.openxmlformats.org/officeDocument/2006/relationships/slideLayout" Target="../slideLayouts/slideLayout281.xml"/><Relationship Id="rId10" Type="http://schemas.openxmlformats.org/officeDocument/2006/relationships/slideLayout" Target="../slideLayouts/slideLayout286.xml"/><Relationship Id="rId4" Type="http://schemas.openxmlformats.org/officeDocument/2006/relationships/slideLayout" Target="../slideLayouts/slideLayout280.xml"/><Relationship Id="rId9" Type="http://schemas.openxmlformats.org/officeDocument/2006/relationships/slideLayout" Target="../slideLayouts/slideLayout285.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96.xml"/><Relationship Id="rId13" Type="http://schemas.openxmlformats.org/officeDocument/2006/relationships/theme" Target="../theme/theme25.xml"/><Relationship Id="rId3" Type="http://schemas.openxmlformats.org/officeDocument/2006/relationships/slideLayout" Target="../slideLayouts/slideLayout291.xml"/><Relationship Id="rId7" Type="http://schemas.openxmlformats.org/officeDocument/2006/relationships/slideLayout" Target="../slideLayouts/slideLayout295.xml"/><Relationship Id="rId12" Type="http://schemas.openxmlformats.org/officeDocument/2006/relationships/slideLayout" Target="../slideLayouts/slideLayout300.xml"/><Relationship Id="rId2" Type="http://schemas.openxmlformats.org/officeDocument/2006/relationships/slideLayout" Target="../slideLayouts/slideLayout290.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1" Type="http://schemas.openxmlformats.org/officeDocument/2006/relationships/slideLayout" Target="../slideLayouts/slideLayout299.xml"/><Relationship Id="rId5" Type="http://schemas.openxmlformats.org/officeDocument/2006/relationships/slideLayout" Target="../slideLayouts/slideLayout293.xml"/><Relationship Id="rId10" Type="http://schemas.openxmlformats.org/officeDocument/2006/relationships/slideLayout" Target="../slideLayouts/slideLayout298.xml"/><Relationship Id="rId4" Type="http://schemas.openxmlformats.org/officeDocument/2006/relationships/slideLayout" Target="../slideLayouts/slideLayout292.xml"/><Relationship Id="rId9" Type="http://schemas.openxmlformats.org/officeDocument/2006/relationships/slideLayout" Target="../slideLayouts/slideLayout297.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08.xml"/><Relationship Id="rId13" Type="http://schemas.openxmlformats.org/officeDocument/2006/relationships/theme" Target="../theme/theme26.xml"/><Relationship Id="rId3" Type="http://schemas.openxmlformats.org/officeDocument/2006/relationships/slideLayout" Target="../slideLayouts/slideLayout303.xml"/><Relationship Id="rId7" Type="http://schemas.openxmlformats.org/officeDocument/2006/relationships/slideLayout" Target="../slideLayouts/slideLayout307.xml"/><Relationship Id="rId12" Type="http://schemas.openxmlformats.org/officeDocument/2006/relationships/slideLayout" Target="../slideLayouts/slideLayout312.xml"/><Relationship Id="rId2" Type="http://schemas.openxmlformats.org/officeDocument/2006/relationships/slideLayout" Target="../slideLayouts/slideLayout302.xml"/><Relationship Id="rId1" Type="http://schemas.openxmlformats.org/officeDocument/2006/relationships/slideLayout" Target="../slideLayouts/slideLayout301.xml"/><Relationship Id="rId6" Type="http://schemas.openxmlformats.org/officeDocument/2006/relationships/slideLayout" Target="../slideLayouts/slideLayout306.xml"/><Relationship Id="rId11" Type="http://schemas.openxmlformats.org/officeDocument/2006/relationships/slideLayout" Target="../slideLayouts/slideLayout311.xml"/><Relationship Id="rId5" Type="http://schemas.openxmlformats.org/officeDocument/2006/relationships/slideLayout" Target="../slideLayouts/slideLayout305.xml"/><Relationship Id="rId10" Type="http://schemas.openxmlformats.org/officeDocument/2006/relationships/slideLayout" Target="../slideLayouts/slideLayout310.xml"/><Relationship Id="rId4" Type="http://schemas.openxmlformats.org/officeDocument/2006/relationships/slideLayout" Target="../slideLayouts/slideLayout304.xml"/><Relationship Id="rId9" Type="http://schemas.openxmlformats.org/officeDocument/2006/relationships/slideLayout" Target="../slideLayouts/slideLayout309.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20.xml"/><Relationship Id="rId13" Type="http://schemas.openxmlformats.org/officeDocument/2006/relationships/theme" Target="../theme/theme27.xml"/><Relationship Id="rId3" Type="http://schemas.openxmlformats.org/officeDocument/2006/relationships/slideLayout" Target="../slideLayouts/slideLayout315.xml"/><Relationship Id="rId7" Type="http://schemas.openxmlformats.org/officeDocument/2006/relationships/slideLayout" Target="../slideLayouts/slideLayout319.xml"/><Relationship Id="rId12" Type="http://schemas.openxmlformats.org/officeDocument/2006/relationships/slideLayout" Target="../slideLayouts/slideLayout324.xml"/><Relationship Id="rId2" Type="http://schemas.openxmlformats.org/officeDocument/2006/relationships/slideLayout" Target="../slideLayouts/slideLayout314.xml"/><Relationship Id="rId1" Type="http://schemas.openxmlformats.org/officeDocument/2006/relationships/slideLayout" Target="../slideLayouts/slideLayout313.xml"/><Relationship Id="rId6" Type="http://schemas.openxmlformats.org/officeDocument/2006/relationships/slideLayout" Target="../slideLayouts/slideLayout318.xml"/><Relationship Id="rId11" Type="http://schemas.openxmlformats.org/officeDocument/2006/relationships/slideLayout" Target="../slideLayouts/slideLayout323.xml"/><Relationship Id="rId5" Type="http://schemas.openxmlformats.org/officeDocument/2006/relationships/slideLayout" Target="../slideLayouts/slideLayout317.xml"/><Relationship Id="rId10" Type="http://schemas.openxmlformats.org/officeDocument/2006/relationships/slideLayout" Target="../slideLayouts/slideLayout322.xml"/><Relationship Id="rId4" Type="http://schemas.openxmlformats.org/officeDocument/2006/relationships/slideLayout" Target="../slideLayouts/slideLayout316.xml"/><Relationship Id="rId9" Type="http://schemas.openxmlformats.org/officeDocument/2006/relationships/slideLayout" Target="../slideLayouts/slideLayout321.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32.xml"/><Relationship Id="rId13" Type="http://schemas.openxmlformats.org/officeDocument/2006/relationships/theme" Target="../theme/theme28.xml"/><Relationship Id="rId3" Type="http://schemas.openxmlformats.org/officeDocument/2006/relationships/slideLayout" Target="../slideLayouts/slideLayout327.xml"/><Relationship Id="rId7" Type="http://schemas.openxmlformats.org/officeDocument/2006/relationships/slideLayout" Target="../slideLayouts/slideLayout331.xml"/><Relationship Id="rId12" Type="http://schemas.openxmlformats.org/officeDocument/2006/relationships/slideLayout" Target="../slideLayouts/slideLayout336.xml"/><Relationship Id="rId2" Type="http://schemas.openxmlformats.org/officeDocument/2006/relationships/slideLayout" Target="../slideLayouts/slideLayout326.xml"/><Relationship Id="rId1" Type="http://schemas.openxmlformats.org/officeDocument/2006/relationships/slideLayout" Target="../slideLayouts/slideLayout325.xml"/><Relationship Id="rId6" Type="http://schemas.openxmlformats.org/officeDocument/2006/relationships/slideLayout" Target="../slideLayouts/slideLayout330.xml"/><Relationship Id="rId11" Type="http://schemas.openxmlformats.org/officeDocument/2006/relationships/slideLayout" Target="../slideLayouts/slideLayout335.xml"/><Relationship Id="rId5" Type="http://schemas.openxmlformats.org/officeDocument/2006/relationships/slideLayout" Target="../slideLayouts/slideLayout329.xml"/><Relationship Id="rId10" Type="http://schemas.openxmlformats.org/officeDocument/2006/relationships/slideLayout" Target="../slideLayouts/slideLayout334.xml"/><Relationship Id="rId4" Type="http://schemas.openxmlformats.org/officeDocument/2006/relationships/slideLayout" Target="../slideLayouts/slideLayout328.xml"/><Relationship Id="rId9" Type="http://schemas.openxmlformats.org/officeDocument/2006/relationships/slideLayout" Target="../slideLayouts/slideLayout333.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344.xml"/><Relationship Id="rId13" Type="http://schemas.openxmlformats.org/officeDocument/2006/relationships/theme" Target="../theme/theme29.xml"/><Relationship Id="rId3" Type="http://schemas.openxmlformats.org/officeDocument/2006/relationships/slideLayout" Target="../slideLayouts/slideLayout339.xml"/><Relationship Id="rId7" Type="http://schemas.openxmlformats.org/officeDocument/2006/relationships/slideLayout" Target="../slideLayouts/slideLayout343.xml"/><Relationship Id="rId12" Type="http://schemas.openxmlformats.org/officeDocument/2006/relationships/slideLayout" Target="../slideLayouts/slideLayout348.xml"/><Relationship Id="rId2" Type="http://schemas.openxmlformats.org/officeDocument/2006/relationships/slideLayout" Target="../slideLayouts/slideLayout338.xml"/><Relationship Id="rId1" Type="http://schemas.openxmlformats.org/officeDocument/2006/relationships/slideLayout" Target="../slideLayouts/slideLayout337.xml"/><Relationship Id="rId6" Type="http://schemas.openxmlformats.org/officeDocument/2006/relationships/slideLayout" Target="../slideLayouts/slideLayout342.xml"/><Relationship Id="rId11" Type="http://schemas.openxmlformats.org/officeDocument/2006/relationships/slideLayout" Target="../slideLayouts/slideLayout347.xml"/><Relationship Id="rId5" Type="http://schemas.openxmlformats.org/officeDocument/2006/relationships/slideLayout" Target="../slideLayouts/slideLayout341.xml"/><Relationship Id="rId10" Type="http://schemas.openxmlformats.org/officeDocument/2006/relationships/slideLayout" Target="../slideLayouts/slideLayout346.xml"/><Relationship Id="rId4" Type="http://schemas.openxmlformats.org/officeDocument/2006/relationships/slideLayout" Target="../slideLayouts/slideLayout340.xml"/><Relationship Id="rId9" Type="http://schemas.openxmlformats.org/officeDocument/2006/relationships/slideLayout" Target="../slideLayouts/slideLayout345.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56.xml"/><Relationship Id="rId13" Type="http://schemas.openxmlformats.org/officeDocument/2006/relationships/theme" Target="../theme/theme30.xml"/><Relationship Id="rId3" Type="http://schemas.openxmlformats.org/officeDocument/2006/relationships/slideLayout" Target="../slideLayouts/slideLayout351.xml"/><Relationship Id="rId7" Type="http://schemas.openxmlformats.org/officeDocument/2006/relationships/slideLayout" Target="../slideLayouts/slideLayout355.xml"/><Relationship Id="rId12" Type="http://schemas.openxmlformats.org/officeDocument/2006/relationships/slideLayout" Target="../slideLayouts/slideLayout360.xml"/><Relationship Id="rId2" Type="http://schemas.openxmlformats.org/officeDocument/2006/relationships/slideLayout" Target="../slideLayouts/slideLayout350.xml"/><Relationship Id="rId1" Type="http://schemas.openxmlformats.org/officeDocument/2006/relationships/slideLayout" Target="../slideLayouts/slideLayout349.xml"/><Relationship Id="rId6" Type="http://schemas.openxmlformats.org/officeDocument/2006/relationships/slideLayout" Target="../slideLayouts/slideLayout354.xml"/><Relationship Id="rId11" Type="http://schemas.openxmlformats.org/officeDocument/2006/relationships/slideLayout" Target="../slideLayouts/slideLayout359.xml"/><Relationship Id="rId5" Type="http://schemas.openxmlformats.org/officeDocument/2006/relationships/slideLayout" Target="../slideLayouts/slideLayout353.xml"/><Relationship Id="rId10" Type="http://schemas.openxmlformats.org/officeDocument/2006/relationships/slideLayout" Target="../slideLayouts/slideLayout358.xml"/><Relationship Id="rId4" Type="http://schemas.openxmlformats.org/officeDocument/2006/relationships/slideLayout" Target="../slideLayouts/slideLayout352.xml"/><Relationship Id="rId9" Type="http://schemas.openxmlformats.org/officeDocument/2006/relationships/slideLayout" Target="../slideLayouts/slideLayout357.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368.xml"/><Relationship Id="rId13" Type="http://schemas.openxmlformats.org/officeDocument/2006/relationships/theme" Target="../theme/theme31.xml"/><Relationship Id="rId3" Type="http://schemas.openxmlformats.org/officeDocument/2006/relationships/slideLayout" Target="../slideLayouts/slideLayout363.xml"/><Relationship Id="rId7" Type="http://schemas.openxmlformats.org/officeDocument/2006/relationships/slideLayout" Target="../slideLayouts/slideLayout367.xml"/><Relationship Id="rId12" Type="http://schemas.openxmlformats.org/officeDocument/2006/relationships/slideLayout" Target="../slideLayouts/slideLayout372.xml"/><Relationship Id="rId2" Type="http://schemas.openxmlformats.org/officeDocument/2006/relationships/slideLayout" Target="../slideLayouts/slideLayout362.xml"/><Relationship Id="rId1" Type="http://schemas.openxmlformats.org/officeDocument/2006/relationships/slideLayout" Target="../slideLayouts/slideLayout361.xml"/><Relationship Id="rId6" Type="http://schemas.openxmlformats.org/officeDocument/2006/relationships/slideLayout" Target="../slideLayouts/slideLayout366.xml"/><Relationship Id="rId11" Type="http://schemas.openxmlformats.org/officeDocument/2006/relationships/slideLayout" Target="../slideLayouts/slideLayout371.xml"/><Relationship Id="rId5" Type="http://schemas.openxmlformats.org/officeDocument/2006/relationships/slideLayout" Target="../slideLayouts/slideLayout365.xml"/><Relationship Id="rId10" Type="http://schemas.openxmlformats.org/officeDocument/2006/relationships/slideLayout" Target="../slideLayouts/slideLayout370.xml"/><Relationship Id="rId4" Type="http://schemas.openxmlformats.org/officeDocument/2006/relationships/slideLayout" Target="../slideLayouts/slideLayout364.xml"/><Relationship Id="rId9" Type="http://schemas.openxmlformats.org/officeDocument/2006/relationships/slideLayout" Target="../slideLayouts/slideLayout369.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380.xml"/><Relationship Id="rId13" Type="http://schemas.openxmlformats.org/officeDocument/2006/relationships/theme" Target="../theme/theme32.xml"/><Relationship Id="rId3" Type="http://schemas.openxmlformats.org/officeDocument/2006/relationships/slideLayout" Target="../slideLayouts/slideLayout375.xml"/><Relationship Id="rId7" Type="http://schemas.openxmlformats.org/officeDocument/2006/relationships/slideLayout" Target="../slideLayouts/slideLayout379.xml"/><Relationship Id="rId12" Type="http://schemas.openxmlformats.org/officeDocument/2006/relationships/slideLayout" Target="../slideLayouts/slideLayout384.xml"/><Relationship Id="rId2" Type="http://schemas.openxmlformats.org/officeDocument/2006/relationships/slideLayout" Target="../slideLayouts/slideLayout374.xml"/><Relationship Id="rId1" Type="http://schemas.openxmlformats.org/officeDocument/2006/relationships/slideLayout" Target="../slideLayouts/slideLayout373.xml"/><Relationship Id="rId6" Type="http://schemas.openxmlformats.org/officeDocument/2006/relationships/slideLayout" Target="../slideLayouts/slideLayout378.xml"/><Relationship Id="rId11" Type="http://schemas.openxmlformats.org/officeDocument/2006/relationships/slideLayout" Target="../slideLayouts/slideLayout383.xml"/><Relationship Id="rId5" Type="http://schemas.openxmlformats.org/officeDocument/2006/relationships/slideLayout" Target="../slideLayouts/slideLayout377.xml"/><Relationship Id="rId10" Type="http://schemas.openxmlformats.org/officeDocument/2006/relationships/slideLayout" Target="../slideLayouts/slideLayout382.xml"/><Relationship Id="rId4" Type="http://schemas.openxmlformats.org/officeDocument/2006/relationships/slideLayout" Target="../slideLayouts/slideLayout376.xml"/><Relationship Id="rId9" Type="http://schemas.openxmlformats.org/officeDocument/2006/relationships/slideLayout" Target="../slideLayouts/slideLayout381.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392.xml"/><Relationship Id="rId13" Type="http://schemas.openxmlformats.org/officeDocument/2006/relationships/theme" Target="../theme/theme33.xml"/><Relationship Id="rId3" Type="http://schemas.openxmlformats.org/officeDocument/2006/relationships/slideLayout" Target="../slideLayouts/slideLayout387.xml"/><Relationship Id="rId7" Type="http://schemas.openxmlformats.org/officeDocument/2006/relationships/slideLayout" Target="../slideLayouts/slideLayout391.xml"/><Relationship Id="rId12" Type="http://schemas.openxmlformats.org/officeDocument/2006/relationships/slideLayout" Target="../slideLayouts/slideLayout396.xml"/><Relationship Id="rId2" Type="http://schemas.openxmlformats.org/officeDocument/2006/relationships/slideLayout" Target="../slideLayouts/slideLayout386.xml"/><Relationship Id="rId1" Type="http://schemas.openxmlformats.org/officeDocument/2006/relationships/slideLayout" Target="../slideLayouts/slideLayout385.xml"/><Relationship Id="rId6" Type="http://schemas.openxmlformats.org/officeDocument/2006/relationships/slideLayout" Target="../slideLayouts/slideLayout390.xml"/><Relationship Id="rId11" Type="http://schemas.openxmlformats.org/officeDocument/2006/relationships/slideLayout" Target="../slideLayouts/slideLayout395.xml"/><Relationship Id="rId5" Type="http://schemas.openxmlformats.org/officeDocument/2006/relationships/slideLayout" Target="../slideLayouts/slideLayout389.xml"/><Relationship Id="rId10" Type="http://schemas.openxmlformats.org/officeDocument/2006/relationships/slideLayout" Target="../slideLayouts/slideLayout394.xml"/><Relationship Id="rId4" Type="http://schemas.openxmlformats.org/officeDocument/2006/relationships/slideLayout" Target="../slideLayouts/slideLayout388.xml"/><Relationship Id="rId9" Type="http://schemas.openxmlformats.org/officeDocument/2006/relationships/slideLayout" Target="../slideLayouts/slideLayout393.xml"/></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404.xml"/><Relationship Id="rId13" Type="http://schemas.openxmlformats.org/officeDocument/2006/relationships/theme" Target="../theme/theme34.xml"/><Relationship Id="rId3" Type="http://schemas.openxmlformats.org/officeDocument/2006/relationships/slideLayout" Target="../slideLayouts/slideLayout399.xml"/><Relationship Id="rId7" Type="http://schemas.openxmlformats.org/officeDocument/2006/relationships/slideLayout" Target="../slideLayouts/slideLayout403.xml"/><Relationship Id="rId12" Type="http://schemas.openxmlformats.org/officeDocument/2006/relationships/slideLayout" Target="../slideLayouts/slideLayout408.xml"/><Relationship Id="rId2" Type="http://schemas.openxmlformats.org/officeDocument/2006/relationships/slideLayout" Target="../slideLayouts/slideLayout398.xml"/><Relationship Id="rId1" Type="http://schemas.openxmlformats.org/officeDocument/2006/relationships/slideLayout" Target="../slideLayouts/slideLayout397.xml"/><Relationship Id="rId6" Type="http://schemas.openxmlformats.org/officeDocument/2006/relationships/slideLayout" Target="../slideLayouts/slideLayout402.xml"/><Relationship Id="rId11" Type="http://schemas.openxmlformats.org/officeDocument/2006/relationships/slideLayout" Target="../slideLayouts/slideLayout407.xml"/><Relationship Id="rId5" Type="http://schemas.openxmlformats.org/officeDocument/2006/relationships/slideLayout" Target="../slideLayouts/slideLayout401.xml"/><Relationship Id="rId10" Type="http://schemas.openxmlformats.org/officeDocument/2006/relationships/slideLayout" Target="../slideLayouts/slideLayout406.xml"/><Relationship Id="rId4" Type="http://schemas.openxmlformats.org/officeDocument/2006/relationships/slideLayout" Target="../slideLayouts/slideLayout400.xml"/><Relationship Id="rId9" Type="http://schemas.openxmlformats.org/officeDocument/2006/relationships/slideLayout" Target="../slideLayouts/slideLayout405.xml"/></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416.xml"/><Relationship Id="rId13" Type="http://schemas.openxmlformats.org/officeDocument/2006/relationships/theme" Target="../theme/theme35.xml"/><Relationship Id="rId3" Type="http://schemas.openxmlformats.org/officeDocument/2006/relationships/slideLayout" Target="../slideLayouts/slideLayout411.xml"/><Relationship Id="rId7" Type="http://schemas.openxmlformats.org/officeDocument/2006/relationships/slideLayout" Target="../slideLayouts/slideLayout415.xml"/><Relationship Id="rId12" Type="http://schemas.openxmlformats.org/officeDocument/2006/relationships/slideLayout" Target="../slideLayouts/slideLayout420.xml"/><Relationship Id="rId2" Type="http://schemas.openxmlformats.org/officeDocument/2006/relationships/slideLayout" Target="../slideLayouts/slideLayout410.xml"/><Relationship Id="rId1" Type="http://schemas.openxmlformats.org/officeDocument/2006/relationships/slideLayout" Target="../slideLayouts/slideLayout409.xml"/><Relationship Id="rId6" Type="http://schemas.openxmlformats.org/officeDocument/2006/relationships/slideLayout" Target="../slideLayouts/slideLayout414.xml"/><Relationship Id="rId11" Type="http://schemas.openxmlformats.org/officeDocument/2006/relationships/slideLayout" Target="../slideLayouts/slideLayout419.xml"/><Relationship Id="rId5" Type="http://schemas.openxmlformats.org/officeDocument/2006/relationships/slideLayout" Target="../slideLayouts/slideLayout413.xml"/><Relationship Id="rId10" Type="http://schemas.openxmlformats.org/officeDocument/2006/relationships/slideLayout" Target="../slideLayouts/slideLayout418.xml"/><Relationship Id="rId4" Type="http://schemas.openxmlformats.org/officeDocument/2006/relationships/slideLayout" Target="../slideLayouts/slideLayout412.xml"/><Relationship Id="rId9" Type="http://schemas.openxmlformats.org/officeDocument/2006/relationships/slideLayout" Target="../slideLayouts/slideLayout417.xml"/></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428.xml"/><Relationship Id="rId13" Type="http://schemas.openxmlformats.org/officeDocument/2006/relationships/theme" Target="../theme/theme36.xml"/><Relationship Id="rId3" Type="http://schemas.openxmlformats.org/officeDocument/2006/relationships/slideLayout" Target="../slideLayouts/slideLayout423.xml"/><Relationship Id="rId7" Type="http://schemas.openxmlformats.org/officeDocument/2006/relationships/slideLayout" Target="../slideLayouts/slideLayout427.xml"/><Relationship Id="rId12" Type="http://schemas.openxmlformats.org/officeDocument/2006/relationships/slideLayout" Target="../slideLayouts/slideLayout432.xml"/><Relationship Id="rId2" Type="http://schemas.openxmlformats.org/officeDocument/2006/relationships/slideLayout" Target="../slideLayouts/slideLayout422.xml"/><Relationship Id="rId1" Type="http://schemas.openxmlformats.org/officeDocument/2006/relationships/slideLayout" Target="../slideLayouts/slideLayout421.xml"/><Relationship Id="rId6" Type="http://schemas.openxmlformats.org/officeDocument/2006/relationships/slideLayout" Target="../slideLayouts/slideLayout426.xml"/><Relationship Id="rId11" Type="http://schemas.openxmlformats.org/officeDocument/2006/relationships/slideLayout" Target="../slideLayouts/slideLayout431.xml"/><Relationship Id="rId5" Type="http://schemas.openxmlformats.org/officeDocument/2006/relationships/slideLayout" Target="../slideLayouts/slideLayout425.xml"/><Relationship Id="rId10" Type="http://schemas.openxmlformats.org/officeDocument/2006/relationships/slideLayout" Target="../slideLayouts/slideLayout430.xml"/><Relationship Id="rId4" Type="http://schemas.openxmlformats.org/officeDocument/2006/relationships/slideLayout" Target="../slideLayouts/slideLayout424.xml"/><Relationship Id="rId9" Type="http://schemas.openxmlformats.org/officeDocument/2006/relationships/slideLayout" Target="../slideLayouts/slideLayout429.xml"/></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440.xml"/><Relationship Id="rId13" Type="http://schemas.openxmlformats.org/officeDocument/2006/relationships/theme" Target="../theme/theme37.xml"/><Relationship Id="rId3" Type="http://schemas.openxmlformats.org/officeDocument/2006/relationships/slideLayout" Target="../slideLayouts/slideLayout435.xml"/><Relationship Id="rId7" Type="http://schemas.openxmlformats.org/officeDocument/2006/relationships/slideLayout" Target="../slideLayouts/slideLayout439.xml"/><Relationship Id="rId12" Type="http://schemas.openxmlformats.org/officeDocument/2006/relationships/slideLayout" Target="../slideLayouts/slideLayout444.xml"/><Relationship Id="rId2" Type="http://schemas.openxmlformats.org/officeDocument/2006/relationships/slideLayout" Target="../slideLayouts/slideLayout434.xml"/><Relationship Id="rId1" Type="http://schemas.openxmlformats.org/officeDocument/2006/relationships/slideLayout" Target="../slideLayouts/slideLayout433.xml"/><Relationship Id="rId6" Type="http://schemas.openxmlformats.org/officeDocument/2006/relationships/slideLayout" Target="../slideLayouts/slideLayout438.xml"/><Relationship Id="rId11" Type="http://schemas.openxmlformats.org/officeDocument/2006/relationships/slideLayout" Target="../slideLayouts/slideLayout443.xml"/><Relationship Id="rId5" Type="http://schemas.openxmlformats.org/officeDocument/2006/relationships/slideLayout" Target="../slideLayouts/slideLayout437.xml"/><Relationship Id="rId10" Type="http://schemas.openxmlformats.org/officeDocument/2006/relationships/slideLayout" Target="../slideLayouts/slideLayout442.xml"/><Relationship Id="rId4" Type="http://schemas.openxmlformats.org/officeDocument/2006/relationships/slideLayout" Target="../slideLayouts/slideLayout436.xml"/><Relationship Id="rId9" Type="http://schemas.openxmlformats.org/officeDocument/2006/relationships/slideLayout" Target="../slideLayouts/slideLayout441.xml"/></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452.xml"/><Relationship Id="rId13" Type="http://schemas.openxmlformats.org/officeDocument/2006/relationships/theme" Target="../theme/theme38.xml"/><Relationship Id="rId3" Type="http://schemas.openxmlformats.org/officeDocument/2006/relationships/slideLayout" Target="../slideLayouts/slideLayout447.xml"/><Relationship Id="rId7" Type="http://schemas.openxmlformats.org/officeDocument/2006/relationships/slideLayout" Target="../slideLayouts/slideLayout451.xml"/><Relationship Id="rId12" Type="http://schemas.openxmlformats.org/officeDocument/2006/relationships/slideLayout" Target="../slideLayouts/slideLayout456.xml"/><Relationship Id="rId2" Type="http://schemas.openxmlformats.org/officeDocument/2006/relationships/slideLayout" Target="../slideLayouts/slideLayout446.xml"/><Relationship Id="rId1" Type="http://schemas.openxmlformats.org/officeDocument/2006/relationships/slideLayout" Target="../slideLayouts/slideLayout445.xml"/><Relationship Id="rId6" Type="http://schemas.openxmlformats.org/officeDocument/2006/relationships/slideLayout" Target="../slideLayouts/slideLayout450.xml"/><Relationship Id="rId11" Type="http://schemas.openxmlformats.org/officeDocument/2006/relationships/slideLayout" Target="../slideLayouts/slideLayout455.xml"/><Relationship Id="rId5" Type="http://schemas.openxmlformats.org/officeDocument/2006/relationships/slideLayout" Target="../slideLayouts/slideLayout449.xml"/><Relationship Id="rId10" Type="http://schemas.openxmlformats.org/officeDocument/2006/relationships/slideLayout" Target="../slideLayouts/slideLayout454.xml"/><Relationship Id="rId4" Type="http://schemas.openxmlformats.org/officeDocument/2006/relationships/slideLayout" Target="../slideLayouts/slideLayout448.xml"/><Relationship Id="rId9" Type="http://schemas.openxmlformats.org/officeDocument/2006/relationships/slideLayout" Target="../slideLayouts/slideLayout453.xml"/></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464.xml"/><Relationship Id="rId3" Type="http://schemas.openxmlformats.org/officeDocument/2006/relationships/slideLayout" Target="../slideLayouts/slideLayout459.xml"/><Relationship Id="rId7" Type="http://schemas.openxmlformats.org/officeDocument/2006/relationships/slideLayout" Target="../slideLayouts/slideLayout463.xml"/><Relationship Id="rId12" Type="http://schemas.openxmlformats.org/officeDocument/2006/relationships/theme" Target="../theme/theme39.xml"/><Relationship Id="rId2" Type="http://schemas.openxmlformats.org/officeDocument/2006/relationships/slideLayout" Target="../slideLayouts/slideLayout458.xml"/><Relationship Id="rId1" Type="http://schemas.openxmlformats.org/officeDocument/2006/relationships/slideLayout" Target="../slideLayouts/slideLayout457.xml"/><Relationship Id="rId6" Type="http://schemas.openxmlformats.org/officeDocument/2006/relationships/slideLayout" Target="../slideLayouts/slideLayout462.xml"/><Relationship Id="rId11" Type="http://schemas.openxmlformats.org/officeDocument/2006/relationships/slideLayout" Target="../slideLayouts/slideLayout467.xml"/><Relationship Id="rId5" Type="http://schemas.openxmlformats.org/officeDocument/2006/relationships/slideLayout" Target="../slideLayouts/slideLayout461.xml"/><Relationship Id="rId10" Type="http://schemas.openxmlformats.org/officeDocument/2006/relationships/slideLayout" Target="../slideLayouts/slideLayout466.xml"/><Relationship Id="rId4" Type="http://schemas.openxmlformats.org/officeDocument/2006/relationships/slideLayout" Target="../slideLayouts/slideLayout460.xml"/><Relationship Id="rId9" Type="http://schemas.openxmlformats.org/officeDocument/2006/relationships/slideLayout" Target="../slideLayouts/slideLayout465.xml"/></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475.xml"/><Relationship Id="rId13" Type="http://schemas.openxmlformats.org/officeDocument/2006/relationships/theme" Target="../theme/theme40.xml"/><Relationship Id="rId3" Type="http://schemas.openxmlformats.org/officeDocument/2006/relationships/slideLayout" Target="../slideLayouts/slideLayout470.xml"/><Relationship Id="rId7" Type="http://schemas.openxmlformats.org/officeDocument/2006/relationships/slideLayout" Target="../slideLayouts/slideLayout474.xml"/><Relationship Id="rId12" Type="http://schemas.openxmlformats.org/officeDocument/2006/relationships/slideLayout" Target="../slideLayouts/slideLayout479.xml"/><Relationship Id="rId2" Type="http://schemas.openxmlformats.org/officeDocument/2006/relationships/slideLayout" Target="../slideLayouts/slideLayout469.xml"/><Relationship Id="rId1" Type="http://schemas.openxmlformats.org/officeDocument/2006/relationships/slideLayout" Target="../slideLayouts/slideLayout468.xml"/><Relationship Id="rId6" Type="http://schemas.openxmlformats.org/officeDocument/2006/relationships/slideLayout" Target="../slideLayouts/slideLayout473.xml"/><Relationship Id="rId11" Type="http://schemas.openxmlformats.org/officeDocument/2006/relationships/slideLayout" Target="../slideLayouts/slideLayout478.xml"/><Relationship Id="rId5" Type="http://schemas.openxmlformats.org/officeDocument/2006/relationships/slideLayout" Target="../slideLayouts/slideLayout472.xml"/><Relationship Id="rId10" Type="http://schemas.openxmlformats.org/officeDocument/2006/relationships/slideLayout" Target="../slideLayouts/slideLayout477.xml"/><Relationship Id="rId4" Type="http://schemas.openxmlformats.org/officeDocument/2006/relationships/slideLayout" Target="../slideLayouts/slideLayout471.xml"/><Relationship Id="rId9" Type="http://schemas.openxmlformats.org/officeDocument/2006/relationships/slideLayout" Target="../slideLayouts/slideLayout476.xml"/></Relationships>
</file>

<file path=ppt/slideMasters/_rels/slideMaster41.xml.rels><?xml version="1.0" encoding="UTF-8" standalone="yes"?>
<Relationships xmlns="http://schemas.openxmlformats.org/package/2006/relationships"><Relationship Id="rId8" Type="http://schemas.openxmlformats.org/officeDocument/2006/relationships/slideLayout" Target="../slideLayouts/slideLayout487.xml"/><Relationship Id="rId13" Type="http://schemas.openxmlformats.org/officeDocument/2006/relationships/theme" Target="../theme/theme41.xml"/><Relationship Id="rId3" Type="http://schemas.openxmlformats.org/officeDocument/2006/relationships/slideLayout" Target="../slideLayouts/slideLayout482.xml"/><Relationship Id="rId7" Type="http://schemas.openxmlformats.org/officeDocument/2006/relationships/slideLayout" Target="../slideLayouts/slideLayout486.xml"/><Relationship Id="rId12" Type="http://schemas.openxmlformats.org/officeDocument/2006/relationships/slideLayout" Target="../slideLayouts/slideLayout491.xml"/><Relationship Id="rId2" Type="http://schemas.openxmlformats.org/officeDocument/2006/relationships/slideLayout" Target="../slideLayouts/slideLayout481.xml"/><Relationship Id="rId1" Type="http://schemas.openxmlformats.org/officeDocument/2006/relationships/slideLayout" Target="../slideLayouts/slideLayout480.xml"/><Relationship Id="rId6" Type="http://schemas.openxmlformats.org/officeDocument/2006/relationships/slideLayout" Target="../slideLayouts/slideLayout485.xml"/><Relationship Id="rId11" Type="http://schemas.openxmlformats.org/officeDocument/2006/relationships/slideLayout" Target="../slideLayouts/slideLayout490.xml"/><Relationship Id="rId5" Type="http://schemas.openxmlformats.org/officeDocument/2006/relationships/slideLayout" Target="../slideLayouts/slideLayout484.xml"/><Relationship Id="rId10" Type="http://schemas.openxmlformats.org/officeDocument/2006/relationships/slideLayout" Target="../slideLayouts/slideLayout489.xml"/><Relationship Id="rId4" Type="http://schemas.openxmlformats.org/officeDocument/2006/relationships/slideLayout" Target="../slideLayouts/slideLayout483.xml"/><Relationship Id="rId9" Type="http://schemas.openxmlformats.org/officeDocument/2006/relationships/slideLayout" Target="../slideLayouts/slideLayout488.xml"/></Relationships>
</file>

<file path=ppt/slideMasters/_rels/slideMaster42.xml.rels><?xml version="1.0" encoding="UTF-8" standalone="yes"?>
<Relationships xmlns="http://schemas.openxmlformats.org/package/2006/relationships"><Relationship Id="rId8" Type="http://schemas.openxmlformats.org/officeDocument/2006/relationships/slideLayout" Target="../slideLayouts/slideLayout499.xml"/><Relationship Id="rId13" Type="http://schemas.openxmlformats.org/officeDocument/2006/relationships/theme" Target="../theme/theme42.xml"/><Relationship Id="rId3" Type="http://schemas.openxmlformats.org/officeDocument/2006/relationships/slideLayout" Target="../slideLayouts/slideLayout494.xml"/><Relationship Id="rId7" Type="http://schemas.openxmlformats.org/officeDocument/2006/relationships/slideLayout" Target="../slideLayouts/slideLayout498.xml"/><Relationship Id="rId12" Type="http://schemas.openxmlformats.org/officeDocument/2006/relationships/slideLayout" Target="../slideLayouts/slideLayout503.xml"/><Relationship Id="rId2" Type="http://schemas.openxmlformats.org/officeDocument/2006/relationships/slideLayout" Target="../slideLayouts/slideLayout493.xml"/><Relationship Id="rId1" Type="http://schemas.openxmlformats.org/officeDocument/2006/relationships/slideLayout" Target="../slideLayouts/slideLayout492.xml"/><Relationship Id="rId6" Type="http://schemas.openxmlformats.org/officeDocument/2006/relationships/slideLayout" Target="../slideLayouts/slideLayout497.xml"/><Relationship Id="rId11" Type="http://schemas.openxmlformats.org/officeDocument/2006/relationships/slideLayout" Target="../slideLayouts/slideLayout502.xml"/><Relationship Id="rId5" Type="http://schemas.openxmlformats.org/officeDocument/2006/relationships/slideLayout" Target="../slideLayouts/slideLayout496.xml"/><Relationship Id="rId10" Type="http://schemas.openxmlformats.org/officeDocument/2006/relationships/slideLayout" Target="../slideLayouts/slideLayout501.xml"/><Relationship Id="rId4" Type="http://schemas.openxmlformats.org/officeDocument/2006/relationships/slideLayout" Target="../slideLayouts/slideLayout495.xml"/><Relationship Id="rId9" Type="http://schemas.openxmlformats.org/officeDocument/2006/relationships/slideLayout" Target="../slideLayouts/slideLayout500.xml"/></Relationships>
</file>

<file path=ppt/slideMasters/_rels/slideMaster43.xml.rels><?xml version="1.0" encoding="UTF-8" standalone="yes"?>
<Relationships xmlns="http://schemas.openxmlformats.org/package/2006/relationships"><Relationship Id="rId8" Type="http://schemas.openxmlformats.org/officeDocument/2006/relationships/slideLayout" Target="../slideLayouts/slideLayout511.xml"/><Relationship Id="rId3" Type="http://schemas.openxmlformats.org/officeDocument/2006/relationships/slideLayout" Target="../slideLayouts/slideLayout506.xml"/><Relationship Id="rId7" Type="http://schemas.openxmlformats.org/officeDocument/2006/relationships/slideLayout" Target="../slideLayouts/slideLayout510.xml"/><Relationship Id="rId12" Type="http://schemas.openxmlformats.org/officeDocument/2006/relationships/theme" Target="../theme/theme43.xml"/><Relationship Id="rId2" Type="http://schemas.openxmlformats.org/officeDocument/2006/relationships/slideLayout" Target="../slideLayouts/slideLayout505.xml"/><Relationship Id="rId1" Type="http://schemas.openxmlformats.org/officeDocument/2006/relationships/slideLayout" Target="../slideLayouts/slideLayout504.xml"/><Relationship Id="rId6" Type="http://schemas.openxmlformats.org/officeDocument/2006/relationships/slideLayout" Target="../slideLayouts/slideLayout509.xml"/><Relationship Id="rId11" Type="http://schemas.openxmlformats.org/officeDocument/2006/relationships/slideLayout" Target="../slideLayouts/slideLayout514.xml"/><Relationship Id="rId5" Type="http://schemas.openxmlformats.org/officeDocument/2006/relationships/slideLayout" Target="../slideLayouts/slideLayout508.xml"/><Relationship Id="rId10" Type="http://schemas.openxmlformats.org/officeDocument/2006/relationships/slideLayout" Target="../slideLayouts/slideLayout513.xml"/><Relationship Id="rId4" Type="http://schemas.openxmlformats.org/officeDocument/2006/relationships/slideLayout" Target="../slideLayouts/slideLayout507.xml"/><Relationship Id="rId9" Type="http://schemas.openxmlformats.org/officeDocument/2006/relationships/slideLayout" Target="../slideLayouts/slideLayout5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0600789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37778447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314173126"/>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53923948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119162167"/>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487037567"/>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627235161"/>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816717505"/>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174095367"/>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440974490"/>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058096608"/>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926107730"/>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692390655"/>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367462158"/>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41962462"/>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355528969"/>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750230140"/>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226128219"/>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617874872"/>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298245409"/>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90648778"/>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981158298"/>
      </p:ext>
    </p:extLst>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04958278"/>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648720122"/>
      </p:ext>
    </p:extLst>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460473001"/>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248345027"/>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905227642"/>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415661608"/>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551639188"/>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479914015"/>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891344142"/>
      </p:ext>
    </p:extLst>
  </p:cSld>
  <p:clrMap bg1="lt1" tx1="dk1" bg2="lt2" tx2="dk2" accent1="accent1" accent2="accent2" accent3="accent3" accent4="accent4" accent5="accent5" accent6="accent6" hlink="hlink" folHlink="folHlink"/>
  <p:sldLayoutIdLst>
    <p:sldLayoutId id="2147484051"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 id="214748406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021650937"/>
      </p:ext>
    </p:extLst>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688564709"/>
      </p:ext>
    </p:extLst>
  </p:cSld>
  <p:clrMap bg1="lt1" tx1="dk1" bg2="lt2" tx2="dk2" accent1="accent1" accent2="accent2" accent3="accent3" accent4="accent4" accent5="accent5" accent6="accent6" hlink="hlink" folHlink="folHlink"/>
  <p:sldLayoutIdLst>
    <p:sldLayoutId id="2147484077" r:id="rId1"/>
    <p:sldLayoutId id="2147484078" r:id="rId2"/>
    <p:sldLayoutId id="2147484079" r:id="rId3"/>
    <p:sldLayoutId id="2147484080" r:id="rId4"/>
    <p:sldLayoutId id="2147484081" r:id="rId5"/>
    <p:sldLayoutId id="2147484082" r:id="rId6"/>
    <p:sldLayoutId id="2147484083" r:id="rId7"/>
    <p:sldLayoutId id="2147484084" r:id="rId8"/>
    <p:sldLayoutId id="2147484085" r:id="rId9"/>
    <p:sldLayoutId id="2147484086" r:id="rId10"/>
    <p:sldLayoutId id="2147484087" r:id="rId11"/>
    <p:sldLayoutId id="214748408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729747114"/>
      </p:ext>
    </p:extLst>
  </p:cSld>
  <p:clrMap bg1="lt1" tx1="dk1" bg2="lt2" tx2="dk2" accent1="accent1" accent2="accent2" accent3="accent3" accent4="accent4" accent5="accent5" accent6="accent6" hlink="hlink" folHlink="folHlink"/>
  <p:sldLayoutIdLst>
    <p:sldLayoutId id="2147484090" r:id="rId1"/>
    <p:sldLayoutId id="2147484091" r:id="rId2"/>
    <p:sldLayoutId id="2147484092" r:id="rId3"/>
    <p:sldLayoutId id="2147484093" r:id="rId4"/>
    <p:sldLayoutId id="2147484094" r:id="rId5"/>
    <p:sldLayoutId id="2147484095" r:id="rId6"/>
    <p:sldLayoutId id="2147484096" r:id="rId7"/>
    <p:sldLayoutId id="2147484097" r:id="rId8"/>
    <p:sldLayoutId id="2147484098" r:id="rId9"/>
    <p:sldLayoutId id="2147484099" r:id="rId10"/>
    <p:sldLayoutId id="2147484100" r:id="rId11"/>
    <p:sldLayoutId id="214748410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483883999"/>
      </p:ext>
    </p:extLst>
  </p:cSld>
  <p:clrMap bg1="lt1" tx1="dk1" bg2="lt2" tx2="dk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 id="214748411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529406989"/>
      </p:ext>
    </p:extLst>
  </p:cSld>
  <p:clrMap bg1="lt1" tx1="dk1" bg2="lt2" tx2="dk2" accent1="accent1" accent2="accent2" accent3="accent3" accent4="accent4" accent5="accent5" accent6="accent6" hlink="hlink" folHlink="folHlink"/>
  <p:sldLayoutIdLst>
    <p:sldLayoutId id="2147484116" r:id="rId1"/>
    <p:sldLayoutId id="2147484117" r:id="rId2"/>
    <p:sldLayoutId id="2147484118" r:id="rId3"/>
    <p:sldLayoutId id="2147484119" r:id="rId4"/>
    <p:sldLayoutId id="2147484120" r:id="rId5"/>
    <p:sldLayoutId id="2147484121" r:id="rId6"/>
    <p:sldLayoutId id="2147484122" r:id="rId7"/>
    <p:sldLayoutId id="2147484123" r:id="rId8"/>
    <p:sldLayoutId id="2147484124" r:id="rId9"/>
    <p:sldLayoutId id="2147484125" r:id="rId10"/>
    <p:sldLayoutId id="2147484126" r:id="rId11"/>
    <p:sldLayoutId id="214748412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224380471"/>
      </p:ext>
    </p:extLst>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 id="214748414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828782592"/>
      </p:ext>
    </p:extLst>
  </p:cSld>
  <p:clrMap bg1="lt1" tx1="dk1" bg2="lt2" tx2="dk2" accent1="accent1" accent2="accent2" accent3="accent3" accent4="accent4" accent5="accent5" accent6="accent6" hlink="hlink" folHlink="folHlink"/>
  <p:sldLayoutIdLst>
    <p:sldLayoutId id="2147484142" r:id="rId1"/>
    <p:sldLayoutId id="2147484143" r:id="rId2"/>
    <p:sldLayoutId id="2147484144" r:id="rId3"/>
    <p:sldLayoutId id="2147484145" r:id="rId4"/>
    <p:sldLayoutId id="2147484146" r:id="rId5"/>
    <p:sldLayoutId id="2147484147" r:id="rId6"/>
    <p:sldLayoutId id="2147484148" r:id="rId7"/>
    <p:sldLayoutId id="2147484149" r:id="rId8"/>
    <p:sldLayoutId id="2147484150" r:id="rId9"/>
    <p:sldLayoutId id="2147484151" r:id="rId10"/>
    <p:sldLayoutId id="2147484152" r:id="rId11"/>
    <p:sldLayoutId id="214748415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518831203"/>
      </p:ext>
    </p:extLst>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8" r:id="rId4"/>
    <p:sldLayoutId id="2147484159" r:id="rId5"/>
    <p:sldLayoutId id="2147484160" r:id="rId6"/>
    <p:sldLayoutId id="2147484161" r:id="rId7"/>
    <p:sldLayoutId id="2147484162" r:id="rId8"/>
    <p:sldLayoutId id="2147484163" r:id="rId9"/>
    <p:sldLayoutId id="2147484164" r:id="rId10"/>
    <p:sldLayoutId id="2147484165"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86710355"/>
      </p:ext>
    </p:extLst>
  </p:cSld>
  <p:clrMap bg1="lt1" tx1="dk1" bg2="lt2" tx2="dk2" accent1="accent1" accent2="accent2" accent3="accent3" accent4="accent4" accent5="accent5" accent6="accent6" hlink="hlink" folHlink="folHlink"/>
  <p:sldLayoutIdLst>
    <p:sldLayoutId id="2147484168" r:id="rId1"/>
    <p:sldLayoutId id="2147484169" r:id="rId2"/>
    <p:sldLayoutId id="2147484170" r:id="rId3"/>
    <p:sldLayoutId id="2147484171" r:id="rId4"/>
    <p:sldLayoutId id="2147484172" r:id="rId5"/>
    <p:sldLayoutId id="2147484173" r:id="rId6"/>
    <p:sldLayoutId id="2147484174" r:id="rId7"/>
    <p:sldLayoutId id="2147484175" r:id="rId8"/>
    <p:sldLayoutId id="2147484176" r:id="rId9"/>
    <p:sldLayoutId id="2147484177" r:id="rId10"/>
    <p:sldLayoutId id="2147484178" r:id="rId11"/>
    <p:sldLayoutId id="214748417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916293706"/>
      </p:ext>
    </p:extLst>
  </p:cSld>
  <p:clrMap bg1="lt1" tx1="dk1" bg2="lt2" tx2="dk2" accent1="accent1" accent2="accent2" accent3="accent3" accent4="accent4" accent5="accent5" accent6="accent6" hlink="hlink" folHlink="folHlink"/>
  <p:sldLayoutIdLst>
    <p:sldLayoutId id="2147484181" r:id="rId1"/>
    <p:sldLayoutId id="2147484182" r:id="rId2"/>
    <p:sldLayoutId id="2147484183" r:id="rId3"/>
    <p:sldLayoutId id="2147484184" r:id="rId4"/>
    <p:sldLayoutId id="2147484185" r:id="rId5"/>
    <p:sldLayoutId id="2147484186" r:id="rId6"/>
    <p:sldLayoutId id="2147484187" r:id="rId7"/>
    <p:sldLayoutId id="2147484188" r:id="rId8"/>
    <p:sldLayoutId id="2147484189" r:id="rId9"/>
    <p:sldLayoutId id="2147484190" r:id="rId10"/>
    <p:sldLayoutId id="2147484191" r:id="rId11"/>
    <p:sldLayoutId id="214748419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201465997"/>
      </p:ext>
    </p:extLst>
  </p:cSld>
  <p:clrMap bg1="lt1" tx1="dk1" bg2="lt2" tx2="dk2" accent1="accent1" accent2="accent2" accent3="accent3" accent4="accent4" accent5="accent5" accent6="accent6" hlink="hlink" folHlink="folHlink"/>
  <p:sldLayoutIdLst>
    <p:sldLayoutId id="2147484194" r:id="rId1"/>
    <p:sldLayoutId id="2147484195" r:id="rId2"/>
    <p:sldLayoutId id="2147484196" r:id="rId3"/>
    <p:sldLayoutId id="2147484197" r:id="rId4"/>
    <p:sldLayoutId id="2147484198" r:id="rId5"/>
    <p:sldLayoutId id="2147484199" r:id="rId6"/>
    <p:sldLayoutId id="2147484200" r:id="rId7"/>
    <p:sldLayoutId id="2147484201" r:id="rId8"/>
    <p:sldLayoutId id="2147484202" r:id="rId9"/>
    <p:sldLayoutId id="2147484203" r:id="rId10"/>
    <p:sldLayoutId id="2147484204" r:id="rId11"/>
    <p:sldLayoutId id="214748420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319745127"/>
      </p:ext>
    </p:extLst>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6.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9.xml"/><Relationship Id="rId1" Type="http://schemas.openxmlformats.org/officeDocument/2006/relationships/slideLayout" Target="../slideLayouts/slideLayout10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14.x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26.xml"/><Relationship Id="rId5" Type="http://schemas.openxmlformats.org/officeDocument/2006/relationships/image" Target="../media/image7.emf"/><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38.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3.xml"/><Relationship Id="rId1" Type="http://schemas.openxmlformats.org/officeDocument/2006/relationships/slideLayout" Target="../slideLayouts/slideLayout150.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4.xml"/><Relationship Id="rId1" Type="http://schemas.openxmlformats.org/officeDocument/2006/relationships/slideLayout" Target="../slideLayouts/slideLayout162.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5.xml"/><Relationship Id="rId1" Type="http://schemas.openxmlformats.org/officeDocument/2006/relationships/slideLayout" Target="../slideLayouts/slideLayout174.xml"/></Relationships>
</file>

<file path=ppt/slides/_rels/slide1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6.xml"/><Relationship Id="rId1" Type="http://schemas.openxmlformats.org/officeDocument/2006/relationships/slideLayout" Target="../slideLayouts/slideLayout18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8.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10.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8.xml"/></Relationships>
</file>

<file path=ppt/slides/_rels/slide2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0.xml"/><Relationship Id="rId1" Type="http://schemas.openxmlformats.org/officeDocument/2006/relationships/slideLayout" Target="../slideLayouts/slideLayout218.xml"/><Relationship Id="rId5" Type="http://schemas.openxmlformats.org/officeDocument/2006/relationships/image" Target="../media/image14.png"/><Relationship Id="rId4" Type="http://schemas.openxmlformats.org/officeDocument/2006/relationships/image" Target="../media/image10.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70.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8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9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1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318.xml"/><Relationship Id="rId4" Type="http://schemas.openxmlformats.org/officeDocument/2006/relationships/image" Target="../media/image4.emf"/></Relationships>
</file>

<file path=ppt/slides/_rels/slide2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8.xml"/><Relationship Id="rId1" Type="http://schemas.openxmlformats.org/officeDocument/2006/relationships/slideLayout" Target="../slideLayouts/slideLayout336.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34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5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6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78.xml"/></Relationships>
</file>

<file path=ppt/slides/_rels/slide3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390.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0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7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2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3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4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5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9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03.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smtClean="0"/>
              <a:t>Module 5</a:t>
            </a:r>
            <a:endParaRPr lang="en-CA" sz="2600"/>
          </a:p>
        </p:txBody>
      </p:sp>
      <p:sp>
        <p:nvSpPr>
          <p:cNvPr id="3" name="Subtitle 2"/>
          <p:cNvSpPr>
            <a:spLocks noGrp="1"/>
          </p:cNvSpPr>
          <p:nvPr>
            <p:ph type="subTitle" sz="quarter" idx="1"/>
          </p:nvPr>
        </p:nvSpPr>
        <p:spPr/>
        <p:txBody>
          <a:bodyPr/>
          <a:lstStyle/>
          <a:p>
            <a:r>
              <a:rPr lang="en-CA" smtClean="0"/>
              <a:t>Implementing IPv4
</a:t>
            </a:r>
            <a:endParaRPr lang="en-CA"/>
          </a:p>
        </p:txBody>
      </p:sp>
    </p:spTree>
    <p:extLst>
      <p:ext uri="{BB962C8B-B14F-4D97-AF65-F5344CB8AC3E}">
        <p14:creationId xmlns:p14="http://schemas.microsoft.com/office/powerpoint/2010/main" val="3166498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Module Overview</a:t>
            </a:r>
            <a:endParaRPr lang="en-CA"/>
          </a:p>
        </p:txBody>
      </p:sp>
      <p:sp>
        <p:nvSpPr>
          <p:cNvPr id="3" name="Text Placeholder 2"/>
          <p:cNvSpPr>
            <a:spLocks noGrp="1"/>
          </p:cNvSpPr>
          <p:nvPr>
            <p:ph type="body" idx="1"/>
          </p:nvPr>
        </p:nvSpPr>
        <p:spPr/>
        <p:txBody>
          <a:bodyPr/>
          <a:lstStyle/>
          <a:p>
            <a:r>
              <a:rPr lang="en-CA" smtClean="0"/>
              <a:t>Overview of TCP/IP
Understanding IPv4 Addressing
Subnetting and Supernetting
Configuring and Troubleshooting IPv4</a:t>
            </a:r>
            <a:endParaRPr lang="en-CA"/>
          </a:p>
        </p:txBody>
      </p:sp>
    </p:spTree>
    <p:extLst>
      <p:ext uri="{BB962C8B-B14F-4D97-AF65-F5344CB8AC3E}">
        <p14:creationId xmlns:p14="http://schemas.microsoft.com/office/powerpoint/2010/main" val="4755070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928a0490-1281-45c5-84fe-a78eda3c30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Lesson 1: Overview of TCP/IP</a:t>
            </a:r>
            <a:endParaRPr lang="en-CA"/>
          </a:p>
        </p:txBody>
      </p:sp>
      <p:sp>
        <p:nvSpPr>
          <p:cNvPr id="3" name="Text Placeholder 2"/>
          <p:cNvSpPr>
            <a:spLocks noGrp="1"/>
          </p:cNvSpPr>
          <p:nvPr>
            <p:ph type="body" idx="1"/>
          </p:nvPr>
        </p:nvSpPr>
        <p:spPr/>
        <p:txBody>
          <a:bodyPr/>
          <a:lstStyle/>
          <a:p>
            <a:r>
              <a:rPr lang="en-CA" smtClean="0"/>
              <a:t>The TCP/IP Protocol Suite
Protocols in the TCP/IP Suite
TCP/IP Applications
What Is a Socket?</a:t>
            </a:r>
            <a:endParaRPr lang="en-CA"/>
          </a:p>
        </p:txBody>
      </p:sp>
    </p:spTree>
    <p:extLst>
      <p:ext uri="{BB962C8B-B14F-4D97-AF65-F5344CB8AC3E}">
        <p14:creationId xmlns:p14="http://schemas.microsoft.com/office/powerpoint/2010/main" val="1850912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43b9b31c-9c37-4739-aeb6-485c0ad5ec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The TCP/IP Protocol Suite</a:t>
            </a:r>
            <a:endParaRPr lang="en-CA"/>
          </a:p>
        </p:txBody>
      </p:sp>
      <p:grpSp>
        <p:nvGrpSpPr>
          <p:cNvPr id="4" name="Group 3" descr="A diagram of the components of the TCP/IP protocol suite and some of the specific protocols in each layer.&#10;From the top to the bottom they are the:&#10;• Application layer, which includes HTTP, FTP, SMTP, DNS, POP3, and SNMP.&#10;• Transport layer, which includes TCP and UDP.&#10;• Internet layer, which includes IPv6 and IPv4. IPv4 includes ARP, IGMP, and ICMP.&#10;• Network Interface layer, which includes Ethernet, Wi-Fi, and Mobile broadband."/>
          <p:cNvGrpSpPr/>
          <p:nvPr/>
        </p:nvGrpSpPr>
        <p:grpSpPr>
          <a:xfrm>
            <a:off x="329609" y="984626"/>
            <a:ext cx="8477908" cy="5139889"/>
            <a:chOff x="329609" y="984626"/>
            <a:chExt cx="8477908" cy="5139889"/>
          </a:xfrm>
        </p:grpSpPr>
        <p:sp>
          <p:nvSpPr>
            <p:cNvPr id="5" name="AutoShape 7" descr="&quot;&quot;"/>
            <p:cNvSpPr>
              <a:spLocks noChangeArrowheads="1"/>
            </p:cNvSpPr>
            <p:nvPr/>
          </p:nvSpPr>
          <p:spPr bwMode="auto">
            <a:xfrm>
              <a:off x="347897" y="5172031"/>
              <a:ext cx="8459620" cy="952484"/>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6" name="AutoShape 12" descr="&quot;&quot;"/>
            <p:cNvSpPr>
              <a:spLocks noChangeArrowheads="1"/>
            </p:cNvSpPr>
            <p:nvPr/>
          </p:nvSpPr>
          <p:spPr bwMode="auto">
            <a:xfrm>
              <a:off x="444500" y="5250922"/>
              <a:ext cx="2533955" cy="808037"/>
            </a:xfrm>
            <a:prstGeom prst="rect">
              <a:avLst/>
            </a:prstGeom>
            <a:solidFill>
              <a:schemeClr val="accent6">
                <a:lumMod val="40000"/>
                <a:lumOff val="60000"/>
              </a:schemeClr>
            </a:solidFill>
            <a:ln w="19050">
              <a:noFill/>
              <a:round/>
              <a:headEnd/>
              <a:tailEnd/>
            </a:ln>
            <a:effectLst/>
          </p:spPr>
          <p:txBody>
            <a:bodyPr wrap="none" anchor="ctr"/>
            <a:lstStyle/>
            <a:p>
              <a:pPr lvl="0"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Network Interface</a:t>
              </a:r>
            </a:p>
          </p:txBody>
        </p:sp>
        <p:sp>
          <p:nvSpPr>
            <p:cNvPr id="7" name="AutoShape 15" descr="&quot;&quot;"/>
            <p:cNvSpPr>
              <a:spLocks noChangeArrowheads="1"/>
            </p:cNvSpPr>
            <p:nvPr/>
          </p:nvSpPr>
          <p:spPr bwMode="auto">
            <a:xfrm>
              <a:off x="2833688" y="5343184"/>
              <a:ext cx="1596304" cy="635000"/>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Ethernet</a:t>
              </a:r>
            </a:p>
          </p:txBody>
        </p:sp>
        <p:sp>
          <p:nvSpPr>
            <p:cNvPr id="8" name="AutoShape 16" descr="&quot;&quot;"/>
            <p:cNvSpPr>
              <a:spLocks noChangeArrowheads="1"/>
            </p:cNvSpPr>
            <p:nvPr/>
          </p:nvSpPr>
          <p:spPr bwMode="auto">
            <a:xfrm>
              <a:off x="6440887" y="5283994"/>
              <a:ext cx="1942143" cy="681779"/>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Mobile</a:t>
              </a:r>
              <a:br>
                <a:rPr lang="en-US" sz="2000" b="1">
                  <a:solidFill>
                    <a:srgbClr val="000000"/>
                  </a:solidFill>
                  <a:latin typeface="Segoe UI" pitchFamily="34" charset="0"/>
                  <a:ea typeface="Segoe UI" pitchFamily="34" charset="0"/>
                  <a:cs typeface="Segoe UI" pitchFamily="34" charset="0"/>
                </a:rPr>
              </a:br>
              <a:r>
                <a:rPr lang="en-US" sz="2000" b="1">
                  <a:solidFill>
                    <a:srgbClr val="000000"/>
                  </a:solidFill>
                  <a:latin typeface="Segoe UI" pitchFamily="34" charset="0"/>
                  <a:ea typeface="Segoe UI" pitchFamily="34" charset="0"/>
                  <a:cs typeface="Segoe UI" pitchFamily="34" charset="0"/>
                </a:rPr>
                <a:t>broadband</a:t>
              </a:r>
            </a:p>
          </p:txBody>
        </p:sp>
        <p:sp>
          <p:nvSpPr>
            <p:cNvPr id="9" name="AutoShape 17" descr="&quot;&quot;"/>
            <p:cNvSpPr>
              <a:spLocks noChangeArrowheads="1"/>
            </p:cNvSpPr>
            <p:nvPr/>
          </p:nvSpPr>
          <p:spPr bwMode="auto">
            <a:xfrm>
              <a:off x="4649911" y="5343184"/>
              <a:ext cx="1467425" cy="635000"/>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Wi-Fi</a:t>
              </a:r>
            </a:p>
          </p:txBody>
        </p:sp>
        <p:sp>
          <p:nvSpPr>
            <p:cNvPr id="10" name="AutoShape 4" descr="&quot;&quot;"/>
            <p:cNvSpPr>
              <a:spLocks noChangeArrowheads="1"/>
            </p:cNvSpPr>
            <p:nvPr/>
          </p:nvSpPr>
          <p:spPr bwMode="auto">
            <a:xfrm>
              <a:off x="329609" y="1576375"/>
              <a:ext cx="8476434" cy="1183260"/>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endParaRPr lang="en-CA" sz="1600" b="1">
                <a:solidFill>
                  <a:srgbClr val="000000"/>
                </a:solidFill>
                <a:latin typeface="Segoe UI" pitchFamily="34" charset="0"/>
                <a:ea typeface="Segoe UI" pitchFamily="34" charset="0"/>
                <a:cs typeface="Segoe UI" pitchFamily="34" charset="0"/>
              </a:endParaRPr>
            </a:p>
          </p:txBody>
        </p:sp>
        <p:sp>
          <p:nvSpPr>
            <p:cNvPr id="11" name="AutoShape 13" descr="&quot;&quot;"/>
            <p:cNvSpPr>
              <a:spLocks noChangeArrowheads="1"/>
            </p:cNvSpPr>
            <p:nvPr/>
          </p:nvSpPr>
          <p:spPr bwMode="auto">
            <a:xfrm>
              <a:off x="445298" y="1805278"/>
              <a:ext cx="1994933" cy="707526"/>
            </a:xfrm>
            <a:prstGeom prst="rect">
              <a:avLst/>
            </a:prstGeom>
            <a:solidFill>
              <a:schemeClr val="accent6">
                <a:lumMod val="40000"/>
                <a:lumOff val="60000"/>
              </a:schemeClr>
            </a:solidFill>
            <a:ln w="19050">
              <a:noFill/>
              <a:round/>
              <a:headEnd/>
              <a:tailEnd/>
            </a:ln>
            <a:effectLst/>
          </p:spPr>
          <p:txBody>
            <a:bodyPr wrap="none" anchor="ctr"/>
            <a:lstStyle/>
            <a:p>
              <a:pPr lvl="0"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Application</a:t>
              </a:r>
            </a:p>
          </p:txBody>
        </p:sp>
        <p:sp>
          <p:nvSpPr>
            <p:cNvPr id="12" name="AutoShape 19" descr="&quot;&quot;"/>
            <p:cNvSpPr>
              <a:spLocks noChangeArrowheads="1"/>
            </p:cNvSpPr>
            <p:nvPr/>
          </p:nvSpPr>
          <p:spPr bwMode="auto">
            <a:xfrm>
              <a:off x="2705170" y="1693513"/>
              <a:ext cx="5623044" cy="997738"/>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HTTP          FTP        SMTP</a:t>
              </a:r>
            </a:p>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 DNS         POP3      SNMP</a:t>
              </a:r>
            </a:p>
          </p:txBody>
        </p:sp>
        <p:sp>
          <p:nvSpPr>
            <p:cNvPr id="13" name="Text Box 25" descr="&quot;&quot;"/>
            <p:cNvSpPr txBox="1">
              <a:spLocks noChangeArrowheads="1"/>
            </p:cNvSpPr>
            <p:nvPr/>
          </p:nvSpPr>
          <p:spPr bwMode="auto">
            <a:xfrm>
              <a:off x="3311460" y="1082733"/>
              <a:ext cx="4572129" cy="400110"/>
            </a:xfrm>
            <a:prstGeom prst="rect">
              <a:avLst/>
            </a:prstGeom>
            <a:noFill/>
            <a:ln>
              <a:noFill/>
            </a:ln>
            <a:effectLst/>
            <a:extLst/>
          </p:spPr>
          <p:txBody>
            <a:bodyPr wrap="square" lIns="0" tIns="0" rIns="0" bIns="0">
              <a:spAutoFit/>
            </a:bodyPr>
            <a:lstStyle>
              <a:lvl1pPr defTabSz="461963">
                <a:defRPr b="1">
                  <a:solidFill>
                    <a:schemeClr val="tx1"/>
                  </a:solidFill>
                  <a:latin typeface="Verdana" pitchFamily="34" charset="0"/>
                </a:defRPr>
              </a:lvl1pPr>
              <a:lvl2pPr marL="742950" indent="-285750" defTabSz="461963">
                <a:defRPr b="1">
                  <a:solidFill>
                    <a:schemeClr val="tx1"/>
                  </a:solidFill>
                  <a:latin typeface="Verdana" pitchFamily="34" charset="0"/>
                </a:defRPr>
              </a:lvl2pPr>
              <a:lvl3pPr marL="1143000" indent="-228600" defTabSz="461963">
                <a:defRPr b="1">
                  <a:solidFill>
                    <a:schemeClr val="tx1"/>
                  </a:solidFill>
                  <a:latin typeface="Verdana" pitchFamily="34" charset="0"/>
                </a:defRPr>
              </a:lvl3pPr>
              <a:lvl4pPr marL="1600200" indent="-228600" defTabSz="461963">
                <a:defRPr b="1">
                  <a:solidFill>
                    <a:schemeClr val="tx1"/>
                  </a:solidFill>
                  <a:latin typeface="Verdana" pitchFamily="34" charset="0"/>
                </a:defRPr>
              </a:lvl4pPr>
              <a:lvl5pPr marL="2057400" indent="-228600" defTabSz="461963">
                <a:defRPr b="1">
                  <a:solidFill>
                    <a:schemeClr val="tx1"/>
                  </a:solidFill>
                  <a:latin typeface="Verdana" pitchFamily="34" charset="0"/>
                </a:defRPr>
              </a:lvl5pPr>
              <a:lvl6pPr marL="2514600" indent="-228600" algn="ctr" defTabSz="461963" eaLnBrk="0" fontAlgn="base" hangingPunct="0">
                <a:spcBef>
                  <a:spcPct val="0"/>
                </a:spcBef>
                <a:spcAft>
                  <a:spcPct val="0"/>
                </a:spcAft>
                <a:defRPr b="1">
                  <a:solidFill>
                    <a:schemeClr val="tx1"/>
                  </a:solidFill>
                  <a:latin typeface="Verdana" pitchFamily="34" charset="0"/>
                </a:defRPr>
              </a:lvl6pPr>
              <a:lvl7pPr marL="2971800" indent="-228600" algn="ctr" defTabSz="461963" eaLnBrk="0" fontAlgn="base" hangingPunct="0">
                <a:spcBef>
                  <a:spcPct val="0"/>
                </a:spcBef>
                <a:spcAft>
                  <a:spcPct val="0"/>
                </a:spcAft>
                <a:defRPr b="1">
                  <a:solidFill>
                    <a:schemeClr val="tx1"/>
                  </a:solidFill>
                  <a:latin typeface="Verdana" pitchFamily="34" charset="0"/>
                </a:defRPr>
              </a:lvl7pPr>
              <a:lvl8pPr marL="3429000" indent="-228600" algn="ctr" defTabSz="461963" eaLnBrk="0" fontAlgn="base" hangingPunct="0">
                <a:spcBef>
                  <a:spcPct val="0"/>
                </a:spcBef>
                <a:spcAft>
                  <a:spcPct val="0"/>
                </a:spcAft>
                <a:defRPr b="1">
                  <a:solidFill>
                    <a:schemeClr val="tx1"/>
                  </a:solidFill>
                  <a:latin typeface="Verdana" pitchFamily="34" charset="0"/>
                </a:defRPr>
              </a:lvl8pPr>
              <a:lvl9pPr marL="3886200" indent="-228600" algn="ctr" defTabSz="461963" eaLnBrk="0" fontAlgn="base" hangingPunct="0">
                <a:spcBef>
                  <a:spcPct val="0"/>
                </a:spcBef>
                <a:spcAft>
                  <a:spcPct val="0"/>
                </a:spcAft>
                <a:defRPr b="1">
                  <a:solidFill>
                    <a:schemeClr val="tx1"/>
                  </a:solidFill>
                  <a:latin typeface="Verdana" pitchFamily="34" charset="0"/>
                </a:defRPr>
              </a:lvl9pPr>
            </a:lstStyle>
            <a:p>
              <a:pPr lvl="0" algn="ctr" defTabSz="914400" fontAlgn="base">
                <a:spcBef>
                  <a:spcPct val="50000"/>
                </a:spcBef>
                <a:spcAft>
                  <a:spcPct val="0"/>
                </a:spcAft>
              </a:pPr>
              <a:r>
                <a:rPr lang="en-US" sz="2600">
                  <a:solidFill>
                    <a:srgbClr val="000000"/>
                  </a:solidFill>
                  <a:latin typeface="Segoe UI" pitchFamily="34" charset="0"/>
                  <a:ea typeface="Segoe UI" pitchFamily="34" charset="0"/>
                  <a:cs typeface="Segoe UI" pitchFamily="34" charset="0"/>
                </a:rPr>
                <a:t>TCP/IP Protocol Suite</a:t>
              </a:r>
            </a:p>
          </p:txBody>
        </p:sp>
        <p:sp>
          <p:nvSpPr>
            <p:cNvPr id="14" name="AutoShape 6" descr="&quot;&quot;"/>
            <p:cNvSpPr>
              <a:spLocks noChangeArrowheads="1"/>
            </p:cNvSpPr>
            <p:nvPr/>
          </p:nvSpPr>
          <p:spPr bwMode="auto">
            <a:xfrm>
              <a:off x="329609" y="2903069"/>
              <a:ext cx="8476434" cy="600635"/>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endParaRPr lang="en-CA" sz="1600" b="1">
                <a:solidFill>
                  <a:srgbClr val="000000"/>
                </a:solidFill>
                <a:latin typeface="Segoe UI" pitchFamily="34" charset="0"/>
                <a:ea typeface="Segoe UI" pitchFamily="34" charset="0"/>
                <a:cs typeface="Segoe UI" pitchFamily="34" charset="0"/>
              </a:endParaRPr>
            </a:p>
          </p:txBody>
        </p:sp>
        <p:sp>
          <p:nvSpPr>
            <p:cNvPr id="15" name="AutoShape 10" descr="&quot;&quot;"/>
            <p:cNvSpPr>
              <a:spLocks noChangeArrowheads="1"/>
            </p:cNvSpPr>
            <p:nvPr/>
          </p:nvSpPr>
          <p:spPr bwMode="auto">
            <a:xfrm>
              <a:off x="444501" y="2993863"/>
              <a:ext cx="1751532" cy="438149"/>
            </a:xfrm>
            <a:prstGeom prst="rect">
              <a:avLst/>
            </a:prstGeom>
            <a:solidFill>
              <a:schemeClr val="accent6">
                <a:lumMod val="40000"/>
                <a:lumOff val="60000"/>
              </a:schemeClr>
            </a:solidFill>
            <a:ln w="19050">
              <a:noFill/>
              <a:round/>
              <a:headEnd/>
              <a:tailEnd/>
            </a:ln>
            <a:effectLst/>
          </p:spPr>
          <p:txBody>
            <a:bodyPr wrap="none" anchor="ctr"/>
            <a:lstStyle/>
            <a:p>
              <a:pPr lvl="0"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Transport</a:t>
              </a:r>
            </a:p>
          </p:txBody>
        </p:sp>
        <p:sp>
          <p:nvSpPr>
            <p:cNvPr id="16" name="AutoShape 27" descr="&quot;&quot;"/>
            <p:cNvSpPr>
              <a:spLocks noChangeArrowheads="1"/>
            </p:cNvSpPr>
            <p:nvPr/>
          </p:nvSpPr>
          <p:spPr bwMode="auto">
            <a:xfrm>
              <a:off x="3183203" y="3010669"/>
              <a:ext cx="4666978" cy="438149"/>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TCP                  UDP</a:t>
              </a:r>
            </a:p>
          </p:txBody>
        </p:sp>
        <p:sp>
          <p:nvSpPr>
            <p:cNvPr id="17" name="AutoShape 8" descr="&quot;&quot;"/>
            <p:cNvSpPr>
              <a:spLocks noChangeArrowheads="1"/>
            </p:cNvSpPr>
            <p:nvPr/>
          </p:nvSpPr>
          <p:spPr bwMode="auto">
            <a:xfrm>
              <a:off x="331083" y="3691965"/>
              <a:ext cx="8476434" cy="1222427"/>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endParaRPr lang="en-CA" sz="1600" b="1">
                <a:solidFill>
                  <a:srgbClr val="000000"/>
                </a:solidFill>
                <a:latin typeface="Segoe UI" pitchFamily="34" charset="0"/>
                <a:ea typeface="Segoe UI" pitchFamily="34" charset="0"/>
                <a:cs typeface="Segoe UI" pitchFamily="34" charset="0"/>
              </a:endParaRPr>
            </a:p>
          </p:txBody>
        </p:sp>
        <p:sp>
          <p:nvSpPr>
            <p:cNvPr id="18" name="AutoShape 11" descr="&quot;&quot;"/>
            <p:cNvSpPr>
              <a:spLocks noChangeArrowheads="1"/>
            </p:cNvSpPr>
            <p:nvPr/>
          </p:nvSpPr>
          <p:spPr bwMode="auto">
            <a:xfrm>
              <a:off x="444501" y="3977917"/>
              <a:ext cx="1498374" cy="646113"/>
            </a:xfrm>
            <a:prstGeom prst="rect">
              <a:avLst/>
            </a:prstGeom>
            <a:solidFill>
              <a:schemeClr val="accent6">
                <a:lumMod val="40000"/>
                <a:lumOff val="60000"/>
              </a:schemeClr>
            </a:solidFill>
            <a:ln w="19050">
              <a:noFill/>
              <a:round/>
              <a:headEnd/>
              <a:tailEnd/>
            </a:ln>
            <a:effectLst/>
          </p:spPr>
          <p:txBody>
            <a:bodyPr wrap="none" anchor="ctr"/>
            <a:lstStyle/>
            <a:p>
              <a:pPr lvl="0"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Internet</a:t>
              </a:r>
            </a:p>
          </p:txBody>
        </p:sp>
        <p:sp>
          <p:nvSpPr>
            <p:cNvPr id="19" name="AutoShape 36" descr="&quot;&quot;"/>
            <p:cNvSpPr>
              <a:spLocks noChangeArrowheads="1"/>
            </p:cNvSpPr>
            <p:nvPr/>
          </p:nvSpPr>
          <p:spPr bwMode="auto">
            <a:xfrm>
              <a:off x="6117336" y="3799542"/>
              <a:ext cx="2210878" cy="1022029"/>
            </a:xfrm>
            <a:prstGeom prst="rect">
              <a:avLst/>
            </a:prstGeom>
            <a:solidFill>
              <a:schemeClr val="bg1"/>
            </a:solidFill>
            <a:ln w="12700" algn="ctr">
              <a:solidFill>
                <a:schemeClr val="bg2">
                  <a:lumMod val="50000"/>
                </a:schemeClr>
              </a:solidFill>
              <a:round/>
              <a:headEnd/>
              <a:tailEnd/>
            </a:ln>
            <a:effectLst/>
          </p:spPr>
          <p:txBody>
            <a:bodyPr lIns="0" tIns="0" rIns="0" bIns="0" anchor="ctr"/>
            <a:lstStyle/>
            <a:p>
              <a:pPr lvl="0" algn="ctr" defTabSz="1031875" fontAlgn="base">
                <a:spcBef>
                  <a:spcPct val="0"/>
                </a:spcBef>
                <a:spcAft>
                  <a:spcPct val="0"/>
                </a:spcAft>
                <a:tabLst>
                  <a:tab pos="1139825" algn="l"/>
                  <a:tab pos="2173288" algn="l"/>
                </a:tabLst>
              </a:pPr>
              <a:r>
                <a:rPr lang="en-US" sz="2400" b="1">
                  <a:solidFill>
                    <a:srgbClr val="000000"/>
                  </a:solidFill>
                  <a:latin typeface="Segoe UI" pitchFamily="34" charset="0"/>
                  <a:ea typeface="Segoe UI" pitchFamily="34" charset="0"/>
                  <a:cs typeface="Segoe UI" pitchFamily="34" charset="0"/>
                </a:rPr>
                <a:t>IPv6</a:t>
              </a:r>
            </a:p>
          </p:txBody>
        </p:sp>
        <p:sp>
          <p:nvSpPr>
            <p:cNvPr id="20" name="AutoShape 38" descr="&quot;&quot;"/>
            <p:cNvSpPr>
              <a:spLocks noChangeArrowheads="1"/>
            </p:cNvSpPr>
            <p:nvPr/>
          </p:nvSpPr>
          <p:spPr bwMode="auto">
            <a:xfrm>
              <a:off x="2833688" y="3799542"/>
              <a:ext cx="3064192" cy="1031174"/>
            </a:xfrm>
            <a:prstGeom prst="roundRect">
              <a:avLst>
                <a:gd name="adj" fmla="val 1802"/>
              </a:avLst>
            </a:prstGeom>
            <a:solidFill>
              <a:schemeClr val="bg1"/>
            </a:solidFill>
            <a:ln w="12700" algn="ctr">
              <a:solidFill>
                <a:schemeClr val="bg2">
                  <a:lumMod val="50000"/>
                </a:schemeClr>
              </a:solidFill>
              <a:round/>
              <a:headEnd/>
              <a:tailEnd/>
            </a:ln>
            <a:effectLst/>
          </p:spPr>
          <p:txBody>
            <a:bodyPr lIns="0" tIns="0" rIns="0" bIns="0" anchor="ctr"/>
            <a:lstStyle/>
            <a:p>
              <a:pPr marL="1077913" lvl="0" defTabSz="1031875" fontAlgn="base">
                <a:spcBef>
                  <a:spcPct val="0"/>
                </a:spcBef>
                <a:spcAft>
                  <a:spcPct val="0"/>
                </a:spcAft>
                <a:tabLst>
                  <a:tab pos="2173288" algn="l"/>
                </a:tabLst>
              </a:pPr>
              <a:r>
                <a:rPr lang="en-US" sz="2400" b="1">
                  <a:solidFill>
                    <a:srgbClr val="000000"/>
                  </a:solidFill>
                  <a:latin typeface="Segoe UI" pitchFamily="34" charset="0"/>
                  <a:ea typeface="Segoe UI" pitchFamily="34" charset="0"/>
                  <a:cs typeface="Segoe UI" pitchFamily="34" charset="0"/>
                </a:rPr>
                <a:t>IPv4</a:t>
              </a:r>
            </a:p>
          </p:txBody>
        </p:sp>
        <p:sp>
          <p:nvSpPr>
            <p:cNvPr id="21" name="AutoShape 30" descr="&quot;&quot;"/>
            <p:cNvSpPr>
              <a:spLocks noChangeArrowheads="1"/>
            </p:cNvSpPr>
            <p:nvPr/>
          </p:nvSpPr>
          <p:spPr bwMode="auto">
            <a:xfrm>
              <a:off x="2978455" y="3934495"/>
              <a:ext cx="822960" cy="274320"/>
            </a:xfrm>
            <a:prstGeom prst="roundRect">
              <a:avLst>
                <a:gd name="adj" fmla="val 4167"/>
              </a:avLst>
            </a:prstGeom>
            <a:noFill/>
            <a:ln w="12700" algn="ctr">
              <a:noFill/>
              <a:round/>
              <a:headEnd/>
              <a:tailEnd/>
            </a:ln>
            <a:effectLst/>
          </p:spPr>
          <p:txBody>
            <a:bodyPr lIns="0" tIns="0" rIns="0" bIns="0" anchor="ctr"/>
            <a:lstStyle/>
            <a:p>
              <a:pPr lvl="0" algn="ctr" fontAlgn="base">
                <a:spcBef>
                  <a:spcPct val="0"/>
                </a:spcBef>
                <a:spcAft>
                  <a:spcPct val="0"/>
                </a:spcAft>
              </a:pPr>
              <a:r>
                <a:rPr lang="en-US" sz="2000">
                  <a:solidFill>
                    <a:srgbClr val="000000"/>
                  </a:solidFill>
                  <a:latin typeface="Segoe UI" pitchFamily="34" charset="0"/>
                  <a:ea typeface="Segoe UI" pitchFamily="34" charset="0"/>
                  <a:cs typeface="Segoe UI" pitchFamily="34" charset="0"/>
                </a:rPr>
                <a:t>ARP</a:t>
              </a:r>
            </a:p>
          </p:txBody>
        </p:sp>
        <p:sp>
          <p:nvSpPr>
            <p:cNvPr id="22" name="AutoShape 39" descr="&quot;&quot;"/>
            <p:cNvSpPr>
              <a:spLocks noChangeArrowheads="1"/>
            </p:cNvSpPr>
            <p:nvPr/>
          </p:nvSpPr>
          <p:spPr bwMode="auto">
            <a:xfrm>
              <a:off x="4876799" y="3934495"/>
              <a:ext cx="822960" cy="274320"/>
            </a:xfrm>
            <a:prstGeom prst="roundRect">
              <a:avLst>
                <a:gd name="adj" fmla="val 4167"/>
              </a:avLst>
            </a:prstGeom>
            <a:noFill/>
            <a:ln w="12700" algn="ctr">
              <a:noFill/>
              <a:round/>
              <a:headEnd/>
              <a:tailEnd/>
            </a:ln>
            <a:effectLst/>
          </p:spPr>
          <p:txBody>
            <a:bodyPr lIns="0" tIns="0" rIns="0" bIns="0" anchor="ctr"/>
            <a:lstStyle/>
            <a:p>
              <a:pPr lvl="0" algn="ctr" fontAlgn="base">
                <a:spcBef>
                  <a:spcPct val="0"/>
                </a:spcBef>
                <a:spcAft>
                  <a:spcPct val="0"/>
                </a:spcAft>
              </a:pPr>
              <a:r>
                <a:rPr lang="en-US" sz="2000">
                  <a:solidFill>
                    <a:srgbClr val="000000"/>
                  </a:solidFill>
                  <a:latin typeface="Segoe UI" pitchFamily="34" charset="0"/>
                  <a:ea typeface="Segoe UI" pitchFamily="34" charset="0"/>
                  <a:cs typeface="Segoe UI" pitchFamily="34" charset="0"/>
                </a:rPr>
                <a:t>IGMP</a:t>
              </a:r>
              <a:endParaRPr lang="en-US" sz="2200">
                <a:solidFill>
                  <a:srgbClr val="000000"/>
                </a:solidFill>
                <a:latin typeface="Segoe UI" pitchFamily="34" charset="0"/>
                <a:ea typeface="Segoe UI" pitchFamily="34" charset="0"/>
                <a:cs typeface="Segoe UI" pitchFamily="34" charset="0"/>
              </a:endParaRPr>
            </a:p>
          </p:txBody>
        </p:sp>
        <p:sp>
          <p:nvSpPr>
            <p:cNvPr id="23" name="AutoShape 39" descr="&quot;&quot;"/>
            <p:cNvSpPr>
              <a:spLocks noChangeArrowheads="1"/>
            </p:cNvSpPr>
            <p:nvPr/>
          </p:nvSpPr>
          <p:spPr bwMode="auto">
            <a:xfrm>
              <a:off x="4876799" y="4339038"/>
              <a:ext cx="822960" cy="274320"/>
            </a:xfrm>
            <a:prstGeom prst="roundRect">
              <a:avLst>
                <a:gd name="adj" fmla="val 4167"/>
              </a:avLst>
            </a:prstGeom>
            <a:noFill/>
            <a:ln w="12700" algn="ctr">
              <a:noFill/>
              <a:round/>
              <a:headEnd/>
              <a:tailEnd/>
            </a:ln>
            <a:effectLst/>
          </p:spPr>
          <p:txBody>
            <a:bodyPr lIns="0" tIns="0" rIns="0" bIns="0" anchor="ctr"/>
            <a:lstStyle/>
            <a:p>
              <a:pPr lvl="0" algn="ctr" fontAlgn="base">
                <a:spcBef>
                  <a:spcPct val="0"/>
                </a:spcBef>
                <a:spcAft>
                  <a:spcPct val="0"/>
                </a:spcAft>
              </a:pPr>
              <a:r>
                <a:rPr lang="en-US" sz="2000">
                  <a:solidFill>
                    <a:srgbClr val="000000"/>
                  </a:solidFill>
                  <a:latin typeface="Segoe UI" pitchFamily="34" charset="0"/>
                  <a:ea typeface="Segoe UI" pitchFamily="34" charset="0"/>
                  <a:cs typeface="Segoe UI" pitchFamily="34" charset="0"/>
                </a:rPr>
                <a:t>ICMP</a:t>
              </a:r>
            </a:p>
          </p:txBody>
        </p:sp>
        <p:sp>
          <p:nvSpPr>
            <p:cNvPr id="24" name="alt-text here, AutoShape 9" descr="Theshows shows the TCP/IP protocol suite and some of the specific protocols in each layer.&#10;From the top to the bottom they are:&#10;• Application layer, which includes HTTP, FTP, SMTP, DNS, POP3, and SNMP.&#10;• Transport layer, which includes TCP and UDP.&#10;• Internet layer, which includes IPv6 and IPv4. IPv4 includes ARP, IGMP, and ICMP.&#10;• Network Interface layer, which includes Ethernet, Wi-Fi, and Mobile broadband.&#10;"/>
            <p:cNvSpPr>
              <a:spLocks noChangeArrowheads="1"/>
            </p:cNvSpPr>
            <p:nvPr/>
          </p:nvSpPr>
          <p:spPr bwMode="auto">
            <a:xfrm>
              <a:off x="2633332" y="984626"/>
              <a:ext cx="5927962" cy="4044574"/>
            </a:xfrm>
            <a:prstGeom prst="roundRect">
              <a:avLst>
                <a:gd name="adj" fmla="val 0"/>
              </a:avLst>
            </a:prstGeom>
            <a:noFill/>
            <a:ln w="63500">
              <a:headEnd/>
              <a:tailEnd/>
            </a:ln>
          </p:spPr>
          <p:style>
            <a:lnRef idx="2">
              <a:schemeClr val="accent2"/>
            </a:lnRef>
            <a:fillRef idx="1">
              <a:schemeClr val="lt1"/>
            </a:fillRef>
            <a:effectRef idx="0">
              <a:schemeClr val="accent2"/>
            </a:effectRef>
            <a:fontRef idx="minor">
              <a:schemeClr val="dk1"/>
            </a:fontRef>
          </p:style>
          <p:txBody>
            <a:bodyPr/>
            <a:lstStyle/>
            <a:p>
              <a:pPr lvl="0" algn="ctr" fontAlgn="base">
                <a:spcBef>
                  <a:spcPct val="0"/>
                </a:spcBef>
                <a:spcAft>
                  <a:spcPct val="0"/>
                </a:spcAft>
              </a:pPr>
              <a:endParaRPr lang="en-US" sz="2000" b="1">
                <a:solidFill>
                  <a:srgbClr val="000000"/>
                </a:solidFill>
                <a:latin typeface="Segoe UI" pitchFamily="34" charset="0"/>
                <a:ea typeface="Segoe UI" pitchFamily="34" charset="0"/>
                <a:cs typeface="Segoe UI" pitchFamily="34" charset="0"/>
              </a:endParaRPr>
            </a:p>
          </p:txBody>
        </p:sp>
      </p:grpSp>
    </p:spTree>
    <p:extLst>
      <p:ext uri="{BB962C8B-B14F-4D97-AF65-F5344CB8AC3E}">
        <p14:creationId xmlns:p14="http://schemas.microsoft.com/office/powerpoint/2010/main" val="12677319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316387d9-09b8-4036-9228-9909282c8da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Protocols in the TCP/IP Suite</a:t>
            </a:r>
            <a:endParaRPr lang="en-CA"/>
          </a:p>
        </p:txBody>
      </p:sp>
      <p:grpSp>
        <p:nvGrpSpPr>
          <p:cNvPr id="4" name="Group 3" descr="A diagram of the similarities between the layers of the OSI protocol model and the TCP/IP protocol suite. The similarities are as follows:&#10;• The application, presentation, and session layers of the OSI model are similar to the application layer of the TCP/IP protocol suite.&#10;• The transport layer of the OSI model is similar to the transport layer of the TCP/IP protocol suite.&#10;• The network layer of the OSI model is similar to the Internet layer of the TCP/IP protocol suite.&#10;• The data link and physical layers of the OSI model are similar to the network interface layer of the TCP/IP protocol suite."/>
          <p:cNvGrpSpPr/>
          <p:nvPr/>
        </p:nvGrpSpPr>
        <p:grpSpPr>
          <a:xfrm>
            <a:off x="259976" y="868508"/>
            <a:ext cx="8597153" cy="5512081"/>
            <a:chOff x="259976" y="868508"/>
            <a:chExt cx="8597153" cy="5512081"/>
          </a:xfrm>
        </p:grpSpPr>
        <p:sp>
          <p:nvSpPr>
            <p:cNvPr id="5" name="AutoShape 10" descr="&quot;&quot;"/>
            <p:cNvSpPr>
              <a:spLocks noChangeArrowheads="1"/>
            </p:cNvSpPr>
            <p:nvPr/>
          </p:nvSpPr>
          <p:spPr bwMode="auto">
            <a:xfrm>
              <a:off x="259976" y="1511708"/>
              <a:ext cx="8597153" cy="1566366"/>
            </a:xfrm>
            <a:prstGeom prst="roundRect">
              <a:avLst>
                <a:gd name="adj" fmla="val 0"/>
              </a:avLst>
            </a:prstGeom>
            <a:noFill/>
            <a:ln w="9525" algn="ctr">
              <a:solidFill>
                <a:srgbClr val="969696"/>
              </a:solidFill>
              <a:round/>
              <a:headEnd/>
              <a:tailEnd/>
            </a:ln>
          </p:spPr>
          <p:txBody>
            <a:bodyPr/>
            <a:lstStyle/>
            <a:p>
              <a:pPr lvl="0" algn="ctr" fontAlgn="base">
                <a:lnSpc>
                  <a:spcPct val="80000"/>
                </a:lnSpc>
                <a:spcBef>
                  <a:spcPct val="0"/>
                </a:spcBef>
                <a:spcAft>
                  <a:spcPct val="0"/>
                </a:spcAft>
              </a:pPr>
              <a:endParaRPr lang="en-US" b="1">
                <a:solidFill>
                  <a:srgbClr val="000000"/>
                </a:solidFill>
                <a:latin typeface="Segoe UI" pitchFamily="34" charset="0"/>
                <a:ea typeface="Segoe UI" pitchFamily="34" charset="0"/>
                <a:cs typeface="Segoe UI" pitchFamily="34" charset="0"/>
              </a:endParaRPr>
            </a:p>
          </p:txBody>
        </p:sp>
        <p:sp>
          <p:nvSpPr>
            <p:cNvPr id="6" name="AutoShape 10" descr="&quot;&quot;"/>
            <p:cNvSpPr>
              <a:spLocks noChangeArrowheads="1"/>
            </p:cNvSpPr>
            <p:nvPr/>
          </p:nvSpPr>
          <p:spPr bwMode="auto">
            <a:xfrm>
              <a:off x="259976" y="3265319"/>
              <a:ext cx="8597153" cy="685800"/>
            </a:xfrm>
            <a:prstGeom prst="roundRect">
              <a:avLst>
                <a:gd name="adj" fmla="val 0"/>
              </a:avLst>
            </a:prstGeom>
            <a:noFill/>
            <a:ln w="9525" algn="ctr">
              <a:solidFill>
                <a:srgbClr val="969696"/>
              </a:solidFill>
              <a:round/>
              <a:headEnd/>
              <a:tailEnd/>
            </a:ln>
          </p:spPr>
          <p:txBody>
            <a:bodyPr/>
            <a:lstStyle/>
            <a:p>
              <a:pPr lvl="0" algn="ctr" fontAlgn="base">
                <a:lnSpc>
                  <a:spcPct val="80000"/>
                </a:lnSpc>
                <a:spcBef>
                  <a:spcPct val="0"/>
                </a:spcBef>
                <a:spcAft>
                  <a:spcPct val="0"/>
                </a:spcAft>
              </a:pPr>
              <a:endParaRPr lang="en-US" b="1">
                <a:solidFill>
                  <a:srgbClr val="000000"/>
                </a:solidFill>
                <a:latin typeface="Segoe UI" pitchFamily="34" charset="0"/>
                <a:ea typeface="Segoe UI" pitchFamily="34" charset="0"/>
                <a:cs typeface="Segoe UI" pitchFamily="34" charset="0"/>
              </a:endParaRPr>
            </a:p>
          </p:txBody>
        </p:sp>
        <p:sp>
          <p:nvSpPr>
            <p:cNvPr id="7" name="AutoShape 10" descr="&quot;&quot;"/>
            <p:cNvSpPr>
              <a:spLocks noChangeArrowheads="1"/>
            </p:cNvSpPr>
            <p:nvPr/>
          </p:nvSpPr>
          <p:spPr bwMode="auto">
            <a:xfrm>
              <a:off x="259976" y="4065588"/>
              <a:ext cx="8597153" cy="898525"/>
            </a:xfrm>
            <a:prstGeom prst="roundRect">
              <a:avLst>
                <a:gd name="adj" fmla="val 0"/>
              </a:avLst>
            </a:prstGeom>
            <a:noFill/>
            <a:ln w="9525" algn="ctr">
              <a:solidFill>
                <a:srgbClr val="969696"/>
              </a:solidFill>
              <a:round/>
              <a:headEnd/>
              <a:tailEnd/>
            </a:ln>
          </p:spPr>
          <p:txBody>
            <a:bodyPr/>
            <a:lstStyle/>
            <a:p>
              <a:pPr lvl="0" algn="ctr" fontAlgn="base">
                <a:lnSpc>
                  <a:spcPct val="80000"/>
                </a:lnSpc>
                <a:spcBef>
                  <a:spcPct val="0"/>
                </a:spcBef>
                <a:spcAft>
                  <a:spcPct val="0"/>
                </a:spcAft>
              </a:pPr>
              <a:endParaRPr lang="en-US" b="1">
                <a:solidFill>
                  <a:srgbClr val="000000"/>
                </a:solidFill>
                <a:latin typeface="Segoe UI" pitchFamily="34" charset="0"/>
                <a:ea typeface="Segoe UI" pitchFamily="34" charset="0"/>
                <a:cs typeface="Segoe UI" pitchFamily="34" charset="0"/>
              </a:endParaRPr>
            </a:p>
          </p:txBody>
        </p:sp>
        <p:sp>
          <p:nvSpPr>
            <p:cNvPr id="8" name="AutoShape 10" descr="&quot;&quot;"/>
            <p:cNvSpPr>
              <a:spLocks noChangeArrowheads="1"/>
            </p:cNvSpPr>
            <p:nvPr/>
          </p:nvSpPr>
          <p:spPr bwMode="auto">
            <a:xfrm>
              <a:off x="259976" y="5089526"/>
              <a:ext cx="8597153" cy="1062038"/>
            </a:xfrm>
            <a:prstGeom prst="roundRect">
              <a:avLst>
                <a:gd name="adj" fmla="val 0"/>
              </a:avLst>
            </a:prstGeom>
            <a:noFill/>
            <a:ln w="9525" algn="ctr">
              <a:solidFill>
                <a:srgbClr val="969696"/>
              </a:solidFill>
              <a:round/>
              <a:headEnd/>
              <a:tailEnd/>
            </a:ln>
          </p:spPr>
          <p:txBody>
            <a:bodyPr/>
            <a:lstStyle/>
            <a:p>
              <a:pPr lvl="0" algn="ctr" fontAlgn="base">
                <a:lnSpc>
                  <a:spcPct val="80000"/>
                </a:lnSpc>
                <a:spcBef>
                  <a:spcPct val="0"/>
                </a:spcBef>
                <a:spcAft>
                  <a:spcPct val="0"/>
                </a:spcAft>
              </a:pPr>
              <a:endParaRPr lang="en-US" b="1">
                <a:solidFill>
                  <a:srgbClr val="000000"/>
                </a:solidFill>
                <a:latin typeface="Segoe UI" pitchFamily="34" charset="0"/>
                <a:ea typeface="Segoe UI" pitchFamily="34" charset="0"/>
                <a:cs typeface="Segoe UI" pitchFamily="34" charset="0"/>
              </a:endParaRPr>
            </a:p>
          </p:txBody>
        </p:sp>
        <p:grpSp>
          <p:nvGrpSpPr>
            <p:cNvPr id="9" name="Group 8"/>
            <p:cNvGrpSpPr/>
            <p:nvPr/>
          </p:nvGrpSpPr>
          <p:grpSpPr>
            <a:xfrm>
              <a:off x="478509" y="868508"/>
              <a:ext cx="8311508" cy="5512081"/>
              <a:chOff x="478509" y="868508"/>
              <a:chExt cx="8311508" cy="5512081"/>
            </a:xfrm>
          </p:grpSpPr>
          <p:sp>
            <p:nvSpPr>
              <p:cNvPr id="11" name="AutoShape 4"/>
              <p:cNvSpPr>
                <a:spLocks noChangeArrowheads="1"/>
              </p:cNvSpPr>
              <p:nvPr/>
            </p:nvSpPr>
            <p:spPr bwMode="auto">
              <a:xfrm>
                <a:off x="742784" y="1306513"/>
                <a:ext cx="7718425" cy="1947862"/>
              </a:xfrm>
              <a:prstGeom prst="roundRect">
                <a:avLst>
                  <a:gd name="adj" fmla="val 10023"/>
                </a:avLst>
              </a:prstGeom>
              <a:noFill/>
              <a:ln>
                <a:noFill/>
              </a:ln>
              <a:effectLst>
                <a:outerShdw dist="35921" dir="2700000" algn="ctr" rotWithShape="0">
                  <a:srgbClr val="AFAFAF"/>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p>
                <a:pPr lvl="0" algn="ctr" fontAlgn="base">
                  <a:lnSpc>
                    <a:spcPct val="90000"/>
                  </a:lnSpc>
                  <a:spcBef>
                    <a:spcPct val="0"/>
                  </a:spcBef>
                  <a:spcAft>
                    <a:spcPct val="0"/>
                  </a:spcAft>
                </a:pPr>
                <a:endParaRPr lang="en-CA" sz="1600" b="1">
                  <a:solidFill>
                    <a:srgbClr val="000000"/>
                  </a:solidFill>
                  <a:latin typeface="Segoe UI" pitchFamily="34" charset="0"/>
                  <a:ea typeface="Segoe UI" pitchFamily="34" charset="0"/>
                  <a:cs typeface="Segoe UI" pitchFamily="34" charset="0"/>
                </a:endParaRPr>
              </a:p>
            </p:txBody>
          </p:sp>
          <p:sp>
            <p:nvSpPr>
              <p:cNvPr id="12" name="AutoShape 5" descr="&quot;&quot;"/>
              <p:cNvSpPr>
                <a:spLocks noChangeArrowheads="1"/>
              </p:cNvSpPr>
              <p:nvPr/>
            </p:nvSpPr>
            <p:spPr bwMode="auto">
              <a:xfrm>
                <a:off x="742784" y="3379788"/>
                <a:ext cx="7718425" cy="685800"/>
              </a:xfrm>
              <a:prstGeom prst="roundRect">
                <a:avLst>
                  <a:gd name="adj" fmla="val 27083"/>
                </a:avLst>
              </a:prstGeom>
              <a:noFill/>
              <a:ln>
                <a:noFill/>
              </a:ln>
              <a:effectLst>
                <a:outerShdw dist="35921" dir="2700000" algn="ctr" rotWithShape="0">
                  <a:srgbClr val="AFAFAF"/>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p>
                <a:pPr lvl="0" algn="ctr" fontAlgn="base">
                  <a:lnSpc>
                    <a:spcPct val="90000"/>
                  </a:lnSpc>
                  <a:spcBef>
                    <a:spcPct val="0"/>
                  </a:spcBef>
                  <a:spcAft>
                    <a:spcPct val="0"/>
                  </a:spcAft>
                </a:pPr>
                <a:endParaRPr lang="en-CA" sz="1600" b="1">
                  <a:solidFill>
                    <a:srgbClr val="000000"/>
                  </a:solidFill>
                  <a:latin typeface="Segoe UI" pitchFamily="34" charset="0"/>
                  <a:ea typeface="Segoe UI" pitchFamily="34" charset="0"/>
                  <a:cs typeface="Segoe UI" pitchFamily="34" charset="0"/>
                </a:endParaRPr>
              </a:p>
            </p:txBody>
          </p:sp>
          <p:sp>
            <p:nvSpPr>
              <p:cNvPr id="13" name="AutoShape 6"/>
              <p:cNvSpPr>
                <a:spLocks noChangeArrowheads="1"/>
              </p:cNvSpPr>
              <p:nvPr/>
            </p:nvSpPr>
            <p:spPr bwMode="auto">
              <a:xfrm>
                <a:off x="742784" y="4156075"/>
                <a:ext cx="7718425" cy="695325"/>
              </a:xfrm>
              <a:prstGeom prst="roundRect">
                <a:avLst>
                  <a:gd name="adj" fmla="val 34227"/>
                </a:avLst>
              </a:prstGeom>
              <a:noFill/>
              <a:ln>
                <a:noFill/>
              </a:ln>
              <a:effectLst>
                <a:outerShdw dist="35921" dir="2700000" algn="ctr" rotWithShape="0">
                  <a:srgbClr val="AFAFAF"/>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p>
                <a:pPr lvl="0" algn="ctr" fontAlgn="base">
                  <a:lnSpc>
                    <a:spcPct val="90000"/>
                  </a:lnSpc>
                  <a:spcBef>
                    <a:spcPct val="0"/>
                  </a:spcBef>
                  <a:spcAft>
                    <a:spcPct val="0"/>
                  </a:spcAft>
                </a:pPr>
                <a:endParaRPr lang="en-CA" sz="1600" b="1">
                  <a:solidFill>
                    <a:srgbClr val="000000"/>
                  </a:solidFill>
                  <a:latin typeface="Segoe UI" pitchFamily="34" charset="0"/>
                  <a:ea typeface="Segoe UI" pitchFamily="34" charset="0"/>
                  <a:cs typeface="Segoe UI" pitchFamily="34" charset="0"/>
                </a:endParaRPr>
              </a:p>
            </p:txBody>
          </p:sp>
          <p:sp>
            <p:nvSpPr>
              <p:cNvPr id="14" name="AutoShape 7"/>
              <p:cNvSpPr>
                <a:spLocks noChangeArrowheads="1"/>
              </p:cNvSpPr>
              <p:nvPr/>
            </p:nvSpPr>
            <p:spPr bwMode="auto">
              <a:xfrm>
                <a:off x="742784" y="4964113"/>
                <a:ext cx="7718425" cy="1231900"/>
              </a:xfrm>
              <a:prstGeom prst="roundRect">
                <a:avLst>
                  <a:gd name="adj" fmla="val 21250"/>
                </a:avLst>
              </a:prstGeom>
              <a:noFill/>
              <a:ln>
                <a:noFill/>
              </a:ln>
              <a:effectLst>
                <a:outerShdw dist="35921" dir="2700000" algn="ctr" rotWithShape="0">
                  <a:srgbClr val="AFAFAF"/>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p>
                <a:pPr lvl="0" algn="ctr" fontAlgn="base">
                  <a:lnSpc>
                    <a:spcPct val="90000"/>
                  </a:lnSpc>
                  <a:spcBef>
                    <a:spcPct val="0"/>
                  </a:spcBef>
                  <a:spcAft>
                    <a:spcPct val="0"/>
                  </a:spcAft>
                </a:pPr>
                <a:endParaRPr lang="en-CA" sz="1600" b="1">
                  <a:solidFill>
                    <a:srgbClr val="000000"/>
                  </a:solidFill>
                  <a:latin typeface="Segoe UI" pitchFamily="34" charset="0"/>
                  <a:ea typeface="Segoe UI" pitchFamily="34" charset="0"/>
                  <a:cs typeface="Segoe UI" pitchFamily="34" charset="0"/>
                </a:endParaRPr>
              </a:p>
            </p:txBody>
          </p:sp>
          <p:sp>
            <p:nvSpPr>
              <p:cNvPr id="15" name="AutoShape 8"/>
              <p:cNvSpPr>
                <a:spLocks noChangeArrowheads="1"/>
              </p:cNvSpPr>
              <p:nvPr/>
            </p:nvSpPr>
            <p:spPr bwMode="auto">
              <a:xfrm>
                <a:off x="4636920" y="890607"/>
                <a:ext cx="3961795" cy="4081973"/>
              </a:xfrm>
              <a:prstGeom prst="roundRect">
                <a:avLst>
                  <a:gd name="adj" fmla="val 0"/>
                </a:avLst>
              </a:prstGeom>
              <a:noFill/>
              <a:ln w="44450" algn="ctr">
                <a:solidFill>
                  <a:schemeClr val="accent2">
                    <a:lumMod val="75000"/>
                  </a:schemeClr>
                </a:solidFill>
                <a:round/>
                <a:headEnd/>
                <a:tailEnd/>
              </a:ln>
            </p:spPr>
            <p:txBody>
              <a:bodyPr tIns="72000"/>
              <a:lstStyle/>
              <a:p>
                <a:pPr lvl="0" algn="ctr" fontAlgn="base">
                  <a:lnSpc>
                    <a:spcPct val="80000"/>
                  </a:lnSpc>
                  <a:spcBef>
                    <a:spcPct val="0"/>
                  </a:spcBef>
                  <a:spcAft>
                    <a:spcPct val="0"/>
                  </a:spcAft>
                </a:pPr>
                <a:r>
                  <a:rPr lang="en-US" sz="2600" b="1">
                    <a:solidFill>
                      <a:srgbClr val="000000"/>
                    </a:solidFill>
                    <a:latin typeface="Segoe UI" pitchFamily="34" charset="0"/>
                    <a:ea typeface="Segoe UI" pitchFamily="34" charset="0"/>
                    <a:cs typeface="Segoe UI" pitchFamily="34" charset="0"/>
                  </a:rPr>
                  <a:t>TCP/IP Protocol Suite</a:t>
                </a:r>
              </a:p>
            </p:txBody>
          </p:sp>
          <p:sp>
            <p:nvSpPr>
              <p:cNvPr id="16" name="AutoShape 9"/>
              <p:cNvSpPr>
                <a:spLocks noChangeArrowheads="1"/>
              </p:cNvSpPr>
              <p:nvPr/>
            </p:nvSpPr>
            <p:spPr bwMode="auto">
              <a:xfrm>
                <a:off x="2626659" y="868509"/>
                <a:ext cx="1810869" cy="5512080"/>
              </a:xfrm>
              <a:prstGeom prst="roundRect">
                <a:avLst>
                  <a:gd name="adj" fmla="val 0"/>
                </a:avLst>
              </a:prstGeom>
              <a:noFill/>
              <a:ln w="44450" algn="ctr">
                <a:solidFill>
                  <a:schemeClr val="accent2">
                    <a:lumMod val="75000"/>
                  </a:schemeClr>
                </a:solidFill>
                <a:round/>
                <a:headEnd/>
                <a:tailEnd/>
              </a:ln>
            </p:spPr>
            <p:txBody>
              <a:bodyPr lIns="0" tIns="108000" rIns="0" bIns="0"/>
              <a:lstStyle/>
              <a:p>
                <a:pPr lvl="0" algn="ctr" fontAlgn="base">
                  <a:lnSpc>
                    <a:spcPct val="80000"/>
                  </a:lnSpc>
                  <a:spcBef>
                    <a:spcPct val="0"/>
                  </a:spcBef>
                  <a:spcAft>
                    <a:spcPct val="0"/>
                  </a:spcAft>
                </a:pPr>
                <a:r>
                  <a:rPr lang="en-US" sz="2600" b="1">
                    <a:solidFill>
                      <a:srgbClr val="000000"/>
                    </a:solidFill>
                    <a:latin typeface="Segoe UI" pitchFamily="34" charset="0"/>
                    <a:ea typeface="Segoe UI" pitchFamily="34" charset="0"/>
                    <a:cs typeface="Segoe UI" pitchFamily="34" charset="0"/>
                  </a:rPr>
                  <a:t>TCP/IP</a:t>
                </a:r>
              </a:p>
            </p:txBody>
          </p:sp>
          <p:sp>
            <p:nvSpPr>
              <p:cNvPr id="17" name="AutoShape 10"/>
              <p:cNvSpPr>
                <a:spLocks noChangeArrowheads="1"/>
              </p:cNvSpPr>
              <p:nvPr/>
            </p:nvSpPr>
            <p:spPr bwMode="auto">
              <a:xfrm>
                <a:off x="480098" y="868508"/>
                <a:ext cx="1981869" cy="5512080"/>
              </a:xfrm>
              <a:prstGeom prst="roundRect">
                <a:avLst>
                  <a:gd name="adj" fmla="val 0"/>
                </a:avLst>
              </a:prstGeom>
              <a:noFill/>
              <a:ln w="44450" algn="ctr">
                <a:solidFill>
                  <a:schemeClr val="accent2">
                    <a:lumMod val="75000"/>
                  </a:schemeClr>
                </a:solidFill>
                <a:round/>
                <a:headEnd/>
                <a:tailEnd/>
              </a:ln>
            </p:spPr>
            <p:txBody>
              <a:bodyPr lIns="0" tIns="108000" rIns="0" bIns="0"/>
              <a:lstStyle/>
              <a:p>
                <a:pPr lvl="0" algn="ctr" fontAlgn="base">
                  <a:lnSpc>
                    <a:spcPct val="80000"/>
                  </a:lnSpc>
                  <a:spcBef>
                    <a:spcPct val="0"/>
                  </a:spcBef>
                  <a:spcAft>
                    <a:spcPct val="0"/>
                  </a:spcAft>
                </a:pPr>
                <a:r>
                  <a:rPr lang="en-US" sz="2600" b="1">
                    <a:solidFill>
                      <a:srgbClr val="000000"/>
                    </a:solidFill>
                    <a:latin typeface="Segoe UI" pitchFamily="34" charset="0"/>
                    <a:ea typeface="Segoe UI" pitchFamily="34" charset="0"/>
                    <a:cs typeface="Segoe UI" pitchFamily="34" charset="0"/>
                  </a:rPr>
                  <a:t>OSI</a:t>
                </a:r>
              </a:p>
            </p:txBody>
          </p:sp>
          <p:sp>
            <p:nvSpPr>
              <p:cNvPr id="18" name="AutoShape 11" descr="&quot;&quot;"/>
              <p:cNvSpPr>
                <a:spLocks noChangeArrowheads="1"/>
              </p:cNvSpPr>
              <p:nvPr/>
            </p:nvSpPr>
            <p:spPr bwMode="auto">
              <a:xfrm>
                <a:off x="4743284" y="3414445"/>
                <a:ext cx="1697037" cy="416593"/>
              </a:xfrm>
              <a:prstGeom prst="roundRect">
                <a:avLst>
                  <a:gd name="adj" fmla="val 4167"/>
                </a:avLst>
              </a:prstGeom>
              <a:noFill/>
              <a:ln w="9525" algn="ctr">
                <a:noFill/>
                <a:round/>
                <a:headEnd/>
                <a:tailEnd/>
              </a:ln>
              <a:effectLst/>
            </p:spPr>
            <p:txBody>
              <a:bodyPr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TCP </a:t>
                </a:r>
              </a:p>
            </p:txBody>
          </p:sp>
          <p:sp>
            <p:nvSpPr>
              <p:cNvPr id="19" name="AutoShape 12" descr="&quot;&quot;"/>
              <p:cNvSpPr>
                <a:spLocks noChangeArrowheads="1"/>
              </p:cNvSpPr>
              <p:nvPr/>
            </p:nvSpPr>
            <p:spPr bwMode="auto">
              <a:xfrm>
                <a:off x="6511759" y="3414445"/>
                <a:ext cx="1700212" cy="416593"/>
              </a:xfrm>
              <a:prstGeom prst="roundRect">
                <a:avLst>
                  <a:gd name="adj" fmla="val 4167"/>
                </a:avLst>
              </a:prstGeom>
              <a:noFill/>
              <a:ln w="9525" algn="ctr">
                <a:noFill/>
                <a:round/>
                <a:headEnd/>
                <a:tailEnd/>
              </a:ln>
              <a:effectLst/>
            </p:spPr>
            <p:txBody>
              <a:bodyPr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UDP </a:t>
                </a:r>
              </a:p>
            </p:txBody>
          </p:sp>
          <p:sp>
            <p:nvSpPr>
              <p:cNvPr id="20" name="AutoShape 18" descr="&quot;&quot;"/>
              <p:cNvSpPr>
                <a:spLocks noChangeArrowheads="1"/>
              </p:cNvSpPr>
              <p:nvPr/>
            </p:nvSpPr>
            <p:spPr bwMode="auto">
              <a:xfrm>
                <a:off x="4569284" y="5325592"/>
                <a:ext cx="1264278" cy="494561"/>
              </a:xfrm>
              <a:prstGeom prst="roundRect">
                <a:avLst>
                  <a:gd name="adj" fmla="val 4167"/>
                </a:avLst>
              </a:prstGeom>
              <a:noFill/>
              <a:ln w="9525" algn="ctr">
                <a:noFill/>
                <a:round/>
                <a:headEnd/>
                <a:tailEnd/>
              </a:ln>
              <a:effectLst/>
            </p:spPr>
            <p:txBody>
              <a:bodyPr wrap="none" lIns="0" tIns="0" rIns="0" bIns="0" anchor="ctr"/>
              <a:lstStyle/>
              <a:p>
                <a:pPr lvl="0" algn="ctr" fontAlgn="base">
                  <a:lnSpc>
                    <a:spcPct val="90000"/>
                  </a:lnSpc>
                  <a:spcBef>
                    <a:spcPct val="0"/>
                  </a:spcBef>
                  <a:spcAft>
                    <a:spcPct val="0"/>
                  </a:spcAft>
                </a:pPr>
                <a:r>
                  <a:rPr lang="en-US" sz="1600" b="1">
                    <a:solidFill>
                      <a:srgbClr val="000000"/>
                    </a:solidFill>
                    <a:latin typeface="Segoe UI" pitchFamily="34" charset="0"/>
                    <a:ea typeface="Segoe UI" pitchFamily="34" charset="0"/>
                    <a:cs typeface="Segoe UI" pitchFamily="34" charset="0"/>
                  </a:rPr>
                  <a:t> </a:t>
                </a:r>
                <a:r>
                  <a:rPr lang="en-US" sz="2400">
                    <a:solidFill>
                      <a:srgbClr val="000000"/>
                    </a:solidFill>
                    <a:latin typeface="Segoe UI" pitchFamily="34" charset="0"/>
                    <a:ea typeface="Segoe UI" pitchFamily="34" charset="0"/>
                    <a:cs typeface="Segoe UI" pitchFamily="34" charset="0"/>
                  </a:rPr>
                  <a:t>Ethernet </a:t>
                </a:r>
              </a:p>
            </p:txBody>
          </p:sp>
          <p:sp>
            <p:nvSpPr>
              <p:cNvPr id="21" name="AutoShape 20" descr="&quot;&quot;"/>
              <p:cNvSpPr>
                <a:spLocks noChangeArrowheads="1"/>
              </p:cNvSpPr>
              <p:nvPr/>
            </p:nvSpPr>
            <p:spPr bwMode="auto">
              <a:xfrm>
                <a:off x="7004690" y="5251527"/>
                <a:ext cx="1785327" cy="627911"/>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Mobile</a:t>
                </a:r>
                <a:br>
                  <a:rPr lang="en-US" sz="2400">
                    <a:solidFill>
                      <a:srgbClr val="000000"/>
                    </a:solidFill>
                    <a:latin typeface="Segoe UI" pitchFamily="34" charset="0"/>
                    <a:ea typeface="Segoe UI" pitchFamily="34" charset="0"/>
                    <a:cs typeface="Segoe UI" pitchFamily="34" charset="0"/>
                  </a:rPr>
                </a:br>
                <a:r>
                  <a:rPr lang="en-US" sz="2400">
                    <a:solidFill>
                      <a:srgbClr val="000000"/>
                    </a:solidFill>
                    <a:latin typeface="Segoe UI" pitchFamily="34" charset="0"/>
                    <a:ea typeface="Segoe UI" pitchFamily="34" charset="0"/>
                    <a:cs typeface="Segoe UI" pitchFamily="34" charset="0"/>
                  </a:rPr>
                  <a:t>broadband</a:t>
                </a:r>
              </a:p>
            </p:txBody>
          </p:sp>
          <p:sp>
            <p:nvSpPr>
              <p:cNvPr id="22" name="AutoShape 21" descr="&quot;&quot;"/>
              <p:cNvSpPr>
                <a:spLocks noChangeArrowheads="1"/>
              </p:cNvSpPr>
              <p:nvPr/>
            </p:nvSpPr>
            <p:spPr bwMode="auto">
              <a:xfrm>
                <a:off x="5969975" y="5320278"/>
                <a:ext cx="961329" cy="505188"/>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Wi-Fi</a:t>
                </a:r>
              </a:p>
            </p:txBody>
          </p:sp>
          <p:sp>
            <p:nvSpPr>
              <p:cNvPr id="23" name="AutoShape 22" descr="&quot;&quot;"/>
              <p:cNvSpPr>
                <a:spLocks noChangeArrowheads="1"/>
              </p:cNvSpPr>
              <p:nvPr/>
            </p:nvSpPr>
            <p:spPr bwMode="auto">
              <a:xfrm>
                <a:off x="2668134" y="1900517"/>
                <a:ext cx="1733534" cy="550769"/>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Application</a:t>
                </a:r>
              </a:p>
            </p:txBody>
          </p:sp>
          <p:sp>
            <p:nvSpPr>
              <p:cNvPr id="24" name="AutoShape 23" descr="&quot;&quot;"/>
              <p:cNvSpPr>
                <a:spLocks noChangeArrowheads="1"/>
              </p:cNvSpPr>
              <p:nvPr/>
            </p:nvSpPr>
            <p:spPr bwMode="auto">
              <a:xfrm>
                <a:off x="2835104" y="3484967"/>
                <a:ext cx="1408112" cy="224639"/>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Transport</a:t>
                </a:r>
              </a:p>
            </p:txBody>
          </p:sp>
          <p:sp>
            <p:nvSpPr>
              <p:cNvPr id="25" name="AutoShape 24" descr="&quot;&quot;"/>
              <p:cNvSpPr>
                <a:spLocks noChangeArrowheads="1"/>
              </p:cNvSpPr>
              <p:nvPr/>
            </p:nvSpPr>
            <p:spPr bwMode="auto">
              <a:xfrm>
                <a:off x="2835104" y="5271398"/>
                <a:ext cx="1408112" cy="569257"/>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Network Interface</a:t>
                </a:r>
              </a:p>
            </p:txBody>
          </p:sp>
          <p:sp>
            <p:nvSpPr>
              <p:cNvPr id="26" name="AutoShape 26" descr="&quot;&quot;"/>
              <p:cNvSpPr>
                <a:spLocks noChangeArrowheads="1"/>
              </p:cNvSpPr>
              <p:nvPr/>
            </p:nvSpPr>
            <p:spPr bwMode="auto">
              <a:xfrm>
                <a:off x="478510" y="1675469"/>
                <a:ext cx="1981869" cy="1189137"/>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ts val="600"/>
                  </a:spcBef>
                  <a:spcAft>
                    <a:spcPct val="0"/>
                  </a:spcAft>
                </a:pPr>
                <a:r>
                  <a:rPr lang="en-US" sz="2400">
                    <a:solidFill>
                      <a:srgbClr val="000000"/>
                    </a:solidFill>
                    <a:latin typeface="Segoe UI" pitchFamily="34" charset="0"/>
                    <a:ea typeface="Segoe UI" pitchFamily="34" charset="0"/>
                    <a:cs typeface="Segoe UI" pitchFamily="34" charset="0"/>
                  </a:rPr>
                  <a:t>Application</a:t>
                </a:r>
              </a:p>
              <a:p>
                <a:pPr lvl="0" algn="ctr" fontAlgn="base">
                  <a:lnSpc>
                    <a:spcPct val="90000"/>
                  </a:lnSpc>
                  <a:spcBef>
                    <a:spcPts val="600"/>
                  </a:spcBef>
                  <a:spcAft>
                    <a:spcPct val="0"/>
                  </a:spcAft>
                </a:pPr>
                <a:r>
                  <a:rPr lang="en-US" sz="2400">
                    <a:solidFill>
                      <a:srgbClr val="000000"/>
                    </a:solidFill>
                    <a:latin typeface="Segoe UI" pitchFamily="34" charset="0"/>
                    <a:ea typeface="Segoe UI" pitchFamily="34" charset="0"/>
                    <a:cs typeface="Segoe UI" pitchFamily="34" charset="0"/>
                  </a:rPr>
                  <a:t>Presentation</a:t>
                </a:r>
              </a:p>
              <a:p>
                <a:pPr lvl="0" algn="ctr" fontAlgn="base">
                  <a:lnSpc>
                    <a:spcPct val="90000"/>
                  </a:lnSpc>
                  <a:spcBef>
                    <a:spcPts val="600"/>
                  </a:spcBef>
                  <a:spcAft>
                    <a:spcPct val="0"/>
                  </a:spcAft>
                </a:pPr>
                <a:r>
                  <a:rPr lang="en-US" sz="2400">
                    <a:solidFill>
                      <a:srgbClr val="000000"/>
                    </a:solidFill>
                    <a:latin typeface="Segoe UI" pitchFamily="34" charset="0"/>
                    <a:ea typeface="Segoe UI" pitchFamily="34" charset="0"/>
                    <a:cs typeface="Segoe UI" pitchFamily="34" charset="0"/>
                  </a:rPr>
                  <a:t>Session</a:t>
                </a:r>
              </a:p>
            </p:txBody>
          </p:sp>
          <p:sp>
            <p:nvSpPr>
              <p:cNvPr id="27" name="AutoShape 27" descr="&quot;&quot;"/>
              <p:cNvSpPr>
                <a:spLocks noChangeArrowheads="1"/>
              </p:cNvSpPr>
              <p:nvPr/>
            </p:nvSpPr>
            <p:spPr bwMode="auto">
              <a:xfrm>
                <a:off x="478509" y="3416949"/>
                <a:ext cx="1981869" cy="416593"/>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Transport</a:t>
                </a:r>
              </a:p>
            </p:txBody>
          </p:sp>
          <p:sp>
            <p:nvSpPr>
              <p:cNvPr id="28" name="AutoShape 28" descr="&quot;&quot;"/>
              <p:cNvSpPr>
                <a:spLocks noChangeArrowheads="1"/>
              </p:cNvSpPr>
              <p:nvPr/>
            </p:nvSpPr>
            <p:spPr bwMode="auto">
              <a:xfrm>
                <a:off x="481687" y="4284646"/>
                <a:ext cx="1980280" cy="499114"/>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Network</a:t>
                </a:r>
              </a:p>
            </p:txBody>
          </p:sp>
          <p:sp>
            <p:nvSpPr>
              <p:cNvPr id="29" name="AutoShape 29" descr="&quot;&quot;"/>
              <p:cNvSpPr>
                <a:spLocks noChangeArrowheads="1"/>
              </p:cNvSpPr>
              <p:nvPr/>
            </p:nvSpPr>
            <p:spPr bwMode="auto">
              <a:xfrm>
                <a:off x="481687" y="5254593"/>
                <a:ext cx="1981869" cy="266700"/>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Data Link</a:t>
                </a:r>
              </a:p>
            </p:txBody>
          </p:sp>
          <p:sp>
            <p:nvSpPr>
              <p:cNvPr id="30" name="AutoShape 32" descr="&quot;&quot;"/>
              <p:cNvSpPr>
                <a:spLocks noChangeArrowheads="1"/>
              </p:cNvSpPr>
              <p:nvPr/>
            </p:nvSpPr>
            <p:spPr bwMode="auto">
              <a:xfrm>
                <a:off x="478511" y="5692881"/>
                <a:ext cx="1981869" cy="349338"/>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Physical</a:t>
                </a:r>
              </a:p>
            </p:txBody>
          </p:sp>
          <p:sp>
            <p:nvSpPr>
              <p:cNvPr id="31" name="AutoShape 33" descr="&quot;&quot;"/>
              <p:cNvSpPr>
                <a:spLocks noChangeArrowheads="1"/>
              </p:cNvSpPr>
              <p:nvPr/>
            </p:nvSpPr>
            <p:spPr bwMode="auto">
              <a:xfrm>
                <a:off x="2835104" y="4211730"/>
                <a:ext cx="1408112" cy="530225"/>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Internet</a:t>
                </a:r>
              </a:p>
            </p:txBody>
          </p:sp>
          <p:grpSp>
            <p:nvGrpSpPr>
              <p:cNvPr id="32" name="Group 40"/>
              <p:cNvGrpSpPr>
                <a:grpSpLocks/>
              </p:cNvGrpSpPr>
              <p:nvPr/>
            </p:nvGrpSpPr>
            <p:grpSpPr bwMode="auto">
              <a:xfrm>
                <a:off x="4781246" y="4212697"/>
                <a:ext cx="3679844" cy="530225"/>
                <a:chOff x="1959" y="2414"/>
                <a:chExt cx="3385" cy="409"/>
              </a:xfrm>
              <a:noFill/>
            </p:grpSpPr>
            <p:sp>
              <p:nvSpPr>
                <p:cNvPr id="33" name="AutoShape 41" descr="&quot;&quot;"/>
                <p:cNvSpPr>
                  <a:spLocks noChangeArrowheads="1"/>
                </p:cNvSpPr>
                <p:nvPr/>
              </p:nvSpPr>
              <p:spPr bwMode="auto">
                <a:xfrm>
                  <a:off x="3787" y="2414"/>
                  <a:ext cx="1557" cy="409"/>
                </a:xfrm>
                <a:prstGeom prst="roundRect">
                  <a:avLst>
                    <a:gd name="adj" fmla="val 4167"/>
                  </a:avLst>
                </a:prstGeom>
                <a:grpFill/>
                <a:ln w="12700" algn="ctr">
                  <a:solidFill>
                    <a:srgbClr val="333333"/>
                  </a:solidFill>
                  <a:round/>
                  <a:headEnd/>
                  <a:tailEnd/>
                </a:ln>
                <a:effectLst/>
              </p:spPr>
              <p:txBody>
                <a:bodyPr anchor="ctr"/>
                <a:lstStyle/>
                <a:p>
                  <a:pPr lvl="0" algn="ctr" defTabSz="1031875" fontAlgn="base">
                    <a:spcBef>
                      <a:spcPct val="0"/>
                    </a:spcBef>
                    <a:spcAft>
                      <a:spcPct val="0"/>
                    </a:spcAft>
                    <a:tabLst>
                      <a:tab pos="1139825" algn="l"/>
                      <a:tab pos="2173288" algn="l"/>
                    </a:tabLst>
                  </a:pPr>
                  <a:r>
                    <a:rPr lang="en-US" sz="2400">
                      <a:solidFill>
                        <a:srgbClr val="000000"/>
                      </a:solidFill>
                      <a:latin typeface="Segoe UI" pitchFamily="34" charset="0"/>
                      <a:ea typeface="Segoe UI" pitchFamily="34" charset="0"/>
                      <a:cs typeface="Segoe UI" pitchFamily="34" charset="0"/>
                    </a:rPr>
                    <a:t>IPv6</a:t>
                  </a:r>
                </a:p>
              </p:txBody>
            </p:sp>
            <p:sp>
              <p:nvSpPr>
                <p:cNvPr id="34" name="AutoShape 42" descr="&quot;&quot;"/>
                <p:cNvSpPr>
                  <a:spLocks noChangeArrowheads="1"/>
                </p:cNvSpPr>
                <p:nvPr/>
              </p:nvSpPr>
              <p:spPr bwMode="auto">
                <a:xfrm>
                  <a:off x="1959" y="2414"/>
                  <a:ext cx="1689" cy="409"/>
                </a:xfrm>
                <a:prstGeom prst="roundRect">
                  <a:avLst>
                    <a:gd name="adj" fmla="val 4167"/>
                  </a:avLst>
                </a:prstGeom>
                <a:grpFill/>
                <a:ln w="12700" algn="ctr">
                  <a:solidFill>
                    <a:srgbClr val="333333"/>
                  </a:solidFill>
                  <a:round/>
                  <a:headEnd/>
                  <a:tailEnd/>
                </a:ln>
                <a:effectLst/>
              </p:spPr>
              <p:txBody>
                <a:bodyPr anchor="ctr"/>
                <a:lstStyle/>
                <a:p>
                  <a:pPr lvl="0" algn="ctr" defTabSz="1031875" fontAlgn="base">
                    <a:spcBef>
                      <a:spcPct val="0"/>
                    </a:spcBef>
                    <a:spcAft>
                      <a:spcPct val="0"/>
                    </a:spcAft>
                    <a:tabLst>
                      <a:tab pos="1139825" algn="l"/>
                      <a:tab pos="2173288" algn="l"/>
                    </a:tabLst>
                  </a:pPr>
                  <a:r>
                    <a:rPr lang="en-US" sz="2400">
                      <a:solidFill>
                        <a:srgbClr val="000000"/>
                      </a:solidFill>
                      <a:latin typeface="Segoe UI" pitchFamily="34" charset="0"/>
                      <a:ea typeface="Segoe UI" pitchFamily="34" charset="0"/>
                      <a:cs typeface="Segoe UI" pitchFamily="34" charset="0"/>
                    </a:rPr>
                    <a:t>IPv4</a:t>
                  </a:r>
                </a:p>
              </p:txBody>
            </p:sp>
            <p:sp>
              <p:nvSpPr>
                <p:cNvPr id="35" name="AutoShape 43" descr="&quot;&quot;"/>
                <p:cNvSpPr>
                  <a:spLocks noChangeArrowheads="1"/>
                </p:cNvSpPr>
                <p:nvPr/>
              </p:nvSpPr>
              <p:spPr bwMode="auto">
                <a:xfrm>
                  <a:off x="1959" y="2463"/>
                  <a:ext cx="510" cy="156"/>
                </a:xfrm>
                <a:prstGeom prst="roundRect">
                  <a:avLst>
                    <a:gd name="adj" fmla="val 4167"/>
                  </a:avLst>
                </a:prstGeom>
                <a:grpFill/>
                <a:ln w="12700" algn="ctr">
                  <a:noFill/>
                  <a:round/>
                  <a:headEnd/>
                  <a:tailEnd/>
                </a:ln>
                <a:effectLst/>
              </p:spPr>
              <p:txBody>
                <a:bodyPr lIns="0" tIns="0" rIns="0" bIns="0" anchor="ctr"/>
                <a:lstStyle/>
                <a:p>
                  <a:pPr lvl="0" algn="ctr" fontAlgn="base">
                    <a:spcBef>
                      <a:spcPct val="0"/>
                    </a:spcBef>
                    <a:spcAft>
                      <a:spcPct val="0"/>
                    </a:spcAft>
                  </a:pPr>
                  <a:r>
                    <a:rPr lang="en-US" sz="1100" b="1">
                      <a:solidFill>
                        <a:srgbClr val="000000"/>
                      </a:solidFill>
                      <a:latin typeface="Segoe UI" pitchFamily="34" charset="0"/>
                      <a:ea typeface="Segoe UI" pitchFamily="34" charset="0"/>
                      <a:cs typeface="Segoe UI" pitchFamily="34" charset="0"/>
                    </a:rPr>
                    <a:t>ARP</a:t>
                  </a:r>
                </a:p>
              </p:txBody>
            </p:sp>
            <p:sp>
              <p:nvSpPr>
                <p:cNvPr id="36" name="AutoShape 44" descr="&quot;&quot;"/>
                <p:cNvSpPr>
                  <a:spLocks noChangeArrowheads="1"/>
                </p:cNvSpPr>
                <p:nvPr/>
              </p:nvSpPr>
              <p:spPr bwMode="auto">
                <a:xfrm>
                  <a:off x="3108" y="2439"/>
                  <a:ext cx="511" cy="156"/>
                </a:xfrm>
                <a:prstGeom prst="roundRect">
                  <a:avLst>
                    <a:gd name="adj" fmla="val 4167"/>
                  </a:avLst>
                </a:prstGeom>
                <a:grpFill/>
                <a:ln w="12700" algn="ctr">
                  <a:noFill/>
                  <a:round/>
                  <a:headEnd/>
                  <a:tailEnd/>
                </a:ln>
                <a:effectLst/>
              </p:spPr>
              <p:txBody>
                <a:bodyPr lIns="0" tIns="0" rIns="0" bIns="0" anchor="ctr"/>
                <a:lstStyle/>
                <a:p>
                  <a:pPr lvl="0" algn="ctr" fontAlgn="base">
                    <a:spcBef>
                      <a:spcPct val="0"/>
                    </a:spcBef>
                    <a:spcAft>
                      <a:spcPct val="0"/>
                    </a:spcAft>
                  </a:pPr>
                  <a:r>
                    <a:rPr lang="en-US" sz="1100" b="1">
                      <a:solidFill>
                        <a:srgbClr val="000000"/>
                      </a:solidFill>
                      <a:latin typeface="Segoe UI" pitchFamily="34" charset="0"/>
                      <a:ea typeface="Segoe UI" pitchFamily="34" charset="0"/>
                      <a:cs typeface="Segoe UI" pitchFamily="34" charset="0"/>
                    </a:rPr>
                    <a:t>IGMP</a:t>
                  </a:r>
                  <a:r>
                    <a:rPr lang="en-US" sz="1200" b="1">
                      <a:solidFill>
                        <a:srgbClr val="000000"/>
                      </a:solidFill>
                      <a:latin typeface="Segoe UI" pitchFamily="34" charset="0"/>
                      <a:ea typeface="Segoe UI" pitchFamily="34" charset="0"/>
                      <a:cs typeface="Segoe UI" pitchFamily="34" charset="0"/>
                    </a:rPr>
                    <a:t>  </a:t>
                  </a:r>
                  <a:r>
                    <a:rPr lang="en-US" b="1">
                      <a:solidFill>
                        <a:srgbClr val="000000"/>
                      </a:solidFill>
                      <a:latin typeface="Segoe UI" pitchFamily="34" charset="0"/>
                      <a:ea typeface="Segoe UI" pitchFamily="34" charset="0"/>
                      <a:cs typeface="Segoe UI" pitchFamily="34" charset="0"/>
                    </a:rPr>
                    <a:t>                                             </a:t>
                  </a:r>
                  <a:endParaRPr lang="en-US" sz="1400" b="1">
                    <a:solidFill>
                      <a:srgbClr val="000000"/>
                    </a:solidFill>
                    <a:latin typeface="Segoe UI" pitchFamily="34" charset="0"/>
                    <a:ea typeface="Segoe UI" pitchFamily="34" charset="0"/>
                    <a:cs typeface="Segoe UI" pitchFamily="34" charset="0"/>
                  </a:endParaRPr>
                </a:p>
              </p:txBody>
            </p:sp>
            <p:sp>
              <p:nvSpPr>
                <p:cNvPr id="37" name="AutoShape 45" descr="&quot;&quot;"/>
                <p:cNvSpPr>
                  <a:spLocks noChangeArrowheads="1"/>
                </p:cNvSpPr>
                <p:nvPr/>
              </p:nvSpPr>
              <p:spPr bwMode="auto">
                <a:xfrm>
                  <a:off x="3121" y="2608"/>
                  <a:ext cx="510" cy="157"/>
                </a:xfrm>
                <a:prstGeom prst="roundRect">
                  <a:avLst>
                    <a:gd name="adj" fmla="val 4167"/>
                  </a:avLst>
                </a:prstGeom>
                <a:grpFill/>
                <a:ln w="12700" algn="ctr">
                  <a:noFill/>
                  <a:round/>
                  <a:headEnd/>
                  <a:tailEnd/>
                </a:ln>
                <a:effectLst/>
              </p:spPr>
              <p:txBody>
                <a:bodyPr lIns="0" tIns="0" rIns="0" bIns="0" anchor="ctr"/>
                <a:lstStyle/>
                <a:p>
                  <a:pPr lvl="0" algn="ctr" fontAlgn="base">
                    <a:spcBef>
                      <a:spcPct val="0"/>
                    </a:spcBef>
                    <a:spcAft>
                      <a:spcPct val="0"/>
                    </a:spcAft>
                  </a:pPr>
                  <a:r>
                    <a:rPr lang="en-US" sz="1100" b="1">
                      <a:solidFill>
                        <a:srgbClr val="000000"/>
                      </a:solidFill>
                      <a:latin typeface="Segoe UI" pitchFamily="34" charset="0"/>
                      <a:ea typeface="Segoe UI" pitchFamily="34" charset="0"/>
                      <a:cs typeface="Segoe UI" pitchFamily="34" charset="0"/>
                    </a:rPr>
                    <a:t>ICMP</a:t>
                  </a:r>
                </a:p>
              </p:txBody>
            </p:sp>
          </p:grpSp>
        </p:grpSp>
        <p:pic>
          <p:nvPicPr>
            <p:cNvPr id="10" name="Picture 9"/>
            <p:cNvPicPr>
              <a:picLocks noChangeAspect="1"/>
            </p:cNvPicPr>
            <p:nvPr/>
          </p:nvPicPr>
          <p:blipFill>
            <a:blip r:embed="rId3"/>
            <a:stretch>
              <a:fillRect/>
            </a:stretch>
          </p:blipFill>
          <p:spPr>
            <a:xfrm>
              <a:off x="5012147" y="1579988"/>
              <a:ext cx="3173471" cy="1429806"/>
            </a:xfrm>
            <a:prstGeom prst="rect">
              <a:avLst/>
            </a:prstGeom>
          </p:spPr>
        </p:pic>
      </p:grpSp>
    </p:spTree>
    <p:extLst>
      <p:ext uri="{BB962C8B-B14F-4D97-AF65-F5344CB8AC3E}">
        <p14:creationId xmlns:p14="http://schemas.microsoft.com/office/powerpoint/2010/main" val="11987882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21704dfd-f931-4e95-9756-c0baa127785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TCP/IP Applications</a:t>
            </a:r>
            <a:endParaRPr lang="en-CA"/>
          </a:p>
        </p:txBody>
      </p:sp>
      <p:sp>
        <p:nvSpPr>
          <p:cNvPr id="4" name="Content Placeholder 2"/>
          <p:cNvSpPr txBox="1">
            <a:spLocks/>
          </p:cNvSpPr>
          <p:nvPr/>
        </p:nvSpPr>
        <p:spPr>
          <a:xfrm>
            <a:off x="704538" y="1079292"/>
            <a:ext cx="7128822" cy="4781862"/>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nSpc>
                <a:spcPct val="150000"/>
              </a:lnSpc>
              <a:buNone/>
            </a:pPr>
            <a:r>
              <a:rPr lang="en-CA" sz="2600" b="1" kern="0">
                <a:solidFill>
                  <a:srgbClr val="000000"/>
                </a:solidFill>
              </a:rPr>
              <a:t>Some common application layer protocols:</a:t>
            </a:r>
          </a:p>
          <a:p>
            <a:pPr lvl="1">
              <a:spcBef>
                <a:spcPts val="900"/>
              </a:spcBef>
            </a:pPr>
            <a:r>
              <a:rPr lang="en-CA" sz="2800" kern="0">
                <a:solidFill>
                  <a:srgbClr val="000000"/>
                </a:solidFill>
              </a:rPr>
              <a:t>HTTP</a:t>
            </a:r>
          </a:p>
          <a:p>
            <a:pPr lvl="1">
              <a:spcBef>
                <a:spcPts val="900"/>
              </a:spcBef>
            </a:pPr>
            <a:r>
              <a:rPr lang="en-CA" sz="2800" kern="0">
                <a:solidFill>
                  <a:srgbClr val="000000"/>
                </a:solidFill>
              </a:rPr>
              <a:t>HTTPS</a:t>
            </a:r>
          </a:p>
          <a:p>
            <a:pPr lvl="1">
              <a:spcBef>
                <a:spcPts val="900"/>
              </a:spcBef>
            </a:pPr>
            <a:r>
              <a:rPr lang="en-CA" sz="2800" kern="0">
                <a:solidFill>
                  <a:srgbClr val="000000"/>
                </a:solidFill>
              </a:rPr>
              <a:t>FTP</a:t>
            </a:r>
          </a:p>
          <a:p>
            <a:pPr lvl="1">
              <a:spcBef>
                <a:spcPts val="900"/>
              </a:spcBef>
            </a:pPr>
            <a:r>
              <a:rPr lang="en-CA" sz="2800" kern="0">
                <a:solidFill>
                  <a:srgbClr val="000000"/>
                </a:solidFill>
              </a:rPr>
              <a:t>RDP</a:t>
            </a:r>
          </a:p>
          <a:p>
            <a:pPr lvl="1">
              <a:spcBef>
                <a:spcPts val="900"/>
              </a:spcBef>
            </a:pPr>
            <a:r>
              <a:rPr lang="en-CA" sz="2800" kern="0">
                <a:solidFill>
                  <a:srgbClr val="000000"/>
                </a:solidFill>
              </a:rPr>
              <a:t>SMB</a:t>
            </a:r>
          </a:p>
          <a:p>
            <a:pPr lvl="1">
              <a:spcBef>
                <a:spcPts val="900"/>
              </a:spcBef>
            </a:pPr>
            <a:r>
              <a:rPr lang="en-CA" sz="2800" kern="0">
                <a:solidFill>
                  <a:srgbClr val="000000"/>
                </a:solidFill>
              </a:rPr>
              <a:t>SMTP</a:t>
            </a:r>
          </a:p>
          <a:p>
            <a:pPr lvl="1">
              <a:spcBef>
                <a:spcPts val="900"/>
              </a:spcBef>
            </a:pPr>
            <a:r>
              <a:rPr lang="en-CA" sz="2800" kern="0">
                <a:solidFill>
                  <a:srgbClr val="000000"/>
                </a:solidFill>
              </a:rPr>
              <a:t>POP3</a:t>
            </a:r>
            <a:endParaRPr lang="en-US" sz="2800" kern="0">
              <a:solidFill>
                <a:srgbClr val="000000"/>
              </a:solidFill>
            </a:endParaRPr>
          </a:p>
        </p:txBody>
      </p:sp>
    </p:spTree>
    <p:extLst>
      <p:ext uri="{BB962C8B-B14F-4D97-AF65-F5344CB8AC3E}">
        <p14:creationId xmlns:p14="http://schemas.microsoft.com/office/powerpoint/2010/main" val="11009464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03bcdfdd-d7ff-4da2-97bb-06889f09e44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What Is a Socket?</a:t>
            </a:r>
            <a:endParaRPr lang="en-CA"/>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sz="2400" b="1" kern="0">
                <a:solidFill>
                  <a:srgbClr val="000000"/>
                </a:solidFill>
              </a:rPr>
              <a:t>A socket is a combination of an IP address, a transport protocol, and a port</a:t>
            </a:r>
          </a:p>
        </p:txBody>
      </p:sp>
      <p:grpSp>
        <p:nvGrpSpPr>
          <p:cNvPr id="5" name="Group 4"/>
          <p:cNvGrpSpPr/>
          <p:nvPr/>
        </p:nvGrpSpPr>
        <p:grpSpPr>
          <a:xfrm>
            <a:off x="1694330" y="2008530"/>
            <a:ext cx="5325035" cy="3813175"/>
            <a:chOff x="1694330" y="2008530"/>
            <a:chExt cx="5325035" cy="3813175"/>
          </a:xfrm>
        </p:grpSpPr>
        <p:sp>
          <p:nvSpPr>
            <p:cNvPr id="6" name="AutoShape 8"/>
            <p:cNvSpPr>
              <a:spLocks noChangeArrowheads="1"/>
            </p:cNvSpPr>
            <p:nvPr/>
          </p:nvSpPr>
          <p:spPr bwMode="auto">
            <a:xfrm>
              <a:off x="1694330" y="2008530"/>
              <a:ext cx="5325035" cy="3813175"/>
            </a:xfrm>
            <a:prstGeom prst="roundRect">
              <a:avLst>
                <a:gd name="adj" fmla="val 0"/>
              </a:avLst>
            </a:prstGeom>
            <a:solidFill>
              <a:schemeClr val="accent6">
                <a:lumMod val="60000"/>
                <a:lumOff val="40000"/>
              </a:schemeClr>
            </a:solidFill>
            <a:ln w="9525" algn="ctr">
              <a:noFill/>
              <a:round/>
              <a:headEnd/>
              <a:tailEnd/>
            </a:ln>
          </p:spPr>
          <p:txBody>
            <a:bodyPr tIns="182880"/>
            <a:lstStyle/>
            <a:p>
              <a:pPr lvl="0" algn="ctr" fontAlgn="base">
                <a:lnSpc>
                  <a:spcPct val="80000"/>
                </a:lnSpc>
                <a:spcBef>
                  <a:spcPct val="0"/>
                </a:spcBef>
                <a:spcAft>
                  <a:spcPct val="0"/>
                </a:spcAft>
              </a:pPr>
              <a:r>
                <a:rPr lang="en-US" sz="2600" b="1">
                  <a:solidFill>
                    <a:srgbClr val="000000"/>
                  </a:solidFill>
                  <a:latin typeface="Segoe UI" pitchFamily="34" charset="0"/>
                  <a:ea typeface="Segoe UI" pitchFamily="34" charset="0"/>
                  <a:cs typeface="Segoe UI" pitchFamily="34" charset="0"/>
                </a:rPr>
                <a:t>TCP/IP Protocol Suite</a:t>
              </a:r>
            </a:p>
          </p:txBody>
        </p:sp>
        <p:sp>
          <p:nvSpPr>
            <p:cNvPr id="7" name="AutoShape 11"/>
            <p:cNvSpPr>
              <a:spLocks noChangeArrowheads="1"/>
            </p:cNvSpPr>
            <p:nvPr/>
          </p:nvSpPr>
          <p:spPr bwMode="auto">
            <a:xfrm>
              <a:off x="1927412" y="4352023"/>
              <a:ext cx="4858870" cy="616735"/>
            </a:xfrm>
            <a:prstGeom prst="roundRect">
              <a:avLst>
                <a:gd name="adj" fmla="val 0"/>
              </a:avLst>
            </a:prstGeom>
            <a:solidFill>
              <a:srgbClr val="F8F8F8"/>
            </a:solidFill>
            <a:ln w="9525" algn="ctr">
              <a:solidFill>
                <a:schemeClr val="tx1"/>
              </a:solidFill>
              <a:round/>
              <a:headEnd/>
              <a:tailEnd/>
            </a:ln>
            <a:effectLst/>
          </p:spPr>
          <p:txBody>
            <a:bodyPr anchor="ctr"/>
            <a:lstStyle/>
            <a:p>
              <a:pPr lvl="0" algn="ctr" fontAlgn="base">
                <a:lnSpc>
                  <a:spcPct val="90000"/>
                </a:lnSpc>
                <a:spcBef>
                  <a:spcPct val="0"/>
                </a:spcBef>
                <a:spcAft>
                  <a:spcPct val="0"/>
                </a:spcAft>
              </a:pPr>
              <a:r>
                <a:rPr lang="en-US" sz="2600">
                  <a:solidFill>
                    <a:srgbClr val="000000"/>
                  </a:solidFill>
                  <a:latin typeface="Segoe UI" pitchFamily="34" charset="0"/>
                  <a:ea typeface="Segoe UI" pitchFamily="34" charset="0"/>
                  <a:cs typeface="Segoe UI" pitchFamily="34" charset="0"/>
                </a:rPr>
                <a:t>TCP/UDP</a:t>
              </a:r>
            </a:p>
          </p:txBody>
        </p:sp>
        <p:sp>
          <p:nvSpPr>
            <p:cNvPr id="8" name="AutoShape 41"/>
            <p:cNvSpPr>
              <a:spLocks noChangeArrowheads="1"/>
            </p:cNvSpPr>
            <p:nvPr/>
          </p:nvSpPr>
          <p:spPr bwMode="auto">
            <a:xfrm>
              <a:off x="4890849" y="5103222"/>
              <a:ext cx="1348325" cy="530225"/>
            </a:xfrm>
            <a:prstGeom prst="roundRect">
              <a:avLst>
                <a:gd name="adj" fmla="val 4167"/>
              </a:avLst>
            </a:prstGeom>
            <a:solidFill>
              <a:srgbClr val="F8F8F8"/>
            </a:solidFill>
            <a:ln w="12700" algn="ctr">
              <a:solidFill>
                <a:schemeClr val="tx1"/>
              </a:solidFill>
              <a:round/>
              <a:headEnd/>
              <a:tailEnd/>
            </a:ln>
            <a:effectLst/>
          </p:spPr>
          <p:txBody>
            <a:bodyPr anchor="ctr"/>
            <a:lstStyle/>
            <a:p>
              <a:pPr lvl="0" algn="ctr" defTabSz="1031875" fontAlgn="base">
                <a:spcBef>
                  <a:spcPct val="0"/>
                </a:spcBef>
                <a:spcAft>
                  <a:spcPct val="0"/>
                </a:spcAft>
                <a:tabLst>
                  <a:tab pos="1139825" algn="l"/>
                  <a:tab pos="2173288" algn="l"/>
                </a:tabLst>
              </a:pPr>
              <a:r>
                <a:rPr lang="en-US" sz="2600">
                  <a:solidFill>
                    <a:srgbClr val="000000"/>
                  </a:solidFill>
                  <a:latin typeface="Segoe UI" pitchFamily="34" charset="0"/>
                  <a:ea typeface="Segoe UI" pitchFamily="34" charset="0"/>
                  <a:cs typeface="Segoe UI" pitchFamily="34" charset="0"/>
                </a:rPr>
                <a:t>IPv6</a:t>
              </a:r>
            </a:p>
          </p:txBody>
        </p:sp>
        <p:sp>
          <p:nvSpPr>
            <p:cNvPr id="9" name="AutoShape 42"/>
            <p:cNvSpPr>
              <a:spLocks noChangeArrowheads="1"/>
            </p:cNvSpPr>
            <p:nvPr/>
          </p:nvSpPr>
          <p:spPr bwMode="auto">
            <a:xfrm>
              <a:off x="2442621" y="5103222"/>
              <a:ext cx="1527319" cy="530225"/>
            </a:xfrm>
            <a:prstGeom prst="roundRect">
              <a:avLst>
                <a:gd name="adj" fmla="val 4167"/>
              </a:avLst>
            </a:prstGeom>
            <a:solidFill>
              <a:srgbClr val="F8F8F8"/>
            </a:solidFill>
            <a:ln w="12700" algn="ctr">
              <a:solidFill>
                <a:schemeClr val="tx1"/>
              </a:solidFill>
              <a:round/>
              <a:headEnd/>
              <a:tailEnd/>
            </a:ln>
            <a:effectLst/>
          </p:spPr>
          <p:txBody>
            <a:bodyPr anchor="ctr"/>
            <a:lstStyle/>
            <a:p>
              <a:pPr lvl="0" algn="ctr" defTabSz="1031875" fontAlgn="base">
                <a:spcBef>
                  <a:spcPct val="0"/>
                </a:spcBef>
                <a:spcAft>
                  <a:spcPct val="0"/>
                </a:spcAft>
                <a:tabLst>
                  <a:tab pos="1139825" algn="l"/>
                  <a:tab pos="2173288" algn="l"/>
                </a:tabLst>
              </a:pPr>
              <a:r>
                <a:rPr lang="en-US" sz="2600">
                  <a:solidFill>
                    <a:srgbClr val="000000"/>
                  </a:solidFill>
                  <a:latin typeface="Segoe UI" pitchFamily="34" charset="0"/>
                  <a:ea typeface="Segoe UI" pitchFamily="34" charset="0"/>
                  <a:cs typeface="Segoe UI" pitchFamily="34" charset="0"/>
                </a:rPr>
                <a:t>IPv4</a:t>
              </a:r>
            </a:p>
          </p:txBody>
        </p:sp>
        <p:grpSp>
          <p:nvGrpSpPr>
            <p:cNvPr id="10" name="Group 9"/>
            <p:cNvGrpSpPr/>
            <p:nvPr/>
          </p:nvGrpSpPr>
          <p:grpSpPr>
            <a:xfrm>
              <a:off x="1927412" y="2708465"/>
              <a:ext cx="4858870" cy="1482811"/>
              <a:chOff x="1927412" y="2708465"/>
              <a:chExt cx="4858870" cy="1482811"/>
            </a:xfrm>
          </p:grpSpPr>
          <p:sp>
            <p:nvSpPr>
              <p:cNvPr id="11" name="AutoShape 8"/>
              <p:cNvSpPr>
                <a:spLocks noChangeArrowheads="1"/>
              </p:cNvSpPr>
              <p:nvPr/>
            </p:nvSpPr>
            <p:spPr bwMode="auto">
              <a:xfrm>
                <a:off x="1927412" y="2708465"/>
                <a:ext cx="4858870" cy="1482811"/>
              </a:xfrm>
              <a:prstGeom prst="roundRect">
                <a:avLst>
                  <a:gd name="adj" fmla="val 0"/>
                </a:avLst>
              </a:prstGeom>
              <a:solidFill>
                <a:srgbClr val="F8F8F8"/>
              </a:solidFill>
              <a:ln w="9525" algn="ctr">
                <a:solidFill>
                  <a:schemeClr val="tx2"/>
                </a:solidFill>
                <a:round/>
                <a:headEnd/>
                <a:tailEnd/>
              </a:ln>
            </p:spPr>
            <p:txBody>
              <a:bodyPr/>
              <a:lstStyle/>
              <a:p>
                <a:pPr lvl="0" fontAlgn="base">
                  <a:lnSpc>
                    <a:spcPct val="80000"/>
                  </a:lnSpc>
                  <a:spcBef>
                    <a:spcPct val="0"/>
                  </a:spcBef>
                  <a:spcAft>
                    <a:spcPct val="0"/>
                  </a:spcAft>
                </a:pPr>
                <a:endParaRPr lang="en-US" sz="2000">
                  <a:solidFill>
                    <a:srgbClr val="000000"/>
                  </a:solidFill>
                  <a:latin typeface="Segoe UI" pitchFamily="34" charset="0"/>
                  <a:ea typeface="Segoe UI" pitchFamily="34" charset="0"/>
                  <a:cs typeface="Segoe UI" pitchFamily="34" charset="0"/>
                </a:endParaRPr>
              </a:p>
            </p:txBody>
          </p:sp>
          <p:sp>
            <p:nvSpPr>
              <p:cNvPr id="12" name="TextBox 11"/>
              <p:cNvSpPr txBox="1"/>
              <p:nvPr/>
            </p:nvSpPr>
            <p:spPr>
              <a:xfrm>
                <a:off x="2159351" y="2821009"/>
                <a:ext cx="2093861" cy="1292662"/>
              </a:xfrm>
              <a:prstGeom prst="rect">
                <a:avLst/>
              </a:prstGeom>
              <a:noFill/>
              <a:ln>
                <a:noFill/>
              </a:ln>
            </p:spPr>
            <p:txBody>
              <a:bodyPr wrap="square" rtlCol="0">
                <a:spAutoFit/>
              </a:bodyPr>
              <a:lstStyle/>
              <a:p>
                <a:pPr lvl="0" algn="ctr" fontAlgn="base">
                  <a:spcBef>
                    <a:spcPct val="0"/>
                  </a:spcBef>
                  <a:spcAft>
                    <a:spcPct val="0"/>
                  </a:spcAft>
                </a:pPr>
                <a:r>
                  <a:rPr lang="en-US" sz="2600">
                    <a:solidFill>
                      <a:srgbClr val="000000"/>
                    </a:solidFill>
                    <a:latin typeface="Segoe UI" pitchFamily="34" charset="0"/>
                    <a:ea typeface="Segoe UI" pitchFamily="34" charset="0"/>
                    <a:cs typeface="Segoe UI" pitchFamily="34" charset="0"/>
                  </a:rPr>
                  <a:t>HTTP (80)</a:t>
                </a:r>
              </a:p>
              <a:p>
                <a:pPr lvl="0" algn="ctr" fontAlgn="base">
                  <a:spcBef>
                    <a:spcPct val="0"/>
                  </a:spcBef>
                  <a:spcAft>
                    <a:spcPct val="0"/>
                  </a:spcAft>
                </a:pPr>
                <a:r>
                  <a:rPr lang="en-US" sz="2600">
                    <a:solidFill>
                      <a:srgbClr val="000000"/>
                    </a:solidFill>
                    <a:latin typeface="Segoe UI" pitchFamily="34" charset="0"/>
                    <a:ea typeface="Segoe UI" pitchFamily="34" charset="0"/>
                    <a:cs typeface="Segoe UI" pitchFamily="34" charset="0"/>
                  </a:rPr>
                  <a:t>HTTPS (443)</a:t>
                </a:r>
              </a:p>
              <a:p>
                <a:pPr lvl="0" algn="ctr" fontAlgn="base">
                  <a:spcBef>
                    <a:spcPct val="0"/>
                  </a:spcBef>
                  <a:spcAft>
                    <a:spcPct val="0"/>
                  </a:spcAft>
                </a:pPr>
                <a:r>
                  <a:rPr lang="en-US" sz="2600">
                    <a:solidFill>
                      <a:srgbClr val="000000"/>
                    </a:solidFill>
                    <a:latin typeface="Segoe UI" pitchFamily="34" charset="0"/>
                    <a:ea typeface="Segoe UI" pitchFamily="34" charset="0"/>
                    <a:cs typeface="Segoe UI" pitchFamily="34" charset="0"/>
                  </a:rPr>
                  <a:t>POP3 (110)</a:t>
                </a:r>
                <a:endParaRPr lang="en-CA" sz="2600">
                  <a:solidFill>
                    <a:srgbClr val="000000"/>
                  </a:solidFill>
                  <a:latin typeface="Segoe UI" pitchFamily="34" charset="0"/>
                  <a:ea typeface="Segoe UI" pitchFamily="34" charset="0"/>
                  <a:cs typeface="Segoe UI" pitchFamily="34" charset="0"/>
                </a:endParaRPr>
              </a:p>
            </p:txBody>
          </p:sp>
          <p:sp>
            <p:nvSpPr>
              <p:cNvPr id="13" name="TextBox 12"/>
              <p:cNvSpPr txBox="1"/>
              <p:nvPr/>
            </p:nvSpPr>
            <p:spPr>
              <a:xfrm>
                <a:off x="4469390" y="2812606"/>
                <a:ext cx="2075872" cy="1292662"/>
              </a:xfrm>
              <a:prstGeom prst="rect">
                <a:avLst/>
              </a:prstGeom>
              <a:noFill/>
              <a:ln>
                <a:noFill/>
              </a:ln>
            </p:spPr>
            <p:txBody>
              <a:bodyPr wrap="square" rtlCol="0">
                <a:spAutoFit/>
              </a:bodyPr>
              <a:lstStyle/>
              <a:p>
                <a:pPr lvl="0" algn="ctr" fontAlgn="base">
                  <a:spcBef>
                    <a:spcPct val="0"/>
                  </a:spcBef>
                  <a:spcAft>
                    <a:spcPct val="0"/>
                  </a:spcAft>
                </a:pPr>
                <a:r>
                  <a:rPr lang="en-CA" sz="2600">
                    <a:solidFill>
                      <a:srgbClr val="000000"/>
                    </a:solidFill>
                    <a:latin typeface="Segoe UI" pitchFamily="34" charset="0"/>
                    <a:ea typeface="Segoe UI" pitchFamily="34" charset="0"/>
                    <a:cs typeface="Segoe UI" pitchFamily="34" charset="0"/>
                  </a:rPr>
                  <a:t>SMTP (25)</a:t>
                </a:r>
              </a:p>
              <a:p>
                <a:pPr lvl="0" algn="ctr" fontAlgn="base">
                  <a:spcBef>
                    <a:spcPct val="0"/>
                  </a:spcBef>
                  <a:spcAft>
                    <a:spcPct val="0"/>
                  </a:spcAft>
                </a:pPr>
                <a:r>
                  <a:rPr lang="en-CA" sz="2600">
                    <a:solidFill>
                      <a:srgbClr val="000000"/>
                    </a:solidFill>
                    <a:latin typeface="Segoe UI" pitchFamily="34" charset="0"/>
                    <a:ea typeface="Segoe UI" pitchFamily="34" charset="0"/>
                    <a:cs typeface="Segoe UI" pitchFamily="34" charset="0"/>
                  </a:rPr>
                  <a:t>DNS (53)</a:t>
                </a:r>
              </a:p>
              <a:p>
                <a:pPr lvl="0" algn="ctr" fontAlgn="base">
                  <a:spcBef>
                    <a:spcPct val="0"/>
                  </a:spcBef>
                  <a:spcAft>
                    <a:spcPct val="0"/>
                  </a:spcAft>
                </a:pPr>
                <a:r>
                  <a:rPr lang="en-CA" sz="2600">
                    <a:solidFill>
                      <a:srgbClr val="000000"/>
                    </a:solidFill>
                    <a:latin typeface="Segoe UI" pitchFamily="34" charset="0"/>
                    <a:ea typeface="Segoe UI" pitchFamily="34" charset="0"/>
                    <a:cs typeface="Segoe UI" pitchFamily="34" charset="0"/>
                  </a:rPr>
                  <a:t>FTP (21)</a:t>
                </a:r>
                <a:endParaRPr lang="en-CA" sz="2600">
                  <a:solidFill>
                    <a:srgbClr val="000000"/>
                  </a:solidFill>
                  <a:latin typeface="Verdana" pitchFamily="34" charset="0"/>
                  <a:cs typeface="Arial" charset="0"/>
                </a:endParaRPr>
              </a:p>
            </p:txBody>
          </p:sp>
        </p:grpSp>
      </p:grpSp>
    </p:spTree>
    <p:extLst>
      <p:ext uri="{BB962C8B-B14F-4D97-AF65-F5344CB8AC3E}">
        <p14:creationId xmlns:p14="http://schemas.microsoft.com/office/powerpoint/2010/main" val="25277801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5519e9d4-6aca-488a-83ff-34891af588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Lesson 2: Understanding IPv4 Addressing</a:t>
            </a:r>
            <a:endParaRPr lang="en-CA"/>
          </a:p>
        </p:txBody>
      </p:sp>
      <p:sp>
        <p:nvSpPr>
          <p:cNvPr id="3" name="Text Placeholder 2"/>
          <p:cNvSpPr>
            <a:spLocks noGrp="1"/>
          </p:cNvSpPr>
          <p:nvPr>
            <p:ph type="body" idx="1"/>
          </p:nvPr>
        </p:nvSpPr>
        <p:spPr/>
        <p:txBody>
          <a:bodyPr/>
          <a:lstStyle/>
          <a:p>
            <a:r>
              <a:rPr lang="en-CA" smtClean="0"/>
              <a:t>IPv4 Addressing
Public and Private IPv4 Addresses
How Dotted Decimal Notation Relates to Binary Numbers
Simple IPv4 Implementations
More Complex IPv4 Implementations</a:t>
            </a:r>
            <a:endParaRPr lang="en-CA"/>
          </a:p>
        </p:txBody>
      </p:sp>
    </p:spTree>
    <p:extLst>
      <p:ext uri="{BB962C8B-B14F-4D97-AF65-F5344CB8AC3E}">
        <p14:creationId xmlns:p14="http://schemas.microsoft.com/office/powerpoint/2010/main" val="39425333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a60adbff-2291-42f6-800e-e87a71dcc44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IPv4 Addressing</a:t>
            </a:r>
            <a:endParaRPr lang="en-CA"/>
          </a:p>
        </p:txBody>
      </p:sp>
      <p:sp>
        <p:nvSpPr>
          <p:cNvPr id="4" name="Content Placeholder 1"/>
          <p:cNvSpPr txBox="1">
            <a:spLocks/>
          </p:cNvSpPr>
          <p:nvPr/>
        </p:nvSpPr>
        <p:spPr>
          <a:xfrm>
            <a:off x="458788" y="992188"/>
            <a:ext cx="7751762" cy="4386262"/>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buClr>
                <a:srgbClr val="006699"/>
              </a:buClr>
              <a:buFontTx/>
              <a:buChar char="•"/>
            </a:pPr>
            <a:r>
              <a:rPr lang="en-CA" sz="2100" kern="0">
                <a:solidFill>
                  <a:srgbClr val="000000"/>
                </a:solidFill>
              </a:rPr>
              <a:t>Each networked computer must be assigned a unique IPv4 address</a:t>
            </a:r>
          </a:p>
          <a:p>
            <a:pPr lvl="0">
              <a:buClr>
                <a:srgbClr val="006699"/>
              </a:buClr>
              <a:buFontTx/>
              <a:buChar char="•"/>
            </a:pPr>
            <a:r>
              <a:rPr lang="en-CA" sz="2100" kern="0">
                <a:solidFill>
                  <a:srgbClr val="000000"/>
                </a:solidFill>
              </a:rPr>
              <a:t>Network communication for a computer is directed to the IPv4 address of the computer</a:t>
            </a:r>
          </a:p>
          <a:p>
            <a:pPr lvl="0">
              <a:buClr>
                <a:srgbClr val="006699"/>
              </a:buClr>
              <a:buFontTx/>
              <a:buChar char="•"/>
            </a:pPr>
            <a:r>
              <a:rPr lang="en-CA" sz="2100" kern="0">
                <a:solidFill>
                  <a:srgbClr val="000000"/>
                </a:solidFill>
              </a:rPr>
              <a:t>Each IPv4 address contains:</a:t>
            </a:r>
          </a:p>
          <a:p>
            <a:pPr lvl="1">
              <a:buClr>
                <a:srgbClr val="006699"/>
              </a:buClr>
              <a:buFont typeface="Wingdings" panose="05000000000000000000" pitchFamily="2" charset="2"/>
              <a:buChar char="ü"/>
            </a:pPr>
            <a:r>
              <a:rPr lang="en-CA" sz="2100" kern="0">
                <a:solidFill>
                  <a:srgbClr val="000000"/>
                </a:solidFill>
              </a:rPr>
              <a:t>Network ID, identifying the network</a:t>
            </a:r>
          </a:p>
          <a:p>
            <a:pPr lvl="1">
              <a:buClr>
                <a:srgbClr val="006699"/>
              </a:buClr>
              <a:buFont typeface="Wingdings" panose="05000000000000000000" pitchFamily="2" charset="2"/>
              <a:buChar char="ü"/>
            </a:pPr>
            <a:r>
              <a:rPr lang="en-CA" sz="2100" kern="0">
                <a:solidFill>
                  <a:srgbClr val="000000"/>
                </a:solidFill>
              </a:rPr>
              <a:t>Host ID, identifying the computer</a:t>
            </a:r>
          </a:p>
          <a:p>
            <a:pPr lvl="0">
              <a:buClr>
                <a:srgbClr val="006699"/>
              </a:buClr>
              <a:buFontTx/>
              <a:buChar char="•"/>
            </a:pPr>
            <a:r>
              <a:rPr lang="en-CA" sz="2100" kern="0">
                <a:solidFill>
                  <a:srgbClr val="000000"/>
                </a:solidFill>
              </a:rPr>
              <a:t>The subnet mask identifies which part of the IPv4 address is the network ID (255) and which is the host ID (0)</a:t>
            </a:r>
          </a:p>
        </p:txBody>
      </p:sp>
      <p:graphicFrame>
        <p:nvGraphicFramePr>
          <p:cNvPr id="5" name="Table 4"/>
          <p:cNvGraphicFramePr>
            <a:graphicFrameLocks noGrp="1"/>
          </p:cNvGraphicFramePr>
          <p:nvPr>
            <p:extLst>
              <p:ext uri="{D42A27DB-BD31-4B8C-83A1-F6EECF244321}">
                <p14:modId xmlns:p14="http://schemas.microsoft.com/office/powerpoint/2010/main" val="1272984149"/>
              </p:ext>
            </p:extLst>
          </p:nvPr>
        </p:nvGraphicFramePr>
        <p:xfrm>
          <a:off x="1064295" y="4503290"/>
          <a:ext cx="5936107" cy="1483360"/>
        </p:xfrm>
        <a:graphic>
          <a:graphicData uri="http://schemas.openxmlformats.org/drawingml/2006/table">
            <a:tbl>
              <a:tblPr>
                <a:tableStyleId>{5C22544A-7EE6-4342-B048-85BDC9FD1C3A}</a:tableStyleId>
              </a:tblPr>
              <a:tblGrid>
                <a:gridCol w="2101127"/>
                <a:gridCol w="958745"/>
                <a:gridCol w="958745"/>
                <a:gridCol w="958745"/>
                <a:gridCol w="958745"/>
              </a:tblGrid>
              <a:tr h="370840">
                <a:tc>
                  <a:txBody>
                    <a:bodyPr/>
                    <a:lstStyle/>
                    <a:p>
                      <a:r>
                        <a:rPr lang="en-CA" b="1" smtClean="0">
                          <a:latin typeface="Segoe UI" panose="020B0502040204020203" pitchFamily="34" charset="0"/>
                          <a:ea typeface="Segoe UI" panose="020B0502040204020203" pitchFamily="34" charset="0"/>
                          <a:cs typeface="Segoe UI" panose="020B0502040204020203" pitchFamily="34" charset="0"/>
                        </a:rPr>
                        <a:t>IP address</a:t>
                      </a:r>
                      <a:endParaRPr lang="en-CA" b="1">
                        <a:latin typeface="Segoe UI" panose="020B0502040204020203" pitchFamily="34" charset="0"/>
                        <a:ea typeface="Segoe UI" panose="020B0502040204020203" pitchFamily="34" charset="0"/>
                        <a:cs typeface="Segoe UI" panose="020B0502040204020203" pitchFamily="34" charset="0"/>
                      </a:endParaRPr>
                    </a:p>
                  </a:txBody>
                  <a:tcPr>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172</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16</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0</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10</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r>
              <a:tr h="370840">
                <a:tc>
                  <a:txBody>
                    <a:bodyPr/>
                    <a:lstStyle/>
                    <a:p>
                      <a:r>
                        <a:rPr lang="en-CA" b="1" smtClean="0">
                          <a:latin typeface="Segoe UI" panose="020B0502040204020203" pitchFamily="34" charset="0"/>
                          <a:ea typeface="Segoe UI" panose="020B0502040204020203" pitchFamily="34" charset="0"/>
                          <a:cs typeface="Segoe UI" panose="020B0502040204020203" pitchFamily="34" charset="0"/>
                        </a:rPr>
                        <a:t>Subnet mask</a:t>
                      </a:r>
                      <a:endParaRPr lang="en-CA" b="1">
                        <a:latin typeface="Segoe UI" panose="020B0502040204020203" pitchFamily="34" charset="0"/>
                        <a:ea typeface="Segoe UI" panose="020B0502040204020203" pitchFamily="34" charset="0"/>
                        <a:cs typeface="Segoe UI" panose="020B0502040204020203" pitchFamily="34" charset="0"/>
                      </a:endParaRPr>
                    </a:p>
                  </a:txBody>
                  <a:tcPr>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solidFill>
                      <a:schemeClr val="accent2">
                        <a:lumMod val="20000"/>
                        <a:lumOff val="80000"/>
                      </a:schemeClr>
                    </a:solidFill>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255</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solidFill>
                      <a:schemeClr val="accent2">
                        <a:lumMod val="20000"/>
                        <a:lumOff val="80000"/>
                      </a:schemeClr>
                    </a:solidFill>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255</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solidFill>
                      <a:schemeClr val="accent2">
                        <a:lumMod val="20000"/>
                        <a:lumOff val="80000"/>
                      </a:schemeClr>
                    </a:solidFill>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0</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solidFill>
                      <a:schemeClr val="accent2">
                        <a:lumMod val="20000"/>
                        <a:lumOff val="80000"/>
                      </a:schemeClr>
                    </a:solidFill>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0</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solidFill>
                      <a:schemeClr val="accent2">
                        <a:lumMod val="20000"/>
                        <a:lumOff val="80000"/>
                      </a:schemeClr>
                    </a:solidFill>
                  </a:tcPr>
                </a:tc>
              </a:tr>
              <a:tr h="370840">
                <a:tc>
                  <a:txBody>
                    <a:bodyPr/>
                    <a:lstStyle/>
                    <a:p>
                      <a:r>
                        <a:rPr lang="en-CA" b="1" smtClean="0">
                          <a:latin typeface="Segoe UI" panose="020B0502040204020203" pitchFamily="34" charset="0"/>
                          <a:ea typeface="Segoe UI" panose="020B0502040204020203" pitchFamily="34" charset="0"/>
                          <a:cs typeface="Segoe UI" panose="020B0502040204020203" pitchFamily="34" charset="0"/>
                        </a:rPr>
                        <a:t>Network ID</a:t>
                      </a:r>
                      <a:endParaRPr lang="en-CA" b="1">
                        <a:latin typeface="Segoe UI" panose="020B0502040204020203" pitchFamily="34" charset="0"/>
                        <a:ea typeface="Segoe UI" panose="020B0502040204020203" pitchFamily="34" charset="0"/>
                        <a:cs typeface="Segoe UI" panose="020B0502040204020203" pitchFamily="34" charset="0"/>
                      </a:endParaRPr>
                    </a:p>
                  </a:txBody>
                  <a:tcPr>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172</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16</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0</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0</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r>
              <a:tr h="370840">
                <a:tc>
                  <a:txBody>
                    <a:bodyPr/>
                    <a:lstStyle/>
                    <a:p>
                      <a:r>
                        <a:rPr lang="en-CA" b="1" smtClean="0">
                          <a:latin typeface="Segoe UI" panose="020B0502040204020203" pitchFamily="34" charset="0"/>
                          <a:ea typeface="Segoe UI" panose="020B0502040204020203" pitchFamily="34" charset="0"/>
                          <a:cs typeface="Segoe UI" panose="020B0502040204020203" pitchFamily="34" charset="0"/>
                        </a:rPr>
                        <a:t>Host ID</a:t>
                      </a:r>
                      <a:endParaRPr lang="en-CA" b="1">
                        <a:latin typeface="Segoe UI" panose="020B0502040204020203" pitchFamily="34" charset="0"/>
                        <a:ea typeface="Segoe UI" panose="020B0502040204020203" pitchFamily="34" charset="0"/>
                        <a:cs typeface="Segoe UI" panose="020B0502040204020203" pitchFamily="34" charset="0"/>
                      </a:endParaRPr>
                    </a:p>
                  </a:txBody>
                  <a:tcPr>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0</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0</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0</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10</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r>
            </a:tbl>
          </a:graphicData>
        </a:graphic>
      </p:graphicFrame>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815011"/>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88191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8469c027-93c1-4fa2-a4bf-8f7d34c12df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IPv4 Addressing</a:t>
            </a:r>
            <a:endParaRPr lang="en-CA"/>
          </a:p>
        </p:txBody>
      </p:sp>
      <p:grpSp>
        <p:nvGrpSpPr>
          <p:cNvPr id="4" name="Group 3" descr="A diagram of two subnets joined by a router. Subnet 1 has three computers using a subnet mask of 255.255.255.0 and IP addresses on the 192.168.1.0 network."/>
          <p:cNvGrpSpPr/>
          <p:nvPr/>
        </p:nvGrpSpPr>
        <p:grpSpPr>
          <a:xfrm>
            <a:off x="311472" y="1039713"/>
            <a:ext cx="8509000" cy="5146773"/>
            <a:chOff x="311472" y="1039713"/>
            <a:chExt cx="8509000" cy="5146773"/>
          </a:xfrm>
        </p:grpSpPr>
        <p:grpSp>
          <p:nvGrpSpPr>
            <p:cNvPr id="5" name="Group 4"/>
            <p:cNvGrpSpPr/>
            <p:nvPr/>
          </p:nvGrpSpPr>
          <p:grpSpPr>
            <a:xfrm>
              <a:off x="311472" y="1039713"/>
              <a:ext cx="8509000" cy="3204572"/>
              <a:chOff x="311472" y="1039713"/>
              <a:chExt cx="8509000" cy="3204572"/>
            </a:xfrm>
          </p:grpSpPr>
          <p:sp>
            <p:nvSpPr>
              <p:cNvPr id="7" name="AutoShape 9" descr="&quot;&quot;"/>
              <p:cNvSpPr>
                <a:spLocks noChangeArrowheads="1"/>
              </p:cNvSpPr>
              <p:nvPr/>
            </p:nvSpPr>
            <p:spPr bwMode="auto">
              <a:xfrm>
                <a:off x="2937740" y="1679557"/>
                <a:ext cx="1148071" cy="348240"/>
              </a:xfrm>
              <a:prstGeom prst="roundRect">
                <a:avLst>
                  <a:gd name="adj" fmla="val 4167"/>
                </a:avLst>
              </a:prstGeom>
              <a:noFill/>
              <a:ln w="9525">
                <a:noFill/>
                <a:round/>
                <a:headEnd/>
                <a:tailEnd/>
              </a:ln>
              <a:effectLst>
                <a:outerShdw blurRad="50800" dist="50800" dir="5400000" algn="ctr" rotWithShape="0">
                  <a:schemeClr val="bg1"/>
                </a:outerShdw>
              </a:effectLst>
            </p:spPr>
            <p:txBody>
              <a:bodyPr wrap="none" anchor="ctr">
                <a:spAutoFit/>
              </a:bodyPr>
              <a:lstStyle/>
              <a:p>
                <a:pPr lvl="0" fontAlgn="base">
                  <a:lnSpc>
                    <a:spcPct val="90000"/>
                  </a:lnSpc>
                  <a:spcBef>
                    <a:spcPct val="40000"/>
                  </a:spcBef>
                  <a:spcAft>
                    <a:spcPct val="0"/>
                  </a:spcAft>
                </a:pPr>
                <a:r>
                  <a:rPr lang="en-US" b="1">
                    <a:solidFill>
                      <a:srgbClr val="000000"/>
                    </a:solidFill>
                    <a:latin typeface="Segoe UI" panose="020B0502040204020203" pitchFamily="34" charset="0"/>
                    <a:ea typeface="Segoe UI" panose="020B0502040204020203" pitchFamily="34" charset="0"/>
                    <a:cs typeface="Segoe UI" panose="020B0502040204020203" pitchFamily="34" charset="0"/>
                  </a:rPr>
                  <a:t>Subnet 1</a:t>
                </a:r>
              </a:p>
            </p:txBody>
          </p:sp>
          <p:sp>
            <p:nvSpPr>
              <p:cNvPr id="8" name="frame 2 alt-text, &quot;Dotted decimal .." descr="This is the 2nd of 4 frames.&#10;A text box and arrow appears which points out the dotted decimal representation of the address and subnet mask in Subnet 1.&#10;There are no moving graphics on this frame."/>
              <p:cNvSpPr txBox="1">
                <a:spLocks noChangeArrowheads="1"/>
              </p:cNvSpPr>
              <p:nvPr/>
            </p:nvSpPr>
            <p:spPr bwMode="auto">
              <a:xfrm>
                <a:off x="806621" y="3721065"/>
                <a:ext cx="28558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fontAlgn="base">
                  <a:spcBef>
                    <a:spcPct val="0"/>
                  </a:spcBef>
                  <a:spcAft>
                    <a:spcPct val="0"/>
                  </a:spcAf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Dotted decimal representation </a:t>
                </a:r>
                <a:b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of the address and subnet mask</a:t>
                </a:r>
              </a:p>
            </p:txBody>
          </p:sp>
          <p:sp>
            <p:nvSpPr>
              <p:cNvPr id="9" name="An IPv4 configuration identifies  text box" descr="&quot;&quot;"/>
              <p:cNvSpPr>
                <a:spLocks noChangeArrowheads="1"/>
              </p:cNvSpPr>
              <p:nvPr/>
            </p:nvSpPr>
            <p:spPr bwMode="auto">
              <a:xfrm>
                <a:off x="311472" y="1039713"/>
                <a:ext cx="8509000" cy="373063"/>
              </a:xfrm>
              <a:prstGeom prst="roundRect">
                <a:avLst>
                  <a:gd name="adj" fmla="val 4167"/>
                </a:avLst>
              </a:prstGeom>
              <a:noFill/>
              <a:ln w="9525" algn="ctr">
                <a:noFill/>
                <a:round/>
                <a:headEnd/>
                <a:tailEnd/>
              </a:ln>
              <a:effectLst>
                <a:outerShdw blurRad="50800" dist="50800" dir="5400000" algn="ctr" rotWithShape="0">
                  <a:schemeClr val="bg1"/>
                </a:outerShdw>
              </a:effectLst>
            </p:spPr>
            <p:txBody>
              <a:bodyPr anchor="ctr"/>
              <a:lstStyle/>
              <a:p>
                <a:pPr lvl="0" algn="ctr" fontAlgn="base">
                  <a:lnSpc>
                    <a:spcPct val="90000"/>
                  </a:lnSpc>
                  <a:spcBef>
                    <a:spcPct val="0"/>
                  </a:spcBef>
                  <a:spcAft>
                    <a:spcPct val="0"/>
                  </a:spcAft>
                </a:pPr>
                <a:r>
                  <a:rPr lang="en-GB" sz="1700" b="1">
                    <a:solidFill>
                      <a:srgbClr val="000000"/>
                    </a:solidFill>
                    <a:latin typeface="Segoe UI" pitchFamily="34" charset="0"/>
                    <a:ea typeface="Segoe UI" pitchFamily="34" charset="0"/>
                    <a:cs typeface="Segoe UI" pitchFamily="34" charset="0"/>
                  </a:rPr>
                  <a:t>An IPv4 configuration identifies a computer to other computers on a network</a:t>
                </a:r>
                <a:endParaRPr lang="en-US" sz="1700" b="1">
                  <a:solidFill>
                    <a:srgbClr val="000000"/>
                  </a:solidFill>
                  <a:latin typeface="Segoe UI" pitchFamily="34" charset="0"/>
                  <a:ea typeface="Segoe UI" pitchFamily="34" charset="0"/>
                  <a:cs typeface="Segoe UI" pitchFamily="34" charset="0"/>
                </a:endParaRPr>
              </a:p>
            </p:txBody>
          </p:sp>
          <p:sp>
            <p:nvSpPr>
              <p:cNvPr id="10" name="AutoShape 10" descr="&quot;&quot;"/>
              <p:cNvSpPr>
                <a:spLocks noChangeArrowheads="1"/>
              </p:cNvSpPr>
              <p:nvPr/>
            </p:nvSpPr>
            <p:spPr bwMode="auto">
              <a:xfrm>
                <a:off x="5724128" y="2564904"/>
                <a:ext cx="2468880" cy="533340"/>
              </a:xfrm>
              <a:prstGeom prst="roundRect">
                <a:avLst>
                  <a:gd name="adj" fmla="val 4167"/>
                </a:avLst>
              </a:prstGeom>
              <a:noFill/>
              <a:ln w="9525">
                <a:noFill/>
                <a:round/>
                <a:headEnd/>
                <a:tailEnd/>
              </a:ln>
              <a:effectLst>
                <a:outerShdw blurRad="50800" dist="50800" dir="5400000" algn="ctr" rotWithShape="0">
                  <a:schemeClr val="bg1"/>
                </a:outerShdw>
              </a:effectLst>
            </p:spPr>
            <p:txBody>
              <a:bodyPr wrap="square" anchor="ctr">
                <a:spAutoFit/>
              </a:bodyPr>
              <a:lstStyle/>
              <a:p>
                <a:pPr lvl="0" fontAlgn="base">
                  <a:spcBef>
                    <a:spcPct val="4000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192.168.1.181 Subnet mask: 	255.255.255.0</a:t>
                </a:r>
              </a:p>
            </p:txBody>
          </p:sp>
          <p:grpSp>
            <p:nvGrpSpPr>
              <p:cNvPr id="11" name="Group 10"/>
              <p:cNvGrpSpPr/>
              <p:nvPr/>
            </p:nvGrpSpPr>
            <p:grpSpPr>
              <a:xfrm>
                <a:off x="3362151" y="1572542"/>
                <a:ext cx="2370168" cy="1928466"/>
                <a:chOff x="1929186" y="1524207"/>
                <a:chExt cx="2370168" cy="1928466"/>
              </a:xfrm>
            </p:grpSpPr>
            <p:sp>
              <p:nvSpPr>
                <p:cNvPr id="17" name="Oval 16"/>
                <p:cNvSpPr/>
                <p:nvPr/>
              </p:nvSpPr>
              <p:spPr bwMode="auto">
                <a:xfrm>
                  <a:off x="1929186" y="1951200"/>
                  <a:ext cx="2370168" cy="1387816"/>
                </a:xfrm>
                <a:prstGeom prst="ellipse">
                  <a:avLst/>
                </a:prstGeom>
                <a:solidFill>
                  <a:schemeClr val="accent1">
                    <a:lumMod val="85000"/>
                  </a:schemeClr>
                </a:solid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182880" tIns="45720" rIns="182880" bIns="45720" numCol="1" rtlCol="0" anchor="ctr" anchorCtr="0" compatLnSpc="1">
                  <a:prstTxWarp prst="textNoShape">
                    <a:avLst/>
                  </a:prstTxWarp>
                </a:bodyPr>
                <a:lstStyle/>
                <a:p>
                  <a:pPr lvl="0" eaLnBrk="0" fontAlgn="base" hangingPunct="0">
                    <a:spcBef>
                      <a:spcPct val="0"/>
                    </a:spcBef>
                    <a:spcAft>
                      <a:spcPct val="0"/>
                    </a:spcAft>
                  </a:pPr>
                  <a:endParaRPr lang="en-CA">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11043" y="2483984"/>
                  <a:ext cx="858059" cy="968689"/>
                </a:xfrm>
                <a:prstGeom prst="rect">
                  <a:avLst/>
                </a:prstGeom>
              </p:spPr>
            </p:pic>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57040" y="1524207"/>
                  <a:ext cx="858059" cy="968689"/>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7757" y="2370327"/>
                  <a:ext cx="858059" cy="968689"/>
                </a:xfrm>
                <a:prstGeom prst="rect">
                  <a:avLst/>
                </a:prstGeom>
              </p:spPr>
            </p:pic>
          </p:grpSp>
          <p:sp>
            <p:nvSpPr>
              <p:cNvPr id="12" name="AutoShape 9" descr="&quot;&quot;"/>
              <p:cNvSpPr>
                <a:spLocks noChangeArrowheads="1"/>
              </p:cNvSpPr>
              <p:nvPr/>
            </p:nvSpPr>
            <p:spPr bwMode="auto">
              <a:xfrm>
                <a:off x="5501652" y="1662803"/>
                <a:ext cx="2468880" cy="533340"/>
              </a:xfrm>
              <a:prstGeom prst="roundRect">
                <a:avLst>
                  <a:gd name="adj" fmla="val 4167"/>
                </a:avLst>
              </a:prstGeom>
              <a:noFill/>
              <a:ln w="9525">
                <a:noFill/>
                <a:round/>
                <a:headEnd/>
                <a:tailEnd/>
              </a:ln>
              <a:effectLst/>
            </p:spPr>
            <p:txBody>
              <a:bodyPr wrap="square" anchor="ctr">
                <a:spAutoFit/>
              </a:bodyPr>
              <a:lstStyle/>
              <a:p>
                <a:pPr lvl="0" fontAlgn="base">
                  <a:spcBef>
                    <a:spcPct val="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192.168.1.180</a:t>
                </a:r>
                <a:b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Subnet mask:	255.255.255.0</a:t>
                </a:r>
              </a:p>
            </p:txBody>
          </p:sp>
          <p:grpSp>
            <p:nvGrpSpPr>
              <p:cNvPr id="13" name="Group 12"/>
              <p:cNvGrpSpPr/>
              <p:nvPr/>
            </p:nvGrpSpPr>
            <p:grpSpPr>
              <a:xfrm>
                <a:off x="806621" y="2608826"/>
                <a:ext cx="2560320" cy="489418"/>
                <a:chOff x="545820" y="2832923"/>
                <a:chExt cx="2475561" cy="489418"/>
              </a:xfrm>
            </p:grpSpPr>
            <p:sp>
              <p:nvSpPr>
                <p:cNvPr id="15" name="AutoShape 8" descr="&quot;&quot;"/>
                <p:cNvSpPr>
                  <a:spLocks noChangeArrowheads="1"/>
                </p:cNvSpPr>
                <p:nvPr/>
              </p:nvSpPr>
              <p:spPr bwMode="auto">
                <a:xfrm>
                  <a:off x="545820" y="2832923"/>
                  <a:ext cx="2475561" cy="489418"/>
                </a:xfrm>
                <a:prstGeom prst="roundRect">
                  <a:avLst>
                    <a:gd name="adj" fmla="val 4167"/>
                  </a:avLst>
                </a:prstGeom>
                <a:noFill/>
                <a:ln w="9525">
                  <a:noFill/>
                  <a:round/>
                  <a:headEnd/>
                  <a:tailEnd/>
                </a:ln>
                <a:effectLst>
                  <a:outerShdw blurRad="50800" dist="50800" dir="5400000" algn="ctr" rotWithShape="0">
                    <a:schemeClr val="bg1"/>
                  </a:outerShdw>
                </a:effectLst>
              </p:spPr>
              <p:txBody>
                <a:bodyPr wrap="square" anchor="ctr">
                  <a:spAutoFit/>
                </a:bodyPr>
                <a:lstStyle/>
                <a:p>
                  <a:pPr lvl="0" fontAlgn="base">
                    <a:lnSpc>
                      <a:spcPct val="90000"/>
                    </a:lnSpc>
                    <a:spcBef>
                      <a:spcPct val="4000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192.168.1.182</a:t>
                  </a:r>
                  <a:b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Subnet mask:	255.255.255.0</a:t>
                  </a:r>
                </a:p>
              </p:txBody>
            </p:sp>
            <p:sp>
              <p:nvSpPr>
                <p:cNvPr id="16" name="Rectangle 15"/>
                <p:cNvSpPr/>
                <p:nvPr/>
              </p:nvSpPr>
              <p:spPr bwMode="auto">
                <a:xfrm>
                  <a:off x="1682515" y="2884900"/>
                  <a:ext cx="1144795" cy="385464"/>
                </a:xfrm>
                <a:prstGeom prst="rect">
                  <a:avLst/>
                </a:prstGeom>
                <a:noFill/>
                <a:ln w="19050" cap="flat" cmpd="sng" algn="ctr">
                  <a:solidFill>
                    <a:srgbClr val="FF0000"/>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cxnSp>
            <p:nvCxnSpPr>
              <p:cNvPr id="14" name="Straight Arrow Connector 13"/>
              <p:cNvCxnSpPr/>
              <p:nvPr/>
            </p:nvCxnSpPr>
            <p:spPr bwMode="auto">
              <a:xfrm flipV="1">
                <a:off x="2555776" y="3066453"/>
                <a:ext cx="0" cy="583636"/>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7125" y="5815011"/>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1964066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d4c969eb-ea76-4e12-afa4-a3c44b0a08d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IPv4 Addressing</a:t>
            </a:r>
            <a:endParaRPr lang="en-CA"/>
          </a:p>
        </p:txBody>
      </p:sp>
      <p:grpSp>
        <p:nvGrpSpPr>
          <p:cNvPr id="4" name="Group 3" descr="The same diagram as the previous slide, except that Subnet 2 has been added, which has three computers using a subnet mask of 255.255.255.0 and addresses on the 192.168.2.0 network."/>
          <p:cNvGrpSpPr/>
          <p:nvPr/>
        </p:nvGrpSpPr>
        <p:grpSpPr>
          <a:xfrm>
            <a:off x="311472" y="1039713"/>
            <a:ext cx="8509000" cy="5329399"/>
            <a:chOff x="311472" y="1039713"/>
            <a:chExt cx="8509000" cy="5329399"/>
          </a:xfrm>
        </p:grpSpPr>
        <p:grpSp>
          <p:nvGrpSpPr>
            <p:cNvPr id="5" name="Group 4"/>
            <p:cNvGrpSpPr/>
            <p:nvPr/>
          </p:nvGrpSpPr>
          <p:grpSpPr>
            <a:xfrm>
              <a:off x="311472" y="1039713"/>
              <a:ext cx="8509000" cy="5329399"/>
              <a:chOff x="311472" y="1039713"/>
              <a:chExt cx="8509000" cy="5329399"/>
            </a:xfrm>
          </p:grpSpPr>
          <p:sp>
            <p:nvSpPr>
              <p:cNvPr id="7" name="Line 6" descr="&quot;&quot;"/>
              <p:cNvSpPr>
                <a:spLocks noChangeShapeType="1"/>
              </p:cNvSpPr>
              <p:nvPr/>
            </p:nvSpPr>
            <p:spPr bwMode="auto">
              <a:xfrm flipH="1">
                <a:off x="4565972" y="2903006"/>
                <a:ext cx="6028" cy="2394301"/>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lvl="0" fontAlgn="base">
                  <a:spcBef>
                    <a:spcPct val="0"/>
                  </a:spcBef>
                  <a:spcAft>
                    <a:spcPct val="0"/>
                  </a:spcAft>
                </a:pPr>
                <a:endParaRPr lang="en-CA">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8" name="AutoShape 13" descr="&quot;&quot;"/>
              <p:cNvSpPr>
                <a:spLocks noChangeArrowheads="1"/>
              </p:cNvSpPr>
              <p:nvPr/>
            </p:nvSpPr>
            <p:spPr bwMode="auto">
              <a:xfrm>
                <a:off x="2937740" y="4691309"/>
                <a:ext cx="1148071" cy="348240"/>
              </a:xfrm>
              <a:prstGeom prst="roundRect">
                <a:avLst>
                  <a:gd name="adj" fmla="val 4167"/>
                </a:avLst>
              </a:prstGeom>
              <a:noFill/>
              <a:ln w="9525" algn="ctr">
                <a:noFill/>
                <a:round/>
                <a:headEnd/>
                <a:tailEnd/>
              </a:ln>
              <a:effectLst>
                <a:outerShdw blurRad="50800" dist="50800" dir="5400000" algn="ctr" rotWithShape="0">
                  <a:schemeClr val="bg1"/>
                </a:outerShdw>
              </a:effectLst>
            </p:spPr>
            <p:txBody>
              <a:bodyPr wrap="none" anchor="ctr">
                <a:spAutoFit/>
              </a:bodyPr>
              <a:lstStyle/>
              <a:p>
                <a:pPr lvl="0" fontAlgn="base">
                  <a:lnSpc>
                    <a:spcPct val="90000"/>
                  </a:lnSpc>
                  <a:spcBef>
                    <a:spcPct val="40000"/>
                  </a:spcBef>
                  <a:spcAft>
                    <a:spcPct val="0"/>
                  </a:spcAft>
                </a:pPr>
                <a:r>
                  <a:rPr lang="en-US" b="1">
                    <a:solidFill>
                      <a:srgbClr val="000000"/>
                    </a:solidFill>
                    <a:latin typeface="Segoe UI" panose="020B0502040204020203" pitchFamily="34" charset="0"/>
                    <a:ea typeface="Segoe UI" panose="020B0502040204020203" pitchFamily="34" charset="0"/>
                    <a:cs typeface="Segoe UI" panose="020B0502040204020203" pitchFamily="34" charset="0"/>
                  </a:rPr>
                  <a:t>Subnet 2</a:t>
                </a:r>
              </a:p>
            </p:txBody>
          </p:sp>
          <p:sp>
            <p:nvSpPr>
              <p:cNvPr id="9" name="AutoShape 9" descr="&quot;&quot;"/>
              <p:cNvSpPr>
                <a:spLocks noChangeArrowheads="1"/>
              </p:cNvSpPr>
              <p:nvPr/>
            </p:nvSpPr>
            <p:spPr bwMode="auto">
              <a:xfrm>
                <a:off x="2937740" y="1679557"/>
                <a:ext cx="1148071" cy="348240"/>
              </a:xfrm>
              <a:prstGeom prst="roundRect">
                <a:avLst>
                  <a:gd name="adj" fmla="val 4167"/>
                </a:avLst>
              </a:prstGeom>
              <a:noFill/>
              <a:ln w="9525">
                <a:noFill/>
                <a:round/>
                <a:headEnd/>
                <a:tailEnd/>
              </a:ln>
              <a:effectLst>
                <a:outerShdw blurRad="50800" dist="50800" dir="5400000" algn="ctr" rotWithShape="0">
                  <a:schemeClr val="bg1"/>
                </a:outerShdw>
              </a:effectLst>
            </p:spPr>
            <p:txBody>
              <a:bodyPr wrap="none" anchor="ctr">
                <a:spAutoFit/>
              </a:bodyPr>
              <a:lstStyle/>
              <a:p>
                <a:pPr lvl="0" fontAlgn="base">
                  <a:lnSpc>
                    <a:spcPct val="90000"/>
                  </a:lnSpc>
                  <a:spcBef>
                    <a:spcPct val="40000"/>
                  </a:spcBef>
                  <a:spcAft>
                    <a:spcPct val="0"/>
                  </a:spcAft>
                </a:pPr>
                <a:r>
                  <a:rPr lang="en-US" b="1">
                    <a:solidFill>
                      <a:srgbClr val="000000"/>
                    </a:solidFill>
                    <a:latin typeface="Segoe UI" panose="020B0502040204020203" pitchFamily="34" charset="0"/>
                    <a:ea typeface="Segoe UI" panose="020B0502040204020203" pitchFamily="34" charset="0"/>
                    <a:cs typeface="Segoe UI" panose="020B0502040204020203" pitchFamily="34" charset="0"/>
                  </a:rPr>
                  <a:t>Subnet 1</a:t>
                </a:r>
              </a:p>
            </p:txBody>
          </p:sp>
          <p:sp>
            <p:nvSpPr>
              <p:cNvPr id="10" name="frame 2 alt-text, &quot;Dotted decimal .." descr="This is the 2nd of 4 frames.&#10;A text box and arrow appears which points out the dotted decimal representation of the address and subnet mask in Subnet 1.&#10;There are no moving graphics on this frame."/>
              <p:cNvSpPr txBox="1">
                <a:spLocks noChangeArrowheads="1"/>
              </p:cNvSpPr>
              <p:nvPr/>
            </p:nvSpPr>
            <p:spPr bwMode="auto">
              <a:xfrm>
                <a:off x="806621" y="3721065"/>
                <a:ext cx="28558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fontAlgn="base">
                  <a:spcBef>
                    <a:spcPct val="0"/>
                  </a:spcBef>
                  <a:spcAft>
                    <a:spcPct val="0"/>
                  </a:spcAf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Dotted decimal representation </a:t>
                </a:r>
                <a:b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of the address and subnet mask</a:t>
                </a:r>
              </a:p>
            </p:txBody>
          </p:sp>
          <p:sp>
            <p:nvSpPr>
              <p:cNvPr id="11" name="TextBox 18" descr="&quot;&quot;"/>
              <p:cNvSpPr txBox="1">
                <a:spLocks noChangeArrowheads="1"/>
              </p:cNvSpPr>
              <p:nvPr/>
            </p:nvSpPr>
            <p:spPr bwMode="auto">
              <a:xfrm>
                <a:off x="5796136" y="3721065"/>
                <a:ext cx="289450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fontAlgn="base">
                  <a:spcBef>
                    <a:spcPct val="0"/>
                  </a:spcBef>
                  <a:spcAft>
                    <a:spcPct val="0"/>
                  </a:spcAf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Default gateway defines the preferred router</a:t>
                </a:r>
              </a:p>
            </p:txBody>
          </p:sp>
          <p:sp>
            <p:nvSpPr>
              <p:cNvPr id="12" name="An IPv4 configuration identifies  text box" descr="&quot;&quot;"/>
              <p:cNvSpPr>
                <a:spLocks noChangeArrowheads="1"/>
              </p:cNvSpPr>
              <p:nvPr/>
            </p:nvSpPr>
            <p:spPr bwMode="auto">
              <a:xfrm>
                <a:off x="311472" y="1039713"/>
                <a:ext cx="8509000" cy="373063"/>
              </a:xfrm>
              <a:prstGeom prst="roundRect">
                <a:avLst>
                  <a:gd name="adj" fmla="val 4167"/>
                </a:avLst>
              </a:prstGeom>
              <a:noFill/>
              <a:ln w="9525" algn="ctr">
                <a:noFill/>
                <a:round/>
                <a:headEnd/>
                <a:tailEnd/>
              </a:ln>
              <a:effectLst>
                <a:outerShdw blurRad="50800" dist="50800" dir="5400000" algn="ctr" rotWithShape="0">
                  <a:schemeClr val="bg1"/>
                </a:outerShdw>
              </a:effectLst>
            </p:spPr>
            <p:txBody>
              <a:bodyPr anchor="ctr"/>
              <a:lstStyle/>
              <a:p>
                <a:pPr lvl="0" algn="ctr" fontAlgn="base">
                  <a:lnSpc>
                    <a:spcPct val="90000"/>
                  </a:lnSpc>
                  <a:spcBef>
                    <a:spcPct val="0"/>
                  </a:spcBef>
                  <a:spcAft>
                    <a:spcPct val="0"/>
                  </a:spcAft>
                </a:pPr>
                <a:r>
                  <a:rPr lang="en-GB" sz="1700" b="1">
                    <a:solidFill>
                      <a:srgbClr val="000000"/>
                    </a:solidFill>
                    <a:latin typeface="Segoe UI" pitchFamily="34" charset="0"/>
                    <a:ea typeface="Segoe UI" pitchFamily="34" charset="0"/>
                    <a:cs typeface="Segoe UI" pitchFamily="34" charset="0"/>
                  </a:rPr>
                  <a:t>An IPv4 configuration identifies a computer to other computers on a network</a:t>
                </a:r>
                <a:endParaRPr lang="en-US" sz="1700" b="1">
                  <a:solidFill>
                    <a:srgbClr val="000000"/>
                  </a:solidFill>
                  <a:latin typeface="Segoe UI" pitchFamily="34" charset="0"/>
                  <a:ea typeface="Segoe UI" pitchFamily="34" charset="0"/>
                  <a:cs typeface="Segoe UI" pitchFamily="34" charset="0"/>
                </a:endParaRPr>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35167" y="3721065"/>
                <a:ext cx="1224136" cy="638393"/>
              </a:xfrm>
              <a:prstGeom prst="rect">
                <a:avLst/>
              </a:prstGeom>
            </p:spPr>
          </p:pic>
          <p:sp>
            <p:nvSpPr>
              <p:cNvPr id="14" name="AutoShape 10" descr="&quot;&quot;"/>
              <p:cNvSpPr>
                <a:spLocks noChangeArrowheads="1"/>
              </p:cNvSpPr>
              <p:nvPr/>
            </p:nvSpPr>
            <p:spPr bwMode="auto">
              <a:xfrm>
                <a:off x="5724128" y="2564904"/>
                <a:ext cx="2468880" cy="533340"/>
              </a:xfrm>
              <a:prstGeom prst="roundRect">
                <a:avLst>
                  <a:gd name="adj" fmla="val 4167"/>
                </a:avLst>
              </a:prstGeom>
              <a:noFill/>
              <a:ln w="9525">
                <a:noFill/>
                <a:round/>
                <a:headEnd/>
                <a:tailEnd/>
              </a:ln>
              <a:effectLst>
                <a:outerShdw blurRad="50800" dist="50800" dir="5400000" algn="ctr" rotWithShape="0">
                  <a:schemeClr val="bg1"/>
                </a:outerShdw>
              </a:effectLst>
            </p:spPr>
            <p:txBody>
              <a:bodyPr wrap="square" anchor="ctr">
                <a:spAutoFit/>
              </a:bodyPr>
              <a:lstStyle/>
              <a:p>
                <a:pPr lvl="0" fontAlgn="base">
                  <a:spcBef>
                    <a:spcPct val="4000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192.168.1.181 Subnet mask: 	255.255.255.0</a:t>
                </a:r>
              </a:p>
            </p:txBody>
          </p:sp>
          <p:grpSp>
            <p:nvGrpSpPr>
              <p:cNvPr id="15" name="Group 14"/>
              <p:cNvGrpSpPr/>
              <p:nvPr/>
            </p:nvGrpSpPr>
            <p:grpSpPr>
              <a:xfrm>
                <a:off x="3362151" y="1572542"/>
                <a:ext cx="2370168" cy="1928466"/>
                <a:chOff x="1929186" y="1524207"/>
                <a:chExt cx="2370168" cy="1928466"/>
              </a:xfrm>
            </p:grpSpPr>
            <p:sp>
              <p:nvSpPr>
                <p:cNvPr id="30" name="Oval 29"/>
                <p:cNvSpPr/>
                <p:nvPr/>
              </p:nvSpPr>
              <p:spPr bwMode="auto">
                <a:xfrm>
                  <a:off x="1929186" y="1951200"/>
                  <a:ext cx="2370168" cy="1387816"/>
                </a:xfrm>
                <a:prstGeom prst="ellipse">
                  <a:avLst/>
                </a:prstGeom>
                <a:solidFill>
                  <a:schemeClr val="accent1">
                    <a:lumMod val="85000"/>
                  </a:schemeClr>
                </a:solid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182880" tIns="45720" rIns="182880" bIns="45720" numCol="1" rtlCol="0" anchor="ctr" anchorCtr="0" compatLnSpc="1">
                  <a:prstTxWarp prst="textNoShape">
                    <a:avLst/>
                  </a:prstTxWarp>
                </a:bodyPr>
                <a:lstStyle/>
                <a:p>
                  <a:pPr lvl="0" eaLnBrk="0" fontAlgn="base" hangingPunct="0">
                    <a:spcBef>
                      <a:spcPct val="0"/>
                    </a:spcBef>
                    <a:spcAft>
                      <a:spcPct val="0"/>
                    </a:spcAft>
                  </a:pPr>
                  <a:endParaRPr lang="en-CA">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pic>
              <p:nvPicPr>
                <p:cNvPr id="31" name="Picture 3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11043" y="2483984"/>
                  <a:ext cx="858059" cy="968689"/>
                </a:xfrm>
                <a:prstGeom prst="rect">
                  <a:avLst/>
                </a:prstGeom>
              </p:spPr>
            </p:pic>
            <p:pic>
              <p:nvPicPr>
                <p:cNvPr id="32" name="Picture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57040" y="1524207"/>
                  <a:ext cx="858059" cy="968689"/>
                </a:xfrm>
                <a:prstGeom prst="rect">
                  <a:avLst/>
                </a:prstGeom>
              </p:spPr>
            </p:pic>
            <p:pic>
              <p:nvPicPr>
                <p:cNvPr id="33" name="Picture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57757" y="2370327"/>
                  <a:ext cx="858059" cy="968689"/>
                </a:xfrm>
                <a:prstGeom prst="rect">
                  <a:avLst/>
                </a:prstGeom>
              </p:spPr>
            </p:pic>
          </p:grpSp>
          <p:sp>
            <p:nvSpPr>
              <p:cNvPr id="16" name="AutoShape 9" descr="&quot;&quot;"/>
              <p:cNvSpPr>
                <a:spLocks noChangeArrowheads="1"/>
              </p:cNvSpPr>
              <p:nvPr/>
            </p:nvSpPr>
            <p:spPr bwMode="auto">
              <a:xfrm>
                <a:off x="5501652" y="1662803"/>
                <a:ext cx="2468880" cy="533340"/>
              </a:xfrm>
              <a:prstGeom prst="roundRect">
                <a:avLst>
                  <a:gd name="adj" fmla="val 4167"/>
                </a:avLst>
              </a:prstGeom>
              <a:noFill/>
              <a:ln w="9525">
                <a:noFill/>
                <a:round/>
                <a:headEnd/>
                <a:tailEnd/>
              </a:ln>
              <a:effectLst/>
            </p:spPr>
            <p:txBody>
              <a:bodyPr wrap="square" anchor="ctr">
                <a:spAutoFit/>
              </a:bodyPr>
              <a:lstStyle/>
              <a:p>
                <a:pPr lvl="0" fontAlgn="base">
                  <a:spcBef>
                    <a:spcPct val="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192.168.1.180</a:t>
                </a:r>
                <a:b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Subnet mask:	255.255.255.0</a:t>
                </a:r>
              </a:p>
            </p:txBody>
          </p:sp>
          <p:grpSp>
            <p:nvGrpSpPr>
              <p:cNvPr id="17" name="Group 16"/>
              <p:cNvGrpSpPr/>
              <p:nvPr/>
            </p:nvGrpSpPr>
            <p:grpSpPr>
              <a:xfrm>
                <a:off x="806621" y="2608826"/>
                <a:ext cx="2560320" cy="489418"/>
                <a:chOff x="545820" y="2832923"/>
                <a:chExt cx="2475561" cy="489418"/>
              </a:xfrm>
            </p:grpSpPr>
            <p:sp>
              <p:nvSpPr>
                <p:cNvPr id="28" name="AutoShape 8" descr="&quot;&quot;"/>
                <p:cNvSpPr>
                  <a:spLocks noChangeArrowheads="1"/>
                </p:cNvSpPr>
                <p:nvPr/>
              </p:nvSpPr>
              <p:spPr bwMode="auto">
                <a:xfrm>
                  <a:off x="545820" y="2832923"/>
                  <a:ext cx="2475561" cy="489418"/>
                </a:xfrm>
                <a:prstGeom prst="roundRect">
                  <a:avLst>
                    <a:gd name="adj" fmla="val 4167"/>
                  </a:avLst>
                </a:prstGeom>
                <a:noFill/>
                <a:ln w="9525">
                  <a:noFill/>
                  <a:round/>
                  <a:headEnd/>
                  <a:tailEnd/>
                </a:ln>
                <a:effectLst>
                  <a:outerShdw blurRad="50800" dist="50800" dir="5400000" algn="ctr" rotWithShape="0">
                    <a:schemeClr val="bg1"/>
                  </a:outerShdw>
                </a:effectLst>
              </p:spPr>
              <p:txBody>
                <a:bodyPr wrap="square" anchor="ctr">
                  <a:spAutoFit/>
                </a:bodyPr>
                <a:lstStyle/>
                <a:p>
                  <a:pPr lvl="0" fontAlgn="base">
                    <a:lnSpc>
                      <a:spcPct val="90000"/>
                    </a:lnSpc>
                    <a:spcBef>
                      <a:spcPct val="4000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192.168.1.182</a:t>
                  </a:r>
                  <a:b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Subnet mask:	255.255.255.0</a:t>
                  </a:r>
                </a:p>
              </p:txBody>
            </p:sp>
            <p:sp>
              <p:nvSpPr>
                <p:cNvPr id="29" name="Rectangle 28"/>
                <p:cNvSpPr/>
                <p:nvPr/>
              </p:nvSpPr>
              <p:spPr bwMode="auto">
                <a:xfrm>
                  <a:off x="1682515" y="2884900"/>
                  <a:ext cx="1144795" cy="385464"/>
                </a:xfrm>
                <a:prstGeom prst="rect">
                  <a:avLst/>
                </a:prstGeom>
                <a:noFill/>
                <a:ln w="19050" cap="flat" cmpd="sng" algn="ctr">
                  <a:solidFill>
                    <a:srgbClr val="FF0000"/>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sp>
            <p:nvSpPr>
              <p:cNvPr id="18" name="AutoShape 8" descr="&quot;&quot;"/>
              <p:cNvSpPr>
                <a:spLocks noChangeArrowheads="1"/>
              </p:cNvSpPr>
              <p:nvPr/>
            </p:nvSpPr>
            <p:spPr bwMode="auto">
              <a:xfrm>
                <a:off x="806621" y="5555302"/>
                <a:ext cx="2560320" cy="489418"/>
              </a:xfrm>
              <a:prstGeom prst="roundRect">
                <a:avLst>
                  <a:gd name="adj" fmla="val 4167"/>
                </a:avLst>
              </a:prstGeom>
              <a:noFill/>
              <a:ln w="9525">
                <a:noFill/>
                <a:round/>
                <a:headEnd/>
                <a:tailEnd/>
              </a:ln>
              <a:effectLst>
                <a:outerShdw blurRad="50800" dist="50800" dir="5400000" algn="ctr" rotWithShape="0">
                  <a:schemeClr val="bg1"/>
                </a:outerShdw>
              </a:effectLst>
            </p:spPr>
            <p:txBody>
              <a:bodyPr wrap="square" anchor="ctr">
                <a:spAutoFit/>
              </a:bodyPr>
              <a:lstStyle/>
              <a:p>
                <a:pPr lvl="0" fontAlgn="base">
                  <a:lnSpc>
                    <a:spcPct val="90000"/>
                  </a:lnSpc>
                  <a:spcBef>
                    <a:spcPct val="4000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192.168.2.201</a:t>
                </a:r>
                <a:b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Subnet mask:	255.255.255.0</a:t>
                </a:r>
              </a:p>
            </p:txBody>
          </p:sp>
          <p:sp>
            <p:nvSpPr>
              <p:cNvPr id="19" name="AutoShape 10" descr="&quot;&quot;"/>
              <p:cNvSpPr>
                <a:spLocks noChangeArrowheads="1"/>
              </p:cNvSpPr>
              <p:nvPr/>
            </p:nvSpPr>
            <p:spPr bwMode="auto">
              <a:xfrm>
                <a:off x="5724128" y="5216432"/>
                <a:ext cx="2468880" cy="533340"/>
              </a:xfrm>
              <a:prstGeom prst="roundRect">
                <a:avLst>
                  <a:gd name="adj" fmla="val 4167"/>
                </a:avLst>
              </a:prstGeom>
              <a:noFill/>
              <a:ln w="9525">
                <a:noFill/>
                <a:round/>
                <a:headEnd/>
                <a:tailEnd/>
              </a:ln>
              <a:effectLst>
                <a:outerShdw blurRad="50800" dist="50800" dir="5400000" algn="ctr" rotWithShape="0">
                  <a:schemeClr val="bg1"/>
                </a:outerShdw>
              </a:effectLst>
            </p:spPr>
            <p:txBody>
              <a:bodyPr wrap="square" anchor="ctr">
                <a:spAutoFit/>
              </a:bodyPr>
              <a:lstStyle/>
              <a:p>
                <a:pPr lvl="0" fontAlgn="base">
                  <a:spcBef>
                    <a:spcPct val="4000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192.168.2.202 Subnet mask:	255.255.255.0</a:t>
                </a:r>
              </a:p>
            </p:txBody>
          </p:sp>
          <p:grpSp>
            <p:nvGrpSpPr>
              <p:cNvPr id="20" name="Group 19"/>
              <p:cNvGrpSpPr/>
              <p:nvPr/>
            </p:nvGrpSpPr>
            <p:grpSpPr>
              <a:xfrm>
                <a:off x="3362151" y="4550013"/>
                <a:ext cx="2370168" cy="1819099"/>
                <a:chOff x="1929186" y="1524207"/>
                <a:chExt cx="2370168" cy="1819099"/>
              </a:xfrm>
            </p:grpSpPr>
            <p:sp>
              <p:nvSpPr>
                <p:cNvPr id="24" name="Oval 23"/>
                <p:cNvSpPr/>
                <p:nvPr/>
              </p:nvSpPr>
              <p:spPr bwMode="auto">
                <a:xfrm>
                  <a:off x="1929186" y="1951200"/>
                  <a:ext cx="2370168" cy="1387816"/>
                </a:xfrm>
                <a:prstGeom prst="ellipse">
                  <a:avLst/>
                </a:prstGeom>
                <a:solidFill>
                  <a:schemeClr val="accent1">
                    <a:lumMod val="85000"/>
                  </a:schemeClr>
                </a:solid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182880" tIns="45720" rIns="182880" bIns="45720" numCol="1" rtlCol="0" anchor="ctr" anchorCtr="0" compatLnSpc="1">
                  <a:prstTxWarp prst="textNoShape">
                    <a:avLst/>
                  </a:prstTxWarp>
                </a:bodyPr>
                <a:lstStyle/>
                <a:p>
                  <a:pPr lvl="0" eaLnBrk="0" fontAlgn="base" hangingPunct="0">
                    <a:spcBef>
                      <a:spcPct val="0"/>
                    </a:spcBef>
                    <a:spcAft>
                      <a:spcPct val="0"/>
                    </a:spcAft>
                  </a:pPr>
                  <a:endParaRPr lang="en-CA">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pic>
              <p:nvPicPr>
                <p:cNvPr id="25" name="Picture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57040" y="1524207"/>
                  <a:ext cx="858059" cy="968689"/>
                </a:xfrm>
                <a:prstGeom prst="rect">
                  <a:avLst/>
                </a:prstGeom>
              </p:spPr>
            </p:pic>
            <p:pic>
              <p:nvPicPr>
                <p:cNvPr id="26" name="Picture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57757" y="2370327"/>
                  <a:ext cx="858059" cy="968689"/>
                </a:xfrm>
                <a:prstGeom prst="rect">
                  <a:avLst/>
                </a:prstGeom>
              </p:spPr>
            </p:pic>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91523" y="2374617"/>
                  <a:ext cx="858059" cy="968689"/>
                </a:xfrm>
                <a:prstGeom prst="rect">
                  <a:avLst/>
                </a:prstGeom>
              </p:spPr>
            </p:pic>
          </p:grpSp>
          <p:sp>
            <p:nvSpPr>
              <p:cNvPr id="21" name="AutoShape 9" descr="&quot;&quot;"/>
              <p:cNvSpPr>
                <a:spLocks noChangeArrowheads="1"/>
              </p:cNvSpPr>
              <p:nvPr/>
            </p:nvSpPr>
            <p:spPr bwMode="auto">
              <a:xfrm>
                <a:off x="5363168" y="4646099"/>
                <a:ext cx="2468880" cy="533340"/>
              </a:xfrm>
              <a:prstGeom prst="roundRect">
                <a:avLst>
                  <a:gd name="adj" fmla="val 4167"/>
                </a:avLst>
              </a:prstGeom>
              <a:noFill/>
              <a:ln w="9525">
                <a:noFill/>
                <a:round/>
                <a:headEnd/>
                <a:tailEnd/>
              </a:ln>
              <a:effectLst/>
            </p:spPr>
            <p:txBody>
              <a:bodyPr wrap="square" anchor="ctr">
                <a:spAutoFit/>
              </a:bodyPr>
              <a:lstStyle/>
              <a:p>
                <a:pPr lvl="0" fontAlgn="base">
                  <a:spcBef>
                    <a:spcPct val="0"/>
                  </a:spcBef>
                  <a:spcAft>
                    <a:spcPct val="0"/>
                  </a:spcAft>
                  <a:tabLst>
                    <a:tab pos="1143000" algn="l"/>
                  </a:tabLst>
                </a:pPr>
                <a:r>
                  <a:rPr lang="en-US" sz="1400">
                    <a:solidFill>
                      <a:srgbClr val="000000"/>
                    </a:solidFill>
                    <a:latin typeface="Segoe UI" pitchFamily="34" charset="0"/>
                    <a:ea typeface="Segoe UI" pitchFamily="34" charset="0"/>
                    <a:cs typeface="Segoe UI" pitchFamily="34" charset="0"/>
                  </a:rPr>
                  <a:t>IP Address: 	192.168.2.200</a:t>
                </a:r>
              </a:p>
              <a:p>
                <a:pPr lvl="0" fontAlgn="base">
                  <a:spcBef>
                    <a:spcPct val="0"/>
                  </a:spcBef>
                  <a:spcAft>
                    <a:spcPct val="0"/>
                  </a:spcAft>
                  <a:tabLst>
                    <a:tab pos="1143000" algn="l"/>
                  </a:tabLst>
                </a:pPr>
                <a:r>
                  <a:rPr lang="en-US" sz="1400">
                    <a:solidFill>
                      <a:srgbClr val="000000"/>
                    </a:solidFill>
                    <a:latin typeface="Segoe UI" pitchFamily="34" charset="0"/>
                    <a:ea typeface="Segoe UI" pitchFamily="34" charset="0"/>
                    <a:cs typeface="Segoe UI" pitchFamily="34" charset="0"/>
                  </a:rPr>
                  <a:t>Subnet mask:	255.255.255.0</a:t>
                </a:r>
              </a:p>
            </p:txBody>
          </p:sp>
          <p:cxnSp>
            <p:nvCxnSpPr>
              <p:cNvPr id="22" name="Straight Arrow Connector 21"/>
              <p:cNvCxnSpPr/>
              <p:nvPr/>
            </p:nvCxnSpPr>
            <p:spPr bwMode="auto">
              <a:xfrm flipH="1">
                <a:off x="5253464" y="4022113"/>
                <a:ext cx="496376" cy="1"/>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23" name="Straight Arrow Connector 22"/>
              <p:cNvCxnSpPr/>
              <p:nvPr/>
            </p:nvCxnSpPr>
            <p:spPr bwMode="auto">
              <a:xfrm flipV="1">
                <a:off x="2555776" y="3066453"/>
                <a:ext cx="0" cy="583636"/>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pic>
          <p:nvPicPr>
            <p:cNvPr id="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8125" y="581501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8280284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f7243d8a-db93-439b-aa10-b669a3b4693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Public and Private IPv4 Addresses</a:t>
            </a:r>
            <a:endParaRPr lang="en-CA"/>
          </a:p>
        </p:txBody>
      </p:sp>
      <p:sp>
        <p:nvSpPr>
          <p:cNvPr id="4" name="AutoShape 7"/>
          <p:cNvSpPr>
            <a:spLocks noChangeArrowheads="1"/>
          </p:cNvSpPr>
          <p:nvPr/>
        </p:nvSpPr>
        <p:spPr bwMode="auto">
          <a:xfrm>
            <a:off x="4777896" y="929167"/>
            <a:ext cx="3312919" cy="450703"/>
          </a:xfrm>
          <a:prstGeom prst="roundRect">
            <a:avLst>
              <a:gd name="adj" fmla="val 4167"/>
            </a:avLst>
          </a:prstGeom>
          <a:noFill/>
          <a:ln w="9525" algn="ctr">
            <a:noFill/>
            <a:round/>
            <a:headEnd/>
            <a:tailEnd/>
          </a:ln>
        </p:spPr>
        <p:txBody>
          <a:bodyPr/>
          <a:lstStyle/>
          <a:p>
            <a:pPr lvl="0" fontAlgn="base">
              <a:lnSpc>
                <a:spcPct val="90000"/>
              </a:lnSpc>
              <a:spcBef>
                <a:spcPct val="40000"/>
              </a:spcBef>
              <a:spcAft>
                <a:spcPct val="0"/>
              </a:spcAft>
              <a:buClr>
                <a:srgbClr val="8DACD0"/>
              </a:buClr>
              <a:buSzPct val="70000"/>
            </a:pPr>
            <a:r>
              <a:rPr lang="en-US" sz="2600" b="1">
                <a:solidFill>
                  <a:srgbClr val="000000"/>
                </a:solidFill>
                <a:latin typeface="Segoe UI" pitchFamily="34" charset="0"/>
                <a:ea typeface="Segoe UI" pitchFamily="34" charset="0"/>
                <a:cs typeface="Segoe UI" pitchFamily="34" charset="0"/>
              </a:rPr>
              <a:t>Private</a:t>
            </a:r>
          </a:p>
        </p:txBody>
      </p:sp>
      <p:sp>
        <p:nvSpPr>
          <p:cNvPr id="5" name="AutoShape 8"/>
          <p:cNvSpPr>
            <a:spLocks noChangeArrowheads="1"/>
          </p:cNvSpPr>
          <p:nvPr/>
        </p:nvSpPr>
        <p:spPr bwMode="auto">
          <a:xfrm>
            <a:off x="4777896" y="1292307"/>
            <a:ext cx="3716324" cy="3699549"/>
          </a:xfrm>
          <a:prstGeom prst="roundRect">
            <a:avLst>
              <a:gd name="adj" fmla="val 4167"/>
            </a:avLst>
          </a:prstGeom>
          <a:noFill/>
          <a:ln w="9525" algn="ctr">
            <a:noFill/>
            <a:round/>
            <a:headEnd/>
            <a:tailEnd/>
          </a:ln>
        </p:spPr>
        <p:txBody>
          <a:bodyPr anchor="t" anchorCtr="0"/>
          <a:lstStyle/>
          <a:p>
            <a:pPr marL="169863" lvl="0" indent="-169863" fontAlgn="base">
              <a:spcBef>
                <a:spcPts val="6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Not routable on the Internet</a:t>
            </a:r>
          </a:p>
          <a:p>
            <a:pPr marL="627063" lvl="1" indent="-169863" fontAlgn="base">
              <a:lnSpc>
                <a:spcPct val="90000"/>
              </a:lnSpc>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10.0.0.0/8</a:t>
            </a:r>
          </a:p>
          <a:p>
            <a:pPr marL="627063" lvl="1" indent="-169863" fontAlgn="base">
              <a:lnSpc>
                <a:spcPct val="90000"/>
              </a:lnSpc>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172.16.0.0/12</a:t>
            </a:r>
          </a:p>
          <a:p>
            <a:pPr marL="627063" lvl="1" indent="-169863" fontAlgn="base">
              <a:lnSpc>
                <a:spcPct val="90000"/>
              </a:lnSpc>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192.168.0.0./16</a:t>
            </a:r>
          </a:p>
          <a:p>
            <a:pPr marL="169863" lvl="0" indent="-169863" fontAlgn="base">
              <a:spcBef>
                <a:spcPts val="6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Can be assigned locally by an organization</a:t>
            </a:r>
          </a:p>
          <a:p>
            <a:pPr marL="169863" lvl="0" indent="-169863" fontAlgn="base">
              <a:spcBef>
                <a:spcPts val="6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Must be translated to access the Internet</a:t>
            </a:r>
          </a:p>
        </p:txBody>
      </p:sp>
      <p:sp>
        <p:nvSpPr>
          <p:cNvPr id="6" name="AutoShape 4"/>
          <p:cNvSpPr>
            <a:spLocks noChangeArrowheads="1"/>
          </p:cNvSpPr>
          <p:nvPr/>
        </p:nvSpPr>
        <p:spPr bwMode="auto">
          <a:xfrm>
            <a:off x="324258" y="929167"/>
            <a:ext cx="3808878" cy="473126"/>
          </a:xfrm>
          <a:prstGeom prst="roundRect">
            <a:avLst>
              <a:gd name="adj" fmla="val 4167"/>
            </a:avLst>
          </a:prstGeom>
          <a:noFill/>
          <a:ln w="9525" algn="ctr">
            <a:noFill/>
            <a:round/>
            <a:headEnd/>
            <a:tailEnd/>
          </a:ln>
        </p:spPr>
        <p:txBody>
          <a:bodyPr/>
          <a:lstStyle/>
          <a:p>
            <a:pPr lvl="0" fontAlgn="base">
              <a:lnSpc>
                <a:spcPct val="90000"/>
              </a:lnSpc>
              <a:spcBef>
                <a:spcPct val="40000"/>
              </a:spcBef>
              <a:spcAft>
                <a:spcPct val="0"/>
              </a:spcAft>
              <a:buClr>
                <a:srgbClr val="8DACD0"/>
              </a:buClr>
              <a:buSzPct val="70000"/>
            </a:pPr>
            <a:r>
              <a:rPr lang="en-US" sz="2600" b="1">
                <a:solidFill>
                  <a:srgbClr val="000000"/>
                </a:solidFill>
                <a:latin typeface="Segoe UI" pitchFamily="34" charset="0"/>
                <a:ea typeface="Segoe UI" pitchFamily="34" charset="0"/>
                <a:cs typeface="Segoe UI" pitchFamily="34" charset="0"/>
              </a:rPr>
              <a:t>Public</a:t>
            </a:r>
          </a:p>
        </p:txBody>
      </p:sp>
      <p:grpSp>
        <p:nvGrpSpPr>
          <p:cNvPr id="7" name="Group 6" descr="A globe that represents the Internet, where public IP addresses are used, and a building that represents a corporate network intranet, where private IP addresses are used."/>
          <p:cNvGrpSpPr/>
          <p:nvPr/>
        </p:nvGrpSpPr>
        <p:grpSpPr>
          <a:xfrm>
            <a:off x="1504051" y="4853397"/>
            <a:ext cx="5753759" cy="1582024"/>
            <a:chOff x="1504051" y="4853397"/>
            <a:chExt cx="5753759" cy="1582024"/>
          </a:xfrm>
        </p:grpSpPr>
        <p:pic>
          <p:nvPicPr>
            <p:cNvPr id="8"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777244" y="4853397"/>
              <a:ext cx="1480566" cy="1582024"/>
            </a:xfrm>
            <a:prstGeom prst="rect">
              <a:avLst/>
            </a:prstGeom>
            <a:noFill/>
            <a:ln w="9525">
              <a:noFill/>
              <a:miter lim="800000"/>
              <a:headEnd/>
              <a:tailEnd/>
            </a:ln>
            <a:extLst/>
          </p:spPr>
        </p:pic>
        <p:pic>
          <p:nvPicPr>
            <p:cNvPr id="9"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1504051" y="4920090"/>
              <a:ext cx="1322390" cy="1362912"/>
            </a:xfrm>
            <a:prstGeom prst="rect">
              <a:avLst/>
            </a:prstGeom>
            <a:noFill/>
            <a:ln w="9525">
              <a:noFill/>
              <a:miter lim="800000"/>
              <a:headEnd/>
              <a:tailEnd/>
            </a:ln>
            <a:extLst/>
          </p:spPr>
        </p:pic>
      </p:grpSp>
      <p:sp>
        <p:nvSpPr>
          <p:cNvPr id="10" name="AutoShape 11"/>
          <p:cNvSpPr>
            <a:spLocks noChangeArrowheads="1"/>
          </p:cNvSpPr>
          <p:nvPr/>
        </p:nvSpPr>
        <p:spPr bwMode="auto">
          <a:xfrm>
            <a:off x="324258" y="1292307"/>
            <a:ext cx="4136051" cy="3419372"/>
          </a:xfrm>
          <a:prstGeom prst="roundRect">
            <a:avLst>
              <a:gd name="adj" fmla="val 4167"/>
            </a:avLst>
          </a:prstGeom>
          <a:noFill/>
          <a:ln w="9525" algn="ctr">
            <a:noFill/>
            <a:round/>
            <a:headEnd/>
            <a:tailEnd/>
          </a:ln>
        </p:spPr>
        <p:txBody>
          <a:bodyPr anchor="t" anchorCtr="0"/>
          <a:lstStyle/>
          <a:p>
            <a:pPr marL="169863" lvl="0" indent="-169863" fontAlgn="base">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Required by devices and hosts that connect directly to the Internet</a:t>
            </a:r>
          </a:p>
          <a:p>
            <a:pPr marL="169863" lvl="0" indent="-169863" fontAlgn="base">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Must be globally unique</a:t>
            </a:r>
          </a:p>
          <a:p>
            <a:pPr marL="169863" lvl="0" indent="-169863" fontAlgn="base">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Routable on the Internet</a:t>
            </a:r>
          </a:p>
          <a:p>
            <a:pPr marL="169863" lvl="0" indent="-169863" fontAlgn="base">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Must be assigned by IANA/RIR</a:t>
            </a:r>
          </a:p>
        </p:txBody>
      </p:sp>
    </p:spTree>
    <p:extLst>
      <p:ext uri="{BB962C8B-B14F-4D97-AF65-F5344CB8AC3E}">
        <p14:creationId xmlns:p14="http://schemas.microsoft.com/office/powerpoint/2010/main" val="18657558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c61277b8-2570-4db4-bf90-66fc9f9f7292">
    <p:spTree>
      <p:nvGrpSpPr>
        <p:cNvPr id="1" name=""/>
        <p:cNvGrpSpPr/>
        <p:nvPr/>
      </p:nvGrpSpPr>
      <p:grpSpPr>
        <a:xfrm>
          <a:off x="0" y="0"/>
          <a:ext cx="0" cy="0"/>
          <a:chOff x="0" y="0"/>
          <a:chExt cx="0" cy="0"/>
        </a:xfrm>
      </p:grpSpPr>
      <p:sp>
        <p:nvSpPr>
          <p:cNvPr id="2" name="Title 1"/>
          <p:cNvSpPr>
            <a:spLocks noGrp="1"/>
          </p:cNvSpPr>
          <p:nvPr>
            <p:ph type="title"/>
          </p:nvPr>
        </p:nvSpPr>
        <p:spPr>
          <a:xfrm>
            <a:off x="460375" y="-2"/>
            <a:ext cx="8602144" cy="740664"/>
          </a:xfrm>
        </p:spPr>
        <p:txBody>
          <a:bodyPr>
            <a:normAutofit fontScale="90000"/>
          </a:bodyPr>
          <a:lstStyle/>
          <a:p>
            <a:r>
              <a:rPr lang="en-CA" smtClean="0"/>
              <a:t>How Dotted Decimal Notation Relates to Binary Numbers</a:t>
            </a:r>
            <a:endParaRPr lang="en-CA"/>
          </a:p>
        </p:txBody>
      </p:sp>
      <p:sp>
        <p:nvSpPr>
          <p:cNvPr id="4" name="Content Placeholder 1"/>
          <p:cNvSpPr txBox="1">
            <a:spLocks/>
          </p:cNvSpPr>
          <p:nvPr/>
        </p:nvSpPr>
        <p:spPr>
          <a:xfrm>
            <a:off x="458787" y="992188"/>
            <a:ext cx="8314151" cy="4386262"/>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nSpc>
                <a:spcPct val="90000"/>
              </a:lnSpc>
              <a:spcBef>
                <a:spcPts val="0"/>
              </a:spcBef>
              <a:spcAft>
                <a:spcPts val="1800"/>
              </a:spcAft>
              <a:buClr>
                <a:srgbClr val="006699"/>
              </a:buClr>
              <a:buNone/>
            </a:pPr>
            <a:r>
              <a:rPr lang="en-US" sz="2200" b="1" kern="0" dirty="0">
                <a:solidFill>
                  <a:srgbClr val="000000"/>
                </a:solidFill>
              </a:rPr>
              <a:t>Dotted decimal notation is based on the decimal number system, but computers use IP addresses in binary</a:t>
            </a:r>
            <a:endParaRPr lang="en-CA" sz="2200" b="1" kern="0" dirty="0">
              <a:solidFill>
                <a:srgbClr val="000000"/>
              </a:solidFill>
            </a:endParaRPr>
          </a:p>
          <a:p>
            <a:pPr marL="0" lvl="0" indent="0">
              <a:lnSpc>
                <a:spcPct val="90000"/>
              </a:lnSpc>
              <a:spcBef>
                <a:spcPts val="0"/>
              </a:spcBef>
              <a:spcAft>
                <a:spcPts val="1000"/>
              </a:spcAft>
              <a:buClr>
                <a:srgbClr val="006699"/>
              </a:buClr>
              <a:buNone/>
            </a:pPr>
            <a:r>
              <a:rPr lang="en-US" sz="2400" kern="0" dirty="0">
                <a:solidFill>
                  <a:srgbClr val="000000"/>
                </a:solidFill>
              </a:rPr>
              <a:t>Within an 8‑bit octet, each bit position has a decimal </a:t>
            </a:r>
            <a:r>
              <a:rPr lang="en-US" sz="2400" kern="0" dirty="0" smtClean="0">
                <a:solidFill>
                  <a:srgbClr val="000000"/>
                </a:solidFill>
              </a:rPr>
              <a:t>value:</a:t>
            </a:r>
            <a:endParaRPr lang="en-US" sz="2400" kern="0" dirty="0">
              <a:solidFill>
                <a:srgbClr val="000000"/>
              </a:solidFill>
            </a:endParaRPr>
          </a:p>
          <a:p>
            <a:pPr lvl="1">
              <a:lnSpc>
                <a:spcPct val="90000"/>
              </a:lnSpc>
              <a:spcBef>
                <a:spcPts val="0"/>
              </a:spcBef>
              <a:spcAft>
                <a:spcPts val="1000"/>
              </a:spcAft>
              <a:buClr>
                <a:srgbClr val="006699"/>
              </a:buClr>
            </a:pPr>
            <a:r>
              <a:rPr lang="en-US" kern="0" dirty="0">
                <a:solidFill>
                  <a:srgbClr val="000000"/>
                </a:solidFill>
              </a:rPr>
              <a:t>A bit that is set to 0 always has a zero value</a:t>
            </a:r>
          </a:p>
          <a:p>
            <a:pPr lvl="1">
              <a:lnSpc>
                <a:spcPct val="90000"/>
              </a:lnSpc>
              <a:spcBef>
                <a:spcPts val="0"/>
              </a:spcBef>
              <a:spcAft>
                <a:spcPts val="1000"/>
              </a:spcAft>
              <a:buClr>
                <a:srgbClr val="006699"/>
              </a:buClr>
            </a:pPr>
            <a:r>
              <a:rPr lang="en-US" kern="0" dirty="0">
                <a:solidFill>
                  <a:srgbClr val="000000"/>
                </a:solidFill>
              </a:rPr>
              <a:t>A bit that is set to 1 can be converted to a decimal value</a:t>
            </a:r>
          </a:p>
          <a:p>
            <a:pPr lvl="1">
              <a:lnSpc>
                <a:spcPct val="90000"/>
              </a:lnSpc>
              <a:spcBef>
                <a:spcPts val="0"/>
              </a:spcBef>
              <a:spcAft>
                <a:spcPts val="1000"/>
              </a:spcAft>
              <a:buClr>
                <a:srgbClr val="006699"/>
              </a:buClr>
            </a:pPr>
            <a:r>
              <a:rPr lang="en-US" kern="0" dirty="0">
                <a:solidFill>
                  <a:srgbClr val="000000"/>
                </a:solidFill>
              </a:rPr>
              <a:t>The low‑order bit represents a decimal value of 1</a:t>
            </a:r>
          </a:p>
          <a:p>
            <a:pPr lvl="1">
              <a:lnSpc>
                <a:spcPct val="90000"/>
              </a:lnSpc>
              <a:spcBef>
                <a:spcPts val="0"/>
              </a:spcBef>
              <a:spcAft>
                <a:spcPts val="1000"/>
              </a:spcAft>
              <a:buClr>
                <a:srgbClr val="006699"/>
              </a:buClr>
            </a:pPr>
            <a:r>
              <a:rPr lang="en-US" kern="0" dirty="0">
                <a:solidFill>
                  <a:srgbClr val="000000"/>
                </a:solidFill>
              </a:rPr>
              <a:t>The high‑order bit represents a decimal value of 128</a:t>
            </a:r>
          </a:p>
          <a:p>
            <a:pPr marL="0" lvl="0" indent="0">
              <a:lnSpc>
                <a:spcPct val="90000"/>
              </a:lnSpc>
              <a:spcBef>
                <a:spcPts val="0"/>
              </a:spcBef>
              <a:spcAft>
                <a:spcPts val="1000"/>
              </a:spcAft>
              <a:buClr>
                <a:srgbClr val="006699"/>
              </a:buClr>
              <a:buNone/>
            </a:pPr>
            <a:r>
              <a:rPr lang="en-US" sz="2400" kern="0" dirty="0">
                <a:solidFill>
                  <a:srgbClr val="000000"/>
                </a:solidFill>
              </a:rPr>
              <a:t>If all bits in an octet are set to 1, then the octet’s decimal value is 255, the highest possible value of an octet:</a:t>
            </a:r>
          </a:p>
          <a:p>
            <a:pPr marL="0" lvl="0" indent="0">
              <a:lnSpc>
                <a:spcPct val="90000"/>
              </a:lnSpc>
              <a:spcBef>
                <a:spcPts val="0"/>
              </a:spcBef>
              <a:spcAft>
                <a:spcPts val="1000"/>
              </a:spcAft>
              <a:buClr>
                <a:srgbClr val="006699"/>
              </a:buClr>
              <a:buNone/>
              <a:tabLst>
                <a:tab pos="457200" algn="l"/>
              </a:tabLst>
            </a:pPr>
            <a:r>
              <a:rPr lang="en-US" sz="2400" kern="0" dirty="0">
                <a:solidFill>
                  <a:srgbClr val="000000"/>
                </a:solidFill>
              </a:rPr>
              <a:t>	128 + 64 + 32 + 16 + 8 + 4 + 2 + 1</a:t>
            </a:r>
            <a:endParaRPr lang="en-CA" sz="2400" kern="0" dirty="0">
              <a:solidFill>
                <a:srgbClr val="000000"/>
              </a:solidFill>
            </a:endParaRPr>
          </a:p>
        </p:txBody>
      </p:sp>
      <p:pic>
        <p:nvPicPr>
          <p:cNvPr id="5" name="Picture 4" descr="Play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86869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78273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49d95dba-9500-42b3-9ab8-c51a6ca15c8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How Dotted Decimal Notation Relates to Binary Numbers</a:t>
            </a:r>
            <a:endParaRPr lang="en-CA"/>
          </a:p>
        </p:txBody>
      </p:sp>
      <p:grpSp>
        <p:nvGrpSpPr>
          <p:cNvPr id="4" name="Group 3" descr="A row of 8 boxes which represent the 8 bits in an octet. These boxes are labeled from right to left as bit 0 to bit 7."/>
          <p:cNvGrpSpPr/>
          <p:nvPr/>
        </p:nvGrpSpPr>
        <p:grpSpPr>
          <a:xfrm>
            <a:off x="1352550" y="1314450"/>
            <a:ext cx="6496050" cy="4862346"/>
            <a:chOff x="1352550" y="1314450"/>
            <a:chExt cx="6496050" cy="4862346"/>
          </a:xfrm>
        </p:grpSpPr>
        <p:grpSp>
          <p:nvGrpSpPr>
            <p:cNvPr id="5" name="8-bit octet"/>
            <p:cNvGrpSpPr/>
            <p:nvPr/>
          </p:nvGrpSpPr>
          <p:grpSpPr>
            <a:xfrm>
              <a:off x="1373188" y="1314450"/>
              <a:ext cx="6383337" cy="459100"/>
              <a:chOff x="1373188" y="1314450"/>
              <a:chExt cx="6383337" cy="459100"/>
            </a:xfrm>
          </p:grpSpPr>
          <p:sp>
            <p:nvSpPr>
              <p:cNvPr id="16" name="Rectangle 14" descr="&quot;&quot;"/>
              <p:cNvSpPr>
                <a:spLocks noChangeArrowheads="1"/>
              </p:cNvSpPr>
              <p:nvPr/>
            </p:nvSpPr>
            <p:spPr bwMode="auto">
              <a:xfrm>
                <a:off x="3692525" y="1314450"/>
                <a:ext cx="176208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algn="ctr" fontAlgn="base">
                  <a:spcBef>
                    <a:spcPct val="0"/>
                  </a:spcBef>
                  <a:spcAft>
                    <a:spcPct val="0"/>
                  </a:spcAft>
                </a:pPr>
                <a:r>
                  <a:rPr lang="en-US" sz="2400" b="1">
                    <a:solidFill>
                      <a:srgbClr val="000000"/>
                    </a:solidFill>
                    <a:latin typeface="Segoe UI" pitchFamily="34" charset="0"/>
                    <a:ea typeface="Segoe UI" pitchFamily="34" charset="0"/>
                    <a:cs typeface="Segoe UI" pitchFamily="34" charset="0"/>
                  </a:rPr>
                  <a:t>8-Bit Octet</a:t>
                </a:r>
              </a:p>
            </p:txBody>
          </p:sp>
          <p:sp>
            <p:nvSpPr>
              <p:cNvPr id="17" name="Line 26" descr="&quot;&quot;"/>
              <p:cNvSpPr>
                <a:spLocks noChangeShapeType="1"/>
              </p:cNvSpPr>
              <p:nvPr/>
            </p:nvSpPr>
            <p:spPr bwMode="auto">
              <a:xfrm flipH="1">
                <a:off x="1384300" y="1571625"/>
                <a:ext cx="2286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18" name="Line 35" descr="&quot;&quot;"/>
              <p:cNvSpPr>
                <a:spLocks noChangeShapeType="1"/>
              </p:cNvSpPr>
              <p:nvPr/>
            </p:nvSpPr>
            <p:spPr bwMode="auto">
              <a:xfrm flipH="1">
                <a:off x="7754938" y="148272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19" name="Line 36" descr="&quot;&quot;"/>
              <p:cNvSpPr>
                <a:spLocks noChangeShapeType="1"/>
              </p:cNvSpPr>
              <p:nvPr/>
            </p:nvSpPr>
            <p:spPr bwMode="auto">
              <a:xfrm flipH="1">
                <a:off x="1373188" y="148272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20" name="Line 49" descr="&quot;&quot;"/>
              <p:cNvSpPr>
                <a:spLocks noChangeShapeType="1"/>
              </p:cNvSpPr>
              <p:nvPr/>
            </p:nvSpPr>
            <p:spPr bwMode="auto">
              <a:xfrm flipH="1">
                <a:off x="5418138" y="1571625"/>
                <a:ext cx="23225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grpSp>
        <p:grpSp>
          <p:nvGrpSpPr>
            <p:cNvPr id="6" name="bits" title="first row of 8 boxes"/>
            <p:cNvGrpSpPr>
              <a:grpSpLocks/>
            </p:cNvGrpSpPr>
            <p:nvPr/>
          </p:nvGrpSpPr>
          <p:grpSpPr bwMode="auto">
            <a:xfrm>
              <a:off x="1352550" y="1874838"/>
              <a:ext cx="6413500" cy="487362"/>
              <a:chOff x="798" y="1480"/>
              <a:chExt cx="4040" cy="307"/>
            </a:xfrm>
            <a:solidFill>
              <a:schemeClr val="bg1"/>
            </a:solidFill>
            <a:effectLst/>
          </p:grpSpPr>
          <p:sp>
            <p:nvSpPr>
              <p:cNvPr id="8" name="Rectangle 6" descr="&quot;&quot;"/>
              <p:cNvSpPr>
                <a:spLocks noChangeArrowheads="1"/>
              </p:cNvSpPr>
              <p:nvPr/>
            </p:nvSpPr>
            <p:spPr bwMode="auto">
              <a:xfrm>
                <a:off x="79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7</a:t>
                </a:r>
              </a:p>
            </p:txBody>
          </p:sp>
          <p:sp>
            <p:nvSpPr>
              <p:cNvPr id="9" name="Rectangle 7" descr="&quot;&quot;"/>
              <p:cNvSpPr>
                <a:spLocks noChangeArrowheads="1"/>
              </p:cNvSpPr>
              <p:nvPr/>
            </p:nvSpPr>
            <p:spPr bwMode="auto">
              <a:xfrm>
                <a:off x="130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6</a:t>
                </a:r>
              </a:p>
            </p:txBody>
          </p:sp>
          <p:sp>
            <p:nvSpPr>
              <p:cNvPr id="10" name="Rectangle 8" descr="&quot;&quot;"/>
              <p:cNvSpPr>
                <a:spLocks noChangeArrowheads="1"/>
              </p:cNvSpPr>
              <p:nvPr/>
            </p:nvSpPr>
            <p:spPr bwMode="auto">
              <a:xfrm>
                <a:off x="180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5</a:t>
                </a:r>
              </a:p>
            </p:txBody>
          </p:sp>
          <p:sp>
            <p:nvSpPr>
              <p:cNvPr id="11" name="Rectangle 9" descr="&quot;&quot;"/>
              <p:cNvSpPr>
                <a:spLocks noChangeArrowheads="1"/>
              </p:cNvSpPr>
              <p:nvPr/>
            </p:nvSpPr>
            <p:spPr bwMode="auto">
              <a:xfrm>
                <a:off x="231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4</a:t>
                </a:r>
              </a:p>
            </p:txBody>
          </p:sp>
          <p:sp>
            <p:nvSpPr>
              <p:cNvPr id="12" name="Rectangle 10" descr="&quot;&quot;"/>
              <p:cNvSpPr>
                <a:spLocks noChangeArrowheads="1"/>
              </p:cNvSpPr>
              <p:nvPr/>
            </p:nvSpPr>
            <p:spPr bwMode="auto">
              <a:xfrm>
                <a:off x="281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3</a:t>
                </a:r>
              </a:p>
            </p:txBody>
          </p:sp>
          <p:sp>
            <p:nvSpPr>
              <p:cNvPr id="13" name="Rectangle 11" descr="&quot;&quot;"/>
              <p:cNvSpPr>
                <a:spLocks noChangeArrowheads="1"/>
              </p:cNvSpPr>
              <p:nvPr/>
            </p:nvSpPr>
            <p:spPr bwMode="auto">
              <a:xfrm>
                <a:off x="332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2</a:t>
                </a:r>
              </a:p>
            </p:txBody>
          </p:sp>
          <p:sp>
            <p:nvSpPr>
              <p:cNvPr id="14" name="Rectangle 12" descr="&quot;&quot;"/>
              <p:cNvSpPr>
                <a:spLocks noChangeArrowheads="1"/>
              </p:cNvSpPr>
              <p:nvPr/>
            </p:nvSpPr>
            <p:spPr bwMode="auto">
              <a:xfrm>
                <a:off x="382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1</a:t>
                </a:r>
              </a:p>
            </p:txBody>
          </p:sp>
          <p:sp>
            <p:nvSpPr>
              <p:cNvPr id="15" name="Rectangle 13" descr="&quot;&quot;"/>
              <p:cNvSpPr>
                <a:spLocks noChangeArrowheads="1"/>
              </p:cNvSpPr>
              <p:nvPr/>
            </p:nvSpPr>
            <p:spPr bwMode="auto">
              <a:xfrm>
                <a:off x="433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0</a:t>
                </a:r>
              </a:p>
            </p:txBody>
          </p:sp>
        </p:grpSp>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805321"/>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6072392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4d7f52d5-0461-4d6b-bc46-7a7f111e1f9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How Dotted Decimal Notation Relates to Binary Numbers</a:t>
            </a:r>
            <a:endParaRPr lang="en-CA"/>
          </a:p>
        </p:txBody>
      </p:sp>
      <p:grpSp>
        <p:nvGrpSpPr>
          <p:cNvPr id="4" name="all graphics - alt text here" descr="The table now includes a row of 8 boxes below the original one. This new row includes the values of 2 raised to the power of the bit number in each of the eight boxes. For example, under the Bit 0 box is another box with 2 raised to the power of 0; under the Bit 1 box is a box with 2 raised to the power of 1, and so on, through 2 raised to the power of 7."/>
          <p:cNvGrpSpPr/>
          <p:nvPr/>
        </p:nvGrpSpPr>
        <p:grpSpPr>
          <a:xfrm>
            <a:off x="1352550" y="1314450"/>
            <a:ext cx="6496050" cy="4862346"/>
            <a:chOff x="1352550" y="1314450"/>
            <a:chExt cx="6496050" cy="4862346"/>
          </a:xfrm>
        </p:grpSpPr>
        <p:grpSp>
          <p:nvGrpSpPr>
            <p:cNvPr id="5" name="Group 4"/>
            <p:cNvGrpSpPr/>
            <p:nvPr/>
          </p:nvGrpSpPr>
          <p:grpSpPr>
            <a:xfrm>
              <a:off x="1352550" y="1314450"/>
              <a:ext cx="6424613" cy="2212975"/>
              <a:chOff x="1352550" y="1314450"/>
              <a:chExt cx="6424613" cy="2212975"/>
            </a:xfrm>
          </p:grpSpPr>
          <p:grpSp>
            <p:nvGrpSpPr>
              <p:cNvPr id="7" name="8-bit octet"/>
              <p:cNvGrpSpPr/>
              <p:nvPr/>
            </p:nvGrpSpPr>
            <p:grpSpPr>
              <a:xfrm>
                <a:off x="1373188" y="1314450"/>
                <a:ext cx="6383337" cy="459100"/>
                <a:chOff x="1373188" y="1314450"/>
                <a:chExt cx="6383337" cy="459100"/>
              </a:xfrm>
            </p:grpSpPr>
            <p:sp>
              <p:nvSpPr>
                <p:cNvPr id="37" name="Rectangle 14" descr="&quot;&quot;"/>
                <p:cNvSpPr>
                  <a:spLocks noChangeArrowheads="1"/>
                </p:cNvSpPr>
                <p:nvPr/>
              </p:nvSpPr>
              <p:spPr bwMode="auto">
                <a:xfrm>
                  <a:off x="3692525" y="1314450"/>
                  <a:ext cx="176208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algn="ctr" fontAlgn="base">
                    <a:spcBef>
                      <a:spcPct val="0"/>
                    </a:spcBef>
                    <a:spcAft>
                      <a:spcPct val="0"/>
                    </a:spcAft>
                  </a:pPr>
                  <a:r>
                    <a:rPr lang="en-US" sz="2400" b="1">
                      <a:solidFill>
                        <a:srgbClr val="000000"/>
                      </a:solidFill>
                      <a:latin typeface="Segoe UI" pitchFamily="34" charset="0"/>
                      <a:ea typeface="Segoe UI" pitchFamily="34" charset="0"/>
                      <a:cs typeface="Segoe UI" pitchFamily="34" charset="0"/>
                    </a:rPr>
                    <a:t>8-Bit Octet</a:t>
                  </a:r>
                </a:p>
              </p:txBody>
            </p:sp>
            <p:sp>
              <p:nvSpPr>
                <p:cNvPr id="38" name="Line 26" descr="&quot;&quot;"/>
                <p:cNvSpPr>
                  <a:spLocks noChangeShapeType="1"/>
                </p:cNvSpPr>
                <p:nvPr/>
              </p:nvSpPr>
              <p:spPr bwMode="auto">
                <a:xfrm flipH="1">
                  <a:off x="1384300" y="1571625"/>
                  <a:ext cx="2286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39" name="Line 35" descr="&quot;&quot;"/>
                <p:cNvSpPr>
                  <a:spLocks noChangeShapeType="1"/>
                </p:cNvSpPr>
                <p:nvPr/>
              </p:nvSpPr>
              <p:spPr bwMode="auto">
                <a:xfrm flipH="1">
                  <a:off x="7754938" y="148272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40" name="Line 36" descr="&quot;&quot;"/>
                <p:cNvSpPr>
                  <a:spLocks noChangeShapeType="1"/>
                </p:cNvSpPr>
                <p:nvPr/>
              </p:nvSpPr>
              <p:spPr bwMode="auto">
                <a:xfrm flipH="1">
                  <a:off x="1373188" y="148272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41" name="Line 49" descr="&quot;&quot;"/>
                <p:cNvSpPr>
                  <a:spLocks noChangeShapeType="1"/>
                </p:cNvSpPr>
                <p:nvPr/>
              </p:nvSpPr>
              <p:spPr bwMode="auto">
                <a:xfrm flipH="1">
                  <a:off x="5418138" y="1571625"/>
                  <a:ext cx="23225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grpSp>
          <p:grpSp>
            <p:nvGrpSpPr>
              <p:cNvPr id="8" name="first arrows"/>
              <p:cNvGrpSpPr/>
              <p:nvPr/>
            </p:nvGrpSpPr>
            <p:grpSpPr>
              <a:xfrm>
                <a:off x="1753394" y="2362200"/>
                <a:ext cx="5622925" cy="677863"/>
                <a:chOff x="1753394" y="2362200"/>
                <a:chExt cx="5622925" cy="677863"/>
              </a:xfrm>
            </p:grpSpPr>
            <p:grpSp>
              <p:nvGrpSpPr>
                <p:cNvPr id="27" name="Group 26"/>
                <p:cNvGrpSpPr/>
                <p:nvPr/>
              </p:nvGrpSpPr>
              <p:grpSpPr>
                <a:xfrm>
                  <a:off x="1753394" y="2362200"/>
                  <a:ext cx="2431257" cy="677863"/>
                  <a:chOff x="1753394" y="2362200"/>
                  <a:chExt cx="2431257" cy="677863"/>
                </a:xfrm>
              </p:grpSpPr>
              <p:cxnSp>
                <p:nvCxnSpPr>
                  <p:cNvPr id="33" name="Straight Arrow Connector 32"/>
                  <p:cNvCxnSpPr>
                    <a:stCxn id="11" idx="2"/>
                    <a:endCxn id="19" idx="0"/>
                  </p:cNvCxnSpPr>
                  <p:nvPr/>
                </p:nvCxnSpPr>
                <p:spPr bwMode="auto">
                  <a:xfrm>
                    <a:off x="1753394"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4" name="Straight Arrow Connector 33"/>
                  <p:cNvCxnSpPr/>
                  <p:nvPr/>
                </p:nvCxnSpPr>
                <p:spPr bwMode="auto">
                  <a:xfrm>
                    <a:off x="256698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5" name="Straight Arrow Connector 34"/>
                  <p:cNvCxnSpPr/>
                  <p:nvPr/>
                </p:nvCxnSpPr>
                <p:spPr bwMode="auto">
                  <a:xfrm>
                    <a:off x="3332957"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6" name="Straight Arrow Connector 35"/>
                  <p:cNvCxnSpPr/>
                  <p:nvPr/>
                </p:nvCxnSpPr>
                <p:spPr bwMode="auto">
                  <a:xfrm>
                    <a:off x="417353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grpSp>
              <p:nvGrpSpPr>
                <p:cNvPr id="28" name="Group 27"/>
                <p:cNvGrpSpPr/>
                <p:nvPr/>
              </p:nvGrpSpPr>
              <p:grpSpPr>
                <a:xfrm>
                  <a:off x="4945062" y="2362200"/>
                  <a:ext cx="2431257" cy="677863"/>
                  <a:chOff x="1753394" y="2362200"/>
                  <a:chExt cx="2431257" cy="677863"/>
                </a:xfrm>
              </p:grpSpPr>
              <p:cxnSp>
                <p:nvCxnSpPr>
                  <p:cNvPr id="29" name="Straight Arrow Connector 28"/>
                  <p:cNvCxnSpPr/>
                  <p:nvPr/>
                </p:nvCxnSpPr>
                <p:spPr bwMode="auto">
                  <a:xfrm>
                    <a:off x="1753394"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0" name="Straight Arrow Connector 29"/>
                  <p:cNvCxnSpPr/>
                  <p:nvPr/>
                </p:nvCxnSpPr>
                <p:spPr bwMode="auto">
                  <a:xfrm>
                    <a:off x="256698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1" name="Straight Arrow Connector 30"/>
                  <p:cNvCxnSpPr/>
                  <p:nvPr/>
                </p:nvCxnSpPr>
                <p:spPr bwMode="auto">
                  <a:xfrm>
                    <a:off x="3332957"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2" name="Straight Arrow Connector 31"/>
                  <p:cNvCxnSpPr/>
                  <p:nvPr/>
                </p:nvCxnSpPr>
                <p:spPr bwMode="auto">
                  <a:xfrm>
                    <a:off x="417353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grpSp>
          <p:grpSp>
            <p:nvGrpSpPr>
              <p:cNvPr id="9" name="to the power of"/>
              <p:cNvGrpSpPr/>
              <p:nvPr/>
            </p:nvGrpSpPr>
            <p:grpSpPr>
              <a:xfrm>
                <a:off x="1363663" y="3040063"/>
                <a:ext cx="6413500" cy="487362"/>
                <a:chOff x="1363663" y="3040063"/>
                <a:chExt cx="6413500" cy="487362"/>
              </a:xfrm>
              <a:solidFill>
                <a:schemeClr val="bg1"/>
              </a:solidFill>
            </p:grpSpPr>
            <p:sp>
              <p:nvSpPr>
                <p:cNvPr id="19" name="Rectangle 27" descr="&quot;&quot;"/>
                <p:cNvSpPr>
                  <a:spLocks noChangeArrowheads="1"/>
                </p:cNvSpPr>
                <p:nvPr/>
              </p:nvSpPr>
              <p:spPr bwMode="auto">
                <a:xfrm>
                  <a:off x="1363663"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7</a:t>
                  </a:r>
                </a:p>
              </p:txBody>
            </p:sp>
            <p:sp>
              <p:nvSpPr>
                <p:cNvPr id="20" name="Rectangle 28" descr="&quot;&quot;"/>
                <p:cNvSpPr>
                  <a:spLocks noChangeArrowheads="1"/>
                </p:cNvSpPr>
                <p:nvPr/>
              </p:nvSpPr>
              <p:spPr bwMode="auto">
                <a:xfrm>
                  <a:off x="2165350"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6</a:t>
                  </a:r>
                </a:p>
              </p:txBody>
            </p:sp>
            <p:sp>
              <p:nvSpPr>
                <p:cNvPr id="21" name="Rectangle 29" descr="&quot;&quot;"/>
                <p:cNvSpPr>
                  <a:spLocks noChangeArrowheads="1"/>
                </p:cNvSpPr>
                <p:nvPr/>
              </p:nvSpPr>
              <p:spPr bwMode="auto">
                <a:xfrm>
                  <a:off x="2967038"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5</a:t>
                  </a:r>
                </a:p>
              </p:txBody>
            </p:sp>
            <p:sp>
              <p:nvSpPr>
                <p:cNvPr id="22" name="Rectangle 30" descr="&quot;&quot;"/>
                <p:cNvSpPr>
                  <a:spLocks noChangeArrowheads="1"/>
                </p:cNvSpPr>
                <p:nvPr/>
              </p:nvSpPr>
              <p:spPr bwMode="auto">
                <a:xfrm>
                  <a:off x="3768725"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4</a:t>
                  </a:r>
                </a:p>
              </p:txBody>
            </p:sp>
            <p:sp>
              <p:nvSpPr>
                <p:cNvPr id="23" name="Rectangle 31" descr="&quot;&quot;"/>
                <p:cNvSpPr>
                  <a:spLocks noChangeArrowheads="1"/>
                </p:cNvSpPr>
                <p:nvPr/>
              </p:nvSpPr>
              <p:spPr bwMode="auto">
                <a:xfrm>
                  <a:off x="4570413"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3</a:t>
                  </a:r>
                </a:p>
              </p:txBody>
            </p:sp>
            <p:sp>
              <p:nvSpPr>
                <p:cNvPr id="24" name="Rectangle 32" descr="&quot;&quot;"/>
                <p:cNvSpPr>
                  <a:spLocks noChangeArrowheads="1"/>
                </p:cNvSpPr>
                <p:nvPr/>
              </p:nvSpPr>
              <p:spPr bwMode="auto">
                <a:xfrm>
                  <a:off x="5372100"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2</a:t>
                  </a:r>
                </a:p>
              </p:txBody>
            </p:sp>
            <p:sp>
              <p:nvSpPr>
                <p:cNvPr id="25" name="Rectangle 33" descr="&quot;&quot;"/>
                <p:cNvSpPr>
                  <a:spLocks noChangeArrowheads="1"/>
                </p:cNvSpPr>
                <p:nvPr/>
              </p:nvSpPr>
              <p:spPr bwMode="auto">
                <a:xfrm>
                  <a:off x="6173788"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1</a:t>
                  </a:r>
                </a:p>
              </p:txBody>
            </p:sp>
            <p:sp>
              <p:nvSpPr>
                <p:cNvPr id="26" name="Rectangle 34" descr="&quot;&quot;"/>
                <p:cNvSpPr>
                  <a:spLocks noChangeArrowheads="1"/>
                </p:cNvSpPr>
                <p:nvPr/>
              </p:nvSpPr>
              <p:spPr bwMode="auto">
                <a:xfrm>
                  <a:off x="6975475"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0</a:t>
                  </a:r>
                </a:p>
              </p:txBody>
            </p:sp>
          </p:grpSp>
          <p:grpSp>
            <p:nvGrpSpPr>
              <p:cNvPr id="10" name="bits" title="first row of 8 boxes"/>
              <p:cNvGrpSpPr>
                <a:grpSpLocks/>
              </p:cNvGrpSpPr>
              <p:nvPr/>
            </p:nvGrpSpPr>
            <p:grpSpPr bwMode="auto">
              <a:xfrm>
                <a:off x="1352550" y="1874838"/>
                <a:ext cx="6413500" cy="487362"/>
                <a:chOff x="798" y="1480"/>
                <a:chExt cx="4040" cy="307"/>
              </a:xfrm>
              <a:solidFill>
                <a:schemeClr val="bg1"/>
              </a:solidFill>
              <a:effectLst/>
            </p:grpSpPr>
            <p:sp>
              <p:nvSpPr>
                <p:cNvPr id="11" name="Rectangle 6" descr="&quot;&quot;"/>
                <p:cNvSpPr>
                  <a:spLocks noChangeArrowheads="1"/>
                </p:cNvSpPr>
                <p:nvPr/>
              </p:nvSpPr>
              <p:spPr bwMode="auto">
                <a:xfrm>
                  <a:off x="79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7</a:t>
                  </a:r>
                </a:p>
              </p:txBody>
            </p:sp>
            <p:sp>
              <p:nvSpPr>
                <p:cNvPr id="12" name="Rectangle 7" descr="&quot;&quot;"/>
                <p:cNvSpPr>
                  <a:spLocks noChangeArrowheads="1"/>
                </p:cNvSpPr>
                <p:nvPr/>
              </p:nvSpPr>
              <p:spPr bwMode="auto">
                <a:xfrm>
                  <a:off x="130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6</a:t>
                  </a:r>
                </a:p>
              </p:txBody>
            </p:sp>
            <p:sp>
              <p:nvSpPr>
                <p:cNvPr id="13" name="Rectangle 8" descr="&quot;&quot;"/>
                <p:cNvSpPr>
                  <a:spLocks noChangeArrowheads="1"/>
                </p:cNvSpPr>
                <p:nvPr/>
              </p:nvSpPr>
              <p:spPr bwMode="auto">
                <a:xfrm>
                  <a:off x="180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5</a:t>
                  </a:r>
                </a:p>
              </p:txBody>
            </p:sp>
            <p:sp>
              <p:nvSpPr>
                <p:cNvPr id="14" name="Rectangle 9" descr="&quot;&quot;"/>
                <p:cNvSpPr>
                  <a:spLocks noChangeArrowheads="1"/>
                </p:cNvSpPr>
                <p:nvPr/>
              </p:nvSpPr>
              <p:spPr bwMode="auto">
                <a:xfrm>
                  <a:off x="231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4</a:t>
                  </a:r>
                </a:p>
              </p:txBody>
            </p:sp>
            <p:sp>
              <p:nvSpPr>
                <p:cNvPr id="15" name="Rectangle 10" descr="&quot;&quot;"/>
                <p:cNvSpPr>
                  <a:spLocks noChangeArrowheads="1"/>
                </p:cNvSpPr>
                <p:nvPr/>
              </p:nvSpPr>
              <p:spPr bwMode="auto">
                <a:xfrm>
                  <a:off x="281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3</a:t>
                  </a:r>
                </a:p>
              </p:txBody>
            </p:sp>
            <p:sp>
              <p:nvSpPr>
                <p:cNvPr id="16" name="Rectangle 11" descr="&quot;&quot;"/>
                <p:cNvSpPr>
                  <a:spLocks noChangeArrowheads="1"/>
                </p:cNvSpPr>
                <p:nvPr/>
              </p:nvSpPr>
              <p:spPr bwMode="auto">
                <a:xfrm>
                  <a:off x="332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2</a:t>
                  </a:r>
                </a:p>
              </p:txBody>
            </p:sp>
            <p:sp>
              <p:nvSpPr>
                <p:cNvPr id="17" name="Rectangle 12" descr="&quot;&quot;"/>
                <p:cNvSpPr>
                  <a:spLocks noChangeArrowheads="1"/>
                </p:cNvSpPr>
                <p:nvPr/>
              </p:nvSpPr>
              <p:spPr bwMode="auto">
                <a:xfrm>
                  <a:off x="382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1</a:t>
                  </a:r>
                </a:p>
              </p:txBody>
            </p:sp>
            <p:sp>
              <p:nvSpPr>
                <p:cNvPr id="18" name="Rectangle 13" descr="&quot;&quot;"/>
                <p:cNvSpPr>
                  <a:spLocks noChangeArrowheads="1"/>
                </p:cNvSpPr>
                <p:nvPr/>
              </p:nvSpPr>
              <p:spPr bwMode="auto">
                <a:xfrm>
                  <a:off x="433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0</a:t>
                  </a:r>
                </a:p>
              </p:txBody>
            </p:sp>
          </p:grpSp>
        </p:gr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805321"/>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7969640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657dfe8f-5591-4696-9165-a90ddf69463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How Dotted Decimal Notation Relates to Binary Numbers</a:t>
            </a:r>
            <a:endParaRPr lang="en-CA"/>
          </a:p>
        </p:txBody>
      </p:sp>
      <p:grpSp>
        <p:nvGrpSpPr>
          <p:cNvPr id="4" name="all graphics - alt text here" descr="The table now includes a third row of 8 boxes below the first two, each showing the decimal value for each bit. From right to left, the values are: 1, 2, 4, 8, 16, 32, 64, and 128."/>
          <p:cNvGrpSpPr/>
          <p:nvPr/>
        </p:nvGrpSpPr>
        <p:grpSpPr>
          <a:xfrm>
            <a:off x="1352550" y="1314450"/>
            <a:ext cx="6904670" cy="4862675"/>
            <a:chOff x="1352550" y="1314450"/>
            <a:chExt cx="6904670" cy="4862675"/>
          </a:xfrm>
        </p:grpSpPr>
        <p:grpSp>
          <p:nvGrpSpPr>
            <p:cNvPr id="5" name="Group 4"/>
            <p:cNvGrpSpPr/>
            <p:nvPr/>
          </p:nvGrpSpPr>
          <p:grpSpPr>
            <a:xfrm>
              <a:off x="1352550" y="1314450"/>
              <a:ext cx="6429375" cy="3988113"/>
              <a:chOff x="1352550" y="1314450"/>
              <a:chExt cx="6429375" cy="3988113"/>
            </a:xfrm>
          </p:grpSpPr>
          <p:grpSp>
            <p:nvGrpSpPr>
              <p:cNvPr id="7" name="Decimal value"/>
              <p:cNvGrpSpPr/>
              <p:nvPr/>
            </p:nvGrpSpPr>
            <p:grpSpPr>
              <a:xfrm>
                <a:off x="1370013" y="4843463"/>
                <a:ext cx="6411912" cy="459100"/>
                <a:chOff x="1370013" y="4843463"/>
                <a:chExt cx="6411912" cy="459100"/>
              </a:xfrm>
            </p:grpSpPr>
            <p:sp>
              <p:nvSpPr>
                <p:cNvPr id="63" name="Rectangle 15" descr="&quot;&quot;"/>
                <p:cNvSpPr>
                  <a:spLocks noChangeArrowheads="1"/>
                </p:cNvSpPr>
                <p:nvPr/>
              </p:nvSpPr>
              <p:spPr bwMode="auto">
                <a:xfrm>
                  <a:off x="3441700" y="4843463"/>
                  <a:ext cx="2221058"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algn="ctr" fontAlgn="base">
                    <a:spcBef>
                      <a:spcPct val="0"/>
                    </a:spcBef>
                    <a:spcAft>
                      <a:spcPct val="0"/>
                    </a:spcAft>
                  </a:pPr>
                  <a:r>
                    <a:rPr lang="en-US" sz="2400" b="1">
                      <a:solidFill>
                        <a:srgbClr val="000000"/>
                      </a:solidFill>
                      <a:latin typeface="Segoe UI" pitchFamily="34" charset="0"/>
                      <a:ea typeface="Segoe UI" pitchFamily="34" charset="0"/>
                      <a:cs typeface="Segoe UI" pitchFamily="34" charset="0"/>
                    </a:rPr>
                    <a:t>Decimal Value</a:t>
                  </a:r>
                </a:p>
              </p:txBody>
            </p:sp>
            <p:sp>
              <p:nvSpPr>
                <p:cNvPr id="64" name="Line 16" descr="&quot;&quot;"/>
                <p:cNvSpPr>
                  <a:spLocks noChangeShapeType="1"/>
                </p:cNvSpPr>
                <p:nvPr/>
              </p:nvSpPr>
              <p:spPr bwMode="auto">
                <a:xfrm flipH="1">
                  <a:off x="1370013" y="5083175"/>
                  <a:ext cx="2108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65" name="Line 25" descr="&quot;&quot;"/>
                <p:cNvSpPr>
                  <a:spLocks noChangeShapeType="1"/>
                </p:cNvSpPr>
                <p:nvPr/>
              </p:nvSpPr>
              <p:spPr bwMode="auto">
                <a:xfrm>
                  <a:off x="5629275" y="5072063"/>
                  <a:ext cx="2152650" cy="111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66" name="Line 37" descr="&quot;&quot;"/>
                <p:cNvSpPr>
                  <a:spLocks noChangeShapeType="1"/>
                </p:cNvSpPr>
                <p:nvPr/>
              </p:nvSpPr>
              <p:spPr bwMode="auto">
                <a:xfrm flipH="1">
                  <a:off x="7773988" y="499427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67" name="Line 38" descr="&quot;&quot;"/>
                <p:cNvSpPr>
                  <a:spLocks noChangeShapeType="1"/>
                </p:cNvSpPr>
                <p:nvPr/>
              </p:nvSpPr>
              <p:spPr bwMode="auto">
                <a:xfrm flipH="1">
                  <a:off x="1382713" y="499427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grpSp>
          <p:grpSp>
            <p:nvGrpSpPr>
              <p:cNvPr id="8" name="8-bit octet"/>
              <p:cNvGrpSpPr/>
              <p:nvPr/>
            </p:nvGrpSpPr>
            <p:grpSpPr>
              <a:xfrm>
                <a:off x="1373188" y="1314450"/>
                <a:ext cx="6383337" cy="459100"/>
                <a:chOff x="1373188" y="1314450"/>
                <a:chExt cx="6383337" cy="459100"/>
              </a:xfrm>
            </p:grpSpPr>
            <p:sp>
              <p:nvSpPr>
                <p:cNvPr id="58" name="Rectangle 14" descr="&quot;&quot;"/>
                <p:cNvSpPr>
                  <a:spLocks noChangeArrowheads="1"/>
                </p:cNvSpPr>
                <p:nvPr/>
              </p:nvSpPr>
              <p:spPr bwMode="auto">
                <a:xfrm>
                  <a:off x="3692525" y="1314450"/>
                  <a:ext cx="176208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algn="ctr" fontAlgn="base">
                    <a:spcBef>
                      <a:spcPct val="0"/>
                    </a:spcBef>
                    <a:spcAft>
                      <a:spcPct val="0"/>
                    </a:spcAft>
                  </a:pPr>
                  <a:r>
                    <a:rPr lang="en-US" sz="2400" b="1">
                      <a:solidFill>
                        <a:srgbClr val="000000"/>
                      </a:solidFill>
                      <a:latin typeface="Segoe UI" pitchFamily="34" charset="0"/>
                      <a:ea typeface="Segoe UI" pitchFamily="34" charset="0"/>
                      <a:cs typeface="Segoe UI" pitchFamily="34" charset="0"/>
                    </a:rPr>
                    <a:t>8-Bit Octet</a:t>
                  </a:r>
                </a:p>
              </p:txBody>
            </p:sp>
            <p:sp>
              <p:nvSpPr>
                <p:cNvPr id="59" name="Line 26" descr="&quot;&quot;"/>
                <p:cNvSpPr>
                  <a:spLocks noChangeShapeType="1"/>
                </p:cNvSpPr>
                <p:nvPr/>
              </p:nvSpPr>
              <p:spPr bwMode="auto">
                <a:xfrm flipH="1">
                  <a:off x="1384300" y="1571625"/>
                  <a:ext cx="2286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60" name="Line 35" descr="&quot;&quot;"/>
                <p:cNvSpPr>
                  <a:spLocks noChangeShapeType="1"/>
                </p:cNvSpPr>
                <p:nvPr/>
              </p:nvSpPr>
              <p:spPr bwMode="auto">
                <a:xfrm flipH="1">
                  <a:off x="7754938" y="148272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61" name="Line 36" descr="&quot;&quot;"/>
                <p:cNvSpPr>
                  <a:spLocks noChangeShapeType="1"/>
                </p:cNvSpPr>
                <p:nvPr/>
              </p:nvSpPr>
              <p:spPr bwMode="auto">
                <a:xfrm flipH="1">
                  <a:off x="1373188" y="148272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62" name="Line 49" descr="&quot;&quot;"/>
                <p:cNvSpPr>
                  <a:spLocks noChangeShapeType="1"/>
                </p:cNvSpPr>
                <p:nvPr/>
              </p:nvSpPr>
              <p:spPr bwMode="auto">
                <a:xfrm flipH="1">
                  <a:off x="5418138" y="1571625"/>
                  <a:ext cx="23225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grpSp>
          <p:grpSp>
            <p:nvGrpSpPr>
              <p:cNvPr id="9" name="second arrows"/>
              <p:cNvGrpSpPr/>
              <p:nvPr/>
            </p:nvGrpSpPr>
            <p:grpSpPr>
              <a:xfrm>
                <a:off x="1753394" y="3518991"/>
                <a:ext cx="5622925" cy="677863"/>
                <a:chOff x="1753394" y="2362200"/>
                <a:chExt cx="5622925" cy="677863"/>
              </a:xfrm>
            </p:grpSpPr>
            <p:grpSp>
              <p:nvGrpSpPr>
                <p:cNvPr id="48" name="Group 47"/>
                <p:cNvGrpSpPr/>
                <p:nvPr/>
              </p:nvGrpSpPr>
              <p:grpSpPr>
                <a:xfrm>
                  <a:off x="1753394" y="2362200"/>
                  <a:ext cx="2431257" cy="677863"/>
                  <a:chOff x="1753394" y="2362200"/>
                  <a:chExt cx="2431257" cy="677863"/>
                </a:xfrm>
              </p:grpSpPr>
              <p:cxnSp>
                <p:nvCxnSpPr>
                  <p:cNvPr id="54" name="Straight Arrow Connector 53"/>
                  <p:cNvCxnSpPr/>
                  <p:nvPr/>
                </p:nvCxnSpPr>
                <p:spPr bwMode="auto">
                  <a:xfrm>
                    <a:off x="1753394"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55" name="Straight Arrow Connector 54"/>
                  <p:cNvCxnSpPr/>
                  <p:nvPr/>
                </p:nvCxnSpPr>
                <p:spPr bwMode="auto">
                  <a:xfrm>
                    <a:off x="256698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56" name="Straight Arrow Connector 55"/>
                  <p:cNvCxnSpPr/>
                  <p:nvPr/>
                </p:nvCxnSpPr>
                <p:spPr bwMode="auto">
                  <a:xfrm>
                    <a:off x="3332957"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57" name="Straight Arrow Connector 56"/>
                  <p:cNvCxnSpPr/>
                  <p:nvPr/>
                </p:nvCxnSpPr>
                <p:spPr bwMode="auto">
                  <a:xfrm>
                    <a:off x="417353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grpSp>
              <p:nvGrpSpPr>
                <p:cNvPr id="49" name="Group 48"/>
                <p:cNvGrpSpPr/>
                <p:nvPr/>
              </p:nvGrpSpPr>
              <p:grpSpPr>
                <a:xfrm>
                  <a:off x="4945062" y="2362200"/>
                  <a:ext cx="2431257" cy="677863"/>
                  <a:chOff x="1753394" y="2362200"/>
                  <a:chExt cx="2431257" cy="677863"/>
                </a:xfrm>
              </p:grpSpPr>
              <p:cxnSp>
                <p:nvCxnSpPr>
                  <p:cNvPr id="50" name="Straight Arrow Connector 49"/>
                  <p:cNvCxnSpPr/>
                  <p:nvPr/>
                </p:nvCxnSpPr>
                <p:spPr bwMode="auto">
                  <a:xfrm>
                    <a:off x="1753394"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51" name="Straight Arrow Connector 50"/>
                  <p:cNvCxnSpPr/>
                  <p:nvPr/>
                </p:nvCxnSpPr>
                <p:spPr bwMode="auto">
                  <a:xfrm>
                    <a:off x="256698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52" name="Straight Arrow Connector 51"/>
                  <p:cNvCxnSpPr/>
                  <p:nvPr/>
                </p:nvCxnSpPr>
                <p:spPr bwMode="auto">
                  <a:xfrm>
                    <a:off x="3332957"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53" name="Straight Arrow Connector 52"/>
                  <p:cNvCxnSpPr/>
                  <p:nvPr/>
                </p:nvCxnSpPr>
                <p:spPr bwMode="auto">
                  <a:xfrm>
                    <a:off x="417353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grpSp>
          <p:grpSp>
            <p:nvGrpSpPr>
              <p:cNvPr id="10" name="first arrows"/>
              <p:cNvGrpSpPr/>
              <p:nvPr/>
            </p:nvGrpSpPr>
            <p:grpSpPr>
              <a:xfrm>
                <a:off x="1753394" y="2362200"/>
                <a:ext cx="5622925" cy="677863"/>
                <a:chOff x="1753394" y="2362200"/>
                <a:chExt cx="5622925" cy="677863"/>
              </a:xfrm>
            </p:grpSpPr>
            <p:grpSp>
              <p:nvGrpSpPr>
                <p:cNvPr id="38" name="Group 37"/>
                <p:cNvGrpSpPr/>
                <p:nvPr/>
              </p:nvGrpSpPr>
              <p:grpSpPr>
                <a:xfrm>
                  <a:off x="1753394" y="2362200"/>
                  <a:ext cx="2431257" cy="677863"/>
                  <a:chOff x="1753394" y="2362200"/>
                  <a:chExt cx="2431257" cy="677863"/>
                </a:xfrm>
              </p:grpSpPr>
              <p:cxnSp>
                <p:nvCxnSpPr>
                  <p:cNvPr id="44" name="Straight Arrow Connector 43"/>
                  <p:cNvCxnSpPr>
                    <a:stCxn id="14" idx="2"/>
                    <a:endCxn id="22" idx="0"/>
                  </p:cNvCxnSpPr>
                  <p:nvPr/>
                </p:nvCxnSpPr>
                <p:spPr bwMode="auto">
                  <a:xfrm>
                    <a:off x="1753394"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45" name="Straight Arrow Connector 44"/>
                  <p:cNvCxnSpPr/>
                  <p:nvPr/>
                </p:nvCxnSpPr>
                <p:spPr bwMode="auto">
                  <a:xfrm>
                    <a:off x="256698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46" name="Straight Arrow Connector 45"/>
                  <p:cNvCxnSpPr/>
                  <p:nvPr/>
                </p:nvCxnSpPr>
                <p:spPr bwMode="auto">
                  <a:xfrm>
                    <a:off x="3332957"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47" name="Straight Arrow Connector 46"/>
                  <p:cNvCxnSpPr/>
                  <p:nvPr/>
                </p:nvCxnSpPr>
                <p:spPr bwMode="auto">
                  <a:xfrm>
                    <a:off x="417353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grpSp>
              <p:nvGrpSpPr>
                <p:cNvPr id="39" name="Group 38"/>
                <p:cNvGrpSpPr/>
                <p:nvPr/>
              </p:nvGrpSpPr>
              <p:grpSpPr>
                <a:xfrm>
                  <a:off x="4945062" y="2362200"/>
                  <a:ext cx="2431257" cy="677863"/>
                  <a:chOff x="1753394" y="2362200"/>
                  <a:chExt cx="2431257" cy="677863"/>
                </a:xfrm>
              </p:grpSpPr>
              <p:cxnSp>
                <p:nvCxnSpPr>
                  <p:cNvPr id="40" name="Straight Arrow Connector 39"/>
                  <p:cNvCxnSpPr/>
                  <p:nvPr/>
                </p:nvCxnSpPr>
                <p:spPr bwMode="auto">
                  <a:xfrm>
                    <a:off x="1753394"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41" name="Straight Arrow Connector 40"/>
                  <p:cNvCxnSpPr/>
                  <p:nvPr/>
                </p:nvCxnSpPr>
                <p:spPr bwMode="auto">
                  <a:xfrm>
                    <a:off x="256698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42" name="Straight Arrow Connector 41"/>
                  <p:cNvCxnSpPr/>
                  <p:nvPr/>
                </p:nvCxnSpPr>
                <p:spPr bwMode="auto">
                  <a:xfrm>
                    <a:off x="3332957"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43" name="Straight Arrow Connector 42"/>
                  <p:cNvCxnSpPr/>
                  <p:nvPr/>
                </p:nvCxnSpPr>
                <p:spPr bwMode="auto">
                  <a:xfrm>
                    <a:off x="417353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grpSp>
          <p:grpSp>
            <p:nvGrpSpPr>
              <p:cNvPr id="11" name="decimal value boxes"/>
              <p:cNvGrpSpPr/>
              <p:nvPr/>
            </p:nvGrpSpPr>
            <p:grpSpPr>
              <a:xfrm>
                <a:off x="1362075" y="4203700"/>
                <a:ext cx="6413500" cy="487363"/>
                <a:chOff x="1362075" y="4203700"/>
                <a:chExt cx="6413500" cy="487363"/>
              </a:xfrm>
            </p:grpSpPr>
            <p:sp>
              <p:nvSpPr>
                <p:cNvPr id="30" name="Rectangle 17" descr="&quot;&quot;"/>
                <p:cNvSpPr>
                  <a:spLocks noChangeArrowheads="1"/>
                </p:cNvSpPr>
                <p:nvPr/>
              </p:nvSpPr>
              <p:spPr bwMode="auto">
                <a:xfrm>
                  <a:off x="1362075" y="4203700"/>
                  <a:ext cx="801688"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128</a:t>
                  </a:r>
                </a:p>
              </p:txBody>
            </p:sp>
            <p:sp>
              <p:nvSpPr>
                <p:cNvPr id="31" name="Rectangle 18" descr="&quot;&quot;"/>
                <p:cNvSpPr>
                  <a:spLocks noChangeArrowheads="1"/>
                </p:cNvSpPr>
                <p:nvPr/>
              </p:nvSpPr>
              <p:spPr bwMode="auto">
                <a:xfrm>
                  <a:off x="2163763" y="4203700"/>
                  <a:ext cx="801687"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64</a:t>
                  </a:r>
                </a:p>
              </p:txBody>
            </p:sp>
            <p:sp>
              <p:nvSpPr>
                <p:cNvPr id="32" name="Rectangle 19" descr="&quot;&quot;"/>
                <p:cNvSpPr>
                  <a:spLocks noChangeArrowheads="1"/>
                </p:cNvSpPr>
                <p:nvPr/>
              </p:nvSpPr>
              <p:spPr bwMode="auto">
                <a:xfrm>
                  <a:off x="2965450" y="4203700"/>
                  <a:ext cx="801688"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32</a:t>
                  </a:r>
                </a:p>
              </p:txBody>
            </p:sp>
            <p:sp>
              <p:nvSpPr>
                <p:cNvPr id="33" name="Rectangle 20" descr="&quot;&quot;"/>
                <p:cNvSpPr>
                  <a:spLocks noChangeArrowheads="1"/>
                </p:cNvSpPr>
                <p:nvPr/>
              </p:nvSpPr>
              <p:spPr bwMode="auto">
                <a:xfrm>
                  <a:off x="3767138" y="4203700"/>
                  <a:ext cx="801687"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16</a:t>
                  </a:r>
                </a:p>
              </p:txBody>
            </p:sp>
            <p:sp>
              <p:nvSpPr>
                <p:cNvPr id="34" name="Rectangle 21" descr="&quot;&quot;"/>
                <p:cNvSpPr>
                  <a:spLocks noChangeArrowheads="1"/>
                </p:cNvSpPr>
                <p:nvPr/>
              </p:nvSpPr>
              <p:spPr bwMode="auto">
                <a:xfrm>
                  <a:off x="4568825" y="4203700"/>
                  <a:ext cx="801688"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8</a:t>
                  </a:r>
                </a:p>
              </p:txBody>
            </p:sp>
            <p:sp>
              <p:nvSpPr>
                <p:cNvPr id="35" name="Rectangle 22" descr="&quot;&quot;"/>
                <p:cNvSpPr>
                  <a:spLocks noChangeArrowheads="1"/>
                </p:cNvSpPr>
                <p:nvPr/>
              </p:nvSpPr>
              <p:spPr bwMode="auto">
                <a:xfrm>
                  <a:off x="5370513" y="4203700"/>
                  <a:ext cx="801687"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4</a:t>
                  </a:r>
                </a:p>
              </p:txBody>
            </p:sp>
            <p:sp>
              <p:nvSpPr>
                <p:cNvPr id="36" name="Rectangle 23" descr="&quot;&quot;"/>
                <p:cNvSpPr>
                  <a:spLocks noChangeArrowheads="1"/>
                </p:cNvSpPr>
                <p:nvPr/>
              </p:nvSpPr>
              <p:spPr bwMode="auto">
                <a:xfrm>
                  <a:off x="6172200" y="4203700"/>
                  <a:ext cx="801688"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p>
              </p:txBody>
            </p:sp>
            <p:sp>
              <p:nvSpPr>
                <p:cNvPr id="37" name="Rectangle 24" descr="&quot;&quot;"/>
                <p:cNvSpPr>
                  <a:spLocks noChangeArrowheads="1"/>
                </p:cNvSpPr>
                <p:nvPr/>
              </p:nvSpPr>
              <p:spPr bwMode="auto">
                <a:xfrm>
                  <a:off x="6973888" y="4203700"/>
                  <a:ext cx="801687"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1</a:t>
                  </a:r>
                </a:p>
              </p:txBody>
            </p:sp>
          </p:grpSp>
          <p:grpSp>
            <p:nvGrpSpPr>
              <p:cNvPr id="12" name="to the power of"/>
              <p:cNvGrpSpPr/>
              <p:nvPr/>
            </p:nvGrpSpPr>
            <p:grpSpPr>
              <a:xfrm>
                <a:off x="1363663" y="3040063"/>
                <a:ext cx="6413500" cy="487362"/>
                <a:chOff x="1363663" y="3040063"/>
                <a:chExt cx="6413500" cy="487362"/>
              </a:xfrm>
              <a:solidFill>
                <a:schemeClr val="bg1"/>
              </a:solidFill>
            </p:grpSpPr>
            <p:sp>
              <p:nvSpPr>
                <p:cNvPr id="22" name="Rectangle 27" descr="&quot;&quot;"/>
                <p:cNvSpPr>
                  <a:spLocks noChangeArrowheads="1"/>
                </p:cNvSpPr>
                <p:nvPr/>
              </p:nvSpPr>
              <p:spPr bwMode="auto">
                <a:xfrm>
                  <a:off x="1363663"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7</a:t>
                  </a:r>
                </a:p>
              </p:txBody>
            </p:sp>
            <p:sp>
              <p:nvSpPr>
                <p:cNvPr id="23" name="Rectangle 28" descr="&quot;&quot;"/>
                <p:cNvSpPr>
                  <a:spLocks noChangeArrowheads="1"/>
                </p:cNvSpPr>
                <p:nvPr/>
              </p:nvSpPr>
              <p:spPr bwMode="auto">
                <a:xfrm>
                  <a:off x="2165350"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6</a:t>
                  </a:r>
                </a:p>
              </p:txBody>
            </p:sp>
            <p:sp>
              <p:nvSpPr>
                <p:cNvPr id="24" name="Rectangle 29" descr="&quot;&quot;"/>
                <p:cNvSpPr>
                  <a:spLocks noChangeArrowheads="1"/>
                </p:cNvSpPr>
                <p:nvPr/>
              </p:nvSpPr>
              <p:spPr bwMode="auto">
                <a:xfrm>
                  <a:off x="2967038"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5</a:t>
                  </a:r>
                </a:p>
              </p:txBody>
            </p:sp>
            <p:sp>
              <p:nvSpPr>
                <p:cNvPr id="25" name="Rectangle 30" descr="&quot;&quot;"/>
                <p:cNvSpPr>
                  <a:spLocks noChangeArrowheads="1"/>
                </p:cNvSpPr>
                <p:nvPr/>
              </p:nvSpPr>
              <p:spPr bwMode="auto">
                <a:xfrm>
                  <a:off x="3768725"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4</a:t>
                  </a:r>
                </a:p>
              </p:txBody>
            </p:sp>
            <p:sp>
              <p:nvSpPr>
                <p:cNvPr id="26" name="Rectangle 31" descr="&quot;&quot;"/>
                <p:cNvSpPr>
                  <a:spLocks noChangeArrowheads="1"/>
                </p:cNvSpPr>
                <p:nvPr/>
              </p:nvSpPr>
              <p:spPr bwMode="auto">
                <a:xfrm>
                  <a:off x="4570413"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3</a:t>
                  </a:r>
                </a:p>
              </p:txBody>
            </p:sp>
            <p:sp>
              <p:nvSpPr>
                <p:cNvPr id="27" name="Rectangle 32" descr="&quot;&quot;"/>
                <p:cNvSpPr>
                  <a:spLocks noChangeArrowheads="1"/>
                </p:cNvSpPr>
                <p:nvPr/>
              </p:nvSpPr>
              <p:spPr bwMode="auto">
                <a:xfrm>
                  <a:off x="5372100"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2</a:t>
                  </a:r>
                </a:p>
              </p:txBody>
            </p:sp>
            <p:sp>
              <p:nvSpPr>
                <p:cNvPr id="28" name="Rectangle 33" descr="&quot;&quot;"/>
                <p:cNvSpPr>
                  <a:spLocks noChangeArrowheads="1"/>
                </p:cNvSpPr>
                <p:nvPr/>
              </p:nvSpPr>
              <p:spPr bwMode="auto">
                <a:xfrm>
                  <a:off x="6173788"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1</a:t>
                  </a:r>
                </a:p>
              </p:txBody>
            </p:sp>
            <p:sp>
              <p:nvSpPr>
                <p:cNvPr id="29" name="Rectangle 34" descr="&quot;&quot;"/>
                <p:cNvSpPr>
                  <a:spLocks noChangeArrowheads="1"/>
                </p:cNvSpPr>
                <p:nvPr/>
              </p:nvSpPr>
              <p:spPr bwMode="auto">
                <a:xfrm>
                  <a:off x="6975475"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0</a:t>
                  </a:r>
                </a:p>
              </p:txBody>
            </p:sp>
          </p:grpSp>
          <p:grpSp>
            <p:nvGrpSpPr>
              <p:cNvPr id="13" name="bits" title="first row of 8 boxes"/>
              <p:cNvGrpSpPr>
                <a:grpSpLocks/>
              </p:cNvGrpSpPr>
              <p:nvPr/>
            </p:nvGrpSpPr>
            <p:grpSpPr bwMode="auto">
              <a:xfrm>
                <a:off x="1352550" y="1874838"/>
                <a:ext cx="6413500" cy="487362"/>
                <a:chOff x="798" y="1480"/>
                <a:chExt cx="4040" cy="307"/>
              </a:xfrm>
              <a:solidFill>
                <a:schemeClr val="bg1"/>
              </a:solidFill>
              <a:effectLst/>
            </p:grpSpPr>
            <p:sp>
              <p:nvSpPr>
                <p:cNvPr id="14" name="Rectangle 6" descr="&quot;&quot;"/>
                <p:cNvSpPr>
                  <a:spLocks noChangeArrowheads="1"/>
                </p:cNvSpPr>
                <p:nvPr/>
              </p:nvSpPr>
              <p:spPr bwMode="auto">
                <a:xfrm>
                  <a:off x="79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7</a:t>
                  </a:r>
                </a:p>
              </p:txBody>
            </p:sp>
            <p:sp>
              <p:nvSpPr>
                <p:cNvPr id="15" name="Rectangle 7" descr="&quot;&quot;"/>
                <p:cNvSpPr>
                  <a:spLocks noChangeArrowheads="1"/>
                </p:cNvSpPr>
                <p:nvPr/>
              </p:nvSpPr>
              <p:spPr bwMode="auto">
                <a:xfrm>
                  <a:off x="130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6</a:t>
                  </a:r>
                </a:p>
              </p:txBody>
            </p:sp>
            <p:sp>
              <p:nvSpPr>
                <p:cNvPr id="16" name="Rectangle 8" descr="&quot;&quot;"/>
                <p:cNvSpPr>
                  <a:spLocks noChangeArrowheads="1"/>
                </p:cNvSpPr>
                <p:nvPr/>
              </p:nvSpPr>
              <p:spPr bwMode="auto">
                <a:xfrm>
                  <a:off x="180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5</a:t>
                  </a:r>
                </a:p>
              </p:txBody>
            </p:sp>
            <p:sp>
              <p:nvSpPr>
                <p:cNvPr id="17" name="Rectangle 9" descr="&quot;&quot;"/>
                <p:cNvSpPr>
                  <a:spLocks noChangeArrowheads="1"/>
                </p:cNvSpPr>
                <p:nvPr/>
              </p:nvSpPr>
              <p:spPr bwMode="auto">
                <a:xfrm>
                  <a:off x="231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4</a:t>
                  </a:r>
                </a:p>
              </p:txBody>
            </p:sp>
            <p:sp>
              <p:nvSpPr>
                <p:cNvPr id="18" name="Rectangle 10" descr="&quot;&quot;"/>
                <p:cNvSpPr>
                  <a:spLocks noChangeArrowheads="1"/>
                </p:cNvSpPr>
                <p:nvPr/>
              </p:nvSpPr>
              <p:spPr bwMode="auto">
                <a:xfrm>
                  <a:off x="281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3</a:t>
                  </a:r>
                </a:p>
              </p:txBody>
            </p:sp>
            <p:sp>
              <p:nvSpPr>
                <p:cNvPr id="19" name="Rectangle 11" descr="&quot;&quot;"/>
                <p:cNvSpPr>
                  <a:spLocks noChangeArrowheads="1"/>
                </p:cNvSpPr>
                <p:nvPr/>
              </p:nvSpPr>
              <p:spPr bwMode="auto">
                <a:xfrm>
                  <a:off x="332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2</a:t>
                  </a:r>
                </a:p>
              </p:txBody>
            </p:sp>
            <p:sp>
              <p:nvSpPr>
                <p:cNvPr id="20" name="Rectangle 12" descr="&quot;&quot;"/>
                <p:cNvSpPr>
                  <a:spLocks noChangeArrowheads="1"/>
                </p:cNvSpPr>
                <p:nvPr/>
              </p:nvSpPr>
              <p:spPr bwMode="auto">
                <a:xfrm>
                  <a:off x="382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1</a:t>
                  </a:r>
                </a:p>
              </p:txBody>
            </p:sp>
            <p:sp>
              <p:nvSpPr>
                <p:cNvPr id="21" name="Rectangle 13" descr="&quot;&quot;"/>
                <p:cNvSpPr>
                  <a:spLocks noChangeArrowheads="1"/>
                </p:cNvSpPr>
                <p:nvPr/>
              </p:nvSpPr>
              <p:spPr bwMode="auto">
                <a:xfrm>
                  <a:off x="433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0</a:t>
                  </a:r>
                </a:p>
              </p:txBody>
            </p:sp>
          </p:grpSp>
        </p:gr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84368" y="5804991"/>
              <a:ext cx="372852" cy="372134"/>
            </a:xfrm>
            <a:prstGeom prst="rect">
              <a:avLst/>
            </a:prstGeom>
          </p:spPr>
        </p:pic>
      </p:grpSp>
    </p:spTree>
    <p:extLst>
      <p:ext uri="{BB962C8B-B14F-4D97-AF65-F5344CB8AC3E}">
        <p14:creationId xmlns:p14="http://schemas.microsoft.com/office/powerpoint/2010/main" val="686731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0aaa62cf-2f7d-41a7-a122-c5d6a7c1878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Simple IPv4 Implementations</a:t>
            </a:r>
            <a:endParaRPr lang="en-CA"/>
          </a:p>
        </p:txBody>
      </p:sp>
      <p:grpSp>
        <p:nvGrpSpPr>
          <p:cNvPr id="4" name="Group 3" descr="An illustration of an IPv4 address that is divided into a network ID and a host ID. &#10;The class A or /8 network has 8 network bits and 24 host bits. &#10;The class B or /16 network has 16 network bits and 16 host bits. &#10;The class C or /24 network has 24 network bits and 8 host bits."/>
          <p:cNvGrpSpPr/>
          <p:nvPr/>
        </p:nvGrpSpPr>
        <p:grpSpPr>
          <a:xfrm>
            <a:off x="2978150" y="1479550"/>
            <a:ext cx="5045075" cy="4460876"/>
            <a:chOff x="2978150" y="1479550"/>
            <a:chExt cx="5045075" cy="4460876"/>
          </a:xfrm>
        </p:grpSpPr>
        <p:sp>
          <p:nvSpPr>
            <p:cNvPr id="5" name="Rectangle 9" descr="&quot;&quot;"/>
            <p:cNvSpPr>
              <a:spLocks noChangeArrowheads="1"/>
            </p:cNvSpPr>
            <p:nvPr/>
          </p:nvSpPr>
          <p:spPr bwMode="auto">
            <a:xfrm>
              <a:off x="3019425" y="4722813"/>
              <a:ext cx="5003800" cy="965200"/>
            </a:xfrm>
            <a:prstGeom prst="rect">
              <a:avLst/>
            </a:prstGeom>
            <a:noFill/>
            <a:ln w="25400">
              <a:solidFill>
                <a:schemeClr val="tx1"/>
              </a:solidFill>
              <a:miter lim="800000"/>
              <a:headEnd/>
              <a:tailEnd/>
            </a:ln>
          </p:spPr>
          <p:txBody>
            <a:bodyPr wrap="none" anchor="ctr"/>
            <a:lstStyle/>
            <a:p>
              <a:pPr lvl="0" fontAlgn="base">
                <a:spcBef>
                  <a:spcPct val="0"/>
                </a:spcBef>
                <a:spcAft>
                  <a:spcPct val="0"/>
                </a:spcAft>
              </a:pPr>
              <a:endParaRPr lang="en-US" sz="2000" b="1">
                <a:solidFill>
                  <a:srgbClr val="000000"/>
                </a:solidFill>
                <a:latin typeface="Segoe UI" pitchFamily="34" charset="0"/>
                <a:ea typeface="Segoe UI" pitchFamily="34" charset="0"/>
                <a:cs typeface="Segoe UI" pitchFamily="34" charset="0"/>
              </a:endParaRPr>
            </a:p>
          </p:txBody>
        </p:sp>
        <p:sp>
          <p:nvSpPr>
            <p:cNvPr id="6" name="Line 18" descr="&quot;&quot;"/>
            <p:cNvSpPr>
              <a:spLocks noChangeShapeType="1"/>
            </p:cNvSpPr>
            <p:nvPr/>
          </p:nvSpPr>
          <p:spPr bwMode="auto">
            <a:xfrm flipV="1">
              <a:off x="6727825" y="4703763"/>
              <a:ext cx="0" cy="996950"/>
            </a:xfrm>
            <a:prstGeom prst="line">
              <a:avLst/>
            </a:prstGeom>
            <a:noFill/>
            <a:ln w="25400">
              <a:solidFill>
                <a:srgbClr val="408585"/>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nvGrpSpPr>
            <p:cNvPr id="7" name="verticle lines representing bits, group 3" descr="&quot;&quot;"/>
            <p:cNvGrpSpPr/>
            <p:nvPr/>
          </p:nvGrpSpPr>
          <p:grpSpPr>
            <a:xfrm>
              <a:off x="3146425" y="5548313"/>
              <a:ext cx="4724400" cy="127000"/>
              <a:chOff x="3146425" y="5548313"/>
              <a:chExt cx="4724400" cy="127000"/>
            </a:xfrm>
          </p:grpSpPr>
          <p:sp>
            <p:nvSpPr>
              <p:cNvPr id="114" name="Line 10" descr="&quot;&quot;"/>
              <p:cNvSpPr>
                <a:spLocks noChangeShapeType="1"/>
              </p:cNvSpPr>
              <p:nvPr/>
            </p:nvSpPr>
            <p:spPr bwMode="auto">
              <a:xfrm>
                <a:off x="31464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15" name="Line 11" descr="&quot;&quot;"/>
              <p:cNvSpPr>
                <a:spLocks noChangeShapeType="1"/>
              </p:cNvSpPr>
              <p:nvPr/>
            </p:nvSpPr>
            <p:spPr bwMode="auto">
              <a:xfrm>
                <a:off x="32988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16" name="Line 12" descr="&quot;&quot;"/>
              <p:cNvSpPr>
                <a:spLocks noChangeShapeType="1"/>
              </p:cNvSpPr>
              <p:nvPr/>
            </p:nvSpPr>
            <p:spPr bwMode="auto">
              <a:xfrm>
                <a:off x="34512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17" name="Line 13" descr="&quot;&quot;"/>
              <p:cNvSpPr>
                <a:spLocks noChangeShapeType="1"/>
              </p:cNvSpPr>
              <p:nvPr/>
            </p:nvSpPr>
            <p:spPr bwMode="auto">
              <a:xfrm>
                <a:off x="36036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18" name="Line 14" descr="&quot;&quot;"/>
              <p:cNvSpPr>
                <a:spLocks noChangeShapeType="1"/>
              </p:cNvSpPr>
              <p:nvPr/>
            </p:nvSpPr>
            <p:spPr bwMode="auto">
              <a:xfrm>
                <a:off x="37560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19" name="Line 15" descr="&quot;&quot;"/>
              <p:cNvSpPr>
                <a:spLocks noChangeShapeType="1"/>
              </p:cNvSpPr>
              <p:nvPr/>
            </p:nvSpPr>
            <p:spPr bwMode="auto">
              <a:xfrm>
                <a:off x="39084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0" name="Line 16" descr="&quot;&quot;"/>
              <p:cNvSpPr>
                <a:spLocks noChangeShapeType="1"/>
              </p:cNvSpPr>
              <p:nvPr/>
            </p:nvSpPr>
            <p:spPr bwMode="auto">
              <a:xfrm>
                <a:off x="40608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1" name="Line 17" descr="&quot;&quot;"/>
              <p:cNvSpPr>
                <a:spLocks noChangeShapeType="1"/>
              </p:cNvSpPr>
              <p:nvPr/>
            </p:nvSpPr>
            <p:spPr bwMode="auto">
              <a:xfrm>
                <a:off x="42132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2" name="Line 19" descr="&quot;&quot;"/>
              <p:cNvSpPr>
                <a:spLocks noChangeShapeType="1"/>
              </p:cNvSpPr>
              <p:nvPr/>
            </p:nvSpPr>
            <p:spPr bwMode="auto">
              <a:xfrm>
                <a:off x="43656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3" name="Line 20" descr="&quot;&quot;"/>
              <p:cNvSpPr>
                <a:spLocks noChangeShapeType="1"/>
              </p:cNvSpPr>
              <p:nvPr/>
            </p:nvSpPr>
            <p:spPr bwMode="auto">
              <a:xfrm>
                <a:off x="45180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4" name="Line 21" descr="&quot;&quot;"/>
              <p:cNvSpPr>
                <a:spLocks noChangeShapeType="1"/>
              </p:cNvSpPr>
              <p:nvPr/>
            </p:nvSpPr>
            <p:spPr bwMode="auto">
              <a:xfrm>
                <a:off x="46704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5" name="Line 22" descr="&quot;&quot;"/>
              <p:cNvSpPr>
                <a:spLocks noChangeShapeType="1"/>
              </p:cNvSpPr>
              <p:nvPr/>
            </p:nvSpPr>
            <p:spPr bwMode="auto">
              <a:xfrm>
                <a:off x="48228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6" name="Line 23" descr="&quot;&quot;"/>
              <p:cNvSpPr>
                <a:spLocks noChangeShapeType="1"/>
              </p:cNvSpPr>
              <p:nvPr/>
            </p:nvSpPr>
            <p:spPr bwMode="auto">
              <a:xfrm>
                <a:off x="49752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7" name="Line 24" descr="&quot;&quot;"/>
              <p:cNvSpPr>
                <a:spLocks noChangeShapeType="1"/>
              </p:cNvSpPr>
              <p:nvPr/>
            </p:nvSpPr>
            <p:spPr bwMode="auto">
              <a:xfrm>
                <a:off x="51276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8" name="Line 25" descr="&quot;&quot;"/>
              <p:cNvSpPr>
                <a:spLocks noChangeShapeType="1"/>
              </p:cNvSpPr>
              <p:nvPr/>
            </p:nvSpPr>
            <p:spPr bwMode="auto">
              <a:xfrm>
                <a:off x="52800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9" name="Line 26" descr="&quot;&quot;"/>
              <p:cNvSpPr>
                <a:spLocks noChangeShapeType="1"/>
              </p:cNvSpPr>
              <p:nvPr/>
            </p:nvSpPr>
            <p:spPr bwMode="auto">
              <a:xfrm>
                <a:off x="54324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0" name="Line 27" descr="&quot;&quot;"/>
              <p:cNvSpPr>
                <a:spLocks noChangeShapeType="1"/>
              </p:cNvSpPr>
              <p:nvPr/>
            </p:nvSpPr>
            <p:spPr bwMode="auto">
              <a:xfrm>
                <a:off x="55848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1" name="Line 28" descr="&quot;&quot;"/>
              <p:cNvSpPr>
                <a:spLocks noChangeShapeType="1"/>
              </p:cNvSpPr>
              <p:nvPr/>
            </p:nvSpPr>
            <p:spPr bwMode="auto">
              <a:xfrm>
                <a:off x="57372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2" name="Line 29" descr="&quot;&quot;"/>
              <p:cNvSpPr>
                <a:spLocks noChangeShapeType="1"/>
              </p:cNvSpPr>
              <p:nvPr/>
            </p:nvSpPr>
            <p:spPr bwMode="auto">
              <a:xfrm>
                <a:off x="58896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3" name="Line 30" descr="&quot;&quot;"/>
              <p:cNvSpPr>
                <a:spLocks noChangeShapeType="1"/>
              </p:cNvSpPr>
              <p:nvPr/>
            </p:nvSpPr>
            <p:spPr bwMode="auto">
              <a:xfrm>
                <a:off x="60420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4" name="Line 31" descr="&quot;&quot;"/>
              <p:cNvSpPr>
                <a:spLocks noChangeShapeType="1"/>
              </p:cNvSpPr>
              <p:nvPr/>
            </p:nvSpPr>
            <p:spPr bwMode="auto">
              <a:xfrm>
                <a:off x="61944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5" name="Line 32" descr="&quot;&quot;"/>
              <p:cNvSpPr>
                <a:spLocks noChangeShapeType="1"/>
              </p:cNvSpPr>
              <p:nvPr/>
            </p:nvSpPr>
            <p:spPr bwMode="auto">
              <a:xfrm>
                <a:off x="63468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6" name="Line 33" descr="&quot;&quot;"/>
              <p:cNvSpPr>
                <a:spLocks noChangeShapeType="1"/>
              </p:cNvSpPr>
              <p:nvPr/>
            </p:nvSpPr>
            <p:spPr bwMode="auto">
              <a:xfrm>
                <a:off x="64992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7" name="Line 34" descr="&quot;&quot;"/>
              <p:cNvSpPr>
                <a:spLocks noChangeShapeType="1"/>
              </p:cNvSpPr>
              <p:nvPr/>
            </p:nvSpPr>
            <p:spPr bwMode="auto">
              <a:xfrm>
                <a:off x="66516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8" name="Line 35" descr="&quot;&quot;"/>
              <p:cNvSpPr>
                <a:spLocks noChangeShapeType="1"/>
              </p:cNvSpPr>
              <p:nvPr/>
            </p:nvSpPr>
            <p:spPr bwMode="auto">
              <a:xfrm>
                <a:off x="68040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9" name="Line 36" descr="&quot;&quot;"/>
              <p:cNvSpPr>
                <a:spLocks noChangeShapeType="1"/>
              </p:cNvSpPr>
              <p:nvPr/>
            </p:nvSpPr>
            <p:spPr bwMode="auto">
              <a:xfrm>
                <a:off x="69564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40" name="Line 37" descr="&quot;&quot;"/>
              <p:cNvSpPr>
                <a:spLocks noChangeShapeType="1"/>
              </p:cNvSpPr>
              <p:nvPr/>
            </p:nvSpPr>
            <p:spPr bwMode="auto">
              <a:xfrm>
                <a:off x="71088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41" name="Line 38" descr="&quot;&quot;"/>
              <p:cNvSpPr>
                <a:spLocks noChangeShapeType="1"/>
              </p:cNvSpPr>
              <p:nvPr/>
            </p:nvSpPr>
            <p:spPr bwMode="auto">
              <a:xfrm>
                <a:off x="72612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42" name="Line 39" descr="&quot;&quot;"/>
              <p:cNvSpPr>
                <a:spLocks noChangeShapeType="1"/>
              </p:cNvSpPr>
              <p:nvPr/>
            </p:nvSpPr>
            <p:spPr bwMode="auto">
              <a:xfrm>
                <a:off x="74136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43" name="Line 40" descr="&quot;&quot;"/>
              <p:cNvSpPr>
                <a:spLocks noChangeShapeType="1"/>
              </p:cNvSpPr>
              <p:nvPr/>
            </p:nvSpPr>
            <p:spPr bwMode="auto">
              <a:xfrm>
                <a:off x="75660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44" name="Line 41" descr="&quot;&quot;"/>
              <p:cNvSpPr>
                <a:spLocks noChangeShapeType="1"/>
              </p:cNvSpPr>
              <p:nvPr/>
            </p:nvSpPr>
            <p:spPr bwMode="auto">
              <a:xfrm>
                <a:off x="77184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45" name="Line 42" descr="&quot;&quot;"/>
              <p:cNvSpPr>
                <a:spLocks noChangeShapeType="1"/>
              </p:cNvSpPr>
              <p:nvPr/>
            </p:nvSpPr>
            <p:spPr bwMode="auto">
              <a:xfrm>
                <a:off x="78708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grpSp>
          <p:nvGrpSpPr>
            <p:cNvPr id="8" name="3 small triangles, group 3" descr="&quot;&quot;"/>
            <p:cNvGrpSpPr/>
            <p:nvPr/>
          </p:nvGrpSpPr>
          <p:grpSpPr>
            <a:xfrm>
              <a:off x="4213225" y="5611813"/>
              <a:ext cx="2617788" cy="179388"/>
              <a:chOff x="4213225" y="5611813"/>
              <a:chExt cx="2617788" cy="179388"/>
            </a:xfrm>
          </p:grpSpPr>
          <p:sp>
            <p:nvSpPr>
              <p:cNvPr id="111" name="Freeform 43" descr="&quot;&quot;"/>
              <p:cNvSpPr>
                <a:spLocks noChangeAspect="1"/>
              </p:cNvSpPr>
              <p:nvPr/>
            </p:nvSpPr>
            <p:spPr bwMode="auto">
              <a:xfrm>
                <a:off x="4213225" y="5611813"/>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12" name="Freeform 44" descr="&quot;&quot;"/>
              <p:cNvSpPr>
                <a:spLocks noChangeAspect="1"/>
              </p:cNvSpPr>
              <p:nvPr/>
            </p:nvSpPr>
            <p:spPr bwMode="auto">
              <a:xfrm>
                <a:off x="5432425" y="5611813"/>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13" name="Freeform 45" descr="&quot;&quot;"/>
              <p:cNvSpPr>
                <a:spLocks noChangeAspect="1"/>
              </p:cNvSpPr>
              <p:nvPr/>
            </p:nvSpPr>
            <p:spPr bwMode="auto">
              <a:xfrm>
                <a:off x="6651625" y="5611813"/>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sp>
          <p:nvSpPr>
            <p:cNvPr id="9" name="Rectangle 46" descr="&quot;&quot;"/>
            <p:cNvSpPr>
              <a:spLocks noChangeArrowheads="1"/>
            </p:cNvSpPr>
            <p:nvPr/>
          </p:nvSpPr>
          <p:spPr bwMode="auto">
            <a:xfrm>
              <a:off x="4187825" y="4751388"/>
              <a:ext cx="1709738" cy="393700"/>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sz="2200" b="1">
                  <a:solidFill>
                    <a:srgbClr val="000000"/>
                  </a:solidFill>
                  <a:latin typeface="Segoe UI" pitchFamily="34" charset="0"/>
                  <a:ea typeface="Segoe UI" pitchFamily="34" charset="0"/>
                  <a:cs typeface="Segoe UI" pitchFamily="34" charset="0"/>
                </a:rPr>
                <a:t>Network ID</a:t>
              </a:r>
            </a:p>
          </p:txBody>
        </p:sp>
        <p:sp>
          <p:nvSpPr>
            <p:cNvPr id="10" name="Rectangle 47" descr="&quot;&quot;"/>
            <p:cNvSpPr>
              <a:spLocks noChangeArrowheads="1"/>
            </p:cNvSpPr>
            <p:nvPr/>
          </p:nvSpPr>
          <p:spPr bwMode="auto">
            <a:xfrm>
              <a:off x="6842125" y="4751388"/>
              <a:ext cx="1181100" cy="393700"/>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sz="2200" b="1">
                  <a:solidFill>
                    <a:srgbClr val="000000"/>
                  </a:solidFill>
                  <a:latin typeface="Segoe UI" pitchFamily="34" charset="0"/>
                  <a:ea typeface="Segoe UI" pitchFamily="34" charset="0"/>
                  <a:cs typeface="Segoe UI" pitchFamily="34" charset="0"/>
                </a:rPr>
                <a:t>Host ID</a:t>
              </a:r>
            </a:p>
          </p:txBody>
        </p:sp>
        <p:sp>
          <p:nvSpPr>
            <p:cNvPr id="11" name="Rectangle 48" descr="&quot;&quot;"/>
            <p:cNvSpPr>
              <a:spLocks noChangeArrowheads="1"/>
            </p:cNvSpPr>
            <p:nvPr/>
          </p:nvSpPr>
          <p:spPr bwMode="auto">
            <a:xfrm>
              <a:off x="3003550" y="5254626"/>
              <a:ext cx="709613"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a:solidFill>
                    <a:srgbClr val="000000"/>
                  </a:solidFill>
                  <a:latin typeface="Segoe UI" pitchFamily="34" charset="0"/>
                  <a:ea typeface="Segoe UI" pitchFamily="34" charset="0"/>
                  <a:cs typeface="Segoe UI" pitchFamily="34" charset="0"/>
                </a:rPr>
                <a:t>1 1 0</a:t>
              </a:r>
            </a:p>
          </p:txBody>
        </p:sp>
        <p:grpSp>
          <p:nvGrpSpPr>
            <p:cNvPr id="12" name="w, x, y, and z,   group 3" descr="&quot;&quot;"/>
            <p:cNvGrpSpPr/>
            <p:nvPr/>
          </p:nvGrpSpPr>
          <p:grpSpPr>
            <a:xfrm>
              <a:off x="3441700" y="5600701"/>
              <a:ext cx="4011613" cy="339725"/>
              <a:chOff x="3441700" y="5600701"/>
              <a:chExt cx="4011613" cy="339725"/>
            </a:xfrm>
          </p:grpSpPr>
          <p:sp>
            <p:nvSpPr>
              <p:cNvPr id="107" name="Rectangle 49" descr="&quot;&quot;"/>
              <p:cNvSpPr>
                <a:spLocks noChangeArrowheads="1"/>
              </p:cNvSpPr>
              <p:nvPr/>
            </p:nvSpPr>
            <p:spPr bwMode="auto">
              <a:xfrm>
                <a:off x="4710113" y="5600701"/>
                <a:ext cx="309563"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x</a:t>
                </a:r>
              </a:p>
            </p:txBody>
          </p:sp>
          <p:sp>
            <p:nvSpPr>
              <p:cNvPr id="108" name="Rectangle 50" descr="&quot;&quot;"/>
              <p:cNvSpPr>
                <a:spLocks noChangeArrowheads="1"/>
              </p:cNvSpPr>
              <p:nvPr/>
            </p:nvSpPr>
            <p:spPr bwMode="auto">
              <a:xfrm>
                <a:off x="3441700" y="5600701"/>
                <a:ext cx="365125"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w</a:t>
                </a:r>
              </a:p>
            </p:txBody>
          </p:sp>
          <p:sp>
            <p:nvSpPr>
              <p:cNvPr id="109" name="Rectangle 51" descr="&quot;&quot;"/>
              <p:cNvSpPr>
                <a:spLocks noChangeArrowheads="1"/>
              </p:cNvSpPr>
              <p:nvPr/>
            </p:nvSpPr>
            <p:spPr bwMode="auto">
              <a:xfrm>
                <a:off x="5927725" y="5600701"/>
                <a:ext cx="306388"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y</a:t>
                </a:r>
              </a:p>
            </p:txBody>
          </p:sp>
          <p:sp>
            <p:nvSpPr>
              <p:cNvPr id="110" name="Rectangle 52" descr="&quot;&quot;"/>
              <p:cNvSpPr>
                <a:spLocks noChangeArrowheads="1"/>
              </p:cNvSpPr>
              <p:nvPr/>
            </p:nvSpPr>
            <p:spPr bwMode="auto">
              <a:xfrm>
                <a:off x="7158038" y="5600701"/>
                <a:ext cx="295275"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z</a:t>
                </a:r>
              </a:p>
            </p:txBody>
          </p:sp>
        </p:grpSp>
        <p:sp>
          <p:nvSpPr>
            <p:cNvPr id="13" name="Rectangle 57" descr="&quot;&quot;"/>
            <p:cNvSpPr>
              <a:spLocks noChangeArrowheads="1"/>
            </p:cNvSpPr>
            <p:nvPr/>
          </p:nvSpPr>
          <p:spPr bwMode="auto">
            <a:xfrm>
              <a:off x="2994025" y="3098800"/>
              <a:ext cx="5003800" cy="965200"/>
            </a:xfrm>
            <a:prstGeom prst="rect">
              <a:avLst/>
            </a:prstGeom>
            <a:noFill/>
            <a:ln w="25400">
              <a:solidFill>
                <a:schemeClr val="tx1"/>
              </a:solidFill>
              <a:miter lim="800000"/>
              <a:headEnd/>
              <a:tailEnd/>
            </a:ln>
          </p:spPr>
          <p:txBody>
            <a:bodyPr wrap="none" anchor="ctr"/>
            <a:lstStyle/>
            <a:p>
              <a:pPr lvl="0" fontAlgn="base">
                <a:spcBef>
                  <a:spcPct val="0"/>
                </a:spcBef>
                <a:spcAft>
                  <a:spcPct val="0"/>
                </a:spcAft>
              </a:pPr>
              <a:endParaRPr lang="en-US" sz="2000" b="1">
                <a:solidFill>
                  <a:srgbClr val="000000"/>
                </a:solidFill>
                <a:latin typeface="Segoe UI" pitchFamily="34" charset="0"/>
                <a:ea typeface="Segoe UI" pitchFamily="34" charset="0"/>
                <a:cs typeface="Segoe UI" pitchFamily="34" charset="0"/>
              </a:endParaRPr>
            </a:p>
          </p:txBody>
        </p:sp>
        <p:sp>
          <p:nvSpPr>
            <p:cNvPr id="14" name="Line 66" descr="&quot;&quot;"/>
            <p:cNvSpPr>
              <a:spLocks noChangeShapeType="1"/>
            </p:cNvSpPr>
            <p:nvPr/>
          </p:nvSpPr>
          <p:spPr bwMode="auto">
            <a:xfrm flipV="1">
              <a:off x="5518150" y="3092450"/>
              <a:ext cx="0" cy="996950"/>
            </a:xfrm>
            <a:prstGeom prst="line">
              <a:avLst/>
            </a:prstGeom>
            <a:noFill/>
            <a:ln w="25400">
              <a:solidFill>
                <a:srgbClr val="408585"/>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nvGrpSpPr>
            <p:cNvPr id="15" name="verticle lines representing bits, group 2" descr="&quot;&quot;"/>
            <p:cNvGrpSpPr/>
            <p:nvPr/>
          </p:nvGrpSpPr>
          <p:grpSpPr>
            <a:xfrm>
              <a:off x="3146425" y="3937001"/>
              <a:ext cx="4724400" cy="127000"/>
              <a:chOff x="3146425" y="3937001"/>
              <a:chExt cx="4724400" cy="127000"/>
            </a:xfrm>
          </p:grpSpPr>
          <p:sp>
            <p:nvSpPr>
              <p:cNvPr id="75" name="Line 58" descr="&quot;&quot;"/>
              <p:cNvSpPr>
                <a:spLocks noChangeShapeType="1"/>
              </p:cNvSpPr>
              <p:nvPr/>
            </p:nvSpPr>
            <p:spPr bwMode="auto">
              <a:xfrm>
                <a:off x="31464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76" name="Line 59" descr="&quot;&quot;"/>
              <p:cNvSpPr>
                <a:spLocks noChangeShapeType="1"/>
              </p:cNvSpPr>
              <p:nvPr/>
            </p:nvSpPr>
            <p:spPr bwMode="auto">
              <a:xfrm>
                <a:off x="32988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77" name="Line 60" descr="&quot;&quot;"/>
              <p:cNvSpPr>
                <a:spLocks noChangeShapeType="1"/>
              </p:cNvSpPr>
              <p:nvPr/>
            </p:nvSpPr>
            <p:spPr bwMode="auto">
              <a:xfrm>
                <a:off x="34512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78" name="Line 61" descr="&quot;&quot;"/>
              <p:cNvSpPr>
                <a:spLocks noChangeShapeType="1"/>
              </p:cNvSpPr>
              <p:nvPr/>
            </p:nvSpPr>
            <p:spPr bwMode="auto">
              <a:xfrm>
                <a:off x="36036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79" name="Line 62" descr="&quot;&quot;"/>
              <p:cNvSpPr>
                <a:spLocks noChangeShapeType="1"/>
              </p:cNvSpPr>
              <p:nvPr/>
            </p:nvSpPr>
            <p:spPr bwMode="auto">
              <a:xfrm>
                <a:off x="37560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0" name="Line 63" descr="&quot;&quot;"/>
              <p:cNvSpPr>
                <a:spLocks noChangeShapeType="1"/>
              </p:cNvSpPr>
              <p:nvPr/>
            </p:nvSpPr>
            <p:spPr bwMode="auto">
              <a:xfrm>
                <a:off x="39084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1" name="Line 64" descr="&quot;&quot;"/>
              <p:cNvSpPr>
                <a:spLocks noChangeShapeType="1"/>
              </p:cNvSpPr>
              <p:nvPr/>
            </p:nvSpPr>
            <p:spPr bwMode="auto">
              <a:xfrm>
                <a:off x="40608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2" name="Line 65" descr="&quot;&quot;"/>
              <p:cNvSpPr>
                <a:spLocks noChangeShapeType="1"/>
              </p:cNvSpPr>
              <p:nvPr/>
            </p:nvSpPr>
            <p:spPr bwMode="auto">
              <a:xfrm>
                <a:off x="42132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3" name="Line 67" descr="&quot;&quot;"/>
              <p:cNvSpPr>
                <a:spLocks noChangeShapeType="1"/>
              </p:cNvSpPr>
              <p:nvPr/>
            </p:nvSpPr>
            <p:spPr bwMode="auto">
              <a:xfrm>
                <a:off x="43656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4" name="Line 68" descr="&quot;&quot;"/>
              <p:cNvSpPr>
                <a:spLocks noChangeShapeType="1"/>
              </p:cNvSpPr>
              <p:nvPr/>
            </p:nvSpPr>
            <p:spPr bwMode="auto">
              <a:xfrm>
                <a:off x="45180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5" name="Line 69" descr="&quot;&quot;"/>
              <p:cNvSpPr>
                <a:spLocks noChangeShapeType="1"/>
              </p:cNvSpPr>
              <p:nvPr/>
            </p:nvSpPr>
            <p:spPr bwMode="auto">
              <a:xfrm>
                <a:off x="46704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6" name="Line 70" descr="&quot;&quot;"/>
              <p:cNvSpPr>
                <a:spLocks noChangeShapeType="1"/>
              </p:cNvSpPr>
              <p:nvPr/>
            </p:nvSpPr>
            <p:spPr bwMode="auto">
              <a:xfrm>
                <a:off x="48228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7" name="Line 71" descr="&quot;&quot;"/>
              <p:cNvSpPr>
                <a:spLocks noChangeShapeType="1"/>
              </p:cNvSpPr>
              <p:nvPr/>
            </p:nvSpPr>
            <p:spPr bwMode="auto">
              <a:xfrm>
                <a:off x="49752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8" name="Line 72" descr="&quot;&quot;"/>
              <p:cNvSpPr>
                <a:spLocks noChangeShapeType="1"/>
              </p:cNvSpPr>
              <p:nvPr/>
            </p:nvSpPr>
            <p:spPr bwMode="auto">
              <a:xfrm>
                <a:off x="51276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9" name="Line 73" descr="&quot;&quot;"/>
              <p:cNvSpPr>
                <a:spLocks noChangeShapeType="1"/>
              </p:cNvSpPr>
              <p:nvPr/>
            </p:nvSpPr>
            <p:spPr bwMode="auto">
              <a:xfrm>
                <a:off x="52800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0" name="Line 74" descr="&quot;&quot;"/>
              <p:cNvSpPr>
                <a:spLocks noChangeShapeType="1"/>
              </p:cNvSpPr>
              <p:nvPr/>
            </p:nvSpPr>
            <p:spPr bwMode="auto">
              <a:xfrm>
                <a:off x="54324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1" name="Line 75" descr="&quot;&quot;"/>
              <p:cNvSpPr>
                <a:spLocks noChangeShapeType="1"/>
              </p:cNvSpPr>
              <p:nvPr/>
            </p:nvSpPr>
            <p:spPr bwMode="auto">
              <a:xfrm>
                <a:off x="55848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2" name="Line 76" descr="&quot;&quot;"/>
              <p:cNvSpPr>
                <a:spLocks noChangeShapeType="1"/>
              </p:cNvSpPr>
              <p:nvPr/>
            </p:nvSpPr>
            <p:spPr bwMode="auto">
              <a:xfrm>
                <a:off x="57372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3" name="Line 77" descr="&quot;&quot;"/>
              <p:cNvSpPr>
                <a:spLocks noChangeShapeType="1"/>
              </p:cNvSpPr>
              <p:nvPr/>
            </p:nvSpPr>
            <p:spPr bwMode="auto">
              <a:xfrm>
                <a:off x="58896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4" name="Line 78" descr="&quot;&quot;"/>
              <p:cNvSpPr>
                <a:spLocks noChangeShapeType="1"/>
              </p:cNvSpPr>
              <p:nvPr/>
            </p:nvSpPr>
            <p:spPr bwMode="auto">
              <a:xfrm>
                <a:off x="60420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5" name="Line 79" descr="&quot;&quot;"/>
              <p:cNvSpPr>
                <a:spLocks noChangeShapeType="1"/>
              </p:cNvSpPr>
              <p:nvPr/>
            </p:nvSpPr>
            <p:spPr bwMode="auto">
              <a:xfrm>
                <a:off x="61944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6" name="Line 80" descr="&quot;&quot;"/>
              <p:cNvSpPr>
                <a:spLocks noChangeShapeType="1"/>
              </p:cNvSpPr>
              <p:nvPr/>
            </p:nvSpPr>
            <p:spPr bwMode="auto">
              <a:xfrm>
                <a:off x="63468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7" name="Line 81" descr="&quot;&quot;"/>
              <p:cNvSpPr>
                <a:spLocks noChangeShapeType="1"/>
              </p:cNvSpPr>
              <p:nvPr/>
            </p:nvSpPr>
            <p:spPr bwMode="auto">
              <a:xfrm>
                <a:off x="64992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8" name="Line 82" descr="&quot;&quot;"/>
              <p:cNvSpPr>
                <a:spLocks noChangeShapeType="1"/>
              </p:cNvSpPr>
              <p:nvPr/>
            </p:nvSpPr>
            <p:spPr bwMode="auto">
              <a:xfrm>
                <a:off x="66516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9" name="Line 83" descr="&quot;&quot;"/>
              <p:cNvSpPr>
                <a:spLocks noChangeShapeType="1"/>
              </p:cNvSpPr>
              <p:nvPr/>
            </p:nvSpPr>
            <p:spPr bwMode="auto">
              <a:xfrm>
                <a:off x="68040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00" name="Line 84" descr="&quot;&quot;"/>
              <p:cNvSpPr>
                <a:spLocks noChangeShapeType="1"/>
              </p:cNvSpPr>
              <p:nvPr/>
            </p:nvSpPr>
            <p:spPr bwMode="auto">
              <a:xfrm>
                <a:off x="69564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01" name="Line 85" descr="&quot;&quot;"/>
              <p:cNvSpPr>
                <a:spLocks noChangeShapeType="1"/>
              </p:cNvSpPr>
              <p:nvPr/>
            </p:nvSpPr>
            <p:spPr bwMode="auto">
              <a:xfrm>
                <a:off x="71088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02" name="Line 86" descr="&quot;&quot;"/>
              <p:cNvSpPr>
                <a:spLocks noChangeShapeType="1"/>
              </p:cNvSpPr>
              <p:nvPr/>
            </p:nvSpPr>
            <p:spPr bwMode="auto">
              <a:xfrm>
                <a:off x="72612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03" name="Line 87" descr="&quot;&quot;"/>
              <p:cNvSpPr>
                <a:spLocks noChangeShapeType="1"/>
              </p:cNvSpPr>
              <p:nvPr/>
            </p:nvSpPr>
            <p:spPr bwMode="auto">
              <a:xfrm>
                <a:off x="74136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04" name="Line 88" descr="&quot;&quot;"/>
              <p:cNvSpPr>
                <a:spLocks noChangeShapeType="1"/>
              </p:cNvSpPr>
              <p:nvPr/>
            </p:nvSpPr>
            <p:spPr bwMode="auto">
              <a:xfrm>
                <a:off x="75660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05" name="Line 89" descr="&quot;&quot;"/>
              <p:cNvSpPr>
                <a:spLocks noChangeShapeType="1"/>
              </p:cNvSpPr>
              <p:nvPr/>
            </p:nvSpPr>
            <p:spPr bwMode="auto">
              <a:xfrm>
                <a:off x="77184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06" name="Line 90" descr="&quot;&quot;"/>
              <p:cNvSpPr>
                <a:spLocks noChangeShapeType="1"/>
              </p:cNvSpPr>
              <p:nvPr/>
            </p:nvSpPr>
            <p:spPr bwMode="auto">
              <a:xfrm>
                <a:off x="78708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grpSp>
          <p:nvGrpSpPr>
            <p:cNvPr id="16" name="3 small triangles, group 2" descr="&quot;&quot;"/>
            <p:cNvGrpSpPr/>
            <p:nvPr/>
          </p:nvGrpSpPr>
          <p:grpSpPr>
            <a:xfrm>
              <a:off x="4213225" y="4000501"/>
              <a:ext cx="2617788" cy="179388"/>
              <a:chOff x="4213225" y="4000501"/>
              <a:chExt cx="2617788" cy="179388"/>
            </a:xfrm>
          </p:grpSpPr>
          <p:sp>
            <p:nvSpPr>
              <p:cNvPr id="72" name="Freeform 91" descr="&quot;&quot;"/>
              <p:cNvSpPr>
                <a:spLocks noChangeAspect="1"/>
              </p:cNvSpPr>
              <p:nvPr/>
            </p:nvSpPr>
            <p:spPr bwMode="auto">
              <a:xfrm>
                <a:off x="4213225" y="4000501"/>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73" name="Freeform 92" descr="&quot;&quot;"/>
              <p:cNvSpPr>
                <a:spLocks noChangeAspect="1"/>
              </p:cNvSpPr>
              <p:nvPr/>
            </p:nvSpPr>
            <p:spPr bwMode="auto">
              <a:xfrm>
                <a:off x="5432425" y="4000501"/>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74" name="Freeform 93" descr="&quot;&quot;"/>
              <p:cNvSpPr>
                <a:spLocks noChangeAspect="1"/>
              </p:cNvSpPr>
              <p:nvPr/>
            </p:nvSpPr>
            <p:spPr bwMode="auto">
              <a:xfrm>
                <a:off x="6651625" y="4000501"/>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sp>
          <p:nvSpPr>
            <p:cNvPr id="17" name="Rectangle 94" descr="&quot;&quot;"/>
            <p:cNvSpPr>
              <a:spLocks noChangeArrowheads="1"/>
            </p:cNvSpPr>
            <p:nvPr/>
          </p:nvSpPr>
          <p:spPr bwMode="auto">
            <a:xfrm>
              <a:off x="3397250" y="3140075"/>
              <a:ext cx="1709738" cy="393700"/>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sz="2200" b="1">
                  <a:solidFill>
                    <a:srgbClr val="000000"/>
                  </a:solidFill>
                  <a:latin typeface="Segoe UI" pitchFamily="34" charset="0"/>
                  <a:ea typeface="Segoe UI" pitchFamily="34" charset="0"/>
                  <a:cs typeface="Segoe UI" pitchFamily="34" charset="0"/>
                </a:rPr>
                <a:t>Network ID</a:t>
              </a:r>
            </a:p>
          </p:txBody>
        </p:sp>
        <p:sp>
          <p:nvSpPr>
            <p:cNvPr id="18" name="Rectangle 95" descr="&quot;&quot;"/>
            <p:cNvSpPr>
              <a:spLocks noChangeArrowheads="1"/>
            </p:cNvSpPr>
            <p:nvPr/>
          </p:nvSpPr>
          <p:spPr bwMode="auto">
            <a:xfrm>
              <a:off x="6165850" y="3140075"/>
              <a:ext cx="1181100" cy="393700"/>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sz="2200" b="1">
                  <a:solidFill>
                    <a:srgbClr val="000000"/>
                  </a:solidFill>
                  <a:latin typeface="Segoe UI" pitchFamily="34" charset="0"/>
                  <a:ea typeface="Segoe UI" pitchFamily="34" charset="0"/>
                  <a:cs typeface="Segoe UI" pitchFamily="34" charset="0"/>
                </a:rPr>
                <a:t>Host ID</a:t>
              </a:r>
            </a:p>
          </p:txBody>
        </p:sp>
        <p:sp>
          <p:nvSpPr>
            <p:cNvPr id="19" name="Rectangle 96" descr="&quot;&quot;"/>
            <p:cNvSpPr>
              <a:spLocks noChangeArrowheads="1"/>
            </p:cNvSpPr>
            <p:nvPr/>
          </p:nvSpPr>
          <p:spPr bwMode="auto">
            <a:xfrm>
              <a:off x="3009900" y="3643313"/>
              <a:ext cx="512763"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a:solidFill>
                    <a:srgbClr val="000000"/>
                  </a:solidFill>
                  <a:latin typeface="Segoe UI" pitchFamily="34" charset="0"/>
                  <a:ea typeface="Segoe UI" pitchFamily="34" charset="0"/>
                  <a:cs typeface="Segoe UI" pitchFamily="34" charset="0"/>
                </a:rPr>
                <a:t>1 0</a:t>
              </a:r>
            </a:p>
          </p:txBody>
        </p:sp>
        <p:grpSp>
          <p:nvGrpSpPr>
            <p:cNvPr id="20" name="w, x, y, and z,   group 2" descr="&quot;&quot;"/>
            <p:cNvGrpSpPr/>
            <p:nvPr/>
          </p:nvGrpSpPr>
          <p:grpSpPr>
            <a:xfrm>
              <a:off x="3454400" y="3970338"/>
              <a:ext cx="4011613" cy="339725"/>
              <a:chOff x="3454400" y="3970338"/>
              <a:chExt cx="4011613" cy="339725"/>
            </a:xfrm>
          </p:grpSpPr>
          <p:sp>
            <p:nvSpPr>
              <p:cNvPr id="68" name="Rectangle 97" descr="&quot;&quot;"/>
              <p:cNvSpPr>
                <a:spLocks noChangeArrowheads="1"/>
              </p:cNvSpPr>
              <p:nvPr/>
            </p:nvSpPr>
            <p:spPr bwMode="auto">
              <a:xfrm>
                <a:off x="4722813" y="3970338"/>
                <a:ext cx="309563"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x</a:t>
                </a:r>
              </a:p>
            </p:txBody>
          </p:sp>
          <p:sp>
            <p:nvSpPr>
              <p:cNvPr id="69" name="Rectangle 98" descr="&quot;&quot;"/>
              <p:cNvSpPr>
                <a:spLocks noChangeArrowheads="1"/>
              </p:cNvSpPr>
              <p:nvPr/>
            </p:nvSpPr>
            <p:spPr bwMode="auto">
              <a:xfrm>
                <a:off x="3454400" y="3970338"/>
                <a:ext cx="365125"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w</a:t>
                </a:r>
              </a:p>
            </p:txBody>
          </p:sp>
          <p:sp>
            <p:nvSpPr>
              <p:cNvPr id="70" name="Rectangle 99" descr="&quot;&quot;"/>
              <p:cNvSpPr>
                <a:spLocks noChangeArrowheads="1"/>
              </p:cNvSpPr>
              <p:nvPr/>
            </p:nvSpPr>
            <p:spPr bwMode="auto">
              <a:xfrm>
                <a:off x="5940425" y="3970338"/>
                <a:ext cx="306388"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y</a:t>
                </a:r>
              </a:p>
            </p:txBody>
          </p:sp>
          <p:sp>
            <p:nvSpPr>
              <p:cNvPr id="71" name="Rectangle 100" descr="&quot;&quot;"/>
              <p:cNvSpPr>
                <a:spLocks noChangeArrowheads="1"/>
              </p:cNvSpPr>
              <p:nvPr/>
            </p:nvSpPr>
            <p:spPr bwMode="auto">
              <a:xfrm>
                <a:off x="7170738" y="3970338"/>
                <a:ext cx="295275"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z</a:t>
                </a:r>
              </a:p>
            </p:txBody>
          </p:sp>
        </p:grpSp>
        <p:sp>
          <p:nvSpPr>
            <p:cNvPr id="21" name="Rectangle 105" descr="&quot;&quot;"/>
            <p:cNvSpPr>
              <a:spLocks noChangeArrowheads="1"/>
            </p:cNvSpPr>
            <p:nvPr/>
          </p:nvSpPr>
          <p:spPr bwMode="auto">
            <a:xfrm rot="10800000">
              <a:off x="2978150" y="1479550"/>
              <a:ext cx="5029200" cy="965200"/>
            </a:xfrm>
            <a:prstGeom prst="rect">
              <a:avLst/>
            </a:prstGeom>
            <a:noFill/>
            <a:ln w="25400">
              <a:solidFill>
                <a:schemeClr val="tx1"/>
              </a:solidFill>
              <a:miter lim="800000"/>
              <a:headEnd/>
              <a:tailEnd/>
            </a:ln>
          </p:spPr>
          <p:txBody>
            <a:bodyPr wrap="none" anchor="ctr"/>
            <a:lstStyle/>
            <a:p>
              <a:pPr lvl="0" fontAlgn="base">
                <a:spcBef>
                  <a:spcPct val="0"/>
                </a:spcBef>
                <a:spcAft>
                  <a:spcPct val="0"/>
                </a:spcAft>
              </a:pPr>
              <a:endParaRPr lang="en-US" sz="2000" b="1">
                <a:solidFill>
                  <a:srgbClr val="000000"/>
                </a:solidFill>
                <a:latin typeface="Segoe UI" pitchFamily="34" charset="0"/>
                <a:ea typeface="Segoe UI" pitchFamily="34" charset="0"/>
                <a:cs typeface="Segoe UI" pitchFamily="34" charset="0"/>
              </a:endParaRPr>
            </a:p>
          </p:txBody>
        </p:sp>
        <p:sp>
          <p:nvSpPr>
            <p:cNvPr id="22" name="Line 114" descr="&quot;&quot;"/>
            <p:cNvSpPr>
              <a:spLocks noChangeShapeType="1"/>
            </p:cNvSpPr>
            <p:nvPr/>
          </p:nvSpPr>
          <p:spPr bwMode="auto">
            <a:xfrm flipV="1">
              <a:off x="4289425" y="1479550"/>
              <a:ext cx="0" cy="992188"/>
            </a:xfrm>
            <a:prstGeom prst="line">
              <a:avLst/>
            </a:prstGeom>
            <a:noFill/>
            <a:ln w="25400">
              <a:solidFill>
                <a:srgbClr val="408585"/>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23" name="Rectangle 142" descr="&quot;&quot;"/>
            <p:cNvSpPr>
              <a:spLocks noChangeArrowheads="1"/>
            </p:cNvSpPr>
            <p:nvPr/>
          </p:nvSpPr>
          <p:spPr bwMode="auto">
            <a:xfrm>
              <a:off x="2992438" y="1522413"/>
              <a:ext cx="1304925" cy="609600"/>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lvl="0" algn="ctr" fontAlgn="base">
                <a:lnSpc>
                  <a:spcPct val="90000"/>
                </a:lnSpc>
                <a:spcBef>
                  <a:spcPct val="40000"/>
                </a:spcBef>
                <a:spcAft>
                  <a:spcPct val="0"/>
                </a:spcAft>
              </a:pPr>
              <a:r>
                <a:rPr lang="en-US" sz="2200" b="1">
                  <a:solidFill>
                    <a:srgbClr val="000000"/>
                  </a:solidFill>
                  <a:latin typeface="Segoe UI" pitchFamily="34" charset="0"/>
                  <a:ea typeface="Segoe UI" pitchFamily="34" charset="0"/>
                  <a:cs typeface="Segoe UI" pitchFamily="34" charset="0"/>
                </a:rPr>
                <a:t>Network ID</a:t>
              </a:r>
            </a:p>
          </p:txBody>
        </p:sp>
        <p:sp>
          <p:nvSpPr>
            <p:cNvPr id="24" name="Rectangle 143" descr="&quot;&quot;"/>
            <p:cNvSpPr>
              <a:spLocks noChangeArrowheads="1"/>
            </p:cNvSpPr>
            <p:nvPr/>
          </p:nvSpPr>
          <p:spPr bwMode="auto">
            <a:xfrm>
              <a:off x="5641975" y="1522413"/>
              <a:ext cx="1181100" cy="393700"/>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sz="2200" b="1">
                  <a:solidFill>
                    <a:srgbClr val="000000"/>
                  </a:solidFill>
                  <a:latin typeface="Segoe UI" pitchFamily="34" charset="0"/>
                  <a:ea typeface="Segoe UI" pitchFamily="34" charset="0"/>
                  <a:cs typeface="Segoe UI" pitchFamily="34" charset="0"/>
                </a:rPr>
                <a:t>Host ID</a:t>
              </a:r>
            </a:p>
          </p:txBody>
        </p:sp>
        <p:sp>
          <p:nvSpPr>
            <p:cNvPr id="25" name="Rectangle 144" descr="&quot;&quot;"/>
            <p:cNvSpPr>
              <a:spLocks noChangeArrowheads="1"/>
            </p:cNvSpPr>
            <p:nvPr/>
          </p:nvSpPr>
          <p:spPr bwMode="auto">
            <a:xfrm>
              <a:off x="2981325" y="2025650"/>
              <a:ext cx="315913"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a:solidFill>
                    <a:srgbClr val="000000"/>
                  </a:solidFill>
                  <a:latin typeface="Segoe UI" pitchFamily="34" charset="0"/>
                  <a:ea typeface="Segoe UI" pitchFamily="34" charset="0"/>
                  <a:cs typeface="Segoe UI" pitchFamily="34" charset="0"/>
                </a:rPr>
                <a:t>0</a:t>
              </a:r>
            </a:p>
          </p:txBody>
        </p:sp>
        <p:grpSp>
          <p:nvGrpSpPr>
            <p:cNvPr id="26" name="w, x, y, and z,   group 1" descr="&quot;&quot;"/>
            <p:cNvGrpSpPr/>
            <p:nvPr/>
          </p:nvGrpSpPr>
          <p:grpSpPr>
            <a:xfrm>
              <a:off x="3443288" y="2359025"/>
              <a:ext cx="4011612" cy="339725"/>
              <a:chOff x="3443288" y="2359025"/>
              <a:chExt cx="4011612" cy="339725"/>
            </a:xfrm>
          </p:grpSpPr>
          <p:sp>
            <p:nvSpPr>
              <p:cNvPr id="64" name="Rectangle 145" descr="&quot;&quot;"/>
              <p:cNvSpPr>
                <a:spLocks noChangeArrowheads="1"/>
              </p:cNvSpPr>
              <p:nvPr/>
            </p:nvSpPr>
            <p:spPr bwMode="auto">
              <a:xfrm>
                <a:off x="4711700" y="2359025"/>
                <a:ext cx="309563"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x</a:t>
                </a:r>
              </a:p>
            </p:txBody>
          </p:sp>
          <p:sp>
            <p:nvSpPr>
              <p:cNvPr id="65" name="Rectangle 146" descr="&quot;&quot;"/>
              <p:cNvSpPr>
                <a:spLocks noChangeArrowheads="1"/>
              </p:cNvSpPr>
              <p:nvPr/>
            </p:nvSpPr>
            <p:spPr bwMode="auto">
              <a:xfrm>
                <a:off x="3443288" y="2359025"/>
                <a:ext cx="365125"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w</a:t>
                </a:r>
              </a:p>
            </p:txBody>
          </p:sp>
          <p:sp>
            <p:nvSpPr>
              <p:cNvPr id="66" name="Rectangle 147" descr="&quot;&quot;"/>
              <p:cNvSpPr>
                <a:spLocks noChangeArrowheads="1"/>
              </p:cNvSpPr>
              <p:nvPr/>
            </p:nvSpPr>
            <p:spPr bwMode="auto">
              <a:xfrm>
                <a:off x="5929313" y="2359025"/>
                <a:ext cx="306388"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y</a:t>
                </a:r>
              </a:p>
            </p:txBody>
          </p:sp>
          <p:sp>
            <p:nvSpPr>
              <p:cNvPr id="67" name="Rectangle 148" descr="&quot;&quot;"/>
              <p:cNvSpPr>
                <a:spLocks noChangeArrowheads="1"/>
              </p:cNvSpPr>
              <p:nvPr/>
            </p:nvSpPr>
            <p:spPr bwMode="auto">
              <a:xfrm>
                <a:off x="7159625" y="2359025"/>
                <a:ext cx="295275"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z</a:t>
                </a:r>
              </a:p>
            </p:txBody>
          </p:sp>
        </p:grpSp>
        <p:grpSp>
          <p:nvGrpSpPr>
            <p:cNvPr id="27" name="verticle lines representing bits, group 1" descr="&quot;&quot;"/>
            <p:cNvGrpSpPr/>
            <p:nvPr/>
          </p:nvGrpSpPr>
          <p:grpSpPr>
            <a:xfrm>
              <a:off x="3146425" y="2319338"/>
              <a:ext cx="4718050" cy="127000"/>
              <a:chOff x="3146425" y="2319338"/>
              <a:chExt cx="4718050" cy="127000"/>
            </a:xfrm>
          </p:grpSpPr>
          <p:sp>
            <p:nvSpPr>
              <p:cNvPr id="32" name="Line 106" descr="&quot;&quot;"/>
              <p:cNvSpPr>
                <a:spLocks noChangeShapeType="1"/>
              </p:cNvSpPr>
              <p:nvPr/>
            </p:nvSpPr>
            <p:spPr bwMode="auto">
              <a:xfrm>
                <a:off x="31464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3" name="Line 107" descr="&quot;&quot;"/>
              <p:cNvSpPr>
                <a:spLocks noChangeShapeType="1"/>
              </p:cNvSpPr>
              <p:nvPr/>
            </p:nvSpPr>
            <p:spPr bwMode="auto">
              <a:xfrm>
                <a:off x="32988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4" name="Line 108" descr="&quot;&quot;"/>
              <p:cNvSpPr>
                <a:spLocks noChangeShapeType="1"/>
              </p:cNvSpPr>
              <p:nvPr/>
            </p:nvSpPr>
            <p:spPr bwMode="auto">
              <a:xfrm>
                <a:off x="34512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5" name="Line 109" descr="&quot;&quot;"/>
              <p:cNvSpPr>
                <a:spLocks noChangeShapeType="1"/>
              </p:cNvSpPr>
              <p:nvPr/>
            </p:nvSpPr>
            <p:spPr bwMode="auto">
              <a:xfrm>
                <a:off x="36036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6" name="Line 110" descr="&quot;&quot;"/>
              <p:cNvSpPr>
                <a:spLocks noChangeShapeType="1"/>
              </p:cNvSpPr>
              <p:nvPr/>
            </p:nvSpPr>
            <p:spPr bwMode="auto">
              <a:xfrm>
                <a:off x="37560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7" name="Line 111" descr="&quot;&quot;"/>
              <p:cNvSpPr>
                <a:spLocks noChangeShapeType="1"/>
              </p:cNvSpPr>
              <p:nvPr/>
            </p:nvSpPr>
            <p:spPr bwMode="auto">
              <a:xfrm>
                <a:off x="39084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8" name="Line 113" descr="&quot;&quot;"/>
              <p:cNvSpPr>
                <a:spLocks noChangeShapeType="1"/>
              </p:cNvSpPr>
              <p:nvPr/>
            </p:nvSpPr>
            <p:spPr bwMode="auto">
              <a:xfrm>
                <a:off x="42132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9" name="Line 115" descr="&quot;&quot;"/>
              <p:cNvSpPr>
                <a:spLocks noChangeShapeType="1"/>
              </p:cNvSpPr>
              <p:nvPr/>
            </p:nvSpPr>
            <p:spPr bwMode="auto">
              <a:xfrm>
                <a:off x="43656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0" name="Line 117" descr="&quot;&quot;"/>
              <p:cNvSpPr>
                <a:spLocks noChangeShapeType="1"/>
              </p:cNvSpPr>
              <p:nvPr/>
            </p:nvSpPr>
            <p:spPr bwMode="auto">
              <a:xfrm>
                <a:off x="46704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1" name="Line 118" descr="&quot;&quot;"/>
              <p:cNvSpPr>
                <a:spLocks noChangeShapeType="1"/>
              </p:cNvSpPr>
              <p:nvPr/>
            </p:nvSpPr>
            <p:spPr bwMode="auto">
              <a:xfrm>
                <a:off x="48228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2" name="Line 119" descr="&quot;&quot;"/>
              <p:cNvSpPr>
                <a:spLocks noChangeShapeType="1"/>
              </p:cNvSpPr>
              <p:nvPr/>
            </p:nvSpPr>
            <p:spPr bwMode="auto">
              <a:xfrm>
                <a:off x="49688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3" name="Line 120" descr="&quot;&quot;"/>
              <p:cNvSpPr>
                <a:spLocks noChangeShapeType="1"/>
              </p:cNvSpPr>
              <p:nvPr/>
            </p:nvSpPr>
            <p:spPr bwMode="auto">
              <a:xfrm>
                <a:off x="51212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4" name="Line 121" descr="&quot;&quot;"/>
              <p:cNvSpPr>
                <a:spLocks noChangeShapeType="1"/>
              </p:cNvSpPr>
              <p:nvPr/>
            </p:nvSpPr>
            <p:spPr bwMode="auto">
              <a:xfrm>
                <a:off x="52736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5" name="Line 122" descr="&quot;&quot;"/>
              <p:cNvSpPr>
                <a:spLocks noChangeShapeType="1"/>
              </p:cNvSpPr>
              <p:nvPr/>
            </p:nvSpPr>
            <p:spPr bwMode="auto">
              <a:xfrm>
                <a:off x="54260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6" name="Line 123" descr="&quot;&quot;"/>
              <p:cNvSpPr>
                <a:spLocks noChangeShapeType="1"/>
              </p:cNvSpPr>
              <p:nvPr/>
            </p:nvSpPr>
            <p:spPr bwMode="auto">
              <a:xfrm>
                <a:off x="55784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7" name="Line 124" descr="&quot;&quot;"/>
              <p:cNvSpPr>
                <a:spLocks noChangeShapeType="1"/>
              </p:cNvSpPr>
              <p:nvPr/>
            </p:nvSpPr>
            <p:spPr bwMode="auto">
              <a:xfrm>
                <a:off x="57308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8" name="Line 125" descr="&quot;&quot;"/>
              <p:cNvSpPr>
                <a:spLocks noChangeShapeType="1"/>
              </p:cNvSpPr>
              <p:nvPr/>
            </p:nvSpPr>
            <p:spPr bwMode="auto">
              <a:xfrm>
                <a:off x="58832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9" name="Line 126" descr="&quot;&quot;"/>
              <p:cNvSpPr>
                <a:spLocks noChangeShapeType="1"/>
              </p:cNvSpPr>
              <p:nvPr/>
            </p:nvSpPr>
            <p:spPr bwMode="auto">
              <a:xfrm>
                <a:off x="60356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0" name="Line 127" descr="&quot;&quot;"/>
              <p:cNvSpPr>
                <a:spLocks noChangeShapeType="1"/>
              </p:cNvSpPr>
              <p:nvPr/>
            </p:nvSpPr>
            <p:spPr bwMode="auto">
              <a:xfrm>
                <a:off x="61880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1" name="Line 128" descr="&quot;&quot;"/>
              <p:cNvSpPr>
                <a:spLocks noChangeShapeType="1"/>
              </p:cNvSpPr>
              <p:nvPr/>
            </p:nvSpPr>
            <p:spPr bwMode="auto">
              <a:xfrm>
                <a:off x="63404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2" name="Line 129" descr="&quot;&quot;"/>
              <p:cNvSpPr>
                <a:spLocks noChangeShapeType="1"/>
              </p:cNvSpPr>
              <p:nvPr/>
            </p:nvSpPr>
            <p:spPr bwMode="auto">
              <a:xfrm>
                <a:off x="64928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3" name="Line 130" descr="&quot;&quot;"/>
              <p:cNvSpPr>
                <a:spLocks noChangeShapeType="1"/>
              </p:cNvSpPr>
              <p:nvPr/>
            </p:nvSpPr>
            <p:spPr bwMode="auto">
              <a:xfrm>
                <a:off x="66452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4" name="Line 131" descr="&quot;&quot;"/>
              <p:cNvSpPr>
                <a:spLocks noChangeShapeType="1"/>
              </p:cNvSpPr>
              <p:nvPr/>
            </p:nvSpPr>
            <p:spPr bwMode="auto">
              <a:xfrm>
                <a:off x="67976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5" name="Line 132" descr="&quot;&quot;"/>
              <p:cNvSpPr>
                <a:spLocks noChangeShapeType="1"/>
              </p:cNvSpPr>
              <p:nvPr/>
            </p:nvSpPr>
            <p:spPr bwMode="auto">
              <a:xfrm>
                <a:off x="69500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6" name="Line 133" descr="&quot;&quot;"/>
              <p:cNvSpPr>
                <a:spLocks noChangeShapeType="1"/>
              </p:cNvSpPr>
              <p:nvPr/>
            </p:nvSpPr>
            <p:spPr bwMode="auto">
              <a:xfrm>
                <a:off x="71024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7" name="Line 134" descr="&quot;&quot;"/>
              <p:cNvSpPr>
                <a:spLocks noChangeShapeType="1"/>
              </p:cNvSpPr>
              <p:nvPr/>
            </p:nvSpPr>
            <p:spPr bwMode="auto">
              <a:xfrm>
                <a:off x="72548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8" name="Line 135" descr="&quot;&quot;"/>
              <p:cNvSpPr>
                <a:spLocks noChangeShapeType="1"/>
              </p:cNvSpPr>
              <p:nvPr/>
            </p:nvSpPr>
            <p:spPr bwMode="auto">
              <a:xfrm>
                <a:off x="74072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9" name="Line 136" descr="&quot;&quot;"/>
              <p:cNvSpPr>
                <a:spLocks noChangeShapeType="1"/>
              </p:cNvSpPr>
              <p:nvPr/>
            </p:nvSpPr>
            <p:spPr bwMode="auto">
              <a:xfrm>
                <a:off x="75596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60" name="Line 137" descr="&quot;&quot;"/>
              <p:cNvSpPr>
                <a:spLocks noChangeShapeType="1"/>
              </p:cNvSpPr>
              <p:nvPr/>
            </p:nvSpPr>
            <p:spPr bwMode="auto">
              <a:xfrm>
                <a:off x="77120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61" name="Line 138" descr="&quot;&quot;"/>
              <p:cNvSpPr>
                <a:spLocks noChangeShapeType="1"/>
              </p:cNvSpPr>
              <p:nvPr/>
            </p:nvSpPr>
            <p:spPr bwMode="auto">
              <a:xfrm>
                <a:off x="78644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62" name="Line 112" descr="&quot;&quot;"/>
              <p:cNvSpPr>
                <a:spLocks noChangeShapeType="1"/>
              </p:cNvSpPr>
              <p:nvPr/>
            </p:nvSpPr>
            <p:spPr bwMode="auto">
              <a:xfrm>
                <a:off x="4049713"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63" name="Line 116" descr="&quot;&quot;"/>
              <p:cNvSpPr>
                <a:spLocks noChangeShapeType="1"/>
              </p:cNvSpPr>
              <p:nvPr/>
            </p:nvSpPr>
            <p:spPr bwMode="auto">
              <a:xfrm>
                <a:off x="4506913"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grpSp>
          <p:nvGrpSpPr>
            <p:cNvPr id="28" name="3 small triangles, group 1" descr="&quot;&quot;"/>
            <p:cNvGrpSpPr/>
            <p:nvPr/>
          </p:nvGrpSpPr>
          <p:grpSpPr>
            <a:xfrm>
              <a:off x="4202113" y="2382838"/>
              <a:ext cx="2617788" cy="179388"/>
              <a:chOff x="4202113" y="2382838"/>
              <a:chExt cx="2617788" cy="179388"/>
            </a:xfrm>
          </p:grpSpPr>
          <p:sp>
            <p:nvSpPr>
              <p:cNvPr id="29" name="Freeform 139" descr="&quot;&quot;"/>
              <p:cNvSpPr>
                <a:spLocks noChangeAspect="1"/>
              </p:cNvSpPr>
              <p:nvPr/>
            </p:nvSpPr>
            <p:spPr bwMode="auto">
              <a:xfrm>
                <a:off x="4202113" y="2382838"/>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0" name="Freeform 140" descr="&quot;&quot;"/>
              <p:cNvSpPr>
                <a:spLocks noChangeAspect="1"/>
              </p:cNvSpPr>
              <p:nvPr/>
            </p:nvSpPr>
            <p:spPr bwMode="auto">
              <a:xfrm>
                <a:off x="5421313" y="2382838"/>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1" name="Freeform 141" descr="&quot;&quot;"/>
              <p:cNvSpPr>
                <a:spLocks noChangeAspect="1"/>
              </p:cNvSpPr>
              <p:nvPr/>
            </p:nvSpPr>
            <p:spPr bwMode="auto">
              <a:xfrm>
                <a:off x="6640513" y="2382838"/>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grpSp>
      <p:sp>
        <p:nvSpPr>
          <p:cNvPr id="146" name="&quot;Class C (/24)...&quot;" descr="&quot;&quot;"/>
          <p:cNvSpPr>
            <a:spLocks noChangeArrowheads="1"/>
          </p:cNvSpPr>
          <p:nvPr/>
        </p:nvSpPr>
        <p:spPr bwMode="auto">
          <a:xfrm>
            <a:off x="403412" y="4644848"/>
            <a:ext cx="2464874" cy="754566"/>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lvl="0" algn="ctr" fontAlgn="base">
              <a:lnSpc>
                <a:spcPct val="90000"/>
              </a:lnSpc>
              <a:spcBef>
                <a:spcPct val="40000"/>
              </a:spcBef>
              <a:spcAft>
                <a:spcPct val="0"/>
              </a:spcAft>
            </a:pPr>
            <a:r>
              <a:rPr lang="en-US" sz="2400" b="1">
                <a:solidFill>
                  <a:srgbClr val="000000"/>
                </a:solidFill>
                <a:latin typeface="Segoe UI" pitchFamily="34" charset="0"/>
                <a:ea typeface="Segoe UI" pitchFamily="34" charset="0"/>
                <a:cs typeface="Segoe UI" pitchFamily="34" charset="0"/>
              </a:rPr>
              <a:t>Class C (/24)</a:t>
            </a:r>
            <a:br>
              <a:rPr lang="en-US" sz="2400" b="1">
                <a:solidFill>
                  <a:srgbClr val="000000"/>
                </a:solidFill>
                <a:latin typeface="Segoe UI" pitchFamily="34" charset="0"/>
                <a:ea typeface="Segoe UI" pitchFamily="34" charset="0"/>
                <a:cs typeface="Segoe UI" pitchFamily="34" charset="0"/>
              </a:rPr>
            </a:br>
            <a:r>
              <a:rPr lang="en-US" sz="2400" b="1">
                <a:solidFill>
                  <a:srgbClr val="000000"/>
                </a:solidFill>
                <a:latin typeface="Segoe UI" pitchFamily="34" charset="0"/>
                <a:ea typeface="Segoe UI" pitchFamily="34" charset="0"/>
                <a:cs typeface="Segoe UI" pitchFamily="34" charset="0"/>
              </a:rPr>
              <a:t>Small Network</a:t>
            </a:r>
          </a:p>
        </p:txBody>
      </p:sp>
      <p:sp>
        <p:nvSpPr>
          <p:cNvPr id="147" name="&quot;Class B (/16)...&quot;" descr="&quot;&quot;"/>
          <p:cNvSpPr>
            <a:spLocks noChangeArrowheads="1"/>
          </p:cNvSpPr>
          <p:nvPr/>
        </p:nvSpPr>
        <p:spPr bwMode="auto">
          <a:xfrm>
            <a:off x="507391" y="3020549"/>
            <a:ext cx="2289175" cy="1234697"/>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lvl="0" algn="ctr" fontAlgn="base">
              <a:lnSpc>
                <a:spcPct val="90000"/>
              </a:lnSpc>
              <a:spcBef>
                <a:spcPct val="40000"/>
              </a:spcBef>
              <a:spcAft>
                <a:spcPct val="0"/>
              </a:spcAft>
            </a:pPr>
            <a:r>
              <a:rPr lang="en-US" sz="2400" b="1">
                <a:solidFill>
                  <a:srgbClr val="000000"/>
                </a:solidFill>
                <a:latin typeface="Segoe UI" pitchFamily="34" charset="0"/>
                <a:ea typeface="Segoe UI" pitchFamily="34" charset="0"/>
                <a:cs typeface="Segoe UI" pitchFamily="34" charset="0"/>
              </a:rPr>
              <a:t>Class B (/16)</a:t>
            </a:r>
            <a:br>
              <a:rPr lang="en-US" sz="2400" b="1">
                <a:solidFill>
                  <a:srgbClr val="000000"/>
                </a:solidFill>
                <a:latin typeface="Segoe UI" pitchFamily="34" charset="0"/>
                <a:ea typeface="Segoe UI" pitchFamily="34" charset="0"/>
                <a:cs typeface="Segoe UI" pitchFamily="34" charset="0"/>
              </a:rPr>
            </a:br>
            <a:r>
              <a:rPr lang="en-US" sz="2400" b="1">
                <a:solidFill>
                  <a:srgbClr val="000000"/>
                </a:solidFill>
                <a:latin typeface="Segoe UI" pitchFamily="34" charset="0"/>
                <a:ea typeface="Segoe UI" pitchFamily="34" charset="0"/>
                <a:cs typeface="Segoe UI" pitchFamily="34" charset="0"/>
              </a:rPr>
              <a:t>Medium</a:t>
            </a:r>
          </a:p>
          <a:p>
            <a:pPr lvl="0" algn="ctr" fontAlgn="base">
              <a:lnSpc>
                <a:spcPct val="90000"/>
              </a:lnSpc>
              <a:spcBef>
                <a:spcPct val="40000"/>
              </a:spcBef>
              <a:spcAft>
                <a:spcPct val="0"/>
              </a:spcAft>
            </a:pPr>
            <a:r>
              <a:rPr lang="en-US" sz="2400" b="1">
                <a:solidFill>
                  <a:srgbClr val="000000"/>
                </a:solidFill>
                <a:latin typeface="Segoe UI" pitchFamily="34" charset="0"/>
                <a:ea typeface="Segoe UI" pitchFamily="34" charset="0"/>
                <a:cs typeface="Segoe UI" pitchFamily="34" charset="0"/>
              </a:rPr>
              <a:t> Network</a:t>
            </a:r>
          </a:p>
        </p:txBody>
      </p:sp>
      <p:sp>
        <p:nvSpPr>
          <p:cNvPr id="148" name="alt text here,    &quot;Class A (/8)...&quot;" descr="This slide illustrates that an IPv4 address is divided into a network ID and a host ID. &#10;The class A or /8 network has 8 network bits and 24 host bits. &#10;The class B or /16 network has 16 network bits and 16 host bits. &#10;The class C or /24 network has 24 network bits and 8 host bits.&#10;&#10;"/>
          <p:cNvSpPr>
            <a:spLocks noChangeArrowheads="1"/>
          </p:cNvSpPr>
          <p:nvPr/>
        </p:nvSpPr>
        <p:spPr bwMode="auto">
          <a:xfrm>
            <a:off x="493057" y="1398806"/>
            <a:ext cx="2312474" cy="754566"/>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lvl="0" algn="ctr" fontAlgn="base">
              <a:lnSpc>
                <a:spcPct val="90000"/>
              </a:lnSpc>
              <a:spcBef>
                <a:spcPct val="40000"/>
              </a:spcBef>
              <a:spcAft>
                <a:spcPct val="0"/>
              </a:spcAft>
            </a:pPr>
            <a:r>
              <a:rPr lang="en-US" sz="2400" b="1">
                <a:solidFill>
                  <a:srgbClr val="000000"/>
                </a:solidFill>
                <a:latin typeface="Segoe UI" pitchFamily="34" charset="0"/>
                <a:ea typeface="Segoe UI" pitchFamily="34" charset="0"/>
                <a:cs typeface="Segoe UI" pitchFamily="34" charset="0"/>
              </a:rPr>
              <a:t>Class A (/8)</a:t>
            </a:r>
            <a:br>
              <a:rPr lang="en-US" sz="2400" b="1">
                <a:solidFill>
                  <a:srgbClr val="000000"/>
                </a:solidFill>
                <a:latin typeface="Segoe UI" pitchFamily="34" charset="0"/>
                <a:ea typeface="Segoe UI" pitchFamily="34" charset="0"/>
                <a:cs typeface="Segoe UI" pitchFamily="34" charset="0"/>
              </a:rPr>
            </a:br>
            <a:r>
              <a:rPr lang="en-US" sz="2400" b="1">
                <a:solidFill>
                  <a:srgbClr val="000000"/>
                </a:solidFill>
                <a:latin typeface="Segoe UI" pitchFamily="34" charset="0"/>
                <a:ea typeface="Segoe UI" pitchFamily="34" charset="0"/>
                <a:cs typeface="Segoe UI" pitchFamily="34" charset="0"/>
              </a:rPr>
              <a:t>Large Network</a:t>
            </a:r>
          </a:p>
        </p:txBody>
      </p:sp>
    </p:spTree>
    <p:extLst>
      <p:ext uri="{BB962C8B-B14F-4D97-AF65-F5344CB8AC3E}">
        <p14:creationId xmlns:p14="http://schemas.microsoft.com/office/powerpoint/2010/main" val="17567825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088c1671-cc7b-4c55-8c52-4141b521e40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More Complex IPv4 Implementations</a:t>
            </a:r>
            <a:endParaRPr lang="en-CA"/>
          </a:p>
        </p:txBody>
      </p:sp>
      <p:grpSp>
        <p:nvGrpSpPr>
          <p:cNvPr id="4" name="Group 3" descr="Illustration of a network that can use various subnet masks or network sizes within a subnetted environment. All routers in this graphic are using subnets of the 172.16.0.0/16 network. The router on the far left has a network ID of 20 bits. The four routers in the second group have a network ID of 22 bits. The two routers in the third group are using a network ID of 24 bits."/>
          <p:cNvGrpSpPr/>
          <p:nvPr/>
        </p:nvGrpSpPr>
        <p:grpSpPr>
          <a:xfrm>
            <a:off x="343974" y="1066800"/>
            <a:ext cx="8318442" cy="5099286"/>
            <a:chOff x="215958" y="1066800"/>
            <a:chExt cx="8318442" cy="5099286"/>
          </a:xfrm>
        </p:grpSpPr>
        <p:sp>
          <p:nvSpPr>
            <p:cNvPr id="5" name="AutoShape 27" descr="&quot;&quot;"/>
            <p:cNvSpPr>
              <a:spLocks noChangeArrowheads="1"/>
            </p:cNvSpPr>
            <p:nvPr/>
          </p:nvSpPr>
          <p:spPr bwMode="auto">
            <a:xfrm>
              <a:off x="6896564" y="4374472"/>
              <a:ext cx="1637836" cy="398090"/>
            </a:xfrm>
            <a:prstGeom prst="roundRect">
              <a:avLst>
                <a:gd name="adj" fmla="val 16667"/>
              </a:avLst>
            </a:prstGeom>
            <a:solidFill>
              <a:schemeClr val="bg1"/>
            </a:solidFill>
            <a:ln w="9525" algn="ctr">
              <a:noFill/>
              <a:round/>
              <a:headEnd/>
              <a:tailEnd/>
            </a:ln>
            <a:effectLst/>
          </p:spPr>
          <p:txBody>
            <a:bodyPr wrap="square" lIns="0" tIns="0" rIns="0" bIns="0" anchor="ctr"/>
            <a:lstStyle/>
            <a:p>
              <a:pPr lvl="0" algn="ctr" fontAlgn="base">
                <a:lnSpc>
                  <a:spcPct val="90000"/>
                </a:lnSpc>
                <a:spcAft>
                  <a:spcPct val="0"/>
                </a:spcAft>
              </a:pPr>
              <a:r>
                <a:rPr lang="en-US" b="1">
                  <a:solidFill>
                    <a:srgbClr val="000000"/>
                  </a:solidFill>
                  <a:latin typeface="Segoe UI" panose="020B0502040204020203" pitchFamily="34" charset="0"/>
                  <a:ea typeface="Segoe UI" panose="020B0502040204020203" pitchFamily="34" charset="0"/>
                  <a:cs typeface="Segoe UI" panose="020B0502040204020203" pitchFamily="34" charset="0"/>
                </a:rPr>
                <a:t>172.16.17.254</a:t>
              </a:r>
            </a:p>
          </p:txBody>
        </p:sp>
        <p:cxnSp>
          <p:nvCxnSpPr>
            <p:cNvPr id="6" name="Straight Connector 93" descr="&quot;&quot;"/>
            <p:cNvCxnSpPr>
              <a:cxnSpLocks noChangeShapeType="1"/>
            </p:cNvCxnSpPr>
            <p:nvPr/>
          </p:nvCxnSpPr>
          <p:spPr bwMode="auto">
            <a:xfrm flipV="1">
              <a:off x="6377696" y="1715360"/>
              <a:ext cx="1473956" cy="494963"/>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7" name="Straight Connector 79" descr="&quot;&quot;"/>
            <p:cNvCxnSpPr>
              <a:cxnSpLocks noChangeShapeType="1"/>
            </p:cNvCxnSpPr>
            <p:nvPr/>
          </p:nvCxnSpPr>
          <p:spPr bwMode="auto">
            <a:xfrm>
              <a:off x="4038600" y="1496643"/>
              <a:ext cx="3559791" cy="2261007"/>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8" name="Straight Connector 82" descr="&quot;&quot;"/>
            <p:cNvCxnSpPr>
              <a:cxnSpLocks noChangeShapeType="1"/>
              <a:endCxn id="28" idx="1"/>
            </p:cNvCxnSpPr>
            <p:nvPr/>
          </p:nvCxnSpPr>
          <p:spPr bwMode="auto">
            <a:xfrm>
              <a:off x="3281096" y="1109838"/>
              <a:ext cx="1542774" cy="2788020"/>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9" name="Straight Connector 76" descr="&quot;&quot;"/>
            <p:cNvCxnSpPr>
              <a:cxnSpLocks noChangeShapeType="1"/>
            </p:cNvCxnSpPr>
            <p:nvPr/>
          </p:nvCxnSpPr>
          <p:spPr bwMode="auto">
            <a:xfrm>
              <a:off x="1326295" y="3385955"/>
              <a:ext cx="2058247" cy="2160143"/>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10" name="Straight Connector 72" descr="&quot;&quot;"/>
            <p:cNvCxnSpPr>
              <a:cxnSpLocks noChangeShapeType="1"/>
              <a:endCxn id="35" idx="0"/>
            </p:cNvCxnSpPr>
            <p:nvPr/>
          </p:nvCxnSpPr>
          <p:spPr bwMode="auto">
            <a:xfrm>
              <a:off x="1361463" y="3352656"/>
              <a:ext cx="2023079" cy="829303"/>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11" name="Straight Connector 70" descr="&quot;&quot;"/>
            <p:cNvCxnSpPr>
              <a:cxnSpLocks noChangeShapeType="1"/>
            </p:cNvCxnSpPr>
            <p:nvPr/>
          </p:nvCxnSpPr>
          <p:spPr bwMode="auto">
            <a:xfrm flipV="1">
              <a:off x="1301831" y="1848367"/>
              <a:ext cx="2082710" cy="1502840"/>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12" name="Straight Connector 67" descr="&quot;&quot;"/>
            <p:cNvCxnSpPr>
              <a:cxnSpLocks noChangeShapeType="1"/>
            </p:cNvCxnSpPr>
            <p:nvPr/>
          </p:nvCxnSpPr>
          <p:spPr bwMode="auto">
            <a:xfrm flipV="1">
              <a:off x="1144339" y="2984908"/>
              <a:ext cx="2360861" cy="432900"/>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sp>
          <p:nvSpPr>
            <p:cNvPr id="13" name="AutoShape 18" descr="&quot;&quot;"/>
            <p:cNvSpPr>
              <a:spLocks noChangeArrowheads="1"/>
            </p:cNvSpPr>
            <p:nvPr/>
          </p:nvSpPr>
          <p:spPr bwMode="auto">
            <a:xfrm>
              <a:off x="215958" y="3869920"/>
              <a:ext cx="1689042" cy="286937"/>
            </a:xfrm>
            <a:prstGeom prst="roundRect">
              <a:avLst>
                <a:gd name="adj" fmla="val 16667"/>
              </a:avLst>
            </a:prstGeom>
            <a:solidFill>
              <a:schemeClr val="bg1"/>
            </a:solidFill>
            <a:ln w="9525" algn="ctr">
              <a:noFill/>
              <a:round/>
              <a:headEnd/>
              <a:tailEnd/>
            </a:ln>
            <a:effectLst/>
          </p:spPr>
          <p:txBody>
            <a:bodyPr wrap="square" lIns="0" tIns="0" rIns="0" bIns="0" anchor="ctr"/>
            <a:lstStyle/>
            <a:p>
              <a:pPr lvl="0" algn="ctr" fontAlgn="base">
                <a:lnSpc>
                  <a:spcPct val="90000"/>
                </a:lnSpc>
                <a:spcAft>
                  <a:spcPct val="0"/>
                </a:spcAft>
              </a:pPr>
              <a:r>
                <a:rPr lang="en-US" b="1">
                  <a:solidFill>
                    <a:srgbClr val="000000"/>
                  </a:solidFill>
                  <a:latin typeface="Segoe UI" panose="020B0502040204020203" pitchFamily="34" charset="0"/>
                  <a:ea typeface="Segoe UI" panose="020B0502040204020203" pitchFamily="34" charset="0"/>
                  <a:cs typeface="Segoe UI" panose="020B0502040204020203" pitchFamily="34" charset="0"/>
                </a:rPr>
                <a:t>172.16.16.0/20</a:t>
              </a:r>
            </a:p>
          </p:txBody>
        </p:sp>
        <p:sp>
          <p:nvSpPr>
            <p:cNvPr id="14" name="AutoShape 27" descr="&quot;&quot;"/>
            <p:cNvSpPr>
              <a:spLocks noChangeArrowheads="1"/>
            </p:cNvSpPr>
            <p:nvPr/>
          </p:nvSpPr>
          <p:spPr bwMode="auto">
            <a:xfrm>
              <a:off x="7056292" y="2672261"/>
              <a:ext cx="1318381" cy="379673"/>
            </a:xfrm>
            <a:prstGeom prst="roundRect">
              <a:avLst>
                <a:gd name="adj" fmla="val 16667"/>
              </a:avLst>
            </a:prstGeom>
            <a:solidFill>
              <a:schemeClr val="bg1"/>
            </a:solidFill>
            <a:ln w="9525" algn="ctr">
              <a:noFill/>
              <a:round/>
              <a:headEnd/>
              <a:tailEnd/>
            </a:ln>
            <a:effectLst/>
          </p:spPr>
          <p:txBody>
            <a:bodyPr wrap="square" lIns="0" tIns="0" rIns="0" bIns="0" anchor="ctr"/>
            <a:lstStyle/>
            <a:p>
              <a:pPr lvl="0" algn="ctr" fontAlgn="base">
                <a:lnSpc>
                  <a:spcPct val="90000"/>
                </a:lnSpc>
                <a:spcAft>
                  <a:spcPct val="0"/>
                </a:spcAft>
              </a:pPr>
              <a:r>
                <a:rPr lang="en-US" b="1">
                  <a:solidFill>
                    <a:srgbClr val="000000"/>
                  </a:solidFill>
                  <a:latin typeface="Segoe UI" panose="020B0502040204020203" pitchFamily="34" charset="0"/>
                  <a:ea typeface="Segoe UI" panose="020B0502040204020203" pitchFamily="34" charset="0"/>
                  <a:cs typeface="Segoe UI" panose="020B0502040204020203" pitchFamily="34" charset="0"/>
                </a:rPr>
                <a:t>172.16.17.1</a:t>
              </a:r>
            </a:p>
          </p:txBody>
        </p:sp>
        <p:pic>
          <p:nvPicPr>
            <p:cNvPr id="15" name="Picture 3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52524" y="3077964"/>
              <a:ext cx="1000076" cy="6796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6" name="Group 15"/>
            <p:cNvGrpSpPr/>
            <p:nvPr/>
          </p:nvGrpSpPr>
          <p:grpSpPr>
            <a:xfrm>
              <a:off x="2362200" y="2362200"/>
              <a:ext cx="2044683" cy="1219200"/>
              <a:chOff x="2362200" y="2362200"/>
              <a:chExt cx="2044683" cy="1219200"/>
            </a:xfrm>
          </p:grpSpPr>
          <p:sp>
            <p:nvSpPr>
              <p:cNvPr id="39" name="Oval 4" descr="&quot;&quot;"/>
              <p:cNvSpPr>
                <a:spLocks noChangeArrowheads="1"/>
              </p:cNvSpPr>
              <p:nvPr/>
            </p:nvSpPr>
            <p:spPr bwMode="auto">
              <a:xfrm>
                <a:off x="2362200" y="2392749"/>
                <a:ext cx="2044683" cy="1136541"/>
              </a:xfrm>
              <a:prstGeom prst="ellipse">
                <a:avLst/>
              </a:prstGeom>
              <a:solidFill>
                <a:schemeClr val="bg1"/>
              </a:solidFill>
              <a:ln w="9525">
                <a:solidFill>
                  <a:srgbClr val="808080"/>
                </a:solidFill>
                <a:round/>
                <a:headEnd/>
                <a:tailEnd/>
              </a:ln>
              <a:effectLst/>
            </p:spPr>
            <p:txBody>
              <a:bodyPr wrap="none" anchor="b"/>
              <a:lstStyle/>
              <a:p>
                <a:pPr lvl="0" algn="ctr" fontAlgn="base">
                  <a:lnSpc>
                    <a:spcPct val="90000"/>
                  </a:lnSpc>
                  <a:spcBef>
                    <a:spcPct val="4000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40" name="Text Box 14" descr="&quot;&quot;"/>
              <p:cNvSpPr txBox="1">
                <a:spLocks noChangeArrowheads="1"/>
              </p:cNvSpPr>
              <p:nvPr/>
            </p:nvSpPr>
            <p:spPr bwMode="auto">
              <a:xfrm>
                <a:off x="2537871" y="2362200"/>
                <a:ext cx="1693340" cy="498598"/>
              </a:xfrm>
              <a:prstGeom prst="rect">
                <a:avLst/>
              </a:prstGeom>
              <a:no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36000" tIns="0" rIns="36000" bIns="0">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lnSpc>
                    <a:spcPct val="90000"/>
                  </a:lnSpc>
                  <a:spcBef>
                    <a:spcPct val="40000"/>
                  </a:spcBef>
                  <a:spcAft>
                    <a:spcPct val="0"/>
                  </a:spcAft>
                </a:pP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
                </a:r>
                <a:br>
                  <a:rPr lang="en-US">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172.16.20.0/22</a:t>
                </a:r>
              </a:p>
            </p:txBody>
          </p:sp>
          <p:pic>
            <p:nvPicPr>
              <p:cNvPr id="41" name="Picture 3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884503" y="2901714"/>
                <a:ext cx="1000076" cy="6796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7" name="Group 16"/>
            <p:cNvGrpSpPr/>
            <p:nvPr/>
          </p:nvGrpSpPr>
          <p:grpSpPr>
            <a:xfrm>
              <a:off x="2362200" y="1066800"/>
              <a:ext cx="2044683" cy="1143523"/>
              <a:chOff x="2362200" y="1066800"/>
              <a:chExt cx="2044683" cy="1143523"/>
            </a:xfrm>
          </p:grpSpPr>
          <p:sp>
            <p:nvSpPr>
              <p:cNvPr id="36" name="Oval 4" descr="&quot;&quot;"/>
              <p:cNvSpPr>
                <a:spLocks noChangeArrowheads="1"/>
              </p:cNvSpPr>
              <p:nvPr/>
            </p:nvSpPr>
            <p:spPr bwMode="auto">
              <a:xfrm>
                <a:off x="2362200" y="1073784"/>
                <a:ext cx="2044683" cy="1136539"/>
              </a:xfrm>
              <a:prstGeom prst="ellipse">
                <a:avLst/>
              </a:prstGeom>
              <a:solidFill>
                <a:schemeClr val="bg1"/>
              </a:solidFill>
              <a:ln w="9525">
                <a:solidFill>
                  <a:srgbClr val="808080"/>
                </a:solidFill>
                <a:round/>
                <a:headEnd/>
                <a:tailEnd/>
              </a:ln>
              <a:effectLst/>
            </p:spPr>
            <p:txBody>
              <a:bodyPr wrap="none" anchor="b"/>
              <a:lstStyle/>
              <a:p>
                <a:pPr lvl="0" algn="ctr" fontAlgn="base">
                  <a:lnSpc>
                    <a:spcPct val="90000"/>
                  </a:lnSpc>
                  <a:spcBef>
                    <a:spcPct val="4000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7" name="Text Box 14" descr="&quot;&quot;"/>
              <p:cNvSpPr txBox="1">
                <a:spLocks noChangeArrowheads="1"/>
              </p:cNvSpPr>
              <p:nvPr/>
            </p:nvSpPr>
            <p:spPr bwMode="auto">
              <a:xfrm>
                <a:off x="2537871" y="1066800"/>
                <a:ext cx="1693340" cy="498598"/>
              </a:xfrm>
              <a:prstGeom prst="rect">
                <a:avLst/>
              </a:prstGeom>
              <a:no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36000" tIns="0" rIns="36000" bIns="0">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lnSpc>
                    <a:spcPct val="90000"/>
                  </a:lnSpc>
                  <a:spcBef>
                    <a:spcPct val="40000"/>
                  </a:spcBef>
                  <a:spcAft>
                    <a:spcPct val="0"/>
                  </a:spcAft>
                </a:pP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
                </a:r>
                <a:br>
                  <a:rPr lang="en-US">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172.16.16.0/22</a:t>
                </a:r>
              </a:p>
            </p:txBody>
          </p:sp>
          <p:pic>
            <p:nvPicPr>
              <p:cNvPr id="38" name="Picture 3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884503" y="1524000"/>
                <a:ext cx="1000076" cy="6796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8" name="Group 17"/>
            <p:cNvGrpSpPr/>
            <p:nvPr/>
          </p:nvGrpSpPr>
          <p:grpSpPr>
            <a:xfrm>
              <a:off x="2362202" y="3648559"/>
              <a:ext cx="2044681" cy="1213086"/>
              <a:chOff x="2362202" y="3657600"/>
              <a:chExt cx="2044681" cy="1213086"/>
            </a:xfrm>
          </p:grpSpPr>
          <p:sp>
            <p:nvSpPr>
              <p:cNvPr id="33" name="Oval 4" descr="&quot;&quot;"/>
              <p:cNvSpPr>
                <a:spLocks noChangeArrowheads="1"/>
              </p:cNvSpPr>
              <p:nvPr/>
            </p:nvSpPr>
            <p:spPr bwMode="auto">
              <a:xfrm>
                <a:off x="2362202" y="3714609"/>
                <a:ext cx="2044681" cy="1136540"/>
              </a:xfrm>
              <a:prstGeom prst="ellipse">
                <a:avLst/>
              </a:prstGeom>
              <a:solidFill>
                <a:schemeClr val="bg1"/>
              </a:solidFill>
              <a:ln w="9525">
                <a:solidFill>
                  <a:srgbClr val="808080"/>
                </a:solidFill>
                <a:round/>
                <a:headEnd/>
                <a:tailEnd/>
              </a:ln>
              <a:effectLst/>
            </p:spPr>
            <p:txBody>
              <a:bodyPr wrap="none" anchor="b"/>
              <a:lstStyle/>
              <a:p>
                <a:pPr lvl="0" algn="ctr" fontAlgn="base">
                  <a:lnSpc>
                    <a:spcPct val="90000"/>
                  </a:lnSpc>
                  <a:spcBef>
                    <a:spcPct val="4000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4" name="Text Box 14" descr="&quot;&quot;"/>
              <p:cNvSpPr txBox="1">
                <a:spLocks noChangeArrowheads="1"/>
              </p:cNvSpPr>
              <p:nvPr/>
            </p:nvSpPr>
            <p:spPr bwMode="auto">
              <a:xfrm>
                <a:off x="2481891" y="3657600"/>
                <a:ext cx="1805302" cy="590931"/>
              </a:xfrm>
              <a:prstGeom prst="rect">
                <a:avLst/>
              </a:prstGeom>
              <a:no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lnSpc>
                    <a:spcPct val="90000"/>
                  </a:lnSpc>
                  <a:spcBef>
                    <a:spcPct val="40000"/>
                  </a:spcBef>
                  <a:spcAft>
                    <a:spcPct val="0"/>
                  </a:spcAft>
                </a:pP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
                </a:r>
                <a:br>
                  <a:rPr lang="en-US">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172.16.24.0/22</a:t>
                </a:r>
              </a:p>
            </p:txBody>
          </p:sp>
          <p:pic>
            <p:nvPicPr>
              <p:cNvPr id="35" name="Picture 3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884504" y="4191000"/>
                <a:ext cx="1000076" cy="6796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9" name="Group 18"/>
            <p:cNvGrpSpPr/>
            <p:nvPr/>
          </p:nvGrpSpPr>
          <p:grpSpPr>
            <a:xfrm>
              <a:off x="2362202" y="4971669"/>
              <a:ext cx="2044680" cy="1194417"/>
              <a:chOff x="2362202" y="4971669"/>
              <a:chExt cx="2044680" cy="1194417"/>
            </a:xfrm>
          </p:grpSpPr>
          <p:sp>
            <p:nvSpPr>
              <p:cNvPr id="30" name="Oval 4" descr="&quot;&quot;"/>
              <p:cNvSpPr>
                <a:spLocks noChangeArrowheads="1"/>
              </p:cNvSpPr>
              <p:nvPr/>
            </p:nvSpPr>
            <p:spPr bwMode="auto">
              <a:xfrm>
                <a:off x="2362202" y="5023441"/>
                <a:ext cx="2044680" cy="1136539"/>
              </a:xfrm>
              <a:prstGeom prst="ellipse">
                <a:avLst/>
              </a:prstGeom>
              <a:solidFill>
                <a:schemeClr val="bg1"/>
              </a:solidFill>
              <a:ln w="9525">
                <a:solidFill>
                  <a:srgbClr val="808080"/>
                </a:solidFill>
                <a:round/>
                <a:headEnd/>
                <a:tailEnd/>
              </a:ln>
              <a:effectLst/>
            </p:spPr>
            <p:txBody>
              <a:bodyPr wrap="none" anchor="b"/>
              <a:lstStyle/>
              <a:p>
                <a:pPr lvl="0" algn="ctr" fontAlgn="base">
                  <a:lnSpc>
                    <a:spcPct val="90000"/>
                  </a:lnSpc>
                  <a:spcBef>
                    <a:spcPct val="4000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1" name="Text Box 14" descr="&quot;&quot;"/>
              <p:cNvSpPr txBox="1">
                <a:spLocks noChangeArrowheads="1"/>
              </p:cNvSpPr>
              <p:nvPr/>
            </p:nvSpPr>
            <p:spPr bwMode="auto">
              <a:xfrm>
                <a:off x="2481891" y="4971669"/>
                <a:ext cx="1805302" cy="590931"/>
              </a:xfrm>
              <a:prstGeom prst="rect">
                <a:avLst/>
              </a:prstGeom>
              <a:no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lnSpc>
                    <a:spcPct val="90000"/>
                  </a:lnSpc>
                  <a:spcBef>
                    <a:spcPct val="40000"/>
                  </a:spcBef>
                  <a:spcAft>
                    <a:spcPct val="0"/>
                  </a:spcAft>
                </a:pP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
                </a:r>
                <a:br>
                  <a:rPr lang="en-US">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172.16.28.0/22</a:t>
                </a:r>
              </a:p>
            </p:txBody>
          </p:sp>
          <p:pic>
            <p:nvPicPr>
              <p:cNvPr id="32" name="Picture 3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884504" y="5486400"/>
                <a:ext cx="1000076" cy="6796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20" name="Group 19"/>
            <p:cNvGrpSpPr/>
            <p:nvPr/>
          </p:nvGrpSpPr>
          <p:grpSpPr>
            <a:xfrm>
              <a:off x="4648200" y="3648559"/>
              <a:ext cx="2044681" cy="1142656"/>
              <a:chOff x="4913943" y="4343400"/>
              <a:chExt cx="2044681" cy="1142656"/>
            </a:xfrm>
          </p:grpSpPr>
          <p:sp>
            <p:nvSpPr>
              <p:cNvPr id="27" name="Oval 4" descr="&quot;&quot;"/>
              <p:cNvSpPr>
                <a:spLocks noChangeArrowheads="1"/>
              </p:cNvSpPr>
              <p:nvPr/>
            </p:nvSpPr>
            <p:spPr bwMode="auto">
              <a:xfrm>
                <a:off x="4913943" y="4349517"/>
                <a:ext cx="2044681" cy="1136539"/>
              </a:xfrm>
              <a:prstGeom prst="ellipse">
                <a:avLst/>
              </a:prstGeom>
              <a:solidFill>
                <a:schemeClr val="bg1"/>
              </a:solidFill>
              <a:ln w="9525">
                <a:solidFill>
                  <a:srgbClr val="808080"/>
                </a:solidFill>
                <a:round/>
                <a:headEnd/>
                <a:tailEnd/>
              </a:ln>
              <a:effectLst/>
            </p:spPr>
            <p:txBody>
              <a:bodyPr wrap="none" anchor="b"/>
              <a:lstStyle/>
              <a:p>
                <a:pPr lvl="0" algn="ctr" fontAlgn="base">
                  <a:lnSpc>
                    <a:spcPct val="90000"/>
                  </a:lnSpc>
                  <a:spcBef>
                    <a:spcPct val="4000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8" name="Text Box 14" descr="&quot;&quot;"/>
              <p:cNvSpPr txBox="1">
                <a:spLocks noChangeArrowheads="1"/>
              </p:cNvSpPr>
              <p:nvPr/>
            </p:nvSpPr>
            <p:spPr bwMode="auto">
              <a:xfrm>
                <a:off x="5089613" y="4343400"/>
                <a:ext cx="1693340" cy="498598"/>
              </a:xfrm>
              <a:prstGeom prst="rect">
                <a:avLst/>
              </a:prstGeom>
              <a:no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36000" tIns="0" rIns="36000" bIns="0">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lnSpc>
                    <a:spcPct val="90000"/>
                  </a:lnSpc>
                  <a:spcBef>
                    <a:spcPct val="40000"/>
                  </a:spcBef>
                  <a:spcAft>
                    <a:spcPct val="0"/>
                  </a:spcAft>
                </a:pP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
                </a:r>
                <a:br>
                  <a:rPr lang="en-US">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172.16.18.0/24</a:t>
                </a:r>
              </a:p>
            </p:txBody>
          </p:sp>
          <p:pic>
            <p:nvPicPr>
              <p:cNvPr id="29" name="Picture 3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436245" y="4800600"/>
                <a:ext cx="1000076" cy="6796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21" name="Group 20"/>
            <p:cNvGrpSpPr/>
            <p:nvPr/>
          </p:nvGrpSpPr>
          <p:grpSpPr>
            <a:xfrm>
              <a:off x="4648200" y="1828800"/>
              <a:ext cx="2044680" cy="1156108"/>
              <a:chOff x="4648200" y="1828800"/>
              <a:chExt cx="2044680" cy="1156108"/>
            </a:xfrm>
          </p:grpSpPr>
          <p:sp>
            <p:nvSpPr>
              <p:cNvPr id="24" name="Oval 4" descr="&quot;&quot;"/>
              <p:cNvSpPr>
                <a:spLocks noChangeArrowheads="1"/>
              </p:cNvSpPr>
              <p:nvPr/>
            </p:nvSpPr>
            <p:spPr bwMode="auto">
              <a:xfrm>
                <a:off x="4648200" y="1848367"/>
                <a:ext cx="2044680" cy="1136541"/>
              </a:xfrm>
              <a:prstGeom prst="ellipse">
                <a:avLst/>
              </a:prstGeom>
              <a:solidFill>
                <a:schemeClr val="bg1"/>
              </a:solidFill>
              <a:ln w="9525">
                <a:solidFill>
                  <a:srgbClr val="808080"/>
                </a:solidFill>
                <a:round/>
                <a:headEnd/>
                <a:tailEnd/>
              </a:ln>
              <a:effectLst/>
            </p:spPr>
            <p:txBody>
              <a:bodyPr wrap="none" anchor="b"/>
              <a:lstStyle/>
              <a:p>
                <a:pPr lvl="0" algn="ctr" fontAlgn="base">
                  <a:lnSpc>
                    <a:spcPct val="90000"/>
                  </a:lnSpc>
                  <a:spcBef>
                    <a:spcPct val="4000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5" name="Text Box 14" descr="&quot;&quot;"/>
              <p:cNvSpPr txBox="1">
                <a:spLocks noChangeArrowheads="1"/>
              </p:cNvSpPr>
              <p:nvPr/>
            </p:nvSpPr>
            <p:spPr bwMode="auto">
              <a:xfrm>
                <a:off x="4823870" y="1828800"/>
                <a:ext cx="1693340" cy="498598"/>
              </a:xfrm>
              <a:prstGeom prst="rect">
                <a:avLst/>
              </a:prstGeom>
              <a:no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36000" tIns="0" rIns="36000" bIns="0">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lnSpc>
                    <a:spcPct val="90000"/>
                  </a:lnSpc>
                  <a:spcBef>
                    <a:spcPct val="40000"/>
                  </a:spcBef>
                  <a:spcAft>
                    <a:spcPct val="0"/>
                  </a:spcAft>
                </a:pP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
                </a:r>
                <a:br>
                  <a:rPr lang="en-US">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172.16.17.0/24</a:t>
                </a:r>
              </a:p>
            </p:txBody>
          </p:sp>
          <p:pic>
            <p:nvPicPr>
              <p:cNvPr id="26" name="Picture 3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170502" y="2286000"/>
                <a:ext cx="1000076" cy="6796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30890" y="3210579"/>
              <a:ext cx="969184" cy="1094142"/>
            </a:xfrm>
            <a:prstGeom prst="rect">
              <a:avLst/>
            </a:prstGeom>
          </p:spPr>
        </p:pic>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30890" y="1447800"/>
              <a:ext cx="969184" cy="1094142"/>
            </a:xfrm>
            <a:prstGeom prst="rect">
              <a:avLst/>
            </a:prstGeom>
          </p:spPr>
        </p:pic>
      </p:grpSp>
    </p:spTree>
    <p:extLst>
      <p:ext uri="{BB962C8B-B14F-4D97-AF65-F5344CB8AC3E}">
        <p14:creationId xmlns:p14="http://schemas.microsoft.com/office/powerpoint/2010/main" val="25639630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59803ad3-332e-4364-9307-825bc724efc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Lesson 3: Subnetting and Supernetting</a:t>
            </a:r>
            <a:endParaRPr lang="en-CA"/>
          </a:p>
        </p:txBody>
      </p:sp>
      <p:sp>
        <p:nvSpPr>
          <p:cNvPr id="3" name="Text Placeholder 2"/>
          <p:cNvSpPr>
            <a:spLocks noGrp="1"/>
          </p:cNvSpPr>
          <p:nvPr>
            <p:ph type="body" idx="1"/>
          </p:nvPr>
        </p:nvSpPr>
        <p:spPr/>
        <p:txBody>
          <a:bodyPr/>
          <a:lstStyle/>
          <a:p>
            <a:r>
              <a:rPr lang="en-CA" smtClean="0"/>
              <a:t>How Bits Are Used in a Subnet Mask or Prefix Length
The Benefits of Using Subnetting
Calculating Subnet Addresses
Calculating Host Addresses
Discussion: Creating a Subnetting Scheme for a New Office
What Is Supernetting?</a:t>
            </a:r>
            <a:endParaRPr lang="en-CA"/>
          </a:p>
        </p:txBody>
      </p:sp>
    </p:spTree>
    <p:extLst>
      <p:ext uri="{BB962C8B-B14F-4D97-AF65-F5344CB8AC3E}">
        <p14:creationId xmlns:p14="http://schemas.microsoft.com/office/powerpoint/2010/main" val="1985447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9-0 65534"/>
          <p:cNvGrpSpPr/>
          <p:nvPr/>
        </p:nvGrpSpPr>
        <p:grpSpPr>
          <a:xfrm>
            <a:off x="1547664" y="1977186"/>
            <a:ext cx="6007100" cy="1947610"/>
            <a:chOff x="1541960" y="2345486"/>
            <a:chExt cx="6007100" cy="1947610"/>
          </a:xfrm>
        </p:grpSpPr>
        <p:sp>
          <p:nvSpPr>
            <p:cNvPr id="96"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94"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100"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106"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07"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97" name="host ID box 1" descr="&quot;&quot;"/>
            <p:cNvSpPr>
              <a:spLocks noChangeArrowheads="1"/>
            </p:cNvSpPr>
            <p:nvPr/>
          </p:nvSpPr>
          <p:spPr bwMode="auto">
            <a:xfrm>
              <a:off x="4566148" y="2345486"/>
              <a:ext cx="2982912"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101"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108"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98"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99" name="small vertical lines"/>
            <p:cNvGrpSpPr/>
            <p:nvPr/>
          </p:nvGrpSpPr>
          <p:grpSpPr>
            <a:xfrm>
              <a:off x="1711027" y="3775893"/>
              <a:ext cx="5654675" cy="157163"/>
              <a:chOff x="177800" y="1006475"/>
              <a:chExt cx="5654675" cy="157163"/>
            </a:xfrm>
          </p:grpSpPr>
          <p:sp>
            <p:nvSpPr>
              <p:cNvPr id="109"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0"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1"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2"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3"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4"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5"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6"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7"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8"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9"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0"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1"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2"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3"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4"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5"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6"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7"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8"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9"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0"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1"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2"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3"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4"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5"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6"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7"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8"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9"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40"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244"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1</a:t>
              </a:r>
            </a:p>
          </p:txBody>
        </p:sp>
        <p:sp>
          <p:nvSpPr>
            <p:cNvPr id="245"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65534</a:t>
              </a:r>
              <a:endParaRPr lang="en-US" b="1">
                <a:latin typeface="Segoe UI" pitchFamily="34" charset="0"/>
                <a:ea typeface="Segoe UI" pitchFamily="34" charset="0"/>
                <a:cs typeface="Segoe UI" pitchFamily="34" charset="0"/>
              </a:endParaRPr>
            </a:p>
          </p:txBody>
        </p:sp>
        <p:sp>
          <p:nvSpPr>
            <p:cNvPr id="103"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247" name="8-2 32766"/>
          <p:cNvGrpSpPr/>
          <p:nvPr/>
        </p:nvGrpSpPr>
        <p:grpSpPr>
          <a:xfrm>
            <a:off x="1547664" y="1977186"/>
            <a:ext cx="6007100" cy="1947610"/>
            <a:chOff x="1541960" y="2345486"/>
            <a:chExt cx="6007100" cy="1947610"/>
          </a:xfrm>
        </p:grpSpPr>
        <p:sp>
          <p:nvSpPr>
            <p:cNvPr id="248"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249"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250"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252"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53"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54" name="host ID box 1" descr="&quot;&quot;"/>
            <p:cNvSpPr>
              <a:spLocks noChangeArrowheads="1"/>
            </p:cNvSpPr>
            <p:nvPr/>
          </p:nvSpPr>
          <p:spPr bwMode="auto">
            <a:xfrm>
              <a:off x="4731396" y="2345486"/>
              <a:ext cx="2817664"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255"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256"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57"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258" name="small vertical lines"/>
            <p:cNvGrpSpPr/>
            <p:nvPr/>
          </p:nvGrpSpPr>
          <p:grpSpPr>
            <a:xfrm>
              <a:off x="1711027" y="3775893"/>
              <a:ext cx="5654675" cy="157163"/>
              <a:chOff x="177800" y="1006475"/>
              <a:chExt cx="5654675" cy="157163"/>
            </a:xfrm>
          </p:grpSpPr>
          <p:sp>
            <p:nvSpPr>
              <p:cNvPr id="261"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2"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3"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4"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5"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6"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7"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8"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9"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0"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1"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2"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3"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4"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5"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6"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7"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8"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9"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0"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1"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2"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3"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4"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5"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6"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7"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8"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9"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90"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91"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92"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259"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2</a:t>
              </a:r>
              <a:endParaRPr lang="en-US" sz="1800" b="1">
                <a:latin typeface="Segoe UI" pitchFamily="34" charset="0"/>
                <a:ea typeface="Segoe UI" pitchFamily="34" charset="0"/>
                <a:cs typeface="Segoe UI" pitchFamily="34" charset="0"/>
              </a:endParaRPr>
            </a:p>
          </p:txBody>
        </p:sp>
        <p:sp>
          <p:nvSpPr>
            <p:cNvPr id="260"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32766</a:t>
              </a:r>
              <a:endParaRPr lang="en-US" b="1">
                <a:latin typeface="Segoe UI" pitchFamily="34" charset="0"/>
                <a:ea typeface="Segoe UI" pitchFamily="34" charset="0"/>
                <a:cs typeface="Segoe UI" pitchFamily="34" charset="0"/>
              </a:endParaRPr>
            </a:p>
          </p:txBody>
        </p:sp>
        <p:sp>
          <p:nvSpPr>
            <p:cNvPr id="251"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293" name="7 -4 16382"/>
          <p:cNvGrpSpPr/>
          <p:nvPr/>
        </p:nvGrpSpPr>
        <p:grpSpPr>
          <a:xfrm>
            <a:off x="1547664" y="1977186"/>
            <a:ext cx="6007099" cy="1947610"/>
            <a:chOff x="1541960" y="2345486"/>
            <a:chExt cx="6007099" cy="1947610"/>
          </a:xfrm>
        </p:grpSpPr>
        <p:sp>
          <p:nvSpPr>
            <p:cNvPr id="294"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295"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296"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298"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99"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00" name="host ID box 1" descr="&quot;&quot;"/>
            <p:cNvSpPr>
              <a:spLocks noChangeArrowheads="1"/>
            </p:cNvSpPr>
            <p:nvPr/>
          </p:nvSpPr>
          <p:spPr bwMode="auto">
            <a:xfrm>
              <a:off x="4896496" y="2345486"/>
              <a:ext cx="2652563"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301"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302"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03"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304" name="small vertical lines"/>
            <p:cNvGrpSpPr/>
            <p:nvPr/>
          </p:nvGrpSpPr>
          <p:grpSpPr>
            <a:xfrm>
              <a:off x="1711027" y="3775893"/>
              <a:ext cx="5654675" cy="157163"/>
              <a:chOff x="177800" y="1006475"/>
              <a:chExt cx="5654675" cy="157163"/>
            </a:xfrm>
          </p:grpSpPr>
          <p:sp>
            <p:nvSpPr>
              <p:cNvPr id="307"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08"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09"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0"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1"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2"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3"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4"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5"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6"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7"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8"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9"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0"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1"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2"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3"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4"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5"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6"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7"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8"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9"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0"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1"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2"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3"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4"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5"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6"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7"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8"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305"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4</a:t>
              </a:r>
              <a:endParaRPr lang="en-US" sz="1800" b="1">
                <a:latin typeface="Segoe UI" pitchFamily="34" charset="0"/>
                <a:ea typeface="Segoe UI" pitchFamily="34" charset="0"/>
                <a:cs typeface="Segoe UI" pitchFamily="34" charset="0"/>
              </a:endParaRPr>
            </a:p>
          </p:txBody>
        </p:sp>
        <p:sp>
          <p:nvSpPr>
            <p:cNvPr id="306"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16382</a:t>
              </a:r>
              <a:endParaRPr lang="en-US" b="1">
                <a:latin typeface="Segoe UI" pitchFamily="34" charset="0"/>
                <a:ea typeface="Segoe UI" pitchFamily="34" charset="0"/>
                <a:cs typeface="Segoe UI" pitchFamily="34" charset="0"/>
              </a:endParaRPr>
            </a:p>
          </p:txBody>
        </p:sp>
        <p:sp>
          <p:nvSpPr>
            <p:cNvPr id="297"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339" name="6-8 8190"/>
          <p:cNvGrpSpPr/>
          <p:nvPr/>
        </p:nvGrpSpPr>
        <p:grpSpPr>
          <a:xfrm>
            <a:off x="1547664" y="1977186"/>
            <a:ext cx="6007100" cy="1947610"/>
            <a:chOff x="1541960" y="2345486"/>
            <a:chExt cx="6007100" cy="1947610"/>
          </a:xfrm>
        </p:grpSpPr>
        <p:sp>
          <p:nvSpPr>
            <p:cNvPr id="340"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341"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342"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344"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45"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46" name="host ID box 1" descr="&quot;&quot;"/>
            <p:cNvSpPr>
              <a:spLocks noChangeArrowheads="1"/>
            </p:cNvSpPr>
            <p:nvPr/>
          </p:nvSpPr>
          <p:spPr bwMode="auto">
            <a:xfrm>
              <a:off x="5086996" y="2345486"/>
              <a:ext cx="2462064"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347"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348"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49"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350" name="small vertical lines"/>
            <p:cNvGrpSpPr/>
            <p:nvPr/>
          </p:nvGrpSpPr>
          <p:grpSpPr>
            <a:xfrm>
              <a:off x="1711027" y="3775893"/>
              <a:ext cx="5654675" cy="157163"/>
              <a:chOff x="177800" y="1006475"/>
              <a:chExt cx="5654675" cy="157163"/>
            </a:xfrm>
          </p:grpSpPr>
          <p:sp>
            <p:nvSpPr>
              <p:cNvPr id="353"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54"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55"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56"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57"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58"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59"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0"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1"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2"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3"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4"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5"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6"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7"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8"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9"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0"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1"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2"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3"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4"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5"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6"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7"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8"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9"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80"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81"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82"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83"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84"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351"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8</a:t>
              </a:r>
              <a:endParaRPr lang="en-US" sz="1800" b="1">
                <a:latin typeface="Segoe UI" pitchFamily="34" charset="0"/>
                <a:ea typeface="Segoe UI" pitchFamily="34" charset="0"/>
                <a:cs typeface="Segoe UI" pitchFamily="34" charset="0"/>
              </a:endParaRPr>
            </a:p>
          </p:txBody>
        </p:sp>
        <p:sp>
          <p:nvSpPr>
            <p:cNvPr id="352"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8190</a:t>
              </a:r>
              <a:endParaRPr lang="en-US" b="1">
                <a:latin typeface="Segoe UI" pitchFamily="34" charset="0"/>
                <a:ea typeface="Segoe UI" pitchFamily="34" charset="0"/>
                <a:cs typeface="Segoe UI" pitchFamily="34" charset="0"/>
              </a:endParaRPr>
            </a:p>
          </p:txBody>
        </p:sp>
        <p:sp>
          <p:nvSpPr>
            <p:cNvPr id="343"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385" name="5-16 4094"/>
          <p:cNvGrpSpPr/>
          <p:nvPr/>
        </p:nvGrpSpPr>
        <p:grpSpPr>
          <a:xfrm>
            <a:off x="1547664" y="1977186"/>
            <a:ext cx="6007100" cy="1947610"/>
            <a:chOff x="1541960" y="2345486"/>
            <a:chExt cx="6007100" cy="1947610"/>
          </a:xfrm>
        </p:grpSpPr>
        <p:sp>
          <p:nvSpPr>
            <p:cNvPr id="386"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387"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388"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390"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91"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92" name="host ID box 1" descr="&quot;&quot;"/>
            <p:cNvSpPr>
              <a:spLocks noChangeArrowheads="1"/>
            </p:cNvSpPr>
            <p:nvPr/>
          </p:nvSpPr>
          <p:spPr bwMode="auto">
            <a:xfrm>
              <a:off x="5299324" y="2345486"/>
              <a:ext cx="2249736"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393"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394"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95"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396" name="small vertical lines"/>
            <p:cNvGrpSpPr/>
            <p:nvPr/>
          </p:nvGrpSpPr>
          <p:grpSpPr>
            <a:xfrm>
              <a:off x="1711027" y="3775893"/>
              <a:ext cx="5654675" cy="157163"/>
              <a:chOff x="177800" y="1006475"/>
              <a:chExt cx="5654675" cy="157163"/>
            </a:xfrm>
          </p:grpSpPr>
          <p:sp>
            <p:nvSpPr>
              <p:cNvPr id="399"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0"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1"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2"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3"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4"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5"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6"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7"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8"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9"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0"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1"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2"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3"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4"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5"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6"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7"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8"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9"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0"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1"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2"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3"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4"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5"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6"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7"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8"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9"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30"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397"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16</a:t>
              </a:r>
              <a:endParaRPr lang="en-US" sz="1800" b="1">
                <a:latin typeface="Segoe UI" pitchFamily="34" charset="0"/>
                <a:ea typeface="Segoe UI" pitchFamily="34" charset="0"/>
                <a:cs typeface="Segoe UI" pitchFamily="34" charset="0"/>
              </a:endParaRPr>
            </a:p>
          </p:txBody>
        </p:sp>
        <p:sp>
          <p:nvSpPr>
            <p:cNvPr id="398"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4094</a:t>
              </a:r>
              <a:endParaRPr lang="en-US" b="1">
                <a:latin typeface="Segoe UI" pitchFamily="34" charset="0"/>
                <a:ea typeface="Segoe UI" pitchFamily="34" charset="0"/>
                <a:cs typeface="Segoe UI" pitchFamily="34" charset="0"/>
              </a:endParaRPr>
            </a:p>
          </p:txBody>
        </p:sp>
        <p:sp>
          <p:nvSpPr>
            <p:cNvPr id="389"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431" name="4-32 2046"/>
          <p:cNvGrpSpPr/>
          <p:nvPr/>
        </p:nvGrpSpPr>
        <p:grpSpPr>
          <a:xfrm>
            <a:off x="1547664" y="1977186"/>
            <a:ext cx="6007100" cy="1947610"/>
            <a:chOff x="1541960" y="2345486"/>
            <a:chExt cx="6007100" cy="1947610"/>
          </a:xfrm>
        </p:grpSpPr>
        <p:sp>
          <p:nvSpPr>
            <p:cNvPr id="432"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433"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434"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436"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37"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38" name="host ID box 1" descr="&quot;&quot;"/>
            <p:cNvSpPr>
              <a:spLocks noChangeArrowheads="1"/>
            </p:cNvSpPr>
            <p:nvPr/>
          </p:nvSpPr>
          <p:spPr bwMode="auto">
            <a:xfrm>
              <a:off x="5455296" y="2345486"/>
              <a:ext cx="2093764"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439"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440"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41"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442" name="small vertical lines"/>
            <p:cNvGrpSpPr/>
            <p:nvPr/>
          </p:nvGrpSpPr>
          <p:grpSpPr>
            <a:xfrm>
              <a:off x="1711027" y="3775893"/>
              <a:ext cx="5654675" cy="157163"/>
              <a:chOff x="177800" y="1006475"/>
              <a:chExt cx="5654675" cy="157163"/>
            </a:xfrm>
          </p:grpSpPr>
          <p:sp>
            <p:nvSpPr>
              <p:cNvPr id="445"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46"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47"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48"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49"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0"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1"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2"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3"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4"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5"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6"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7"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8"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9"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0"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1"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2"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3"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4"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5"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6"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7"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8"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9"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70"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71"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72"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73"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74"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75"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76"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443"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32</a:t>
              </a:r>
              <a:endParaRPr lang="en-US" sz="1800" b="1">
                <a:latin typeface="Segoe UI" pitchFamily="34" charset="0"/>
                <a:ea typeface="Segoe UI" pitchFamily="34" charset="0"/>
                <a:cs typeface="Segoe UI" pitchFamily="34" charset="0"/>
              </a:endParaRPr>
            </a:p>
          </p:txBody>
        </p:sp>
        <p:sp>
          <p:nvSpPr>
            <p:cNvPr id="444"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2046</a:t>
              </a:r>
              <a:endParaRPr lang="en-US" b="1">
                <a:latin typeface="Segoe UI" pitchFamily="34" charset="0"/>
                <a:ea typeface="Segoe UI" pitchFamily="34" charset="0"/>
                <a:cs typeface="Segoe UI" pitchFamily="34" charset="0"/>
              </a:endParaRPr>
            </a:p>
          </p:txBody>
        </p:sp>
        <p:sp>
          <p:nvSpPr>
            <p:cNvPr id="435"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477" name="3- 64 1022"/>
          <p:cNvGrpSpPr/>
          <p:nvPr/>
        </p:nvGrpSpPr>
        <p:grpSpPr>
          <a:xfrm>
            <a:off x="1547664" y="1977186"/>
            <a:ext cx="6007100" cy="1947610"/>
            <a:chOff x="1541960" y="2345486"/>
            <a:chExt cx="6007100" cy="1947610"/>
          </a:xfrm>
        </p:grpSpPr>
        <p:sp>
          <p:nvSpPr>
            <p:cNvPr id="478"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479"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480"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482"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83"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84" name="host ID box 1" descr="&quot;&quot;"/>
            <p:cNvSpPr>
              <a:spLocks noChangeArrowheads="1"/>
            </p:cNvSpPr>
            <p:nvPr/>
          </p:nvSpPr>
          <p:spPr bwMode="auto">
            <a:xfrm>
              <a:off x="5626746" y="2345486"/>
              <a:ext cx="1922314"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485"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486"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87"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488" name="small vertical lines"/>
            <p:cNvGrpSpPr/>
            <p:nvPr/>
          </p:nvGrpSpPr>
          <p:grpSpPr>
            <a:xfrm>
              <a:off x="1711027" y="3775893"/>
              <a:ext cx="5654675" cy="157163"/>
              <a:chOff x="177800" y="1006475"/>
              <a:chExt cx="5654675" cy="157163"/>
            </a:xfrm>
          </p:grpSpPr>
          <p:sp>
            <p:nvSpPr>
              <p:cNvPr id="491"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2"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3"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4"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5"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6"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7"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8"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9"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0"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1"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2"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3"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4"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5"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6"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7"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8"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9"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0"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1"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2"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3"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4"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5"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6"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7"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8"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9"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20"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21"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22"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489"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64</a:t>
              </a:r>
              <a:endParaRPr lang="en-US" sz="1800" b="1">
                <a:latin typeface="Segoe UI" pitchFamily="34" charset="0"/>
                <a:ea typeface="Segoe UI" pitchFamily="34" charset="0"/>
                <a:cs typeface="Segoe UI" pitchFamily="34" charset="0"/>
              </a:endParaRPr>
            </a:p>
          </p:txBody>
        </p:sp>
        <p:sp>
          <p:nvSpPr>
            <p:cNvPr id="490"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1022</a:t>
              </a:r>
              <a:endParaRPr lang="en-US" b="1">
                <a:latin typeface="Segoe UI" pitchFamily="34" charset="0"/>
                <a:ea typeface="Segoe UI" pitchFamily="34" charset="0"/>
                <a:cs typeface="Segoe UI" pitchFamily="34" charset="0"/>
              </a:endParaRPr>
            </a:p>
          </p:txBody>
        </p:sp>
        <p:sp>
          <p:nvSpPr>
            <p:cNvPr id="481"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523" name="2-128 510"/>
          <p:cNvGrpSpPr/>
          <p:nvPr/>
        </p:nvGrpSpPr>
        <p:grpSpPr>
          <a:xfrm>
            <a:off x="1547664" y="1977186"/>
            <a:ext cx="6007100" cy="1947610"/>
            <a:chOff x="1541960" y="2345486"/>
            <a:chExt cx="6007100" cy="1947610"/>
          </a:xfrm>
        </p:grpSpPr>
        <p:sp>
          <p:nvSpPr>
            <p:cNvPr id="524"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525"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526"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528"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29"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30" name="host ID box 1" descr="&quot;&quot;"/>
            <p:cNvSpPr>
              <a:spLocks noChangeArrowheads="1"/>
            </p:cNvSpPr>
            <p:nvPr/>
          </p:nvSpPr>
          <p:spPr bwMode="auto">
            <a:xfrm>
              <a:off x="5804546" y="2345486"/>
              <a:ext cx="1744514"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531"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532"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33"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534" name="small vertical lines"/>
            <p:cNvGrpSpPr/>
            <p:nvPr/>
          </p:nvGrpSpPr>
          <p:grpSpPr>
            <a:xfrm>
              <a:off x="1711027" y="3775893"/>
              <a:ext cx="5654675" cy="157163"/>
              <a:chOff x="177800" y="1006475"/>
              <a:chExt cx="5654675" cy="157163"/>
            </a:xfrm>
          </p:grpSpPr>
          <p:sp>
            <p:nvSpPr>
              <p:cNvPr id="537"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38"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39"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0"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1"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2"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3"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4"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5"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6"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7"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8"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9"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0"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1"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2"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3"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4"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5"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6"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7"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8"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9"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0"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1"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2"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3"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4"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5"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6"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7"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8"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535"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128</a:t>
              </a:r>
              <a:endParaRPr lang="en-US" sz="1800" b="1">
                <a:latin typeface="Segoe UI" pitchFamily="34" charset="0"/>
                <a:ea typeface="Segoe UI" pitchFamily="34" charset="0"/>
                <a:cs typeface="Segoe UI" pitchFamily="34" charset="0"/>
              </a:endParaRPr>
            </a:p>
          </p:txBody>
        </p:sp>
        <p:sp>
          <p:nvSpPr>
            <p:cNvPr id="536"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510</a:t>
              </a:r>
              <a:endParaRPr lang="en-US" b="1">
                <a:latin typeface="Segoe UI" pitchFamily="34" charset="0"/>
                <a:ea typeface="Segoe UI" pitchFamily="34" charset="0"/>
                <a:cs typeface="Segoe UI" pitchFamily="34" charset="0"/>
              </a:endParaRPr>
            </a:p>
          </p:txBody>
        </p:sp>
        <p:sp>
          <p:nvSpPr>
            <p:cNvPr id="527"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569" name="1 256 x 254"/>
          <p:cNvGrpSpPr/>
          <p:nvPr/>
        </p:nvGrpSpPr>
        <p:grpSpPr>
          <a:xfrm>
            <a:off x="1547664" y="1977186"/>
            <a:ext cx="6007100" cy="1947610"/>
            <a:chOff x="1541960" y="2345486"/>
            <a:chExt cx="6007100" cy="1947610"/>
          </a:xfrm>
        </p:grpSpPr>
        <p:sp>
          <p:nvSpPr>
            <p:cNvPr id="570"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571"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572"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573"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sp>
          <p:nvSpPr>
            <p:cNvPr id="574"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75"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76" name="host ID box 1" descr="&quot;&quot;"/>
            <p:cNvSpPr>
              <a:spLocks noChangeArrowheads="1"/>
            </p:cNvSpPr>
            <p:nvPr/>
          </p:nvSpPr>
          <p:spPr bwMode="auto">
            <a:xfrm>
              <a:off x="6026648" y="2345486"/>
              <a:ext cx="1522412"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577"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578"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79"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580" name="small vertical lines"/>
            <p:cNvGrpSpPr/>
            <p:nvPr/>
          </p:nvGrpSpPr>
          <p:grpSpPr>
            <a:xfrm>
              <a:off x="1711027" y="3775893"/>
              <a:ext cx="5654675" cy="157163"/>
              <a:chOff x="177800" y="1006475"/>
              <a:chExt cx="5654675" cy="157163"/>
            </a:xfrm>
          </p:grpSpPr>
          <p:sp>
            <p:nvSpPr>
              <p:cNvPr id="583"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84"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85"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86"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87"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88"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89"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0"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1"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2"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3"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4"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5"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6"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7"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8"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9"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0"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1"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2"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3"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4"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5"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6"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7"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8"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9"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10"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11"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12"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13"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14"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581"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256</a:t>
              </a:r>
              <a:endParaRPr lang="en-US" sz="1800" b="1">
                <a:latin typeface="Segoe UI" pitchFamily="34" charset="0"/>
                <a:ea typeface="Segoe UI" pitchFamily="34" charset="0"/>
                <a:cs typeface="Segoe UI" pitchFamily="34" charset="0"/>
              </a:endParaRPr>
            </a:p>
          </p:txBody>
        </p:sp>
        <p:sp>
          <p:nvSpPr>
            <p:cNvPr id="582"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254</a:t>
              </a:r>
              <a:endParaRPr lang="en-US" b="1">
                <a:latin typeface="Segoe UI" pitchFamily="34" charset="0"/>
                <a:ea typeface="Segoe UI" pitchFamily="34" charset="0"/>
                <a:cs typeface="Segoe UI" pitchFamily="34" charset="0"/>
              </a:endParaRPr>
            </a:p>
          </p:txBody>
        </p:sp>
      </p:grpSp>
      <p:sp>
        <p:nvSpPr>
          <p:cNvPr id="3" name="frame 1 alt-text here, TextBox" descr="An illustration of the number of subnets that can be generated from a class B–sized network based on the number of bits used for subnetting. The build slide starts by showing 8 bits used for subnetting, and then progresses to 0 bits used for subnetting. See Instructor notes for bits and corresponding number of subnets and hosts.&#10;&#10;"/>
          <p:cNvSpPr txBox="1"/>
          <p:nvPr/>
        </p:nvSpPr>
        <p:spPr>
          <a:xfrm>
            <a:off x="2123728" y="1044476"/>
            <a:ext cx="4885169" cy="461665"/>
          </a:xfrm>
          <a:prstGeom prst="rect">
            <a:avLst/>
          </a:prstGeom>
          <a:noFill/>
        </p:spPr>
        <p:txBody>
          <a:bodyPr wrap="square" rtlCol="0">
            <a:spAutoFit/>
          </a:bodyPr>
          <a:lstStyle/>
          <a:p>
            <a:pPr algn="ctr"/>
            <a:r>
              <a:rPr lang="en-CA" sz="2400" b="1" smtClean="0">
                <a:latin typeface="Segoe UI" pitchFamily="34" charset="0"/>
                <a:ea typeface="Segoe UI" pitchFamily="34" charset="0"/>
                <a:cs typeface="Segoe UI" pitchFamily="34" charset="0"/>
              </a:rPr>
              <a:t>Class B Address with Subnet</a:t>
            </a:r>
            <a:endParaRPr lang="en-CA" sz="2400" b="1">
              <a:latin typeface="Segoe UI" pitchFamily="34" charset="0"/>
              <a:ea typeface="Segoe UI" pitchFamily="34" charset="0"/>
              <a:cs typeface="Segoe UI" pitchFamily="34" charset="0"/>
            </a:endParaRPr>
          </a:p>
        </p:txBody>
      </p:sp>
      <p:grpSp>
        <p:nvGrpSpPr>
          <p:cNvPr id="616" name="moving red line" descr="&quot;&quot;&quot;&quot;"/>
          <p:cNvGrpSpPr>
            <a:grpSpLocks/>
          </p:cNvGrpSpPr>
          <p:nvPr/>
        </p:nvGrpSpPr>
        <p:grpSpPr bwMode="auto">
          <a:xfrm>
            <a:off x="5934569" y="1903518"/>
            <a:ext cx="211137" cy="1755775"/>
            <a:chOff x="3757" y="1481"/>
            <a:chExt cx="133" cy="1970"/>
          </a:xfrm>
        </p:grpSpPr>
        <p:sp>
          <p:nvSpPr>
            <p:cNvPr id="617" name="Line 250" descr="&quot;&quot;"/>
            <p:cNvSpPr>
              <a:spLocks noChangeShapeType="1"/>
            </p:cNvSpPr>
            <p:nvPr/>
          </p:nvSpPr>
          <p:spPr bwMode="auto">
            <a:xfrm flipV="1">
              <a:off x="3827" y="1481"/>
              <a:ext cx="0" cy="1970"/>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618" name="Line 251" descr="&quot;&quot;"/>
            <p:cNvSpPr>
              <a:spLocks noChangeShapeType="1"/>
            </p:cNvSpPr>
            <p:nvPr/>
          </p:nvSpPr>
          <p:spPr bwMode="auto">
            <a:xfrm flipV="1">
              <a:off x="3766" y="1494"/>
              <a:ext cx="120" cy="0"/>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619" name="Line 252" descr="&quot;&quot;"/>
            <p:cNvSpPr>
              <a:spLocks noChangeShapeType="1"/>
            </p:cNvSpPr>
            <p:nvPr/>
          </p:nvSpPr>
          <p:spPr bwMode="auto">
            <a:xfrm>
              <a:off x="3757" y="3440"/>
              <a:ext cx="133" cy="2"/>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pic>
        <p:nvPicPr>
          <p:cNvPr id="14" name="play button ALT TEXT IS HERE" descr="Illustration of the number of subnets that can be generated from a class B–sized network based on the number of bits used for subnetting. The build slide starts by showing 8 bits used for subnetting, and then progresses to 0 bits used for subnetting.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10239" y="6117479"/>
            <a:ext cx="372852" cy="372134"/>
          </a:xfrm>
          <a:prstGeom prst="rect">
            <a:avLst/>
          </a:prstGeom>
        </p:spPr>
      </p:pic>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83091" y="6117479"/>
            <a:ext cx="372852" cy="372134"/>
          </a:xfrm>
          <a:prstGeom prst="rect">
            <a:avLst/>
          </a:prstGeom>
        </p:spPr>
      </p:pic>
      <p:grpSp>
        <p:nvGrpSpPr>
          <p:cNvPr id="2" name="Group 1"/>
          <p:cNvGrpSpPr/>
          <p:nvPr/>
        </p:nvGrpSpPr>
        <p:grpSpPr>
          <a:xfrm>
            <a:off x="1153716" y="3951873"/>
            <a:ext cx="6886575" cy="2133600"/>
            <a:chOff x="1153716" y="3951873"/>
            <a:chExt cx="6886575" cy="2133600"/>
          </a:xfrm>
        </p:grpSpPr>
        <p:pic>
          <p:nvPicPr>
            <p:cNvPr id="1026" name="Char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716" y="3951873"/>
              <a:ext cx="6886575"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5" name="Chart"/>
            <p:cNvPicPr>
              <a:picLocks noChangeAspect="1" noChangeArrowheads="1"/>
            </p:cNvPicPr>
            <p:nvPr/>
          </p:nvPicPr>
          <p:blipFill rotWithShape="1">
            <a:blip r:embed="rId5">
              <a:extLst>
                <a:ext uri="{28A0092B-C50C-407E-A947-70E740481C1C}">
                  <a14:useLocalDpi xmlns:a14="http://schemas.microsoft.com/office/drawing/2010/main" val="0"/>
                </a:ext>
              </a:extLst>
            </a:blip>
            <a:srcRect l="48213" t="62233" r="49947" b="22491"/>
            <a:stretch/>
          </p:blipFill>
          <p:spPr bwMode="auto">
            <a:xfrm>
              <a:off x="7371406" y="5278169"/>
              <a:ext cx="126748" cy="325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620" name="Title 1"/>
          <p:cNvSpPr>
            <a:spLocks noGrp="1"/>
          </p:cNvSpPr>
          <p:nvPr>
            <p:ph type="title"/>
          </p:nvPr>
        </p:nvSpPr>
        <p:spPr>
          <a:xfrm>
            <a:off x="460374" y="-2"/>
            <a:ext cx="8611197" cy="740664"/>
          </a:xfrm>
        </p:spPr>
        <p:txBody>
          <a:bodyPr/>
          <a:lstStyle/>
          <a:p>
            <a:r>
              <a:rPr lang="en-CA" smtClean="0"/>
              <a:t>How Bits Are Used in a Subnet Mask or Prefix Length</a:t>
            </a:r>
            <a:endParaRPr lang="en-CA"/>
          </a:p>
        </p:txBody>
      </p:sp>
    </p:spTree>
    <p:extLst>
      <p:ext uri="{BB962C8B-B14F-4D97-AF65-F5344CB8AC3E}">
        <p14:creationId xmlns:p14="http://schemas.microsoft.com/office/powerpoint/2010/main" val="841604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5" presetClass="path" presetSubtype="0" fill="hold" nodeType="clickEffect">
                                  <p:stCondLst>
                                    <p:cond delay="0"/>
                                  </p:stCondLst>
                                  <p:childTnLst>
                                    <p:animMotion origin="layout" path="M 3.33333E-6 -2.96296E-6 L -0.16042 -2.96296E-6 " pathEditMode="relative" rAng="0" ptsTypes="AA">
                                      <p:cBhvr>
                                        <p:cTn id="10" dur="12000" fill="hold"/>
                                        <p:tgtEl>
                                          <p:spTgt spid="616"/>
                                        </p:tgtEl>
                                        <p:attrNameLst>
                                          <p:attrName>ppt_x</p:attrName>
                                          <p:attrName>ppt_y</p:attrName>
                                        </p:attrNameLst>
                                      </p:cBhvr>
                                      <p:rCtr x="-8021" y="0"/>
                                    </p:animMotion>
                                  </p:childTnLst>
                                </p:cTn>
                              </p:par>
                              <p:par>
                                <p:cTn id="11" presetID="10" presetClass="exit" presetSubtype="0" fill="hold" nodeType="withEffect">
                                  <p:stCondLst>
                                    <p:cond delay="1500"/>
                                  </p:stCondLst>
                                  <p:childTnLst>
                                    <p:animEffect transition="out" filter="fade">
                                      <p:cBhvr>
                                        <p:cTn id="12" dur="250"/>
                                        <p:tgtEl>
                                          <p:spTgt spid="569"/>
                                        </p:tgtEl>
                                      </p:cBhvr>
                                    </p:animEffect>
                                    <p:set>
                                      <p:cBhvr>
                                        <p:cTn id="13" dur="1" fill="hold">
                                          <p:stCondLst>
                                            <p:cond delay="249"/>
                                          </p:stCondLst>
                                        </p:cTn>
                                        <p:tgtEl>
                                          <p:spTgt spid="569"/>
                                        </p:tgtEl>
                                        <p:attrNameLst>
                                          <p:attrName>style.visibility</p:attrName>
                                        </p:attrNameLst>
                                      </p:cBhvr>
                                      <p:to>
                                        <p:strVal val="hidden"/>
                                      </p:to>
                                    </p:set>
                                  </p:childTnLst>
                                </p:cTn>
                              </p:par>
                              <p:par>
                                <p:cTn id="14" presetID="10" presetClass="exit" presetSubtype="0" fill="hold" nodeType="withEffect">
                                  <p:stCondLst>
                                    <p:cond delay="3000"/>
                                  </p:stCondLst>
                                  <p:childTnLst>
                                    <p:animEffect transition="out" filter="fade">
                                      <p:cBhvr>
                                        <p:cTn id="15" dur="250"/>
                                        <p:tgtEl>
                                          <p:spTgt spid="523"/>
                                        </p:tgtEl>
                                      </p:cBhvr>
                                    </p:animEffect>
                                    <p:set>
                                      <p:cBhvr>
                                        <p:cTn id="16" dur="1" fill="hold">
                                          <p:stCondLst>
                                            <p:cond delay="249"/>
                                          </p:stCondLst>
                                        </p:cTn>
                                        <p:tgtEl>
                                          <p:spTgt spid="523"/>
                                        </p:tgtEl>
                                        <p:attrNameLst>
                                          <p:attrName>style.visibility</p:attrName>
                                        </p:attrNameLst>
                                      </p:cBhvr>
                                      <p:to>
                                        <p:strVal val="hidden"/>
                                      </p:to>
                                    </p:set>
                                  </p:childTnLst>
                                </p:cTn>
                              </p:par>
                              <p:par>
                                <p:cTn id="17" presetID="10" presetClass="exit" presetSubtype="0" fill="hold" nodeType="withEffect">
                                  <p:stCondLst>
                                    <p:cond delay="4500"/>
                                  </p:stCondLst>
                                  <p:childTnLst>
                                    <p:animEffect transition="out" filter="fade">
                                      <p:cBhvr>
                                        <p:cTn id="18" dur="250"/>
                                        <p:tgtEl>
                                          <p:spTgt spid="477"/>
                                        </p:tgtEl>
                                      </p:cBhvr>
                                    </p:animEffect>
                                    <p:set>
                                      <p:cBhvr>
                                        <p:cTn id="19" dur="1" fill="hold">
                                          <p:stCondLst>
                                            <p:cond delay="249"/>
                                          </p:stCondLst>
                                        </p:cTn>
                                        <p:tgtEl>
                                          <p:spTgt spid="477"/>
                                        </p:tgtEl>
                                        <p:attrNameLst>
                                          <p:attrName>style.visibility</p:attrName>
                                        </p:attrNameLst>
                                      </p:cBhvr>
                                      <p:to>
                                        <p:strVal val="hidden"/>
                                      </p:to>
                                    </p:set>
                                  </p:childTnLst>
                                </p:cTn>
                              </p:par>
                              <p:par>
                                <p:cTn id="20" presetID="10" presetClass="exit" presetSubtype="0" fill="hold" nodeType="withEffect">
                                  <p:stCondLst>
                                    <p:cond delay="6000"/>
                                  </p:stCondLst>
                                  <p:childTnLst>
                                    <p:animEffect transition="out" filter="fade">
                                      <p:cBhvr>
                                        <p:cTn id="21" dur="250"/>
                                        <p:tgtEl>
                                          <p:spTgt spid="431"/>
                                        </p:tgtEl>
                                      </p:cBhvr>
                                    </p:animEffect>
                                    <p:set>
                                      <p:cBhvr>
                                        <p:cTn id="22" dur="1" fill="hold">
                                          <p:stCondLst>
                                            <p:cond delay="249"/>
                                          </p:stCondLst>
                                        </p:cTn>
                                        <p:tgtEl>
                                          <p:spTgt spid="431"/>
                                        </p:tgtEl>
                                        <p:attrNameLst>
                                          <p:attrName>style.visibility</p:attrName>
                                        </p:attrNameLst>
                                      </p:cBhvr>
                                      <p:to>
                                        <p:strVal val="hidden"/>
                                      </p:to>
                                    </p:set>
                                  </p:childTnLst>
                                </p:cTn>
                              </p:par>
                              <p:par>
                                <p:cTn id="23" presetID="10" presetClass="exit" presetSubtype="0" fill="hold" nodeType="withEffect">
                                  <p:stCondLst>
                                    <p:cond delay="7500"/>
                                  </p:stCondLst>
                                  <p:childTnLst>
                                    <p:animEffect transition="out" filter="fade">
                                      <p:cBhvr>
                                        <p:cTn id="24" dur="250"/>
                                        <p:tgtEl>
                                          <p:spTgt spid="385"/>
                                        </p:tgtEl>
                                      </p:cBhvr>
                                    </p:animEffect>
                                    <p:set>
                                      <p:cBhvr>
                                        <p:cTn id="25" dur="1" fill="hold">
                                          <p:stCondLst>
                                            <p:cond delay="249"/>
                                          </p:stCondLst>
                                        </p:cTn>
                                        <p:tgtEl>
                                          <p:spTgt spid="385"/>
                                        </p:tgtEl>
                                        <p:attrNameLst>
                                          <p:attrName>style.visibility</p:attrName>
                                        </p:attrNameLst>
                                      </p:cBhvr>
                                      <p:to>
                                        <p:strVal val="hidden"/>
                                      </p:to>
                                    </p:set>
                                  </p:childTnLst>
                                </p:cTn>
                              </p:par>
                              <p:par>
                                <p:cTn id="26" presetID="10" presetClass="exit" presetSubtype="0" fill="hold" nodeType="withEffect">
                                  <p:stCondLst>
                                    <p:cond delay="9000"/>
                                  </p:stCondLst>
                                  <p:childTnLst>
                                    <p:animEffect transition="out" filter="fade">
                                      <p:cBhvr>
                                        <p:cTn id="27" dur="250"/>
                                        <p:tgtEl>
                                          <p:spTgt spid="339"/>
                                        </p:tgtEl>
                                      </p:cBhvr>
                                    </p:animEffect>
                                    <p:set>
                                      <p:cBhvr>
                                        <p:cTn id="28" dur="1" fill="hold">
                                          <p:stCondLst>
                                            <p:cond delay="249"/>
                                          </p:stCondLst>
                                        </p:cTn>
                                        <p:tgtEl>
                                          <p:spTgt spid="339"/>
                                        </p:tgtEl>
                                        <p:attrNameLst>
                                          <p:attrName>style.visibility</p:attrName>
                                        </p:attrNameLst>
                                      </p:cBhvr>
                                      <p:to>
                                        <p:strVal val="hidden"/>
                                      </p:to>
                                    </p:set>
                                  </p:childTnLst>
                                </p:cTn>
                              </p:par>
                              <p:par>
                                <p:cTn id="29" presetID="10" presetClass="exit" presetSubtype="0" fill="hold" nodeType="withEffect">
                                  <p:stCondLst>
                                    <p:cond delay="10500"/>
                                  </p:stCondLst>
                                  <p:childTnLst>
                                    <p:animEffect transition="out" filter="fade">
                                      <p:cBhvr>
                                        <p:cTn id="30" dur="250"/>
                                        <p:tgtEl>
                                          <p:spTgt spid="293"/>
                                        </p:tgtEl>
                                      </p:cBhvr>
                                    </p:animEffect>
                                    <p:set>
                                      <p:cBhvr>
                                        <p:cTn id="31" dur="1" fill="hold">
                                          <p:stCondLst>
                                            <p:cond delay="249"/>
                                          </p:stCondLst>
                                        </p:cTn>
                                        <p:tgtEl>
                                          <p:spTgt spid="293"/>
                                        </p:tgtEl>
                                        <p:attrNameLst>
                                          <p:attrName>style.visibility</p:attrName>
                                        </p:attrNameLst>
                                      </p:cBhvr>
                                      <p:to>
                                        <p:strVal val="hidden"/>
                                      </p:to>
                                    </p:set>
                                  </p:childTnLst>
                                </p:cTn>
                              </p:par>
                              <p:par>
                                <p:cTn id="32" presetID="10" presetClass="exit" presetSubtype="0" fill="hold" nodeType="withEffect">
                                  <p:stCondLst>
                                    <p:cond delay="12000"/>
                                  </p:stCondLst>
                                  <p:childTnLst>
                                    <p:animEffect transition="out" filter="fade">
                                      <p:cBhvr>
                                        <p:cTn id="33" dur="250"/>
                                        <p:tgtEl>
                                          <p:spTgt spid="247"/>
                                        </p:tgtEl>
                                      </p:cBhvr>
                                    </p:animEffect>
                                    <p:set>
                                      <p:cBhvr>
                                        <p:cTn id="34" dur="1" fill="hold">
                                          <p:stCondLst>
                                            <p:cond delay="249"/>
                                          </p:stCondLst>
                                        </p:cTn>
                                        <p:tgtEl>
                                          <p:spTgt spid="247"/>
                                        </p:tgtEl>
                                        <p:attrNameLst>
                                          <p:attrName>style.visibility</p:attrName>
                                        </p:attrNameLst>
                                      </p:cBhvr>
                                      <p:to>
                                        <p:strVal val="hidden"/>
                                      </p:to>
                                    </p:set>
                                  </p:childTnLst>
                                </p:cTn>
                              </p:par>
                            </p:childTnLst>
                          </p:cTn>
                        </p:par>
                        <p:par>
                          <p:cTn id="35" fill="hold">
                            <p:stCondLst>
                              <p:cond delay="12250"/>
                            </p:stCondLst>
                            <p:childTnLst>
                              <p:par>
                                <p:cTn id="36" presetID="10" presetClass="exit" presetSubtype="0" fill="hold" nodeType="afterEffect">
                                  <p:stCondLst>
                                    <p:cond delay="0"/>
                                  </p:stCondLst>
                                  <p:childTnLst>
                                    <p:animEffect transition="out" filter="fade">
                                      <p:cBhvr>
                                        <p:cTn id="37" dur="500"/>
                                        <p:tgtEl>
                                          <p:spTgt spid="14"/>
                                        </p:tgtEl>
                                      </p:cBhvr>
                                    </p:animEffect>
                                    <p:set>
                                      <p:cBhvr>
                                        <p:cTn id="38" dur="1" fill="hold">
                                          <p:stCondLst>
                                            <p:cond delay="499"/>
                                          </p:stCondLst>
                                        </p:cTn>
                                        <p:tgtEl>
                                          <p:spTgt spid="14"/>
                                        </p:tgtEl>
                                        <p:attrNameLst>
                                          <p:attrName>style.visibility</p:attrName>
                                        </p:attrNameLst>
                                      </p:cBhvr>
                                      <p:to>
                                        <p:strVal val="hidden"/>
                                      </p:to>
                                    </p:set>
                                  </p:childTnLst>
                                </p:cTn>
                              </p:par>
                              <p:par>
                                <p:cTn id="39" presetID="10"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98c45024-7d91-4a08-927d-f8e107e1c64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The Benefits of Using Subnetting</a:t>
            </a:r>
            <a:endParaRPr lang="en-CA"/>
          </a:p>
        </p:txBody>
      </p:sp>
      <p:sp>
        <p:nvSpPr>
          <p:cNvPr id="4" name="Rounded Rectangle 844804"/>
          <p:cNvSpPr>
            <a:spLocks noChangeArrowheads="1"/>
          </p:cNvSpPr>
          <p:nvPr/>
        </p:nvSpPr>
        <p:spPr bwMode="auto">
          <a:xfrm>
            <a:off x="687386" y="2334915"/>
            <a:ext cx="7664545" cy="3895558"/>
          </a:xfrm>
          <a:prstGeom prst="roundRect">
            <a:avLst>
              <a:gd name="adj" fmla="val 4167"/>
            </a:avLst>
          </a:prstGeom>
          <a:noFill/>
          <a:ln w="9525" algn="ctr">
            <a:noFill/>
            <a:round/>
            <a:headEnd/>
            <a:tailEnd/>
          </a:ln>
        </p:spPr>
        <p:txBody>
          <a:bodyPr wrap="square" anchor="ctr"/>
          <a:lstStyle/>
          <a:p>
            <a:pPr marL="228600" lvl="0" indent="-228600" fontAlgn="base">
              <a:lnSpc>
                <a:spcPct val="90000"/>
              </a:lnSpc>
              <a:spcBef>
                <a:spcPct val="40000"/>
              </a:spcBef>
              <a:spcAft>
                <a:spcPct val="0"/>
              </a:spcAft>
              <a:buClr>
                <a:srgbClr val="006699"/>
              </a:buClr>
              <a:buFontTx/>
              <a:buChar char="•"/>
            </a:pPr>
            <a:endParaRPr lang="en-GB" sz="2400">
              <a:solidFill>
                <a:srgbClr val="000000"/>
              </a:solidFill>
              <a:latin typeface="Segoe UI" pitchFamily="34" charset="0"/>
              <a:ea typeface="Segoe UI" pitchFamily="34" charset="0"/>
              <a:cs typeface="Segoe UI" pitchFamily="34" charset="0"/>
            </a:endParaRPr>
          </a:p>
          <a:p>
            <a:pPr lvl="0" fontAlgn="base">
              <a:spcBef>
                <a:spcPts val="600"/>
              </a:spcBef>
              <a:spcAft>
                <a:spcPct val="0"/>
              </a:spcAft>
              <a:buClr>
                <a:srgbClr val="006699"/>
              </a:buClr>
            </a:pPr>
            <a:r>
              <a:rPr lang="en-US" sz="2600">
                <a:solidFill>
                  <a:srgbClr val="000000"/>
                </a:solidFill>
                <a:latin typeface="Segoe UI" pitchFamily="34" charset="0"/>
                <a:ea typeface="Segoe UI" pitchFamily="34" charset="0"/>
                <a:cs typeface="Segoe UI" pitchFamily="34" charset="0"/>
              </a:rPr>
              <a:t>By using subnets, you can:</a:t>
            </a:r>
          </a:p>
          <a:p>
            <a:pPr marL="228600" lvl="0" indent="-228600" fontAlgn="base">
              <a:spcBef>
                <a:spcPts val="600"/>
              </a:spcBef>
              <a:spcAft>
                <a:spcPct val="0"/>
              </a:spcAft>
              <a:buClr>
                <a:srgbClr val="006699"/>
              </a:buClr>
              <a:buFontTx/>
              <a:buChar char="•"/>
            </a:pPr>
            <a:r>
              <a:rPr lang="en-GB" sz="2600">
                <a:solidFill>
                  <a:srgbClr val="000000"/>
                </a:solidFill>
                <a:latin typeface="Segoe UI" pitchFamily="34" charset="0"/>
                <a:ea typeface="Segoe UI" pitchFamily="34" charset="0"/>
                <a:cs typeface="Segoe UI" pitchFamily="34" charset="0"/>
              </a:rPr>
              <a:t>Use a single network address across multiple locations</a:t>
            </a:r>
          </a:p>
          <a:p>
            <a:pPr marL="228600" lvl="0" indent="-228600" fontAlgn="base">
              <a:spcBef>
                <a:spcPts val="600"/>
              </a:spcBef>
              <a:spcAft>
                <a:spcPct val="0"/>
              </a:spcAft>
              <a:buClr>
                <a:srgbClr val="006699"/>
              </a:buClr>
              <a:buFontTx/>
              <a:buChar char="•"/>
            </a:pPr>
            <a:r>
              <a:rPr lang="en-GB" sz="2600">
                <a:solidFill>
                  <a:srgbClr val="000000"/>
                </a:solidFill>
                <a:latin typeface="Segoe UI" pitchFamily="34" charset="0"/>
                <a:ea typeface="Segoe UI" pitchFamily="34" charset="0"/>
                <a:cs typeface="Segoe UI" pitchFamily="34" charset="0"/>
              </a:rPr>
              <a:t>Reduce network congestion by segmenting traffic</a:t>
            </a:r>
            <a:endParaRPr lang="en-US" sz="2600">
              <a:solidFill>
                <a:srgbClr val="000000"/>
              </a:solidFill>
              <a:latin typeface="Segoe UI" pitchFamily="34" charset="0"/>
              <a:ea typeface="Segoe UI" pitchFamily="34" charset="0"/>
              <a:cs typeface="Segoe UI" pitchFamily="34" charset="0"/>
            </a:endParaRPr>
          </a:p>
          <a:p>
            <a:pPr marL="228600" lvl="0" indent="-228600" fontAlgn="base">
              <a:spcBef>
                <a:spcPts val="600"/>
              </a:spcBef>
              <a:spcAft>
                <a:spcPct val="0"/>
              </a:spcAft>
              <a:buClr>
                <a:srgbClr val="006699"/>
              </a:buClr>
              <a:buFontTx/>
              <a:buChar char="•"/>
            </a:pPr>
            <a:r>
              <a:rPr lang="en-US" sz="2600">
                <a:solidFill>
                  <a:srgbClr val="000000"/>
                </a:solidFill>
                <a:latin typeface="Segoe UI" pitchFamily="34" charset="0"/>
                <a:ea typeface="Segoe UI" pitchFamily="34" charset="0"/>
                <a:cs typeface="Segoe UI" pitchFamily="34" charset="0"/>
              </a:rPr>
              <a:t>Increase security by using firewalls</a:t>
            </a:r>
          </a:p>
          <a:p>
            <a:pPr marL="228600" lvl="0" indent="-228600" fontAlgn="base">
              <a:spcBef>
                <a:spcPts val="600"/>
              </a:spcBef>
              <a:spcAft>
                <a:spcPct val="0"/>
              </a:spcAft>
              <a:buClr>
                <a:srgbClr val="006699"/>
              </a:buClr>
              <a:buFontTx/>
              <a:buChar char="•"/>
            </a:pPr>
            <a:r>
              <a:rPr lang="en-US" sz="2600">
                <a:solidFill>
                  <a:srgbClr val="000000"/>
                </a:solidFill>
                <a:latin typeface="Segoe UI" pitchFamily="34" charset="0"/>
                <a:ea typeface="Segoe UI" pitchFamily="34" charset="0"/>
                <a:cs typeface="Segoe UI" pitchFamily="34" charset="0"/>
              </a:rPr>
              <a:t>Overcome limitations of current technologies</a:t>
            </a:r>
          </a:p>
          <a:p>
            <a:pPr marL="228600" lvl="0" indent="-228600" fontAlgn="base">
              <a:lnSpc>
                <a:spcPct val="90000"/>
              </a:lnSpc>
              <a:spcBef>
                <a:spcPct val="40000"/>
              </a:spcBef>
              <a:spcAft>
                <a:spcPct val="0"/>
              </a:spcAft>
              <a:buClr>
                <a:srgbClr val="006699"/>
              </a:buClr>
              <a:buFontTx/>
              <a:buChar char="•"/>
            </a:pPr>
            <a:endParaRPr lang="en-US" sz="2400">
              <a:solidFill>
                <a:srgbClr val="000000"/>
              </a:solidFill>
              <a:latin typeface="Segoe UI" pitchFamily="34" charset="0"/>
              <a:ea typeface="Segoe UI" pitchFamily="34" charset="0"/>
              <a:cs typeface="Segoe UI" pitchFamily="34" charset="0"/>
            </a:endParaRPr>
          </a:p>
          <a:p>
            <a:pPr marL="228600" lvl="0" indent="-228600" fontAlgn="base">
              <a:lnSpc>
                <a:spcPct val="90000"/>
              </a:lnSpc>
              <a:spcBef>
                <a:spcPct val="40000"/>
              </a:spcBef>
              <a:spcAft>
                <a:spcPct val="0"/>
              </a:spcAft>
              <a:buClr>
                <a:srgbClr val="006699"/>
              </a:buClr>
              <a:buFontTx/>
              <a:buChar char="•"/>
            </a:pPr>
            <a:endParaRPr lang="en-US" sz="2400">
              <a:solidFill>
                <a:srgbClr val="000000"/>
              </a:solidFill>
              <a:latin typeface="Segoe UI" pitchFamily="34" charset="0"/>
              <a:ea typeface="Segoe UI" pitchFamily="34" charset="0"/>
              <a:cs typeface="Segoe UI" pitchFamily="34" charset="0"/>
            </a:endParaRPr>
          </a:p>
        </p:txBody>
      </p:sp>
      <p:sp>
        <p:nvSpPr>
          <p:cNvPr id="5" name="AutoShape 4"/>
          <p:cNvSpPr>
            <a:spLocks noChangeArrowheads="1"/>
          </p:cNvSpPr>
          <p:nvPr/>
        </p:nvSpPr>
        <p:spPr bwMode="auto">
          <a:xfrm>
            <a:off x="687386" y="1031132"/>
            <a:ext cx="7528544" cy="1177666"/>
          </a:xfrm>
          <a:prstGeom prst="roundRect">
            <a:avLst>
              <a:gd name="adj" fmla="val 4167"/>
            </a:avLst>
          </a:prstGeom>
          <a:noFill/>
          <a:ln w="9525" algn="ctr">
            <a:noFill/>
            <a:round/>
            <a:headEnd/>
            <a:tailEnd/>
          </a:ln>
          <a:effectLst/>
        </p:spPr>
        <p:txBody>
          <a:bodyPr anchor="ctr"/>
          <a:lstStyle/>
          <a:p>
            <a:pPr lvl="0" fontAlgn="base">
              <a:spcBef>
                <a:spcPct val="0"/>
              </a:spcBef>
              <a:spcAft>
                <a:spcPct val="0"/>
              </a:spcAft>
            </a:pPr>
            <a:r>
              <a:rPr lang="en-US" sz="2600">
                <a:solidFill>
                  <a:srgbClr val="000000"/>
                </a:solidFill>
                <a:latin typeface="Segoe UI" pitchFamily="34" charset="0"/>
                <a:ea typeface="Segoe UI" pitchFamily="34" charset="0"/>
                <a:cs typeface="Segoe UI" pitchFamily="34" charset="0"/>
              </a:rPr>
              <a:t>When you subdivide a network into subnets, you create a unique ID for each subnet that is derived from the main network ID</a:t>
            </a:r>
          </a:p>
        </p:txBody>
      </p:sp>
    </p:spTree>
    <p:extLst>
      <p:ext uri="{BB962C8B-B14F-4D97-AF65-F5344CB8AC3E}">
        <p14:creationId xmlns:p14="http://schemas.microsoft.com/office/powerpoint/2010/main" val="39205721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88f9bc03-9a1b-4e94-90a2-cd39670f82f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Calculating Subnet Addresses</a:t>
            </a:r>
            <a:endParaRPr lang="en-CA"/>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When determining subnet addresses you should:</a:t>
            </a:r>
          </a:p>
          <a:p>
            <a:pPr marL="552451" lvl="1" indent="-268288">
              <a:lnSpc>
                <a:spcPct val="90000"/>
              </a:lnSpc>
              <a:spcBef>
                <a:spcPct val="40000"/>
              </a:spcBef>
              <a:buClr>
                <a:srgbClr val="006699"/>
              </a:buClr>
              <a:buFontTx/>
              <a:buChar char="•"/>
            </a:pPr>
            <a:r>
              <a:rPr lang="en-US" sz="2800" kern="0">
                <a:solidFill>
                  <a:srgbClr val="000000"/>
                </a:solidFill>
              </a:rPr>
              <a:t>Choose the number of subnet bits based on the number of subnets required</a:t>
            </a:r>
          </a:p>
          <a:p>
            <a:pPr marL="552451" lvl="1" indent="-268288">
              <a:lnSpc>
                <a:spcPct val="90000"/>
              </a:lnSpc>
              <a:spcBef>
                <a:spcPct val="40000"/>
              </a:spcBef>
              <a:buClr>
                <a:srgbClr val="006699"/>
              </a:buClr>
              <a:buFontTx/>
              <a:buChar char="•"/>
            </a:pPr>
            <a:r>
              <a:rPr lang="en-US" sz="2800" kern="0">
                <a:solidFill>
                  <a:srgbClr val="000000"/>
                </a:solidFill>
              </a:rPr>
              <a:t>Use 2</a:t>
            </a:r>
            <a:r>
              <a:rPr lang="en-US" sz="2800" kern="0" baseline="30000">
                <a:solidFill>
                  <a:srgbClr val="000000"/>
                </a:solidFill>
              </a:rPr>
              <a:t>n</a:t>
            </a:r>
            <a:r>
              <a:rPr lang="en-US" sz="2800" kern="0">
                <a:solidFill>
                  <a:srgbClr val="000000"/>
                </a:solidFill>
              </a:rPr>
              <a:t> to determine the number of subnets available from n bits</a:t>
            </a:r>
          </a:p>
          <a:p>
            <a:pPr marL="0" lvl="0" indent="0">
              <a:lnSpc>
                <a:spcPct val="90000"/>
              </a:lnSpc>
              <a:spcBef>
                <a:spcPct val="40000"/>
              </a:spcBef>
              <a:buClr>
                <a:srgbClr val="006699"/>
              </a:buClr>
              <a:buNone/>
            </a:pPr>
            <a:r>
              <a:rPr lang="en-US" kern="0">
                <a:solidFill>
                  <a:srgbClr val="000000"/>
                </a:solidFill>
              </a:rPr>
              <a:t>For five locations, the following three subnet bits are required:</a:t>
            </a:r>
          </a:p>
          <a:p>
            <a:pPr marL="552451" lvl="1" indent="-268288">
              <a:lnSpc>
                <a:spcPct val="90000"/>
              </a:lnSpc>
              <a:spcBef>
                <a:spcPct val="40000"/>
              </a:spcBef>
              <a:buClr>
                <a:srgbClr val="006699"/>
              </a:buClr>
              <a:buFontTx/>
              <a:buChar char="•"/>
            </a:pPr>
            <a:r>
              <a:rPr lang="en-US" sz="2800" kern="0">
                <a:solidFill>
                  <a:srgbClr val="000000"/>
                </a:solidFill>
              </a:rPr>
              <a:t>5 locations = 5 subnets required</a:t>
            </a:r>
          </a:p>
          <a:p>
            <a:pPr marL="552451" lvl="1" indent="-268288">
              <a:lnSpc>
                <a:spcPct val="90000"/>
              </a:lnSpc>
              <a:spcBef>
                <a:spcPct val="40000"/>
              </a:spcBef>
              <a:buClr>
                <a:srgbClr val="006699"/>
              </a:buClr>
              <a:buFontTx/>
              <a:buChar char="•"/>
            </a:pPr>
            <a:r>
              <a:rPr lang="en-US" sz="2800" kern="0">
                <a:solidFill>
                  <a:srgbClr val="000000"/>
                </a:solidFill>
              </a:rPr>
              <a:t>2</a:t>
            </a:r>
            <a:r>
              <a:rPr lang="en-US" sz="2800" kern="0" baseline="30000">
                <a:solidFill>
                  <a:srgbClr val="000000"/>
                </a:solidFill>
              </a:rPr>
              <a:t>2</a:t>
            </a:r>
            <a:r>
              <a:rPr lang="en-US" sz="2800" kern="0">
                <a:solidFill>
                  <a:srgbClr val="000000"/>
                </a:solidFill>
              </a:rPr>
              <a:t> = 4 subnets (not enough)</a:t>
            </a:r>
          </a:p>
          <a:p>
            <a:pPr marL="552451" lvl="1" indent="-268288">
              <a:lnSpc>
                <a:spcPct val="90000"/>
              </a:lnSpc>
              <a:spcBef>
                <a:spcPct val="40000"/>
              </a:spcBef>
              <a:buClr>
                <a:srgbClr val="006699"/>
              </a:buClr>
              <a:buFontTx/>
              <a:buChar char="•"/>
            </a:pPr>
            <a:r>
              <a:rPr lang="en-US" sz="2800" kern="0">
                <a:solidFill>
                  <a:srgbClr val="000000"/>
                </a:solidFill>
              </a:rPr>
              <a:t>2</a:t>
            </a:r>
            <a:r>
              <a:rPr lang="en-US" sz="2800" kern="0" baseline="30000">
                <a:solidFill>
                  <a:srgbClr val="000000"/>
                </a:solidFill>
              </a:rPr>
              <a:t>3</a:t>
            </a:r>
            <a:r>
              <a:rPr lang="en-US" sz="2800" kern="0">
                <a:solidFill>
                  <a:srgbClr val="000000"/>
                </a:solidFill>
              </a:rPr>
              <a:t> = 8 subnets</a:t>
            </a:r>
          </a:p>
        </p:txBody>
      </p:sp>
    </p:spTree>
    <p:extLst>
      <p:ext uri="{BB962C8B-B14F-4D97-AF65-F5344CB8AC3E}">
        <p14:creationId xmlns:p14="http://schemas.microsoft.com/office/powerpoint/2010/main" val="322645855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6da452fc-d371-4521-aea4-346994e2b4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Calculating Host Addresses</a:t>
            </a:r>
            <a:endParaRPr lang="en-CA"/>
          </a:p>
        </p:txBody>
      </p:sp>
      <p:sp>
        <p:nvSpPr>
          <p:cNvPr id="4" name="Rounded Rectangle 844803"/>
          <p:cNvSpPr>
            <a:spLocks noChangeArrowheads="1"/>
          </p:cNvSpPr>
          <p:nvPr/>
        </p:nvSpPr>
        <p:spPr bwMode="auto">
          <a:xfrm>
            <a:off x="610122" y="3943348"/>
            <a:ext cx="7738136" cy="1049994"/>
          </a:xfrm>
          <a:prstGeom prst="roundRect">
            <a:avLst>
              <a:gd name="adj" fmla="val 4167"/>
            </a:avLst>
          </a:prstGeom>
          <a:noFill/>
          <a:ln w="9525" algn="ctr">
            <a:noFill/>
            <a:round/>
            <a:headEnd/>
            <a:tailEnd/>
          </a:ln>
          <a:effectLst/>
        </p:spPr>
        <p:txBody>
          <a:bodyPr/>
          <a:lstStyle/>
          <a:p>
            <a:pPr lvl="0" fontAlgn="base">
              <a:spcBef>
                <a:spcPct val="0"/>
              </a:spcBef>
              <a:spcAft>
                <a:spcPct val="0"/>
              </a:spcAft>
            </a:pPr>
            <a:endParaRPr lang="en-US" sz="2600">
              <a:solidFill>
                <a:srgbClr val="000000"/>
              </a:solidFill>
              <a:latin typeface="Segoe UI" pitchFamily="34" charset="0"/>
              <a:ea typeface="Segoe UI" pitchFamily="34" charset="0"/>
              <a:cs typeface="Segoe UI" pitchFamily="34" charset="0"/>
            </a:endParaRPr>
          </a:p>
        </p:txBody>
      </p:sp>
      <p:sp>
        <p:nvSpPr>
          <p:cNvPr id="5" name="Content Placeholder 1"/>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nSpc>
                <a:spcPct val="90000"/>
              </a:lnSpc>
              <a:spcBef>
                <a:spcPct val="40000"/>
              </a:spcBef>
              <a:buClr>
                <a:srgbClr val="006699"/>
              </a:buClr>
              <a:buNone/>
            </a:pPr>
            <a:r>
              <a:rPr lang="en-US" kern="0">
                <a:solidFill>
                  <a:srgbClr val="000000"/>
                </a:solidFill>
              </a:rPr>
              <a:t>When determining host addresses you should:</a:t>
            </a:r>
          </a:p>
          <a:p>
            <a:pPr marL="461963" lvl="1" indent="-177800">
              <a:lnSpc>
                <a:spcPct val="90000"/>
              </a:lnSpc>
              <a:spcBef>
                <a:spcPct val="40000"/>
              </a:spcBef>
              <a:buClr>
                <a:srgbClr val="006699"/>
              </a:buClr>
              <a:buFontTx/>
              <a:buChar char="•"/>
            </a:pPr>
            <a:r>
              <a:rPr lang="en-US" sz="2800" kern="0">
                <a:solidFill>
                  <a:srgbClr val="000000"/>
                </a:solidFill>
              </a:rPr>
              <a:t>Choose the number of host bits based on the number of hosts that you require on each subnet</a:t>
            </a:r>
          </a:p>
          <a:p>
            <a:pPr marL="461963" lvl="1" indent="-177800">
              <a:lnSpc>
                <a:spcPct val="90000"/>
              </a:lnSpc>
              <a:spcBef>
                <a:spcPct val="40000"/>
              </a:spcBef>
              <a:buClr>
                <a:srgbClr val="006699"/>
              </a:buClr>
              <a:buFontTx/>
              <a:buChar char="•"/>
            </a:pPr>
            <a:r>
              <a:rPr lang="en-US" sz="2800" kern="0">
                <a:solidFill>
                  <a:srgbClr val="000000"/>
                </a:solidFill>
              </a:rPr>
              <a:t>Use 2</a:t>
            </a:r>
            <a:r>
              <a:rPr lang="en-US" sz="2800" kern="0" baseline="30000">
                <a:solidFill>
                  <a:srgbClr val="000000"/>
                </a:solidFill>
              </a:rPr>
              <a:t>n</a:t>
            </a:r>
            <a:r>
              <a:rPr lang="en-US" sz="2800" kern="0">
                <a:solidFill>
                  <a:srgbClr val="000000"/>
                </a:solidFill>
              </a:rPr>
              <a:t>-2 to determine the number of hosts that are available on each subnet</a:t>
            </a:r>
          </a:p>
          <a:p>
            <a:pPr marL="0" lvl="0" indent="0">
              <a:lnSpc>
                <a:spcPct val="90000"/>
              </a:lnSpc>
              <a:spcBef>
                <a:spcPct val="40000"/>
              </a:spcBef>
              <a:buClr>
                <a:srgbClr val="006699"/>
              </a:buClr>
              <a:buNone/>
            </a:pPr>
            <a:r>
              <a:rPr lang="en-US" kern="0">
                <a:solidFill>
                  <a:srgbClr val="000000"/>
                </a:solidFill>
              </a:rPr>
              <a:t>For subnets with 100 hosts, seven host bits are required:</a:t>
            </a:r>
          </a:p>
          <a:p>
            <a:pPr lvl="1">
              <a:lnSpc>
                <a:spcPct val="90000"/>
              </a:lnSpc>
              <a:spcBef>
                <a:spcPct val="40000"/>
              </a:spcBef>
              <a:buClr>
                <a:srgbClr val="006699"/>
              </a:buClr>
              <a:buFontTx/>
              <a:buChar char="•"/>
            </a:pPr>
            <a:r>
              <a:rPr lang="en-US" sz="2800" kern="0">
                <a:solidFill>
                  <a:srgbClr val="000000"/>
                </a:solidFill>
              </a:rPr>
              <a:t> 2</a:t>
            </a:r>
            <a:r>
              <a:rPr lang="en-US" sz="2800" kern="0" baseline="30000">
                <a:solidFill>
                  <a:srgbClr val="000000"/>
                </a:solidFill>
              </a:rPr>
              <a:t>6</a:t>
            </a:r>
            <a:r>
              <a:rPr lang="en-US" sz="2800" kern="0">
                <a:solidFill>
                  <a:srgbClr val="000000"/>
                </a:solidFill>
              </a:rPr>
              <a:t>-2 = 62 hosts (not enough)</a:t>
            </a:r>
          </a:p>
          <a:p>
            <a:pPr lvl="1">
              <a:lnSpc>
                <a:spcPct val="90000"/>
              </a:lnSpc>
              <a:spcBef>
                <a:spcPct val="40000"/>
              </a:spcBef>
              <a:buClr>
                <a:srgbClr val="006699"/>
              </a:buClr>
              <a:buFontTx/>
              <a:buChar char="•"/>
            </a:pPr>
            <a:r>
              <a:rPr lang="en-US" sz="2800" kern="0">
                <a:solidFill>
                  <a:srgbClr val="000000"/>
                </a:solidFill>
              </a:rPr>
              <a:t> 2</a:t>
            </a:r>
            <a:r>
              <a:rPr lang="en-US" sz="2800" kern="0" baseline="30000">
                <a:solidFill>
                  <a:srgbClr val="000000"/>
                </a:solidFill>
              </a:rPr>
              <a:t>7</a:t>
            </a:r>
            <a:r>
              <a:rPr lang="en-US" sz="2800" kern="0">
                <a:solidFill>
                  <a:srgbClr val="000000"/>
                </a:solidFill>
              </a:rPr>
              <a:t>-2 = 126 hosts</a:t>
            </a:r>
          </a:p>
        </p:txBody>
      </p:sp>
    </p:spTree>
    <p:extLst>
      <p:ext uri="{BB962C8B-B14F-4D97-AF65-F5344CB8AC3E}">
        <p14:creationId xmlns:p14="http://schemas.microsoft.com/office/powerpoint/2010/main" val="39696224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2a1edb57-352f-4e08-aef8-a894d7f3a39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Discussion: Creating a Subnetting Scheme for a New Office</a:t>
            </a:r>
            <a:endParaRPr lang="en-CA"/>
          </a:p>
        </p:txBody>
      </p:sp>
      <p:sp>
        <p:nvSpPr>
          <p:cNvPr id="4" name="Content Placeholder 2" descr="&quot;&quot;"/>
          <p:cNvSpPr txBox="1">
            <a:spLocks/>
          </p:cNvSpPr>
          <p:nvPr/>
        </p:nvSpPr>
        <p:spPr>
          <a:xfrm>
            <a:off x="573088" y="1220788"/>
            <a:ext cx="7169815" cy="4386262"/>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US" sz="2600" kern="0">
                <a:solidFill>
                  <a:srgbClr val="000000"/>
                </a:solidFill>
              </a:rPr>
              <a:t>How many subnets are required?</a:t>
            </a:r>
          </a:p>
          <a:p>
            <a:pPr lvl="0"/>
            <a:r>
              <a:rPr lang="en-US" sz="2600" kern="0">
                <a:solidFill>
                  <a:srgbClr val="000000"/>
                </a:solidFill>
              </a:rPr>
              <a:t>How many bits are required to create that number of subnets?</a:t>
            </a:r>
          </a:p>
          <a:p>
            <a:pPr lvl="0"/>
            <a:r>
              <a:rPr lang="en-US" sz="2600" kern="0">
                <a:solidFill>
                  <a:srgbClr val="000000"/>
                </a:solidFill>
              </a:rPr>
              <a:t>How many hosts are required on each subnet?</a:t>
            </a:r>
          </a:p>
          <a:p>
            <a:pPr lvl="0"/>
            <a:r>
              <a:rPr lang="en-US" sz="2600" kern="0">
                <a:solidFill>
                  <a:srgbClr val="000000"/>
                </a:solidFill>
              </a:rPr>
              <a:t>How many bits are required to support that number of hosts?</a:t>
            </a:r>
          </a:p>
          <a:p>
            <a:pPr lvl="0"/>
            <a:r>
              <a:rPr lang="en-US" sz="2600" kern="0">
                <a:solidFill>
                  <a:srgbClr val="000000"/>
                </a:solidFill>
              </a:rPr>
              <a:t>What is an appropriate subnet mask that would satisfy these requirements? </a:t>
            </a:r>
          </a:p>
        </p:txBody>
      </p:sp>
      <p:sp>
        <p:nvSpPr>
          <p:cNvPr id="5" name="TextBox 4" descr="&quot;&quot;"/>
          <p:cNvSpPr txBox="1"/>
          <p:nvPr/>
        </p:nvSpPr>
        <p:spPr>
          <a:xfrm>
            <a:off x="6924716" y="5750842"/>
            <a:ext cx="1518942" cy="400110"/>
          </a:xfrm>
          <a:prstGeom prst="rect">
            <a:avLst/>
          </a:prstGeom>
          <a:noFill/>
        </p:spPr>
        <p:txBody>
          <a:bodyPr wrap="none" rtlCol="0">
            <a:spAutoFit/>
          </a:bodyPr>
          <a:lstStyle/>
          <a:p>
            <a:pPr lvl="0" fontAlgn="base">
              <a:spcBef>
                <a:spcPct val="0"/>
              </a:spcBef>
              <a:spcAft>
                <a:spcPct val="0"/>
              </a:spcAft>
            </a:pPr>
            <a:r>
              <a:rPr lang="en-CA" sz="2000" b="1">
                <a:solidFill>
                  <a:srgbClr val="000000"/>
                </a:solidFill>
                <a:latin typeface="Segoe UI" pitchFamily="34" charset="0"/>
                <a:ea typeface="Segoe UI" pitchFamily="34" charset="0"/>
                <a:cs typeface="Segoe UI" pitchFamily="34" charset="0"/>
              </a:rPr>
              <a:t>20 minutes</a:t>
            </a:r>
          </a:p>
        </p:txBody>
      </p:sp>
      <p:pic>
        <p:nvPicPr>
          <p:cNvPr id="6" name="Picture 5" descr="A drawing of a clock is labeled “20 minut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98709" y="4645336"/>
            <a:ext cx="970955" cy="1105506"/>
          </a:xfrm>
          <a:prstGeom prst="rect">
            <a:avLst/>
          </a:prstGeom>
        </p:spPr>
      </p:pic>
    </p:spTree>
    <p:extLst>
      <p:ext uri="{BB962C8B-B14F-4D97-AF65-F5344CB8AC3E}">
        <p14:creationId xmlns:p14="http://schemas.microsoft.com/office/powerpoint/2010/main" val="6092739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6b164732-d641-4a09-9c3d-f9f7069348e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What Is Supernetting?</a:t>
            </a:r>
            <a:endParaRPr lang="en-CA"/>
          </a:p>
        </p:txBody>
      </p:sp>
      <p:sp>
        <p:nvSpPr>
          <p:cNvPr id="4" name="Content Placeholder 2"/>
          <p:cNvSpPr txBox="1">
            <a:spLocks/>
          </p:cNvSpPr>
          <p:nvPr/>
        </p:nvSpPr>
        <p:spPr>
          <a:xfrm>
            <a:off x="712922" y="945397"/>
            <a:ext cx="7547676" cy="2691884"/>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spcBef>
                <a:spcPts val="300"/>
              </a:spcBef>
            </a:pPr>
            <a:r>
              <a:rPr lang="en-US" sz="2600" kern="0">
                <a:solidFill>
                  <a:srgbClr val="000000"/>
                </a:solidFill>
              </a:rPr>
              <a:t>Supernetting combines multiple small networks into a larger network</a:t>
            </a:r>
          </a:p>
          <a:p>
            <a:pPr lvl="0">
              <a:spcBef>
                <a:spcPts val="300"/>
              </a:spcBef>
            </a:pPr>
            <a:r>
              <a:rPr lang="en-US" sz="2600" kern="0">
                <a:solidFill>
                  <a:srgbClr val="000000"/>
                </a:solidFill>
              </a:rPr>
              <a:t>The networks that you combine must be contiguous</a:t>
            </a:r>
          </a:p>
          <a:p>
            <a:pPr lvl="0">
              <a:spcBef>
                <a:spcPts val="300"/>
              </a:spcBef>
            </a:pPr>
            <a:r>
              <a:rPr lang="en-CA" sz="2600" kern="0">
                <a:solidFill>
                  <a:srgbClr val="000000"/>
                </a:solidFill>
              </a:rPr>
              <a:t>The following table shows an example of supernetting two class C networks</a:t>
            </a:r>
            <a:endParaRPr lang="en-US" sz="2400" kern="0">
              <a:solidFill>
                <a:srgbClr val="000000"/>
              </a:solidFill>
            </a:endParaRPr>
          </a:p>
          <a:p>
            <a:pPr lvl="0"/>
            <a:endParaRPr lang="en-US" sz="2400" kern="0">
              <a:solidFill>
                <a:srgbClr val="000000"/>
              </a:solidFill>
            </a:endParaRPr>
          </a:p>
          <a:p>
            <a:pPr lvl="0"/>
            <a:endParaRPr lang="en-US" sz="2400" kern="0">
              <a:solidFill>
                <a:srgbClr val="00000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690188560"/>
              </p:ext>
            </p:extLst>
          </p:nvPr>
        </p:nvGraphicFramePr>
        <p:xfrm>
          <a:off x="409186" y="3515360"/>
          <a:ext cx="8409694" cy="2663973"/>
        </p:xfrm>
        <a:graphic>
          <a:graphicData uri="http://schemas.openxmlformats.org/drawingml/2006/table">
            <a:tbl>
              <a:tblPr firstRow="1" bandRow="1">
                <a:tableStyleId>{21E4AEA4-8DFA-4A89-87EB-49C32662AFE0}</a:tableStyleId>
              </a:tblPr>
              <a:tblGrid>
                <a:gridCol w="4440943"/>
                <a:gridCol w="3968751"/>
              </a:tblGrid>
              <a:tr h="473738">
                <a:tc>
                  <a:txBody>
                    <a:bodyPr/>
                    <a:lstStyle/>
                    <a:p>
                      <a:pPr algn="ctr">
                        <a:lnSpc>
                          <a:spcPct val="115000"/>
                        </a:lnSpc>
                        <a:spcAft>
                          <a:spcPts val="0"/>
                        </a:spcAft>
                      </a:pPr>
                      <a:r>
                        <a:rPr lang="en-US" sz="2400">
                          <a:effectLst/>
                          <a:latin typeface="Segoe UI" pitchFamily="34" charset="0"/>
                          <a:ea typeface="Segoe UI" pitchFamily="34" charset="0"/>
                          <a:cs typeface="Segoe UI" pitchFamily="34" charset="0"/>
                        </a:rPr>
                        <a:t>Network</a:t>
                      </a:r>
                      <a:endParaRPr lang="en-CA" sz="2400">
                        <a:effectLst/>
                        <a:latin typeface="Segoe UI" pitchFamily="34" charset="0"/>
                        <a:ea typeface="Segoe UI" pitchFamily="34" charset="0"/>
                        <a:cs typeface="Segoe UI" pitchFamily="34" charset="0"/>
                      </a:endParaRPr>
                    </a:p>
                  </a:txBody>
                  <a:tcPr marL="68580" marR="68580" marT="0" marB="0"/>
                </a:tc>
                <a:tc>
                  <a:txBody>
                    <a:bodyPr/>
                    <a:lstStyle/>
                    <a:p>
                      <a:pPr algn="ctr">
                        <a:lnSpc>
                          <a:spcPct val="115000"/>
                        </a:lnSpc>
                        <a:spcAft>
                          <a:spcPts val="0"/>
                        </a:spcAft>
                      </a:pPr>
                      <a:r>
                        <a:rPr lang="en-US" sz="2400">
                          <a:effectLst/>
                          <a:latin typeface="Segoe UI" pitchFamily="34" charset="0"/>
                          <a:ea typeface="Segoe UI" pitchFamily="34" charset="0"/>
                          <a:cs typeface="Segoe UI" pitchFamily="34" charset="0"/>
                        </a:rPr>
                        <a:t>Range</a:t>
                      </a:r>
                      <a:endParaRPr lang="en-CA" sz="2400">
                        <a:effectLst/>
                        <a:latin typeface="Segoe UI" pitchFamily="34" charset="0"/>
                        <a:ea typeface="Segoe UI" pitchFamily="34" charset="0"/>
                        <a:cs typeface="Segoe UI" pitchFamily="34" charset="0"/>
                      </a:endParaRPr>
                    </a:p>
                  </a:txBody>
                  <a:tcPr marL="68580" marR="68580" marT="0" marB="0"/>
                </a:tc>
              </a:tr>
              <a:tr h="768490">
                <a:tc>
                  <a:txBody>
                    <a:bodyPr/>
                    <a:lstStyle/>
                    <a:p>
                      <a:pPr algn="ctr">
                        <a:lnSpc>
                          <a:spcPct val="115000"/>
                        </a:lnSpc>
                        <a:spcAft>
                          <a:spcPts val="0"/>
                        </a:spcAft>
                      </a:pPr>
                      <a:r>
                        <a:rPr lang="en-US" sz="2200">
                          <a:effectLst/>
                          <a:latin typeface="Segoe UI" pitchFamily="34" charset="0"/>
                          <a:ea typeface="Segoe UI" pitchFamily="34" charset="0"/>
                          <a:cs typeface="Segoe UI" pitchFamily="34" charset="0"/>
                        </a:rPr>
                        <a:t>192.168.</a:t>
                      </a:r>
                      <a:r>
                        <a:rPr lang="en-US" sz="2200" b="1">
                          <a:effectLst/>
                          <a:latin typeface="Segoe UI" pitchFamily="34" charset="0"/>
                          <a:ea typeface="Segoe UI" pitchFamily="34" charset="0"/>
                          <a:cs typeface="Segoe UI" pitchFamily="34" charset="0"/>
                        </a:rPr>
                        <a:t>00010000</a:t>
                      </a:r>
                      <a:r>
                        <a:rPr lang="en-US" sz="2200">
                          <a:effectLst/>
                          <a:latin typeface="Segoe UI" pitchFamily="34" charset="0"/>
                          <a:ea typeface="Segoe UI" pitchFamily="34" charset="0"/>
                          <a:cs typeface="Segoe UI" pitchFamily="34" charset="0"/>
                        </a:rPr>
                        <a:t>.00000000/24</a:t>
                      </a:r>
                      <a:endParaRPr lang="en-CA" sz="2200">
                        <a:effectLst/>
                        <a:latin typeface="Segoe UI" pitchFamily="34" charset="0"/>
                        <a:ea typeface="Segoe UI" pitchFamily="34" charset="0"/>
                        <a:cs typeface="Segoe UI" pitchFamily="34" charset="0"/>
                      </a:endParaRPr>
                    </a:p>
                  </a:txBody>
                  <a:tcPr marL="68580" marR="68580" marT="0" marB="0" anchor="ctr"/>
                </a:tc>
                <a:tc>
                  <a:txBody>
                    <a:bodyPr/>
                    <a:lstStyle/>
                    <a:p>
                      <a:pPr algn="ctr">
                        <a:lnSpc>
                          <a:spcPct val="115000"/>
                        </a:lnSpc>
                        <a:spcAft>
                          <a:spcPts val="0"/>
                        </a:spcAft>
                      </a:pPr>
                      <a:r>
                        <a:rPr lang="en-US" sz="2200" smtClean="0">
                          <a:effectLst/>
                          <a:latin typeface="Segoe UI" pitchFamily="34" charset="0"/>
                          <a:ea typeface="Segoe UI" pitchFamily="34" charset="0"/>
                          <a:cs typeface="Segoe UI" pitchFamily="34" charset="0"/>
                        </a:rPr>
                        <a:t>192.168.16.0 - 192.168.16.255</a:t>
                      </a:r>
                      <a:endParaRPr lang="en-CA" sz="2200">
                        <a:effectLst/>
                        <a:latin typeface="Segoe UI" pitchFamily="34" charset="0"/>
                        <a:ea typeface="Segoe UI" pitchFamily="34" charset="0"/>
                        <a:cs typeface="Segoe UI" pitchFamily="34" charset="0"/>
                      </a:endParaRPr>
                    </a:p>
                  </a:txBody>
                  <a:tcPr marL="68580" marR="68580" marT="0" marB="0" anchor="ctr"/>
                </a:tc>
              </a:tr>
              <a:tr h="784210">
                <a:tc>
                  <a:txBody>
                    <a:bodyPr/>
                    <a:lstStyle/>
                    <a:p>
                      <a:pPr algn="ctr">
                        <a:lnSpc>
                          <a:spcPct val="115000"/>
                        </a:lnSpc>
                        <a:spcAft>
                          <a:spcPts val="0"/>
                        </a:spcAft>
                      </a:pPr>
                      <a:r>
                        <a:rPr lang="en-US" sz="2200">
                          <a:effectLst/>
                          <a:latin typeface="Segoe UI" pitchFamily="34" charset="0"/>
                          <a:ea typeface="Segoe UI" pitchFamily="34" charset="0"/>
                          <a:cs typeface="Segoe UI" pitchFamily="34" charset="0"/>
                        </a:rPr>
                        <a:t>192.168.</a:t>
                      </a:r>
                      <a:r>
                        <a:rPr lang="en-US" sz="2200" b="1">
                          <a:effectLst/>
                          <a:latin typeface="Segoe UI" pitchFamily="34" charset="0"/>
                          <a:ea typeface="Segoe UI" pitchFamily="34" charset="0"/>
                          <a:cs typeface="Segoe UI" pitchFamily="34" charset="0"/>
                        </a:rPr>
                        <a:t>00010001</a:t>
                      </a:r>
                      <a:r>
                        <a:rPr lang="en-US" sz="2200">
                          <a:effectLst/>
                          <a:latin typeface="Segoe UI" pitchFamily="34" charset="0"/>
                          <a:ea typeface="Segoe UI" pitchFamily="34" charset="0"/>
                          <a:cs typeface="Segoe UI" pitchFamily="34" charset="0"/>
                        </a:rPr>
                        <a:t>.00000000/24</a:t>
                      </a:r>
                      <a:endParaRPr lang="en-CA" sz="2200">
                        <a:effectLst/>
                        <a:latin typeface="Segoe UI" pitchFamily="34" charset="0"/>
                        <a:ea typeface="Segoe UI" pitchFamily="34" charset="0"/>
                        <a:cs typeface="Segoe UI" pitchFamily="34" charset="0"/>
                      </a:endParaRPr>
                    </a:p>
                  </a:txBody>
                  <a:tcPr marL="68580" marR="68580" marT="0" marB="0" anchor="ctr"/>
                </a:tc>
                <a:tc>
                  <a:txBody>
                    <a:bodyPr/>
                    <a:lstStyle/>
                    <a:p>
                      <a:pPr algn="ctr">
                        <a:lnSpc>
                          <a:spcPct val="115000"/>
                        </a:lnSpc>
                        <a:spcAft>
                          <a:spcPts val="0"/>
                        </a:spcAft>
                      </a:pPr>
                      <a:r>
                        <a:rPr lang="en-US" sz="2200" smtClean="0">
                          <a:effectLst/>
                          <a:latin typeface="Segoe UI" pitchFamily="34" charset="0"/>
                          <a:ea typeface="Segoe UI" pitchFamily="34" charset="0"/>
                          <a:cs typeface="Segoe UI" pitchFamily="34" charset="0"/>
                        </a:rPr>
                        <a:t>192.168.17.0 - 192.168.17.255</a:t>
                      </a:r>
                      <a:endParaRPr lang="en-CA" sz="2200">
                        <a:effectLst/>
                        <a:latin typeface="Segoe UI" pitchFamily="34" charset="0"/>
                        <a:ea typeface="Segoe UI" pitchFamily="34" charset="0"/>
                        <a:cs typeface="Segoe UI" pitchFamily="34" charset="0"/>
                      </a:endParaRPr>
                    </a:p>
                  </a:txBody>
                  <a:tcPr marL="68580" marR="68580" marT="0" marB="0" anchor="ctr"/>
                </a:tc>
              </a:tr>
              <a:tr h="637535">
                <a:tc>
                  <a:txBody>
                    <a:bodyPr/>
                    <a:lstStyle/>
                    <a:p>
                      <a:pPr algn="ctr">
                        <a:lnSpc>
                          <a:spcPct val="115000"/>
                        </a:lnSpc>
                        <a:spcAft>
                          <a:spcPts val="0"/>
                        </a:spcAft>
                      </a:pPr>
                      <a:r>
                        <a:rPr lang="en-US" sz="2200">
                          <a:effectLst/>
                          <a:latin typeface="Segoe UI" pitchFamily="34" charset="0"/>
                          <a:ea typeface="Segoe UI" pitchFamily="34" charset="0"/>
                          <a:cs typeface="Segoe UI" pitchFamily="34" charset="0"/>
                        </a:rPr>
                        <a:t>192.168.</a:t>
                      </a:r>
                      <a:r>
                        <a:rPr lang="en-US" sz="2200" b="1">
                          <a:effectLst/>
                          <a:latin typeface="Segoe UI" pitchFamily="34" charset="0"/>
                          <a:ea typeface="Segoe UI" pitchFamily="34" charset="0"/>
                          <a:cs typeface="Segoe UI" pitchFamily="34" charset="0"/>
                        </a:rPr>
                        <a:t>00010000</a:t>
                      </a:r>
                      <a:r>
                        <a:rPr lang="en-US" sz="2200">
                          <a:effectLst/>
                          <a:latin typeface="Segoe UI" pitchFamily="34" charset="0"/>
                          <a:ea typeface="Segoe UI" pitchFamily="34" charset="0"/>
                          <a:cs typeface="Segoe UI" pitchFamily="34" charset="0"/>
                        </a:rPr>
                        <a:t>.00000000/23</a:t>
                      </a:r>
                      <a:endParaRPr lang="en-CA" sz="2200">
                        <a:effectLst/>
                        <a:latin typeface="Segoe UI" pitchFamily="34" charset="0"/>
                        <a:ea typeface="Segoe UI" pitchFamily="34" charset="0"/>
                        <a:cs typeface="Segoe UI" pitchFamily="34" charset="0"/>
                      </a:endParaRPr>
                    </a:p>
                  </a:txBody>
                  <a:tcPr marL="68580" marR="68580" marT="0" marB="0" anchor="ctr"/>
                </a:tc>
                <a:tc>
                  <a:txBody>
                    <a:bodyPr/>
                    <a:lstStyle/>
                    <a:p>
                      <a:pPr algn="ctr">
                        <a:lnSpc>
                          <a:spcPct val="115000"/>
                        </a:lnSpc>
                        <a:spcAft>
                          <a:spcPts val="0"/>
                        </a:spcAft>
                      </a:pPr>
                      <a:r>
                        <a:rPr lang="en-US" sz="2200" smtClean="0">
                          <a:effectLst/>
                          <a:latin typeface="Segoe UI" pitchFamily="34" charset="0"/>
                          <a:ea typeface="Segoe UI" pitchFamily="34" charset="0"/>
                          <a:cs typeface="Segoe UI" pitchFamily="34" charset="0"/>
                        </a:rPr>
                        <a:t>192.168.16.0 - 192.168.17.255</a:t>
                      </a:r>
                      <a:endParaRPr lang="en-CA" sz="2200">
                        <a:effectLst/>
                        <a:latin typeface="Segoe UI" pitchFamily="34" charset="0"/>
                        <a:ea typeface="Segoe UI" pitchFamily="34" charset="0"/>
                        <a:cs typeface="Segoe UI" pitchFamily="34" charset="0"/>
                      </a:endParaRPr>
                    </a:p>
                  </a:txBody>
                  <a:tcPr marL="68580" marR="68580" marT="0" marB="0" anchor="ctr"/>
                </a:tc>
              </a:tr>
            </a:tbl>
          </a:graphicData>
        </a:graphic>
      </p:graphicFrame>
    </p:spTree>
    <p:extLst>
      <p:ext uri="{BB962C8B-B14F-4D97-AF65-F5344CB8AC3E}">
        <p14:creationId xmlns:p14="http://schemas.microsoft.com/office/powerpoint/2010/main" val="28957714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name="3404023f-a7de-4dc7-a7fc-fc544a30676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Lesson 4: Configuring and Troubleshooting IPv4</a:t>
            </a:r>
            <a:endParaRPr lang="en-CA"/>
          </a:p>
        </p:txBody>
      </p:sp>
      <p:sp>
        <p:nvSpPr>
          <p:cNvPr id="3" name="Text Placeholder 2"/>
          <p:cNvSpPr>
            <a:spLocks noGrp="1"/>
          </p:cNvSpPr>
          <p:nvPr>
            <p:ph type="body" idx="1"/>
          </p:nvPr>
        </p:nvSpPr>
        <p:spPr/>
        <p:txBody>
          <a:bodyPr/>
          <a:lstStyle/>
          <a:p>
            <a:r>
              <a:rPr lang="en-CA" smtClean="0"/>
              <a:t>Configuring IPv4 Manually
Configuring IPv4 Automatically
Using Windows PowerShell Cmdlets to Troubleshoot IPv4
IPv4 Troubleshooting Tools
The IPv4 Troubleshooting Process
What Is Microsoft Message Analyzer?
Demonstration: How to Capture and Analyze Network Traffic by Using Microsoft Message Analyzer</a:t>
            </a:r>
            <a:endParaRPr lang="en-CA"/>
          </a:p>
        </p:txBody>
      </p:sp>
    </p:spTree>
    <p:extLst>
      <p:ext uri="{BB962C8B-B14F-4D97-AF65-F5344CB8AC3E}">
        <p14:creationId xmlns:p14="http://schemas.microsoft.com/office/powerpoint/2010/main" val="7183613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name="f995cba6-e135-4109-b726-6b28c2ef7b8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Configuring IPv4 Manually</a:t>
            </a:r>
            <a:endParaRPr lang="en-CA"/>
          </a:p>
        </p:txBody>
      </p:sp>
      <p:pic>
        <p:nvPicPr>
          <p:cNvPr id="4" name="frame 1 alt-text, screen shot" descr="A screen shot of the Internet Protocol Version 4 (TCP/IPv4) Properties window to illustrate the settings involved when configuring an IP address. The settings shown are:&#10;• Obtain an IP address automatically (not selected).&#10;• Use the following IP address (selected): IP address, Subnet mask, Default gateway.&#10;• Obtain DNS server address automatically (not selected).&#10;• Use the following DNS server addresses (selected): Preferred DNS server, Alternate DNS server."/>
          <p:cNvPicPr>
            <a:picLocks/>
          </p:cNvPicPr>
          <p:nvPr/>
        </p:nvPicPr>
        <p:blipFill>
          <a:blip r:embed="rId3"/>
          <a:stretch>
            <a:fillRect/>
          </a:stretch>
        </p:blipFill>
        <p:spPr>
          <a:xfrm>
            <a:off x="1864562" y="906289"/>
            <a:ext cx="5376862" cy="5837237"/>
          </a:xfrm>
          <a:prstGeom prst="rect">
            <a:avLst/>
          </a:prstGeom>
        </p:spPr>
      </p:pic>
      <p:pic>
        <p:nvPicPr>
          <p:cNvPr id="5" name="pla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7125" y="588369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87769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name="27b809f2-4651-4d0b-8446-b51f3882736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Configuring IPv4 Manually</a:t>
            </a:r>
            <a:endParaRPr lang="en-CA"/>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25" y="5876925"/>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Group 6"/>
          <p:cNvGrpSpPr/>
          <p:nvPr/>
        </p:nvGrpSpPr>
        <p:grpSpPr>
          <a:xfrm>
            <a:off x="629601" y="4197329"/>
            <a:ext cx="7674293" cy="1503672"/>
            <a:chOff x="582294" y="1214885"/>
            <a:chExt cx="7674293" cy="1503672"/>
          </a:xfrm>
        </p:grpSpPr>
        <p:sp>
          <p:nvSpPr>
            <p:cNvPr id="8" name="example 1 title" descr="&quot;&quot;"/>
            <p:cNvSpPr txBox="1"/>
            <p:nvPr/>
          </p:nvSpPr>
          <p:spPr>
            <a:xfrm>
              <a:off x="582294" y="1214885"/>
              <a:ext cx="6216712" cy="461665"/>
            </a:xfrm>
            <a:prstGeom prst="rect">
              <a:avLst/>
            </a:prstGeom>
            <a:noFill/>
          </p:spPr>
          <p:txBody>
            <a:bodyPr wrap="square" rtlCol="0">
              <a:spAutoFit/>
            </a:bodyPr>
            <a:lstStyle/>
            <a:p>
              <a:pPr algn="l">
                <a:spcAft>
                  <a:spcPts val="600"/>
                </a:spcAft>
              </a:pPr>
              <a:r>
                <a:rPr lang="en-CA" sz="2400" b="0">
                  <a:latin typeface="Segoe UI" pitchFamily="34" charset="0"/>
                  <a:ea typeface="Segoe UI" pitchFamily="34" charset="0"/>
                  <a:cs typeface="Segoe UI" pitchFamily="34" charset="0"/>
                </a:rPr>
                <a:t>Example using the </a:t>
              </a:r>
              <a:r>
                <a:rPr lang="en-CA" sz="2400" b="0" err="1">
                  <a:latin typeface="Segoe UI" pitchFamily="34" charset="0"/>
                  <a:ea typeface="Segoe UI" pitchFamily="34" charset="0"/>
                  <a:cs typeface="Segoe UI" pitchFamily="34" charset="0"/>
                </a:rPr>
                <a:t>netsh</a:t>
              </a:r>
              <a:r>
                <a:rPr lang="en-CA" sz="2400" b="0">
                  <a:latin typeface="Segoe UI" pitchFamily="34" charset="0"/>
                  <a:ea typeface="Segoe UI" pitchFamily="34" charset="0"/>
                  <a:cs typeface="Segoe UI" pitchFamily="34" charset="0"/>
                </a:rPr>
                <a:t> command-line </a:t>
              </a:r>
              <a:r>
                <a:rPr lang="en-CA" sz="2400" b="0" smtClean="0">
                  <a:latin typeface="Segoe UI" pitchFamily="34" charset="0"/>
                  <a:ea typeface="Segoe UI" pitchFamily="34" charset="0"/>
                  <a:cs typeface="Segoe UI" pitchFamily="34" charset="0"/>
                </a:rPr>
                <a:t>tool:</a:t>
              </a:r>
              <a:endParaRPr lang="en-CA" sz="2400" b="0">
                <a:latin typeface="Segoe UI" pitchFamily="34" charset="0"/>
                <a:ea typeface="Segoe UI" pitchFamily="34" charset="0"/>
                <a:cs typeface="Segoe UI" pitchFamily="34" charset="0"/>
              </a:endParaRPr>
            </a:p>
          </p:txBody>
        </p:sp>
        <p:sp>
          <p:nvSpPr>
            <p:cNvPr id="9" name="1st code box" descr="&quot;&quot;"/>
            <p:cNvSpPr txBox="1"/>
            <p:nvPr/>
          </p:nvSpPr>
          <p:spPr>
            <a:xfrm>
              <a:off x="582294" y="1702894"/>
              <a:ext cx="7674293" cy="1015663"/>
            </a:xfrm>
            <a:prstGeom prst="rect">
              <a:avLst/>
            </a:prstGeom>
            <a:solidFill>
              <a:schemeClr val="accent1">
                <a:lumMod val="85000"/>
              </a:schemeClr>
            </a:solidFill>
          </p:spPr>
          <p:txBody>
            <a:bodyPr wrap="square" rtlCol="0">
              <a:spAutoFit/>
            </a:bodyPr>
            <a:lstStyle/>
            <a:p>
              <a:r>
                <a:rPr lang="en-CA" sz="2000" b="1" err="1">
                  <a:latin typeface="Lucida Sans Typewriter" pitchFamily="49" charset="0"/>
                  <a:ea typeface="Segoe UI" pitchFamily="34" charset="0"/>
                  <a:cs typeface="Segoe UI" pitchFamily="34" charset="0"/>
                </a:rPr>
                <a:t>Netsh</a:t>
              </a:r>
              <a:r>
                <a:rPr lang="en-CA" sz="2000" b="1">
                  <a:latin typeface="Lucida Sans Typewriter" pitchFamily="49" charset="0"/>
                  <a:ea typeface="Segoe UI" pitchFamily="34" charset="0"/>
                  <a:cs typeface="Segoe UI" pitchFamily="34" charset="0"/>
                </a:rPr>
                <a:t> interface ipv4 set address name="Local Area Connection" source=static </a:t>
              </a:r>
              <a:r>
                <a:rPr lang="en-CA" sz="2000" b="1" err="1">
                  <a:latin typeface="Lucida Sans Typewriter" pitchFamily="49" charset="0"/>
                  <a:ea typeface="Segoe UI" pitchFamily="34" charset="0"/>
                  <a:cs typeface="Segoe UI" pitchFamily="34" charset="0"/>
                </a:rPr>
                <a:t>addr</a:t>
              </a:r>
              <a:r>
                <a:rPr lang="en-CA" sz="2000" b="1">
                  <a:latin typeface="Lucida Sans Typewriter" pitchFamily="49" charset="0"/>
                  <a:ea typeface="Segoe UI" pitchFamily="34" charset="0"/>
                  <a:cs typeface="Segoe UI" pitchFamily="34" charset="0"/>
                </a:rPr>
                <a:t>=10.10.0.10 mask=255.255.255.0 gateway=10.10.0.1</a:t>
              </a:r>
            </a:p>
          </p:txBody>
        </p:sp>
      </p:grpSp>
      <p:grpSp>
        <p:nvGrpSpPr>
          <p:cNvPr id="10" name="Group 9"/>
          <p:cNvGrpSpPr/>
          <p:nvPr/>
        </p:nvGrpSpPr>
        <p:grpSpPr>
          <a:xfrm>
            <a:off x="582294" y="1203177"/>
            <a:ext cx="7835992" cy="2663078"/>
            <a:chOff x="582294" y="3017228"/>
            <a:chExt cx="7835992" cy="2663078"/>
          </a:xfrm>
        </p:grpSpPr>
        <p:sp>
          <p:nvSpPr>
            <p:cNvPr id="11" name="example 2 title" descr="&quot;&quot;"/>
            <p:cNvSpPr txBox="1"/>
            <p:nvPr/>
          </p:nvSpPr>
          <p:spPr>
            <a:xfrm>
              <a:off x="582294" y="3017228"/>
              <a:ext cx="7835992" cy="461665"/>
            </a:xfrm>
            <a:prstGeom prst="rect">
              <a:avLst/>
            </a:prstGeom>
            <a:noFill/>
          </p:spPr>
          <p:txBody>
            <a:bodyPr wrap="square" rtlCol="0">
              <a:spAutoFit/>
            </a:bodyPr>
            <a:lstStyle/>
            <a:p>
              <a:pPr algn="l">
                <a:spcAft>
                  <a:spcPts val="600"/>
                </a:spcAft>
              </a:pPr>
              <a:r>
                <a:rPr lang="en-CA" sz="2400" b="0" smtClean="0">
                  <a:latin typeface="Segoe UI" pitchFamily="34" charset="0"/>
                  <a:ea typeface="Segoe UI" pitchFamily="34" charset="0"/>
                  <a:cs typeface="Segoe UI" pitchFamily="34" charset="0"/>
                </a:rPr>
                <a:t>Examples </a:t>
              </a:r>
              <a:r>
                <a:rPr lang="en-CA" sz="2400" b="0">
                  <a:latin typeface="Segoe UI" pitchFamily="34" charset="0"/>
                  <a:ea typeface="Segoe UI" pitchFamily="34" charset="0"/>
                  <a:cs typeface="Segoe UI" pitchFamily="34" charset="0"/>
                </a:rPr>
                <a:t>using </a:t>
              </a:r>
              <a:r>
                <a:rPr lang="en-CA" sz="2400" b="0" smtClean="0">
                  <a:latin typeface="Segoe UI" pitchFamily="34" charset="0"/>
                  <a:ea typeface="Segoe UI" pitchFamily="34" charset="0"/>
                  <a:cs typeface="Segoe UI" pitchFamily="34" charset="0"/>
                </a:rPr>
                <a:t>Windows PowerShell cmdlets:</a:t>
              </a:r>
              <a:endParaRPr lang="en-CA" sz="2400" b="0">
                <a:latin typeface="Segoe UI" pitchFamily="34" charset="0"/>
                <a:ea typeface="Segoe UI" pitchFamily="34" charset="0"/>
                <a:cs typeface="Segoe UI" pitchFamily="34" charset="0"/>
              </a:endParaRPr>
            </a:p>
          </p:txBody>
        </p:sp>
        <p:sp>
          <p:nvSpPr>
            <p:cNvPr id="12" name="3rd code box" descr="&quot;&quot;"/>
            <p:cNvSpPr txBox="1"/>
            <p:nvPr/>
          </p:nvSpPr>
          <p:spPr>
            <a:xfrm>
              <a:off x="582294" y="4664643"/>
              <a:ext cx="7721600" cy="1015663"/>
            </a:xfrm>
            <a:prstGeom prst="rect">
              <a:avLst/>
            </a:prstGeom>
            <a:solidFill>
              <a:schemeClr val="accent1">
                <a:lumMod val="85000"/>
              </a:schemeClr>
            </a:solidFill>
          </p:spPr>
          <p:txBody>
            <a:bodyPr wrap="square" rtlCol="0">
              <a:spAutoFit/>
            </a:bodyPr>
            <a:lstStyle/>
            <a:p>
              <a:r>
                <a:rPr lang="en-CA" sz="2000" b="1">
                  <a:latin typeface="Lucida Sans Typewriter" pitchFamily="49" charset="0"/>
                  <a:ea typeface="Segoe UI" pitchFamily="34" charset="0"/>
                  <a:cs typeface="Segoe UI" pitchFamily="34" charset="0"/>
                </a:rPr>
                <a:t>Set-</a:t>
              </a:r>
              <a:r>
                <a:rPr lang="en-CA" sz="2000" b="1" err="1">
                  <a:latin typeface="Lucida Sans Typewriter" pitchFamily="49" charset="0"/>
                  <a:ea typeface="Segoe UI" pitchFamily="34" charset="0"/>
                  <a:cs typeface="Segoe UI" pitchFamily="34" charset="0"/>
                </a:rPr>
                <a:t>DNSClientServerAddresses</a:t>
              </a:r>
              <a:r>
                <a:rPr lang="en-CA" sz="2000" b="1">
                  <a:latin typeface="Lucida Sans Typewriter" pitchFamily="49" charset="0"/>
                  <a:ea typeface="Segoe UI" pitchFamily="34" charset="0"/>
                  <a:cs typeface="Segoe UI" pitchFamily="34" charset="0"/>
                </a:rPr>
                <a:t> –</a:t>
              </a:r>
              <a:r>
                <a:rPr lang="en-CA" sz="2000" b="1" err="1">
                  <a:latin typeface="Lucida Sans Typewriter" pitchFamily="49" charset="0"/>
                  <a:ea typeface="Segoe UI" pitchFamily="34" charset="0"/>
                  <a:cs typeface="Segoe UI" pitchFamily="34" charset="0"/>
                </a:rPr>
                <a:t>InterfaceAlias</a:t>
              </a:r>
              <a:r>
                <a:rPr lang="en-CA" sz="2000" b="1">
                  <a:latin typeface="Lucida Sans Typewriter" pitchFamily="49" charset="0"/>
                  <a:ea typeface="Segoe UI" pitchFamily="34" charset="0"/>
                  <a:cs typeface="Segoe UI" pitchFamily="34" charset="0"/>
                </a:rPr>
                <a:t> “Local Area Connection</a:t>
              </a:r>
              <a:r>
                <a:rPr lang="en-CA" sz="2000" b="1" smtClean="0">
                  <a:latin typeface="Lucida Sans Typewriter" pitchFamily="49" charset="0"/>
                  <a:ea typeface="Segoe UI" pitchFamily="34" charset="0"/>
                  <a:cs typeface="Segoe UI" pitchFamily="34" charset="0"/>
                </a:rPr>
                <a:t>” </a:t>
              </a:r>
            </a:p>
            <a:p>
              <a:r>
                <a:rPr lang="en-CA" sz="2000" b="1" smtClean="0">
                  <a:latin typeface="Lucida Sans Typewriter" pitchFamily="49" charset="0"/>
                  <a:ea typeface="Segoe UI" pitchFamily="34" charset="0"/>
                  <a:cs typeface="Segoe UI" pitchFamily="34" charset="0"/>
                </a:rPr>
                <a:t>–</a:t>
              </a:r>
              <a:r>
                <a:rPr lang="en-CA" sz="2000" b="1" err="1" smtClean="0">
                  <a:latin typeface="Lucida Sans Typewriter" pitchFamily="49" charset="0"/>
                  <a:ea typeface="Segoe UI" pitchFamily="34" charset="0"/>
                  <a:cs typeface="Segoe UI" pitchFamily="34" charset="0"/>
                </a:rPr>
                <a:t>ServerAddresses</a:t>
              </a:r>
              <a:r>
                <a:rPr lang="en-CA" sz="2000" b="1" smtClean="0">
                  <a:latin typeface="Lucida Sans Typewriter" pitchFamily="49" charset="0"/>
                  <a:ea typeface="Segoe UI" pitchFamily="34" charset="0"/>
                  <a:cs typeface="Segoe UI" pitchFamily="34" charset="0"/>
                </a:rPr>
                <a:t> 10.12.0.1,10.12.0.2</a:t>
              </a:r>
              <a:endParaRPr lang="en-CA" sz="2000" b="1">
                <a:latin typeface="Lucida Sans Typewriter" pitchFamily="49" charset="0"/>
                <a:ea typeface="Segoe UI" pitchFamily="34" charset="0"/>
                <a:cs typeface="Segoe UI" pitchFamily="34" charset="0"/>
              </a:endParaRPr>
            </a:p>
          </p:txBody>
        </p:sp>
        <p:sp>
          <p:nvSpPr>
            <p:cNvPr id="13" name="2nd code box" descr="&quot;&quot;"/>
            <p:cNvSpPr txBox="1"/>
            <p:nvPr/>
          </p:nvSpPr>
          <p:spPr>
            <a:xfrm>
              <a:off x="582294" y="3485295"/>
              <a:ext cx="7721600" cy="1015662"/>
            </a:xfrm>
            <a:prstGeom prst="rect">
              <a:avLst/>
            </a:prstGeom>
            <a:solidFill>
              <a:schemeClr val="accent1">
                <a:lumMod val="85000"/>
              </a:schemeClr>
            </a:solidFill>
          </p:spPr>
          <p:txBody>
            <a:bodyPr wrap="square" rtlCol="0">
              <a:spAutoFit/>
            </a:bodyPr>
            <a:lstStyle/>
            <a:p>
              <a:r>
                <a:rPr lang="en-CA" sz="2000" b="1">
                  <a:latin typeface="Lucida Sans Typewriter" pitchFamily="49" charset="0"/>
                  <a:ea typeface="Segoe UI" pitchFamily="34" charset="0"/>
                  <a:cs typeface="Segoe UI" pitchFamily="34" charset="0"/>
                </a:rPr>
                <a:t>New-</a:t>
              </a:r>
              <a:r>
                <a:rPr lang="en-CA" sz="2000" b="1" err="1">
                  <a:latin typeface="Lucida Sans Typewriter" pitchFamily="49" charset="0"/>
                  <a:ea typeface="Segoe UI" pitchFamily="34" charset="0"/>
                  <a:cs typeface="Segoe UI" pitchFamily="34" charset="0"/>
                </a:rPr>
                <a:t>NetIPAddress</a:t>
              </a:r>
              <a:r>
                <a:rPr lang="en-CA" sz="2000" b="1">
                  <a:latin typeface="Lucida Sans Typewriter" pitchFamily="49" charset="0"/>
                  <a:ea typeface="Segoe UI" pitchFamily="34" charset="0"/>
                  <a:cs typeface="Segoe UI" pitchFamily="34" charset="0"/>
                </a:rPr>
                <a:t> –</a:t>
              </a:r>
              <a:r>
                <a:rPr lang="en-CA" sz="2000" b="1" err="1">
                  <a:latin typeface="Lucida Sans Typewriter" pitchFamily="49" charset="0"/>
                  <a:ea typeface="Segoe UI" pitchFamily="34" charset="0"/>
                  <a:cs typeface="Segoe UI" pitchFamily="34" charset="0"/>
                </a:rPr>
                <a:t>InterfaceAlias</a:t>
              </a:r>
              <a:r>
                <a:rPr lang="en-CA" sz="2000" b="1">
                  <a:latin typeface="Lucida Sans Typewriter" pitchFamily="49" charset="0"/>
                  <a:ea typeface="Segoe UI" pitchFamily="34" charset="0"/>
                  <a:cs typeface="Segoe UI" pitchFamily="34" charset="0"/>
                </a:rPr>
                <a:t> “Local Area Connection</a:t>
              </a:r>
              <a:r>
                <a:rPr lang="en-CA" sz="2000" b="1" smtClean="0">
                  <a:latin typeface="Lucida Sans Typewriter" pitchFamily="49" charset="0"/>
                  <a:ea typeface="Segoe UI" pitchFamily="34" charset="0"/>
                  <a:cs typeface="Segoe UI" pitchFamily="34" charset="0"/>
                </a:rPr>
                <a:t>” –</a:t>
              </a:r>
              <a:r>
                <a:rPr lang="en-CA" sz="2000" b="1" err="1" smtClean="0">
                  <a:latin typeface="Lucida Sans Typewriter" pitchFamily="49" charset="0"/>
                  <a:ea typeface="Segoe UI" pitchFamily="34" charset="0"/>
                  <a:cs typeface="Segoe UI" pitchFamily="34" charset="0"/>
                </a:rPr>
                <a:t>IPAddress</a:t>
              </a:r>
              <a:r>
                <a:rPr lang="en-CA" sz="2000" b="1" smtClean="0">
                  <a:latin typeface="Lucida Sans Typewriter" pitchFamily="49" charset="0"/>
                  <a:ea typeface="Segoe UI" pitchFamily="34" charset="0"/>
                  <a:cs typeface="Segoe UI" pitchFamily="34" charset="0"/>
                </a:rPr>
                <a:t> 10.10.0.10 </a:t>
              </a:r>
            </a:p>
            <a:p>
              <a:r>
                <a:rPr lang="en-CA" sz="2000" b="1" smtClean="0">
                  <a:latin typeface="Lucida Sans Typewriter" pitchFamily="49" charset="0"/>
                  <a:ea typeface="Segoe UI" pitchFamily="34" charset="0"/>
                  <a:cs typeface="Segoe UI" pitchFamily="34" charset="0"/>
                </a:rPr>
                <a:t>‑</a:t>
              </a:r>
              <a:r>
                <a:rPr lang="en-CA" sz="2000" b="1" err="1">
                  <a:latin typeface="Lucida Sans Typewriter" pitchFamily="49" charset="0"/>
                  <a:ea typeface="Segoe UI" pitchFamily="34" charset="0"/>
                  <a:cs typeface="Segoe UI" pitchFamily="34" charset="0"/>
                </a:rPr>
                <a:t>PrefixLength</a:t>
              </a:r>
              <a:r>
                <a:rPr lang="en-CA" sz="2000" b="1">
                  <a:latin typeface="Lucida Sans Typewriter" pitchFamily="49" charset="0"/>
                  <a:ea typeface="Segoe UI" pitchFamily="34" charset="0"/>
                  <a:cs typeface="Segoe UI" pitchFamily="34" charset="0"/>
                </a:rPr>
                <a:t> 24 </a:t>
              </a:r>
              <a:r>
                <a:rPr lang="en-CA" sz="2000" b="1" smtClean="0">
                  <a:latin typeface="Lucida Sans Typewriter" pitchFamily="49" charset="0"/>
                  <a:ea typeface="Segoe UI" pitchFamily="34" charset="0"/>
                  <a:cs typeface="Segoe UI" pitchFamily="34" charset="0"/>
                </a:rPr>
                <a:t>–</a:t>
              </a:r>
              <a:r>
                <a:rPr lang="en-CA" sz="2000" b="1" err="1">
                  <a:latin typeface="Lucida Sans Typewriter" pitchFamily="49" charset="0"/>
                  <a:ea typeface="Segoe UI" pitchFamily="34" charset="0"/>
                  <a:cs typeface="Segoe UI" pitchFamily="34" charset="0"/>
                </a:rPr>
                <a:t>DefaultGateway</a:t>
              </a:r>
              <a:r>
                <a:rPr lang="en-CA" sz="2000" b="1">
                  <a:latin typeface="Lucida Sans Typewriter" pitchFamily="49" charset="0"/>
                  <a:ea typeface="Segoe UI" pitchFamily="34" charset="0"/>
                  <a:cs typeface="Segoe UI" pitchFamily="34" charset="0"/>
                </a:rPr>
                <a:t> </a:t>
              </a:r>
              <a:r>
                <a:rPr lang="en-CA" sz="2000" b="1" smtClean="0">
                  <a:latin typeface="Lucida Sans Typewriter" pitchFamily="49" charset="0"/>
                  <a:ea typeface="Segoe UI" pitchFamily="34" charset="0"/>
                  <a:cs typeface="Segoe UI" pitchFamily="34" charset="0"/>
                </a:rPr>
                <a:t>10.10.0.1</a:t>
              </a:r>
            </a:p>
          </p:txBody>
        </p:sp>
      </p:grpSp>
    </p:spTree>
    <p:extLst>
      <p:ext uri="{BB962C8B-B14F-4D97-AF65-F5344CB8AC3E}">
        <p14:creationId xmlns:p14="http://schemas.microsoft.com/office/powerpoint/2010/main" val="11614883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name="f09385ec-a448-48b6-bbd1-81155f47995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Configuring IPv4 Automatically</a:t>
            </a:r>
            <a:endParaRPr lang="en-CA"/>
          </a:p>
        </p:txBody>
      </p:sp>
      <p:sp>
        <p:nvSpPr>
          <p:cNvPr id="4" name="Line 5"/>
          <p:cNvSpPr>
            <a:spLocks noChangeShapeType="1"/>
          </p:cNvSpPr>
          <p:nvPr/>
        </p:nvSpPr>
        <p:spPr bwMode="auto">
          <a:xfrm>
            <a:off x="2347155" y="2995607"/>
            <a:ext cx="4562766" cy="0"/>
          </a:xfrm>
          <a:prstGeom prst="line">
            <a:avLst/>
          </a:prstGeom>
          <a:noFill/>
          <a:ln w="38100">
            <a:noFill/>
            <a:round/>
            <a:headEnd/>
            <a:tailEnd/>
          </a:ln>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endParaRPr lang="en-GB" sz="2400">
              <a:solidFill>
                <a:srgbClr val="000000"/>
              </a:solidFill>
              <a:latin typeface="Segoe UI" pitchFamily="34" charset="0"/>
              <a:ea typeface="Segoe UI" pitchFamily="34" charset="0"/>
              <a:cs typeface="Segoe UI" pitchFamily="34" charset="0"/>
            </a:endParaRPr>
          </a:p>
        </p:txBody>
      </p:sp>
      <p:sp>
        <p:nvSpPr>
          <p:cNvPr id="5" name="Line 6"/>
          <p:cNvSpPr>
            <a:spLocks noChangeShapeType="1"/>
          </p:cNvSpPr>
          <p:nvPr/>
        </p:nvSpPr>
        <p:spPr bwMode="auto">
          <a:xfrm flipV="1">
            <a:off x="3645706" y="2520998"/>
            <a:ext cx="0" cy="431713"/>
          </a:xfrm>
          <a:prstGeom prst="line">
            <a:avLst/>
          </a:prstGeom>
          <a:noFill/>
          <a:ln w="38100">
            <a:noFill/>
            <a:round/>
            <a:headEnd/>
            <a:tailEnd/>
          </a:ln>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endParaRPr lang="en-GB" sz="2400">
              <a:solidFill>
                <a:srgbClr val="000000"/>
              </a:solidFill>
              <a:latin typeface="Segoe UI" pitchFamily="34" charset="0"/>
              <a:ea typeface="Segoe UI" pitchFamily="34" charset="0"/>
              <a:cs typeface="Segoe UI" pitchFamily="34" charset="0"/>
            </a:endParaRPr>
          </a:p>
        </p:txBody>
      </p:sp>
      <p:sp>
        <p:nvSpPr>
          <p:cNvPr id="6" name="Line 7"/>
          <p:cNvSpPr>
            <a:spLocks noChangeShapeType="1"/>
          </p:cNvSpPr>
          <p:nvPr/>
        </p:nvSpPr>
        <p:spPr bwMode="auto">
          <a:xfrm flipV="1">
            <a:off x="5354901" y="2534473"/>
            <a:ext cx="0" cy="404764"/>
          </a:xfrm>
          <a:prstGeom prst="line">
            <a:avLst/>
          </a:prstGeom>
          <a:noFill/>
          <a:ln w="38100">
            <a:noFill/>
            <a:round/>
            <a:headEnd/>
            <a:tailEnd/>
          </a:ln>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endParaRPr lang="en-GB" sz="2400">
              <a:solidFill>
                <a:srgbClr val="000000"/>
              </a:solidFill>
              <a:latin typeface="Segoe UI" pitchFamily="34" charset="0"/>
              <a:ea typeface="Segoe UI" pitchFamily="34" charset="0"/>
              <a:cs typeface="Segoe UI" pitchFamily="34" charset="0"/>
            </a:endParaRPr>
          </a:p>
        </p:txBody>
      </p:sp>
      <p:sp>
        <p:nvSpPr>
          <p:cNvPr id="7" name="AutoShape 22"/>
          <p:cNvSpPr>
            <a:spLocks noChangeArrowheads="1"/>
          </p:cNvSpPr>
          <p:nvPr/>
        </p:nvSpPr>
        <p:spPr bwMode="auto">
          <a:xfrm>
            <a:off x="939651" y="1356537"/>
            <a:ext cx="2344569" cy="1318076"/>
          </a:xfrm>
          <a:prstGeom prst="roundRect">
            <a:avLst>
              <a:gd name="adj" fmla="val 4167"/>
            </a:avLst>
          </a:prstGeom>
          <a:noFill/>
          <a:ln w="9525" algn="ctr">
            <a:noFill/>
            <a:round/>
            <a:headEnd/>
            <a:tailEnd/>
          </a:ln>
          <a:effectLst/>
        </p:spPr>
        <p:txBody>
          <a:bodyPr wrap="squar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lnSpc>
                <a:spcPct val="90000"/>
              </a:lnSpc>
              <a:spcBef>
                <a:spcPct val="40000"/>
              </a:spcBef>
              <a:defRPr/>
            </a:pPr>
            <a:r>
              <a:rPr lang="en-US" sz="1900">
                <a:solidFill>
                  <a:srgbClr val="000000"/>
                </a:solidFill>
                <a:latin typeface="Segoe UI" pitchFamily="34" charset="0"/>
                <a:ea typeface="Segoe UI" pitchFamily="34" charset="0"/>
                <a:cs typeface="Segoe UI" pitchFamily="34" charset="0"/>
              </a:rPr>
              <a:t>DHCP Server with</a:t>
            </a:r>
            <a:br>
              <a:rPr lang="en-US" sz="1900">
                <a:solidFill>
                  <a:srgbClr val="000000"/>
                </a:solidFill>
                <a:latin typeface="Segoe UI" pitchFamily="34" charset="0"/>
                <a:ea typeface="Segoe UI" pitchFamily="34" charset="0"/>
                <a:cs typeface="Segoe UI" pitchFamily="34" charset="0"/>
              </a:rPr>
            </a:br>
            <a:r>
              <a:rPr lang="en-US" sz="1900">
                <a:solidFill>
                  <a:srgbClr val="000000"/>
                </a:solidFill>
                <a:latin typeface="Segoe UI" pitchFamily="34" charset="0"/>
                <a:ea typeface="Segoe UI" pitchFamily="34" charset="0"/>
                <a:cs typeface="Segoe UI" pitchFamily="34" charset="0"/>
              </a:rPr>
              <a:t>IPv4 Scope</a:t>
            </a:r>
          </a:p>
        </p:txBody>
      </p:sp>
      <p:sp>
        <p:nvSpPr>
          <p:cNvPr id="8" name="AutoShape 22"/>
          <p:cNvSpPr>
            <a:spLocks noChangeArrowheads="1"/>
          </p:cNvSpPr>
          <p:nvPr/>
        </p:nvSpPr>
        <p:spPr bwMode="auto">
          <a:xfrm>
            <a:off x="6022186" y="1612448"/>
            <a:ext cx="2069808" cy="745233"/>
          </a:xfrm>
          <a:prstGeom prst="roundRect">
            <a:avLst>
              <a:gd name="adj" fmla="val 4167"/>
            </a:avLst>
          </a:prstGeom>
          <a:noFill/>
          <a:ln w="9525" algn="ctr">
            <a:noFill/>
            <a:round/>
            <a:headEnd/>
            <a:tailEnd/>
          </a:ln>
          <a:effectLst/>
        </p:spPr>
        <p:txBody>
          <a:bodyPr wrap="squar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lnSpc>
                <a:spcPct val="90000"/>
              </a:lnSpc>
              <a:spcBef>
                <a:spcPct val="40000"/>
              </a:spcBef>
              <a:defRPr/>
            </a:pPr>
            <a:r>
              <a:rPr lang="en-US" sz="1900">
                <a:solidFill>
                  <a:srgbClr val="000000"/>
                </a:solidFill>
                <a:latin typeface="Segoe UI" pitchFamily="34" charset="0"/>
                <a:ea typeface="Segoe UI" pitchFamily="34" charset="0"/>
                <a:cs typeface="Segoe UI" pitchFamily="34" charset="0"/>
              </a:rPr>
              <a:t>IPv4 DHCP Client</a:t>
            </a:r>
          </a:p>
        </p:txBody>
      </p:sp>
      <p:grpSp>
        <p:nvGrpSpPr>
          <p:cNvPr id="9" name="Group 8" descr="Illustration of DHCP server with IPv4 scope, a IPv4 DHCP client computer, and a line connecting them representing the network where both server and client are connected. "/>
          <p:cNvGrpSpPr/>
          <p:nvPr/>
        </p:nvGrpSpPr>
        <p:grpSpPr>
          <a:xfrm>
            <a:off x="2541337" y="1351281"/>
            <a:ext cx="4049809" cy="1503232"/>
            <a:chOff x="2421957" y="1066977"/>
            <a:chExt cx="4487964" cy="1574453"/>
          </a:xfrm>
        </p:grpSpPr>
        <p:grpSp>
          <p:nvGrpSpPr>
            <p:cNvPr id="10" name="Group 9"/>
            <p:cNvGrpSpPr/>
            <p:nvPr/>
          </p:nvGrpSpPr>
          <p:grpSpPr>
            <a:xfrm>
              <a:off x="2421957" y="2034540"/>
              <a:ext cx="4487964" cy="606890"/>
              <a:chOff x="2421957" y="2034540"/>
              <a:chExt cx="4487964" cy="606890"/>
            </a:xfrm>
          </p:grpSpPr>
          <p:sp>
            <p:nvSpPr>
              <p:cNvPr id="14" name="Line 5"/>
              <p:cNvSpPr>
                <a:spLocks noChangeShapeType="1"/>
              </p:cNvSpPr>
              <p:nvPr/>
            </p:nvSpPr>
            <p:spPr bwMode="auto">
              <a:xfrm>
                <a:off x="2421957" y="2625758"/>
                <a:ext cx="4487964" cy="0"/>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endParaRPr lang="en-GB">
                  <a:solidFill>
                    <a:srgbClr val="000000"/>
                  </a:solidFill>
                </a:endParaRPr>
              </a:p>
            </p:txBody>
          </p:sp>
          <p:sp>
            <p:nvSpPr>
              <p:cNvPr id="15" name="Line 6"/>
              <p:cNvSpPr>
                <a:spLocks noChangeShapeType="1"/>
              </p:cNvSpPr>
              <p:nvPr/>
            </p:nvSpPr>
            <p:spPr bwMode="auto">
              <a:xfrm flipV="1">
                <a:off x="3882950" y="2034540"/>
                <a:ext cx="0" cy="591218"/>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endParaRPr lang="en-GB">
                  <a:solidFill>
                    <a:srgbClr val="000000"/>
                  </a:solidFill>
                </a:endParaRPr>
              </a:p>
            </p:txBody>
          </p:sp>
          <p:sp>
            <p:nvSpPr>
              <p:cNvPr id="16" name="Line 7"/>
              <p:cNvSpPr>
                <a:spLocks noChangeShapeType="1"/>
              </p:cNvSpPr>
              <p:nvPr/>
            </p:nvSpPr>
            <p:spPr bwMode="auto">
              <a:xfrm flipH="1" flipV="1">
                <a:off x="5529742" y="2178098"/>
                <a:ext cx="1" cy="463332"/>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endParaRPr lang="en-GB">
                  <a:solidFill>
                    <a:srgbClr val="000000"/>
                  </a:solidFill>
                </a:endParaRPr>
              </a:p>
            </p:txBody>
          </p:sp>
        </p:grpSp>
        <p:grpSp>
          <p:nvGrpSpPr>
            <p:cNvPr id="11" name="Group 10"/>
            <p:cNvGrpSpPr/>
            <p:nvPr/>
          </p:nvGrpSpPr>
          <p:grpSpPr>
            <a:xfrm>
              <a:off x="3510876" y="1066977"/>
              <a:ext cx="2540031" cy="1231808"/>
              <a:chOff x="3510876" y="1066977"/>
              <a:chExt cx="2540031" cy="1231808"/>
            </a:xfrm>
          </p:grpSpPr>
          <p:pic>
            <p:nvPicPr>
              <p:cNvPr id="12" name="Picture 11"/>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898384" y="1069064"/>
                <a:ext cx="1152523" cy="1229721"/>
              </a:xfrm>
              <a:prstGeom prst="rect">
                <a:avLst/>
              </a:prstGeom>
              <a:noFill/>
              <a:ln w="9525">
                <a:noFill/>
                <a:miter lim="800000"/>
                <a:headEnd/>
                <a:tailEnd/>
              </a:ln>
              <a:extLst/>
            </p:spPr>
          </p:pic>
          <p:pic>
            <p:nvPicPr>
              <p:cNvPr id="13" name="Picture 12"/>
              <p:cNvPicPr preferRelativeResize="0">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3510876" y="1066977"/>
                <a:ext cx="662036" cy="1111121"/>
              </a:xfrm>
              <a:prstGeom prst="rect">
                <a:avLst/>
              </a:prstGeom>
              <a:noFill/>
              <a:ln w="9525">
                <a:noFill/>
                <a:miter lim="800000"/>
                <a:headEnd/>
                <a:tailEnd/>
              </a:ln>
              <a:extLst/>
            </p:spPr>
          </p:pic>
        </p:grpSp>
      </p:grpSp>
      <p:sp>
        <p:nvSpPr>
          <p:cNvPr id="17" name="Content Placeholder 2"/>
          <p:cNvSpPr>
            <a:spLocks noGrp="1"/>
          </p:cNvSpPr>
          <p:nvPr/>
        </p:nvSpPr>
        <p:spPr bwMode="auto">
          <a:xfrm>
            <a:off x="631938" y="4662688"/>
            <a:ext cx="7857359" cy="1162073"/>
          </a:xfrm>
          <a:prstGeom prst="rect">
            <a:avLst/>
          </a:prstGeom>
          <a:solidFill>
            <a:schemeClr val="accent1">
              <a:lumMod val="85000"/>
            </a:schemeClr>
          </a:solidFill>
          <a:ln w="9525">
            <a:noFill/>
            <a:miter lim="800000"/>
            <a:headEnd/>
            <a:tailEnd/>
          </a:ln>
        </p:spPr>
        <p:txBody>
          <a:bodyPr vert="horz" wrap="square" lIns="72000" tIns="72000" rIns="72000" bIns="7200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nSpc>
                <a:spcPct val="110000"/>
              </a:lnSpc>
              <a:spcBef>
                <a:spcPts val="600"/>
              </a:spcBef>
              <a:buClrTx/>
              <a:buSzTx/>
              <a:buNone/>
            </a:pPr>
            <a:r>
              <a:rPr lang="en-US" sz="1800" b="1">
                <a:solidFill>
                  <a:srgbClr val="000000"/>
                </a:solidFill>
                <a:latin typeface="Lucida Sans Typewriter" pitchFamily="49" charset="0"/>
                <a:cs typeface="Arial" charset="0"/>
              </a:rPr>
              <a:t>Set-NetIPInterface –InterfaceAlias "Local Area Connection" –Dhcp Enabled</a:t>
            </a:r>
          </a:p>
          <a:p>
            <a:pPr marL="0" lvl="0" indent="0">
              <a:lnSpc>
                <a:spcPct val="110000"/>
              </a:lnSpc>
              <a:spcBef>
                <a:spcPts val="600"/>
              </a:spcBef>
              <a:buClrTx/>
              <a:buSzTx/>
              <a:buNone/>
            </a:pPr>
            <a:r>
              <a:rPr lang="en-US" sz="1800" b="1">
                <a:solidFill>
                  <a:srgbClr val="000000"/>
                </a:solidFill>
                <a:latin typeface="Lucida Sans Typewriter" pitchFamily="49" charset="0"/>
                <a:cs typeface="Arial" charset="0"/>
              </a:rPr>
              <a:t>Restart-NetAdapter –Name "Local Area Connection"</a:t>
            </a:r>
          </a:p>
        </p:txBody>
      </p:sp>
    </p:spTree>
    <p:extLst>
      <p:ext uri="{BB962C8B-B14F-4D97-AF65-F5344CB8AC3E}">
        <p14:creationId xmlns:p14="http://schemas.microsoft.com/office/powerpoint/2010/main" val="113432700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name="02054444-054e-4809-9813-00217f08c8cd">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579717" cy="740664"/>
          </a:xfrm>
        </p:spPr>
        <p:txBody>
          <a:bodyPr>
            <a:normAutofit fontScale="90000"/>
          </a:bodyPr>
          <a:lstStyle/>
          <a:p>
            <a:r>
              <a:rPr lang="en-CA" smtClean="0"/>
              <a:t>Using Windows PowerShell Cmdlets to Troubleshoot IPv4</a:t>
            </a:r>
            <a:endParaRPr lang="en-CA"/>
          </a:p>
        </p:txBody>
      </p:sp>
      <p:sp>
        <p:nvSpPr>
          <p:cNvPr id="4" name="Content Placeholder 3"/>
          <p:cNvSpPr txBox="1">
            <a:spLocks/>
          </p:cNvSpPr>
          <p:nvPr/>
        </p:nvSpPr>
        <p:spPr>
          <a:xfrm>
            <a:off x="458788" y="1021215"/>
            <a:ext cx="8119156" cy="488758"/>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New Windows PowerShell cmdlets include:</a:t>
            </a:r>
          </a:p>
          <a:p>
            <a:pPr lvl="0"/>
            <a:endParaRPr lang="en-CA" kern="0">
              <a:solidFill>
                <a:srgbClr val="000000"/>
              </a:solidFill>
            </a:endParaRPr>
          </a:p>
        </p:txBody>
      </p:sp>
      <p:sp>
        <p:nvSpPr>
          <p:cNvPr id="5" name="Content Placeholder 2"/>
          <p:cNvSpPr txBox="1">
            <a:spLocks/>
          </p:cNvSpPr>
          <p:nvPr/>
        </p:nvSpPr>
        <p:spPr bwMode="auto">
          <a:xfrm>
            <a:off x="458788" y="1834015"/>
            <a:ext cx="8464495" cy="4165641"/>
          </a:xfrm>
          <a:prstGeom prst="rect">
            <a:avLst/>
          </a:prstGeom>
          <a:noFill/>
          <a:ln w="9525">
            <a:noFill/>
            <a:miter lim="800000"/>
            <a:headEnd/>
            <a:tailEnd/>
          </a:ln>
        </p:spPr>
        <p:txBody>
          <a:bodyPr vert="horz" wrap="square" lIns="0" tIns="0" rIns="0" bIns="0" numCol="2"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lnSpc>
                <a:spcPct val="150000"/>
              </a:lnSpc>
              <a:spcBef>
                <a:spcPct val="0"/>
              </a:spcBef>
              <a:buSzTx/>
            </a:pPr>
            <a:r>
              <a:rPr lang="en-US" sz="2000">
                <a:solidFill>
                  <a:srgbClr val="000000"/>
                </a:solidFill>
                <a:latin typeface="Verdana" pitchFamily="34" charset="0"/>
                <a:cs typeface="Arial" charset="0"/>
              </a:rPr>
              <a:t>Get-</a:t>
            </a:r>
            <a:r>
              <a:rPr lang="en-US" sz="2000" err="1">
                <a:solidFill>
                  <a:srgbClr val="000000"/>
                </a:solidFill>
                <a:latin typeface="Verdana" pitchFamily="34" charset="0"/>
                <a:cs typeface="Arial" charset="0"/>
              </a:rPr>
              <a:t>NetAdapter</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Restart-</a:t>
            </a:r>
            <a:r>
              <a:rPr lang="en-US" sz="2000" err="1">
                <a:solidFill>
                  <a:srgbClr val="000000"/>
                </a:solidFill>
                <a:latin typeface="Verdana" pitchFamily="34" charset="0"/>
                <a:cs typeface="Arial" charset="0"/>
              </a:rPr>
              <a:t>NetAdapter</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Get-</a:t>
            </a:r>
            <a:r>
              <a:rPr lang="en-US" sz="2000" err="1">
                <a:solidFill>
                  <a:srgbClr val="000000"/>
                </a:solidFill>
                <a:latin typeface="Verdana" pitchFamily="34" charset="0"/>
                <a:cs typeface="Arial" charset="0"/>
              </a:rPr>
              <a:t>NetIPInterface</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Get-NetIPAddress</a:t>
            </a:r>
          </a:p>
          <a:p>
            <a:pPr>
              <a:lnSpc>
                <a:spcPct val="150000"/>
              </a:lnSpc>
              <a:spcBef>
                <a:spcPct val="0"/>
              </a:spcBef>
              <a:buSzTx/>
            </a:pPr>
            <a:r>
              <a:rPr lang="en-US" sz="2000">
                <a:solidFill>
                  <a:srgbClr val="000000"/>
                </a:solidFill>
                <a:latin typeface="Verdana" pitchFamily="34" charset="0"/>
                <a:cs typeface="Arial" charset="0"/>
              </a:rPr>
              <a:t>Get-NetRoute</a:t>
            </a:r>
          </a:p>
          <a:p>
            <a:pPr>
              <a:lnSpc>
                <a:spcPct val="150000"/>
              </a:lnSpc>
              <a:spcBef>
                <a:spcPct val="0"/>
              </a:spcBef>
              <a:buSzTx/>
            </a:pPr>
            <a:r>
              <a:rPr lang="en-US" sz="2000">
                <a:solidFill>
                  <a:srgbClr val="000000"/>
                </a:solidFill>
                <a:latin typeface="Verdana" pitchFamily="34" charset="0"/>
                <a:cs typeface="Arial" charset="0"/>
              </a:rPr>
              <a:t>Get-</a:t>
            </a:r>
            <a:r>
              <a:rPr lang="en-US" sz="2000" err="1">
                <a:solidFill>
                  <a:srgbClr val="000000"/>
                </a:solidFill>
                <a:latin typeface="Verdana" pitchFamily="34" charset="0"/>
                <a:cs typeface="Arial" charset="0"/>
              </a:rPr>
              <a:t>NetConnectionProfile</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Get-DNSClientCache</a:t>
            </a:r>
          </a:p>
          <a:p>
            <a:pPr>
              <a:lnSpc>
                <a:spcPct val="150000"/>
              </a:lnSpc>
              <a:spcBef>
                <a:spcPct val="0"/>
              </a:spcBef>
              <a:buSzTx/>
            </a:pPr>
            <a:r>
              <a:rPr lang="en-US" sz="2000">
                <a:solidFill>
                  <a:srgbClr val="000000"/>
                </a:solidFill>
                <a:latin typeface="Verdana" pitchFamily="34" charset="0"/>
                <a:cs typeface="Arial" charset="0"/>
              </a:rPr>
              <a:t>Get-</a:t>
            </a:r>
            <a:r>
              <a:rPr lang="en-US" sz="2000" err="1">
                <a:solidFill>
                  <a:srgbClr val="000000"/>
                </a:solidFill>
                <a:latin typeface="Verdana" pitchFamily="34" charset="0"/>
                <a:cs typeface="Arial" charset="0"/>
              </a:rPr>
              <a:t>DNSClientServerAddress</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Register-</a:t>
            </a:r>
            <a:r>
              <a:rPr lang="en-US" sz="2000" err="1">
                <a:solidFill>
                  <a:srgbClr val="000000"/>
                </a:solidFill>
                <a:latin typeface="Verdana" pitchFamily="34" charset="0"/>
                <a:cs typeface="Arial" charset="0"/>
              </a:rPr>
              <a:t>DnsClient</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Set-</a:t>
            </a:r>
            <a:r>
              <a:rPr lang="en-US" sz="2000" err="1">
                <a:solidFill>
                  <a:srgbClr val="000000"/>
                </a:solidFill>
                <a:latin typeface="Verdana" pitchFamily="34" charset="0"/>
                <a:cs typeface="Arial" charset="0"/>
              </a:rPr>
              <a:t>DnsClient</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Set-</a:t>
            </a:r>
            <a:r>
              <a:rPr lang="en-US" sz="2000" err="1">
                <a:solidFill>
                  <a:srgbClr val="000000"/>
                </a:solidFill>
                <a:latin typeface="Verdana" pitchFamily="34" charset="0"/>
                <a:cs typeface="Arial" charset="0"/>
              </a:rPr>
              <a:t>DnsClientGlobalSetting</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Set-</a:t>
            </a:r>
            <a:r>
              <a:rPr lang="en-US" sz="2000" err="1">
                <a:solidFill>
                  <a:srgbClr val="000000"/>
                </a:solidFill>
                <a:latin typeface="Verdana" pitchFamily="34" charset="0"/>
                <a:cs typeface="Arial" charset="0"/>
              </a:rPr>
              <a:t>DnsClientServerAddress</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Set‑NetIPAddress</a:t>
            </a:r>
          </a:p>
          <a:p>
            <a:pPr>
              <a:lnSpc>
                <a:spcPct val="150000"/>
              </a:lnSpc>
              <a:spcBef>
                <a:spcPct val="0"/>
              </a:spcBef>
              <a:buSzTx/>
            </a:pPr>
            <a:r>
              <a:rPr lang="en-US" sz="2000">
                <a:solidFill>
                  <a:srgbClr val="000000"/>
                </a:solidFill>
                <a:latin typeface="Verdana" pitchFamily="34" charset="0"/>
                <a:cs typeface="Arial" charset="0"/>
              </a:rPr>
              <a:t>Set‑NetIPv4Protocol</a:t>
            </a:r>
          </a:p>
          <a:p>
            <a:pPr>
              <a:lnSpc>
                <a:spcPct val="150000"/>
              </a:lnSpc>
              <a:spcBef>
                <a:spcPct val="0"/>
              </a:spcBef>
              <a:buSzTx/>
            </a:pPr>
            <a:r>
              <a:rPr lang="en-US" sz="2000">
                <a:solidFill>
                  <a:srgbClr val="000000"/>
                </a:solidFill>
                <a:latin typeface="Verdana" pitchFamily="34" charset="0"/>
                <a:cs typeface="Arial" charset="0"/>
              </a:rPr>
              <a:t>Set‑</a:t>
            </a:r>
            <a:r>
              <a:rPr lang="en-US" sz="2000" err="1">
                <a:solidFill>
                  <a:srgbClr val="000000"/>
                </a:solidFill>
                <a:latin typeface="Verdana" pitchFamily="34" charset="0"/>
                <a:cs typeface="Arial" charset="0"/>
              </a:rPr>
              <a:t>NetIPInterface</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Test-Connection</a:t>
            </a:r>
          </a:p>
          <a:p>
            <a:pPr>
              <a:lnSpc>
                <a:spcPct val="150000"/>
              </a:lnSpc>
              <a:spcBef>
                <a:spcPct val="0"/>
              </a:spcBef>
              <a:buSzTx/>
            </a:pPr>
            <a:r>
              <a:rPr lang="en-US" sz="2000">
                <a:solidFill>
                  <a:srgbClr val="000000"/>
                </a:solidFill>
                <a:latin typeface="Verdana" pitchFamily="34" charset="0"/>
                <a:cs typeface="Arial" charset="0"/>
              </a:rPr>
              <a:t>Test-</a:t>
            </a:r>
            <a:r>
              <a:rPr lang="en-US" sz="2000" err="1">
                <a:solidFill>
                  <a:srgbClr val="000000"/>
                </a:solidFill>
                <a:latin typeface="Verdana" pitchFamily="34" charset="0"/>
                <a:cs typeface="Arial" charset="0"/>
              </a:rPr>
              <a:t>NetConnection</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Resolve-</a:t>
            </a:r>
            <a:r>
              <a:rPr lang="en-US" sz="2000" err="1">
                <a:solidFill>
                  <a:srgbClr val="000000"/>
                </a:solidFill>
                <a:latin typeface="Verdana" pitchFamily="34" charset="0"/>
                <a:cs typeface="Arial" charset="0"/>
              </a:rPr>
              <a:t>Dnsname</a:t>
            </a:r>
            <a:endParaRPr lang="en-US" sz="2000">
              <a:solidFill>
                <a:srgbClr val="000000"/>
              </a:solidFill>
              <a:latin typeface="Verdana" pitchFamily="34" charset="0"/>
              <a:cs typeface="Arial" charset="0"/>
            </a:endParaRPr>
          </a:p>
        </p:txBody>
      </p:sp>
    </p:spTree>
    <p:extLst>
      <p:ext uri="{BB962C8B-B14F-4D97-AF65-F5344CB8AC3E}">
        <p14:creationId xmlns:p14="http://schemas.microsoft.com/office/powerpoint/2010/main" val="20409401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name="169ca180-80b1-41fc-9437-9f2cc254016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IPv4 Troubleshooting Tools</a:t>
            </a:r>
            <a:endParaRPr lang="en-CA"/>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Use the following tools to troubleshoot IPv4:</a:t>
            </a:r>
          </a:p>
          <a:p>
            <a:pPr lvl="1"/>
            <a:r>
              <a:rPr lang="en-US" sz="2600" kern="0">
                <a:solidFill>
                  <a:srgbClr val="000000"/>
                </a:solidFill>
              </a:rPr>
              <a:t>Ipconfig</a:t>
            </a:r>
            <a:endParaRPr lang="en-CA" sz="2600" kern="0">
              <a:solidFill>
                <a:srgbClr val="000000"/>
              </a:solidFill>
            </a:endParaRPr>
          </a:p>
          <a:p>
            <a:pPr lvl="1"/>
            <a:r>
              <a:rPr lang="en-US" sz="2600" kern="0">
                <a:solidFill>
                  <a:srgbClr val="000000"/>
                </a:solidFill>
              </a:rPr>
              <a:t>Ping</a:t>
            </a:r>
            <a:endParaRPr lang="en-CA" sz="2600" kern="0">
              <a:solidFill>
                <a:srgbClr val="000000"/>
              </a:solidFill>
            </a:endParaRPr>
          </a:p>
          <a:p>
            <a:pPr lvl="1"/>
            <a:r>
              <a:rPr lang="en-US" sz="2600" kern="0">
                <a:solidFill>
                  <a:srgbClr val="000000"/>
                </a:solidFill>
              </a:rPr>
              <a:t>Tracert</a:t>
            </a:r>
            <a:endParaRPr lang="en-CA" sz="2600" kern="0">
              <a:solidFill>
                <a:srgbClr val="000000"/>
              </a:solidFill>
            </a:endParaRPr>
          </a:p>
          <a:p>
            <a:pPr lvl="1"/>
            <a:r>
              <a:rPr lang="en-US" sz="2600" kern="0">
                <a:solidFill>
                  <a:srgbClr val="000000"/>
                </a:solidFill>
              </a:rPr>
              <a:t>Pathping</a:t>
            </a:r>
            <a:endParaRPr lang="en-CA" sz="2600" kern="0">
              <a:solidFill>
                <a:srgbClr val="000000"/>
              </a:solidFill>
            </a:endParaRPr>
          </a:p>
          <a:p>
            <a:pPr lvl="1"/>
            <a:r>
              <a:rPr lang="en-US" sz="2600" kern="0">
                <a:solidFill>
                  <a:srgbClr val="000000"/>
                </a:solidFill>
              </a:rPr>
              <a:t>Telnet</a:t>
            </a:r>
            <a:endParaRPr lang="en-CA" sz="2600" kern="0">
              <a:solidFill>
                <a:srgbClr val="000000"/>
              </a:solidFill>
            </a:endParaRPr>
          </a:p>
          <a:p>
            <a:pPr lvl="1"/>
            <a:r>
              <a:rPr lang="en-US" sz="2600" kern="0">
                <a:solidFill>
                  <a:srgbClr val="000000"/>
                </a:solidFill>
              </a:rPr>
              <a:t>Netstat</a:t>
            </a:r>
            <a:endParaRPr lang="en-CA" sz="2600" kern="0">
              <a:solidFill>
                <a:srgbClr val="000000"/>
              </a:solidFill>
            </a:endParaRPr>
          </a:p>
          <a:p>
            <a:pPr lvl="1"/>
            <a:r>
              <a:rPr lang="en-US" sz="2600" kern="0">
                <a:solidFill>
                  <a:srgbClr val="000000"/>
                </a:solidFill>
              </a:rPr>
              <a:t>Resource Monitor</a:t>
            </a:r>
            <a:endParaRPr lang="en-CA" sz="2600" kern="0">
              <a:solidFill>
                <a:srgbClr val="000000"/>
              </a:solidFill>
            </a:endParaRPr>
          </a:p>
          <a:p>
            <a:pPr lvl="1"/>
            <a:r>
              <a:rPr lang="en-US" sz="2600" kern="0">
                <a:solidFill>
                  <a:srgbClr val="000000"/>
                </a:solidFill>
              </a:rPr>
              <a:t>Windows Network Diagnostics</a:t>
            </a:r>
            <a:endParaRPr lang="en-CA" sz="2600" kern="0">
              <a:solidFill>
                <a:srgbClr val="000000"/>
              </a:solidFill>
            </a:endParaRPr>
          </a:p>
          <a:p>
            <a:pPr lvl="1"/>
            <a:r>
              <a:rPr lang="en-US" sz="2600" kern="0">
                <a:solidFill>
                  <a:srgbClr val="000000"/>
                </a:solidFill>
              </a:rPr>
              <a:t>Event Viewer</a:t>
            </a:r>
            <a:endParaRPr lang="en-CA" sz="2600" kern="0">
              <a:solidFill>
                <a:srgbClr val="000000"/>
              </a:solidFill>
            </a:endParaRPr>
          </a:p>
          <a:p>
            <a:pPr lvl="0"/>
            <a:endParaRPr lang="en-US" kern="0">
              <a:solidFill>
                <a:srgbClr val="000000"/>
              </a:solidFill>
            </a:endParaRPr>
          </a:p>
        </p:txBody>
      </p:sp>
    </p:spTree>
    <p:extLst>
      <p:ext uri="{BB962C8B-B14F-4D97-AF65-F5344CB8AC3E}">
        <p14:creationId xmlns:p14="http://schemas.microsoft.com/office/powerpoint/2010/main" val="80907511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name="d0a85b6e-700c-4211-90fc-476926d4852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The IPv4 Troubleshooting Process</a:t>
            </a:r>
            <a:endParaRPr lang="en-CA"/>
          </a:p>
        </p:txBody>
      </p:sp>
      <p:sp>
        <p:nvSpPr>
          <p:cNvPr id="4" name="Content Placeholder 2"/>
          <p:cNvSpPr txBox="1">
            <a:spLocks/>
          </p:cNvSpPr>
          <p:nvPr/>
        </p:nvSpPr>
        <p:spPr>
          <a:xfrm>
            <a:off x="458788" y="1021215"/>
            <a:ext cx="8119156" cy="793517"/>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1" indent="0">
              <a:buSzPct val="90000"/>
              <a:buNone/>
            </a:pPr>
            <a:r>
              <a:rPr lang="en-US" kern="0">
                <a:solidFill>
                  <a:srgbClr val="000000"/>
                </a:solidFill>
              </a:rPr>
              <a:t>After you identify the scope of the problem</a:t>
            </a:r>
            <a:r>
              <a:rPr lang="en-CA" kern="0">
                <a:solidFill>
                  <a:srgbClr val="000000"/>
                </a:solidFill>
              </a:rPr>
              <a:t>, use the following tools to troubleshoot </a:t>
            </a:r>
            <a:r>
              <a:rPr lang="en-US" kern="0">
                <a:solidFill>
                  <a:srgbClr val="000000"/>
                </a:solidFill>
              </a:rPr>
              <a:t>network connectivity</a:t>
            </a:r>
            <a:r>
              <a:rPr lang="en-CA" kern="0">
                <a:solidFill>
                  <a:srgbClr val="000000"/>
                </a:solidFill>
              </a:rPr>
              <a:t>:</a:t>
            </a:r>
            <a:endParaRPr lang="en-US" kern="0">
              <a:solidFill>
                <a:srgbClr val="00000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388909282"/>
              </p:ext>
            </p:extLst>
          </p:nvPr>
        </p:nvGraphicFramePr>
        <p:xfrm>
          <a:off x="232012" y="1988377"/>
          <a:ext cx="8720918" cy="3840480"/>
        </p:xfrm>
        <a:graphic>
          <a:graphicData uri="http://schemas.openxmlformats.org/drawingml/2006/table">
            <a:tbl>
              <a:tblPr firstRow="1" bandRow="1">
                <a:tableStyleId>{5DA37D80-6434-44D0-A028-1B22A696006F}</a:tableStyleId>
              </a:tblPr>
              <a:tblGrid>
                <a:gridCol w="2962450"/>
                <a:gridCol w="4049486"/>
                <a:gridCol w="1708982"/>
              </a:tblGrid>
              <a:tr h="370840">
                <a:tc>
                  <a:txBody>
                    <a:bodyPr/>
                    <a:lstStyle/>
                    <a:p>
                      <a:r>
                        <a:rPr lang="en-CA" smtClean="0"/>
                        <a:t>Step</a:t>
                      </a:r>
                      <a:endParaRPr lang="en-CA">
                        <a:solidFill>
                          <a:schemeClr val="tx1"/>
                        </a:solidFill>
                        <a:latin typeface="Segoe" panose="020B0502040504020203" pitchFamily="34" charset="0"/>
                      </a:endParaRPr>
                    </a:p>
                  </a:txBody>
                  <a:tcPr/>
                </a:tc>
                <a:tc>
                  <a:txBody>
                    <a:bodyPr/>
                    <a:lstStyle/>
                    <a:p>
                      <a:r>
                        <a:rPr lang="en-CA" smtClean="0"/>
                        <a:t>Windows</a:t>
                      </a:r>
                      <a:r>
                        <a:rPr lang="en-CA" baseline="0" smtClean="0"/>
                        <a:t> PowerShell</a:t>
                      </a:r>
                      <a:endParaRPr lang="en-CA">
                        <a:solidFill>
                          <a:schemeClr val="tx1"/>
                        </a:solidFill>
                        <a:latin typeface="Segoe" panose="020B0502040504020203" pitchFamily="34" charset="0"/>
                      </a:endParaRPr>
                    </a:p>
                  </a:txBody>
                  <a:tcPr/>
                </a:tc>
                <a:tc>
                  <a:txBody>
                    <a:bodyPr/>
                    <a:lstStyle/>
                    <a:p>
                      <a:r>
                        <a:rPr lang="en-CA" smtClean="0"/>
                        <a:t>Command-line tool</a:t>
                      </a:r>
                      <a:endParaRPr lang="en-CA">
                        <a:solidFill>
                          <a:schemeClr val="tx1"/>
                        </a:solidFill>
                        <a:latin typeface="Segoe" panose="020B0502040504020203" pitchFamily="34" charset="0"/>
                      </a:endParaRPr>
                    </a:p>
                  </a:txBody>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mtClean="0"/>
                        <a:t>Verify the network configuration is correct</a:t>
                      </a:r>
                      <a:endParaRPr lang="en-CA">
                        <a:latin typeface="Segoe" panose="020B0502040504020203" pitchFamily="34" charset="0"/>
                      </a:endParaRPr>
                    </a:p>
                  </a:txBody>
                  <a:tcPr/>
                </a:tc>
                <a:tc>
                  <a:txBody>
                    <a:bodyPr/>
                    <a:lstStyle/>
                    <a:p>
                      <a:r>
                        <a:rPr lang="en-CA" smtClean="0"/>
                        <a:t>Get-</a:t>
                      </a:r>
                      <a:r>
                        <a:rPr lang="en-CA" err="1" smtClean="0"/>
                        <a:t>NetIPAddress</a:t>
                      </a:r>
                      <a:endParaRPr lang="en-CA">
                        <a:latin typeface="Segoe" panose="020B0502040504020203" pitchFamily="34" charset="0"/>
                      </a:endParaRPr>
                    </a:p>
                  </a:txBody>
                  <a:tcPr/>
                </a:tc>
                <a:tc>
                  <a:txBody>
                    <a:bodyPr/>
                    <a:lstStyle/>
                    <a:p>
                      <a:r>
                        <a:rPr lang="en-US" err="1" smtClean="0"/>
                        <a:t>ipconfig</a:t>
                      </a:r>
                      <a:r>
                        <a:rPr lang="en-US" smtClean="0"/>
                        <a:t> </a:t>
                      </a:r>
                      <a:endParaRPr lang="en-CA">
                        <a:latin typeface="Segoe" panose="020B0502040504020203" pitchFamily="34" charset="0"/>
                      </a:endParaRPr>
                    </a:p>
                  </a:txBody>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mtClean="0"/>
                        <a:t>Identify the network path between hosts</a:t>
                      </a:r>
                      <a:endParaRPr lang="en-CA">
                        <a:latin typeface="Segoe" panose="020B0502040504020203" pitchFamily="34" charset="0"/>
                      </a:endParaRPr>
                    </a:p>
                  </a:txBody>
                  <a:tcPr/>
                </a:tc>
                <a:tc>
                  <a:txBody>
                    <a:bodyPr/>
                    <a:lstStyle/>
                    <a:p>
                      <a:r>
                        <a:rPr lang="en-CA" smtClean="0"/>
                        <a:t>Test-</a:t>
                      </a:r>
                      <a:r>
                        <a:rPr lang="en-CA" err="1" smtClean="0"/>
                        <a:t>NetConnection</a:t>
                      </a:r>
                      <a:r>
                        <a:rPr lang="en-CA" smtClean="0"/>
                        <a:t> -</a:t>
                      </a:r>
                      <a:r>
                        <a:rPr lang="en-CA" err="1" smtClean="0"/>
                        <a:t>TraceRoute</a:t>
                      </a:r>
                      <a:endParaRPr lang="en-CA">
                        <a:latin typeface="Segoe" panose="020B0502040504020203" pitchFamily="34" charset="0"/>
                      </a:endParaRPr>
                    </a:p>
                  </a:txBody>
                  <a:tcPr/>
                </a:tc>
                <a:tc>
                  <a:txBody>
                    <a:bodyPr/>
                    <a:lstStyle/>
                    <a:p>
                      <a:r>
                        <a:rPr lang="en-US" err="1" smtClean="0"/>
                        <a:t>tracert</a:t>
                      </a:r>
                      <a:r>
                        <a:rPr lang="en-US" smtClean="0"/>
                        <a:t> </a:t>
                      </a:r>
                      <a:endParaRPr lang="en-CA">
                        <a:latin typeface="Segoe" panose="020B0502040504020203" pitchFamily="34" charset="0"/>
                      </a:endParaRPr>
                    </a:p>
                  </a:txBody>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mtClean="0"/>
                        <a:t>See if the remote host responds</a:t>
                      </a:r>
                      <a:endParaRPr lang="en-CA">
                        <a:latin typeface="Segoe" panose="020B0502040504020203" pitchFamily="34" charset="0"/>
                      </a:endParaRPr>
                    </a:p>
                  </a:txBody>
                  <a:tcPr/>
                </a:tc>
                <a:tc>
                  <a:txBody>
                    <a:bodyPr/>
                    <a:lstStyle/>
                    <a:p>
                      <a:r>
                        <a:rPr lang="en-CA" smtClean="0"/>
                        <a:t>Test-</a:t>
                      </a:r>
                      <a:r>
                        <a:rPr lang="en-CA" err="1" smtClean="0"/>
                        <a:t>NetConnection</a:t>
                      </a:r>
                      <a:endParaRPr lang="en-CA">
                        <a:latin typeface="Segoe" panose="020B0502040504020203" pitchFamily="34" charset="0"/>
                      </a:endParaRPr>
                    </a:p>
                  </a:txBody>
                  <a:tcPr/>
                </a:tc>
                <a:tc>
                  <a:txBody>
                    <a:bodyPr/>
                    <a:lstStyle/>
                    <a:p>
                      <a:r>
                        <a:rPr lang="en-US" smtClean="0"/>
                        <a:t>ping </a:t>
                      </a:r>
                      <a:endParaRPr lang="en-CA">
                        <a:latin typeface="Segoe" panose="020B0502040504020203" pitchFamily="34" charset="0"/>
                      </a:endParaRPr>
                    </a:p>
                  </a:txBody>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mtClean="0"/>
                        <a:t>Test the service on a remote host</a:t>
                      </a:r>
                      <a:endParaRPr lang="en-CA">
                        <a:latin typeface="Segoe" panose="020B0502040504020203" pitchFamily="34" charset="0"/>
                      </a:endParaRPr>
                    </a:p>
                  </a:txBody>
                  <a:tcPr/>
                </a:tc>
                <a:tc>
                  <a:txBody>
                    <a:bodyPr/>
                    <a:lstStyle/>
                    <a:p>
                      <a:r>
                        <a:rPr lang="en-CA" smtClean="0"/>
                        <a:t>Test-</a:t>
                      </a:r>
                      <a:r>
                        <a:rPr lang="en-CA" err="1" smtClean="0"/>
                        <a:t>NetConnection</a:t>
                      </a:r>
                      <a:r>
                        <a:rPr lang="en-CA" smtClean="0"/>
                        <a:t> -Port</a:t>
                      </a:r>
                      <a:endParaRPr lang="en-CA">
                        <a:latin typeface="Segoe" panose="020B0502040504020203" pitchFamily="34" charset="0"/>
                      </a:endParaRPr>
                    </a:p>
                  </a:txBody>
                  <a:tcPr/>
                </a:tc>
                <a:tc>
                  <a:txBody>
                    <a:bodyPr/>
                    <a:lstStyle/>
                    <a:p>
                      <a:r>
                        <a:rPr lang="en-CA" smtClean="0"/>
                        <a:t>Telnet</a:t>
                      </a:r>
                      <a:endParaRPr lang="en-CA"/>
                    </a:p>
                  </a:txBody>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mtClean="0"/>
                        <a:t>See if the default gateway responds</a:t>
                      </a:r>
                      <a:endParaRPr lang="en-US" smtClean="0">
                        <a:latin typeface="Segoe" panose="020B0502040504020203"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mtClean="0"/>
                        <a:t>Test-</a:t>
                      </a:r>
                      <a:r>
                        <a:rPr lang="en-CA" err="1" smtClean="0"/>
                        <a:t>NetConnection</a:t>
                      </a:r>
                      <a:endParaRPr lang="en-CA" smtClean="0">
                        <a:latin typeface="Segoe" panose="020B0502040504020203" pitchFamily="34" charset="0"/>
                      </a:endParaRPr>
                    </a:p>
                  </a:txBody>
                  <a:tcPr/>
                </a:tc>
                <a:tc>
                  <a:txBody>
                    <a:bodyPr/>
                    <a:lstStyle/>
                    <a:p>
                      <a:r>
                        <a:rPr lang="en-US" smtClean="0"/>
                        <a:t>ping</a:t>
                      </a:r>
                      <a:endParaRPr lang="en-CA">
                        <a:latin typeface="Segoe" panose="020B0502040504020203" pitchFamily="34" charset="0"/>
                      </a:endParaRPr>
                    </a:p>
                  </a:txBody>
                  <a:tcPr/>
                </a:tc>
              </a:tr>
            </a:tbl>
          </a:graphicData>
        </a:graphic>
      </p:graphicFrame>
    </p:spTree>
    <p:extLst>
      <p:ext uri="{BB962C8B-B14F-4D97-AF65-F5344CB8AC3E}">
        <p14:creationId xmlns:p14="http://schemas.microsoft.com/office/powerpoint/2010/main" val="11685623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name="34b43e11-acc7-4067-b449-f4cff7e6c3b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What Is Microsoft Message Analyzer?</a:t>
            </a:r>
            <a:endParaRPr lang="en-CA"/>
          </a:p>
        </p:txBody>
      </p:sp>
      <p:grpSp>
        <p:nvGrpSpPr>
          <p:cNvPr id="4" name="Group 3" descr="Illustration representing the network tasks you can perform with Microsoft Message Analyzer:&#10;• Capture message data&#10;• Save message data&#10;• Import message data&#10;• View message data&#10;• Filter message data&#10;• Create charts from captured data&#10;"/>
          <p:cNvGrpSpPr/>
          <p:nvPr/>
        </p:nvGrpSpPr>
        <p:grpSpPr>
          <a:xfrm>
            <a:off x="906872" y="1021215"/>
            <a:ext cx="7671072" cy="5227185"/>
            <a:chOff x="906872" y="1021215"/>
            <a:chExt cx="7671072" cy="5227185"/>
          </a:xfrm>
        </p:grpSpPr>
        <p:sp>
          <p:nvSpPr>
            <p:cNvPr id="5" name="Right Arrow 4"/>
            <p:cNvSpPr/>
            <p:nvPr/>
          </p:nvSpPr>
          <p:spPr>
            <a:xfrm>
              <a:off x="1031562" y="1955800"/>
              <a:ext cx="7410754" cy="4292600"/>
            </a:xfrm>
            <a:prstGeom prst="rightArrow">
              <a:avLst/>
            </a:prstGeom>
            <a:solidFill>
              <a:srgbClr val="0070C0"/>
            </a:solidFill>
            <a:ln>
              <a:solidFill>
                <a:srgbClr val="0070C0"/>
              </a:solidFill>
            </a:ln>
          </p:spPr>
          <p:style>
            <a:lnRef idx="0">
              <a:scrgbClr r="0" g="0" b="0"/>
            </a:lnRef>
            <a:fillRef idx="1">
              <a:scrgbClr r="0" g="0" b="0"/>
            </a:fillRef>
            <a:effectRef idx="0">
              <a:schemeClr val="dk1">
                <a:tint val="40000"/>
                <a:hueOff val="0"/>
                <a:satOff val="0"/>
                <a:lumOff val="0"/>
                <a:alphaOff val="0"/>
              </a:schemeClr>
            </a:effectRef>
            <a:fontRef idx="minor">
              <a:schemeClr val="dk1">
                <a:hueOff val="0"/>
                <a:satOff val="0"/>
                <a:lumOff val="0"/>
                <a:alphaOff val="0"/>
              </a:schemeClr>
            </a:fontRef>
          </p:style>
          <p:txBody>
            <a:bodyPr/>
            <a:lstStyle/>
            <a:p>
              <a:pPr lvl="0" fontAlgn="base">
                <a:spcBef>
                  <a:spcPct val="0"/>
                </a:spcBef>
                <a:spcAft>
                  <a:spcPct val="0"/>
                </a:spcAft>
              </a:pPr>
              <a:endParaRPr lang="en-CA" b="1">
                <a:solidFill>
                  <a:srgbClr val="000000">
                    <a:hueOff val="0"/>
                    <a:satOff val="0"/>
                    <a:lumOff val="0"/>
                    <a:alphaOff val="0"/>
                  </a:srgbClr>
                </a:solidFill>
              </a:endParaRPr>
            </a:p>
          </p:txBody>
        </p:sp>
        <p:sp>
          <p:nvSpPr>
            <p:cNvPr id="6" name="Rectangle 5"/>
            <p:cNvSpPr/>
            <p:nvPr/>
          </p:nvSpPr>
          <p:spPr>
            <a:xfrm>
              <a:off x="906872" y="1969883"/>
              <a:ext cx="1096752" cy="4098146"/>
            </a:xfrm>
            <a:prstGeom prst="rect">
              <a:avLst/>
            </a:prstGeom>
            <a:ln>
              <a:solidFill>
                <a:srgbClr val="0070C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0689" tIns="110689" rIns="110689" bIns="110689" numCol="1" spcCol="1270" anchor="t" anchorCtr="0">
              <a:noAutofit/>
            </a:bodyPr>
            <a:lstStyle/>
            <a:p>
              <a:pPr lvl="0" algn="ctr" defTabSz="666750" fontAlgn="base">
                <a:lnSpc>
                  <a:spcPct val="90000"/>
                </a:lnSpc>
                <a:spcBef>
                  <a:spcPct val="0"/>
                </a:spcBef>
                <a:spcAft>
                  <a:spcPct val="35000"/>
                </a:spcAft>
              </a:pPr>
              <a:r>
                <a:rPr lang="en-CA" sz="1500" b="1">
                  <a:solidFill>
                    <a:srgbClr val="000000">
                      <a:hueOff val="0"/>
                      <a:satOff val="0"/>
                      <a:lumOff val="0"/>
                      <a:alphaOff val="0"/>
                    </a:srgbClr>
                  </a:solidFill>
                  <a:latin typeface="Segoe UI" panose="020B0502040204020203" pitchFamily="34" charset="0"/>
                  <a:ea typeface="Segoe UI" panose="020B0502040204020203" pitchFamily="34" charset="0"/>
                  <a:cs typeface="Segoe UI" panose="020B0502040204020203" pitchFamily="34" charset="0"/>
                </a:rPr>
                <a:t>Capture message data</a:t>
              </a:r>
            </a:p>
          </p:txBody>
        </p:sp>
        <p:grpSp>
          <p:nvGrpSpPr>
            <p:cNvPr id="7" name="Group 6"/>
            <p:cNvGrpSpPr/>
            <p:nvPr/>
          </p:nvGrpSpPr>
          <p:grpSpPr>
            <a:xfrm>
              <a:off x="3231186" y="3068859"/>
              <a:ext cx="1096752" cy="2057400"/>
              <a:chOff x="3548686" y="3068859"/>
              <a:chExt cx="1096752" cy="2057400"/>
            </a:xfrm>
          </p:grpSpPr>
          <p:sp>
            <p:nvSpPr>
              <p:cNvPr id="30" name="Freeform 9"/>
              <p:cNvSpPr/>
              <p:nvPr/>
            </p:nvSpPr>
            <p:spPr>
              <a:xfrm>
                <a:off x="3548686" y="3068859"/>
                <a:ext cx="1096752" cy="2057400"/>
              </a:xfrm>
              <a:prstGeom prst="rect">
                <a:avLst/>
              </a:prstGeom>
              <a:ln>
                <a:solidFill>
                  <a:srgbClr val="0070C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0689" tIns="110689" rIns="110689" bIns="110689" numCol="1" spcCol="1270" anchor="t" anchorCtr="0">
                <a:noAutofit/>
              </a:bodyPr>
              <a:lstStyle/>
              <a:p>
                <a:pPr lvl="0" algn="ctr" defTabSz="666750" fontAlgn="base">
                  <a:lnSpc>
                    <a:spcPct val="90000"/>
                  </a:lnSpc>
                  <a:spcBef>
                    <a:spcPct val="0"/>
                  </a:spcBef>
                  <a:spcAft>
                    <a:spcPct val="35000"/>
                  </a:spcAft>
                </a:pPr>
                <a:r>
                  <a:rPr lang="en-CA" sz="1500" b="1">
                    <a:solidFill>
                      <a:srgbClr val="000000">
                        <a:hueOff val="0"/>
                        <a:satOff val="0"/>
                        <a:lumOff val="0"/>
                        <a:alphaOff val="0"/>
                      </a:srgbClr>
                    </a:solidFill>
                    <a:latin typeface="Segoe UI" panose="020B0502040204020203" pitchFamily="34" charset="0"/>
                    <a:ea typeface="Segoe UI" panose="020B0502040204020203" pitchFamily="34" charset="0"/>
                    <a:cs typeface="Segoe UI" panose="020B0502040204020203" pitchFamily="34" charset="0"/>
                  </a:rPr>
                  <a:t>Import message data</a:t>
                </a:r>
              </a:p>
            </p:txBody>
          </p:sp>
          <p:grpSp>
            <p:nvGrpSpPr>
              <p:cNvPr id="31" name="Group 30"/>
              <p:cNvGrpSpPr/>
              <p:nvPr/>
            </p:nvGrpSpPr>
            <p:grpSpPr>
              <a:xfrm>
                <a:off x="3742343" y="4140487"/>
                <a:ext cx="709439" cy="914400"/>
                <a:chOff x="4484426" y="5002097"/>
                <a:chExt cx="1020945" cy="1007149"/>
              </a:xfrm>
            </p:grpSpPr>
            <p:pic>
              <p:nvPicPr>
                <p:cNvPr id="32" name="Picture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4426" y="5002097"/>
                  <a:ext cx="1020945" cy="1007149"/>
                </a:xfrm>
                <a:prstGeom prst="rect">
                  <a:avLst/>
                </a:prstGeom>
              </p:spPr>
            </p:pic>
            <p:pic>
              <p:nvPicPr>
                <p:cNvPr id="33" name="Picture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03166" y="5011292"/>
                  <a:ext cx="402205" cy="672257"/>
                </a:xfrm>
                <a:prstGeom prst="rect">
                  <a:avLst/>
                </a:prstGeom>
              </p:spPr>
            </p:pic>
          </p:grpSp>
        </p:grpSp>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4298" y="2827190"/>
              <a:ext cx="775347" cy="875313"/>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4298" y="5049740"/>
              <a:ext cx="775347" cy="875313"/>
            </a:xfrm>
            <a:prstGeom prst="rect">
              <a:avLst/>
            </a:prstGeom>
          </p:spPr>
        </p:pic>
        <p:cxnSp>
          <p:nvCxnSpPr>
            <p:cNvPr id="10" name="Straight Arrow Connector 9"/>
            <p:cNvCxnSpPr>
              <a:stCxn id="8" idx="2"/>
              <a:endCxn id="9" idx="0"/>
            </p:cNvCxnSpPr>
            <p:nvPr/>
          </p:nvCxnSpPr>
          <p:spPr bwMode="auto">
            <a:xfrm>
              <a:off x="1441972" y="3702503"/>
              <a:ext cx="0" cy="1347237"/>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arrow" w="med" len="med"/>
              <a:tailEnd type="arrow" w="med" len="med"/>
            </a:ln>
            <a:effectLst/>
          </p:spPr>
        </p:cxnSp>
        <p:sp>
          <p:nvSpPr>
            <p:cNvPr id="11" name="Rectangle 10"/>
            <p:cNvSpPr/>
            <p:nvPr/>
          </p:nvSpPr>
          <p:spPr bwMode="auto">
            <a:xfrm>
              <a:off x="1082020" y="3951404"/>
              <a:ext cx="731956" cy="664215"/>
            </a:xfrm>
            <a:prstGeom prst="rect">
              <a:avLst/>
            </a:prstGeom>
            <a:solidFill>
              <a:schemeClr val="bg1"/>
            </a:solidFill>
            <a:ln w="9525" cap="flat" cmpd="sng" algn="ctr">
              <a:solidFill>
                <a:srgbClr val="0070C0"/>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sz="1500"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pic>
          <p:nvPicPr>
            <p:cNvPr id="12" name="Picture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86609" y="4024641"/>
              <a:ext cx="344156" cy="550326"/>
            </a:xfrm>
            <a:prstGeom prst="rect">
              <a:avLst/>
            </a:prstGeom>
          </p:spPr>
        </p:pic>
        <p:grpSp>
          <p:nvGrpSpPr>
            <p:cNvPr id="13" name="Group 12"/>
            <p:cNvGrpSpPr/>
            <p:nvPr/>
          </p:nvGrpSpPr>
          <p:grpSpPr>
            <a:xfrm>
              <a:off x="2062679" y="3068859"/>
              <a:ext cx="1096752" cy="2057400"/>
              <a:chOff x="2227779" y="3068859"/>
              <a:chExt cx="1096752" cy="2057400"/>
            </a:xfrm>
          </p:grpSpPr>
          <p:sp>
            <p:nvSpPr>
              <p:cNvPr id="28" name="Freeform 8"/>
              <p:cNvSpPr/>
              <p:nvPr/>
            </p:nvSpPr>
            <p:spPr>
              <a:xfrm>
                <a:off x="2227779" y="3068859"/>
                <a:ext cx="1096752" cy="2057400"/>
              </a:xfrm>
              <a:prstGeom prst="rect">
                <a:avLst/>
              </a:prstGeom>
              <a:ln>
                <a:solidFill>
                  <a:srgbClr val="0070C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0689" tIns="110689" rIns="110689" bIns="110689" numCol="1" spcCol="1270" anchor="t" anchorCtr="0">
                <a:noAutofit/>
              </a:bodyPr>
              <a:lstStyle/>
              <a:p>
                <a:pPr lvl="0" algn="ctr" defTabSz="666750" fontAlgn="base">
                  <a:lnSpc>
                    <a:spcPct val="90000"/>
                  </a:lnSpc>
                  <a:spcBef>
                    <a:spcPct val="0"/>
                  </a:spcBef>
                  <a:spcAft>
                    <a:spcPct val="35000"/>
                  </a:spcAft>
                </a:pPr>
                <a:r>
                  <a:rPr lang="en-CA" sz="1500" b="1">
                    <a:solidFill>
                      <a:srgbClr val="000000">
                        <a:hueOff val="0"/>
                        <a:satOff val="0"/>
                        <a:lumOff val="0"/>
                        <a:alphaOff val="0"/>
                      </a:srgbClr>
                    </a:solidFill>
                    <a:latin typeface="Segoe UI" panose="020B0502040204020203" pitchFamily="34" charset="0"/>
                    <a:ea typeface="Segoe UI" panose="020B0502040204020203" pitchFamily="34" charset="0"/>
                    <a:cs typeface="Segoe UI" panose="020B0502040204020203" pitchFamily="34" charset="0"/>
                  </a:rPr>
                  <a:t>Save message data</a:t>
                </a:r>
              </a:p>
            </p:txBody>
          </p:sp>
          <p:pic>
            <p:nvPicPr>
              <p:cNvPr id="29" name="Picture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436762" y="4140487"/>
                <a:ext cx="678787" cy="914400"/>
              </a:xfrm>
              <a:prstGeom prst="rect">
                <a:avLst/>
              </a:prstGeom>
            </p:spPr>
          </p:pic>
        </p:grpSp>
        <p:grpSp>
          <p:nvGrpSpPr>
            <p:cNvPr id="14" name="Group 13"/>
            <p:cNvGrpSpPr/>
            <p:nvPr/>
          </p:nvGrpSpPr>
          <p:grpSpPr>
            <a:xfrm>
              <a:off x="4386993" y="3068859"/>
              <a:ext cx="1096752" cy="2057400"/>
              <a:chOff x="4869593" y="3068859"/>
              <a:chExt cx="1096752" cy="2057400"/>
            </a:xfrm>
          </p:grpSpPr>
          <p:sp>
            <p:nvSpPr>
              <p:cNvPr id="24" name="Rectangle 23"/>
              <p:cNvSpPr/>
              <p:nvPr/>
            </p:nvSpPr>
            <p:spPr>
              <a:xfrm>
                <a:off x="4869593" y="3068859"/>
                <a:ext cx="1096752" cy="2057400"/>
              </a:xfrm>
              <a:prstGeom prst="rect">
                <a:avLst/>
              </a:prstGeom>
              <a:ln>
                <a:solidFill>
                  <a:srgbClr val="0070C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0689" tIns="110689" rIns="110689" bIns="110689" numCol="1" spcCol="1270" anchor="t" anchorCtr="0">
                <a:noAutofit/>
              </a:bodyPr>
              <a:lstStyle/>
              <a:p>
                <a:pPr lvl="0" algn="ctr" defTabSz="666750" fontAlgn="base">
                  <a:lnSpc>
                    <a:spcPct val="90000"/>
                  </a:lnSpc>
                  <a:spcBef>
                    <a:spcPct val="0"/>
                  </a:spcBef>
                  <a:spcAft>
                    <a:spcPct val="35000"/>
                  </a:spcAft>
                </a:pPr>
                <a:r>
                  <a:rPr lang="en-CA" sz="1500" b="1">
                    <a:solidFill>
                      <a:srgbClr val="000000">
                        <a:hueOff val="0"/>
                        <a:satOff val="0"/>
                        <a:lumOff val="0"/>
                        <a:alphaOff val="0"/>
                      </a:srgbClr>
                    </a:solidFill>
                    <a:latin typeface="Segoe UI" panose="020B0502040204020203" pitchFamily="34" charset="0"/>
                    <a:ea typeface="Segoe UI" panose="020B0502040204020203" pitchFamily="34" charset="0"/>
                    <a:cs typeface="Segoe UI" panose="020B0502040204020203" pitchFamily="34" charset="0"/>
                  </a:rPr>
                  <a:t>View message data</a:t>
                </a:r>
              </a:p>
            </p:txBody>
          </p:sp>
          <p:grpSp>
            <p:nvGrpSpPr>
              <p:cNvPr id="25" name="Group 24"/>
              <p:cNvGrpSpPr/>
              <p:nvPr/>
            </p:nvGrpSpPr>
            <p:grpSpPr>
              <a:xfrm>
                <a:off x="4915397" y="4140487"/>
                <a:ext cx="1005144" cy="914400"/>
                <a:chOff x="721602" y="4858869"/>
                <a:chExt cx="1313530" cy="1167399"/>
              </a:xfrm>
            </p:grpSpPr>
            <p:pic>
              <p:nvPicPr>
                <p:cNvPr id="26" name="Picture 2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6841" y="5041467"/>
                  <a:ext cx="998291" cy="984801"/>
                </a:xfrm>
                <a:prstGeom prst="rect">
                  <a:avLst/>
                </a:prstGeom>
              </p:spPr>
            </p:pic>
            <p:pic>
              <p:nvPicPr>
                <p:cNvPr id="27" name="Picture 2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21602" y="4858869"/>
                  <a:ext cx="630477" cy="784122"/>
                </a:xfrm>
                <a:prstGeom prst="rect">
                  <a:avLst/>
                </a:prstGeom>
              </p:spPr>
            </p:pic>
          </p:grpSp>
        </p:grpSp>
        <p:grpSp>
          <p:nvGrpSpPr>
            <p:cNvPr id="15" name="Group 14"/>
            <p:cNvGrpSpPr/>
            <p:nvPr/>
          </p:nvGrpSpPr>
          <p:grpSpPr>
            <a:xfrm>
              <a:off x="5555500" y="3068859"/>
              <a:ext cx="1096752" cy="2057400"/>
              <a:chOff x="6190500" y="3068859"/>
              <a:chExt cx="1096752" cy="2057400"/>
            </a:xfrm>
          </p:grpSpPr>
          <p:sp>
            <p:nvSpPr>
              <p:cNvPr id="20" name="Rectangle 19"/>
              <p:cNvSpPr/>
              <p:nvPr/>
            </p:nvSpPr>
            <p:spPr>
              <a:xfrm>
                <a:off x="6190500" y="3068859"/>
                <a:ext cx="1096752" cy="2057400"/>
              </a:xfrm>
              <a:prstGeom prst="rect">
                <a:avLst/>
              </a:prstGeom>
              <a:ln>
                <a:solidFill>
                  <a:srgbClr val="0070C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0689" tIns="110689" rIns="110689" bIns="110689" numCol="1" spcCol="1270" anchor="t" anchorCtr="0">
                <a:noAutofit/>
              </a:bodyPr>
              <a:lstStyle/>
              <a:p>
                <a:pPr lvl="0" algn="ctr" defTabSz="666750" fontAlgn="base">
                  <a:lnSpc>
                    <a:spcPct val="90000"/>
                  </a:lnSpc>
                  <a:spcBef>
                    <a:spcPct val="0"/>
                  </a:spcBef>
                  <a:spcAft>
                    <a:spcPct val="35000"/>
                  </a:spcAft>
                </a:pPr>
                <a:r>
                  <a:rPr lang="en-CA" sz="1500" b="1">
                    <a:solidFill>
                      <a:srgbClr val="000000">
                        <a:hueOff val="0"/>
                        <a:satOff val="0"/>
                        <a:lumOff val="0"/>
                        <a:alphaOff val="0"/>
                      </a:srgbClr>
                    </a:solidFill>
                    <a:latin typeface="Segoe UI" panose="020B0502040204020203" pitchFamily="34" charset="0"/>
                    <a:ea typeface="Segoe UI" panose="020B0502040204020203" pitchFamily="34" charset="0"/>
                    <a:cs typeface="Segoe UI" panose="020B0502040204020203" pitchFamily="34" charset="0"/>
                  </a:rPr>
                  <a:t>Filter message data</a:t>
                </a:r>
              </a:p>
            </p:txBody>
          </p:sp>
          <p:grpSp>
            <p:nvGrpSpPr>
              <p:cNvPr id="21" name="Group 20"/>
              <p:cNvGrpSpPr/>
              <p:nvPr/>
            </p:nvGrpSpPr>
            <p:grpSpPr>
              <a:xfrm>
                <a:off x="6337642" y="4140487"/>
                <a:ext cx="802469" cy="914400"/>
                <a:chOff x="1036840" y="3284792"/>
                <a:chExt cx="1050906" cy="1028054"/>
              </a:xfrm>
            </p:grpSpPr>
            <p:pic>
              <p:nvPicPr>
                <p:cNvPr id="22" name="Picture 2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36840" y="3328045"/>
                  <a:ext cx="998291" cy="984801"/>
                </a:xfrm>
                <a:prstGeom prst="rect">
                  <a:avLst/>
                </a:prstGeom>
              </p:spPr>
            </p:pic>
            <p:pic>
              <p:nvPicPr>
                <p:cNvPr id="23" name="Picture 22"/>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488686" y="3284792"/>
                  <a:ext cx="599060" cy="555040"/>
                </a:xfrm>
                <a:prstGeom prst="rect">
                  <a:avLst/>
                </a:prstGeom>
              </p:spPr>
            </p:pic>
          </p:grpSp>
        </p:grpSp>
        <p:grpSp>
          <p:nvGrpSpPr>
            <p:cNvPr id="16" name="Group 15"/>
            <p:cNvGrpSpPr/>
            <p:nvPr/>
          </p:nvGrpSpPr>
          <p:grpSpPr>
            <a:xfrm>
              <a:off x="6717006" y="3068859"/>
              <a:ext cx="1096752" cy="2057400"/>
              <a:chOff x="7085306" y="3068859"/>
              <a:chExt cx="1096752" cy="2057400"/>
            </a:xfrm>
          </p:grpSpPr>
          <p:sp>
            <p:nvSpPr>
              <p:cNvPr id="18" name="Rectangle 17"/>
              <p:cNvSpPr/>
              <p:nvPr/>
            </p:nvSpPr>
            <p:spPr>
              <a:xfrm>
                <a:off x="7085306" y="3068859"/>
                <a:ext cx="1096752" cy="2057400"/>
              </a:xfrm>
              <a:prstGeom prst="rect">
                <a:avLst/>
              </a:prstGeom>
              <a:ln>
                <a:solidFill>
                  <a:srgbClr val="0070C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0689" tIns="110689" rIns="110689" bIns="110689" numCol="1" spcCol="1270" anchor="t" anchorCtr="0">
                <a:noAutofit/>
              </a:bodyPr>
              <a:lstStyle/>
              <a:p>
                <a:pPr lvl="0" algn="ctr" defTabSz="666750" fontAlgn="base">
                  <a:lnSpc>
                    <a:spcPct val="90000"/>
                  </a:lnSpc>
                  <a:spcBef>
                    <a:spcPct val="0"/>
                  </a:spcBef>
                  <a:spcAft>
                    <a:spcPct val="35000"/>
                  </a:spcAft>
                </a:pPr>
                <a:r>
                  <a:rPr lang="en-CA" sz="1500" b="1">
                    <a:solidFill>
                      <a:srgbClr val="000000">
                        <a:hueOff val="0"/>
                        <a:satOff val="0"/>
                        <a:lumOff val="0"/>
                        <a:alphaOff val="0"/>
                      </a:srgbClr>
                    </a:solidFill>
                    <a:latin typeface="Segoe UI" panose="020B0502040204020203" pitchFamily="34" charset="0"/>
                    <a:ea typeface="Segoe UI" panose="020B0502040204020203" pitchFamily="34" charset="0"/>
                    <a:cs typeface="Segoe UI" panose="020B0502040204020203" pitchFamily="34" charset="0"/>
                  </a:rPr>
                  <a:t>Create charts from captured data</a:t>
                </a:r>
              </a:p>
            </p:txBody>
          </p:sp>
          <p:pic>
            <p:nvPicPr>
              <p:cNvPr id="19" name="Picture 18"/>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315209" y="4266084"/>
                <a:ext cx="636947" cy="788803"/>
              </a:xfrm>
              <a:prstGeom prst="rect">
                <a:avLst/>
              </a:prstGeom>
            </p:spPr>
          </p:pic>
        </p:grpSp>
        <p:sp>
          <p:nvSpPr>
            <p:cNvPr id="17" name="Content Placeholder 25"/>
            <p:cNvSpPr txBox="1">
              <a:spLocks/>
            </p:cNvSpPr>
            <p:nvPr/>
          </p:nvSpPr>
          <p:spPr>
            <a:xfrm>
              <a:off x="906872" y="1021215"/>
              <a:ext cx="7671072" cy="1004365"/>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spcBef>
                  <a:spcPct val="0"/>
                </a:spcBef>
                <a:buClrTx/>
                <a:buSzTx/>
                <a:buNone/>
              </a:pPr>
              <a:r>
                <a:rPr lang="en-CA" sz="2000" b="1" kern="0">
                  <a:solidFill>
                    <a:srgbClr val="000000"/>
                  </a:solidFill>
                  <a:latin typeface="Verdana" pitchFamily="34" charset="0"/>
                  <a:cs typeface="Arial" charset="0"/>
                </a:rPr>
                <a:t>You can use Microsoft Message Analyzer to perform the following network analysis tasks:</a:t>
              </a:r>
            </a:p>
          </p:txBody>
        </p:sp>
      </p:grpSp>
    </p:spTree>
    <p:extLst>
      <p:ext uri="{BB962C8B-B14F-4D97-AF65-F5344CB8AC3E}">
        <p14:creationId xmlns:p14="http://schemas.microsoft.com/office/powerpoint/2010/main" val="29576856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name="53b970cd-6f5c-4ecb-bac1-c37b116d6c06">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smtClean="0"/>
              <a:t>Demonstration: How to Capture and Analyze Network Traffic by Using Microsoft Message Analyzer</a:t>
            </a:r>
            <a:endParaRPr lang="en-CA"/>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In this demonstration, you will see how to:</a:t>
            </a:r>
          </a:p>
          <a:p>
            <a:pPr lvl="1"/>
            <a:r>
              <a:rPr lang="en-US" sz="2600" kern="0">
                <a:solidFill>
                  <a:srgbClr val="000000"/>
                </a:solidFill>
              </a:rPr>
              <a:t>Start a new Capture/Trace in Microsoft Message Analyzer</a:t>
            </a:r>
          </a:p>
          <a:p>
            <a:pPr lvl="1"/>
            <a:r>
              <a:rPr lang="en-US" sz="2600" kern="0">
                <a:solidFill>
                  <a:srgbClr val="000000"/>
                </a:solidFill>
              </a:rPr>
              <a:t>Capture packets from a ping request</a:t>
            </a:r>
          </a:p>
          <a:p>
            <a:pPr lvl="1"/>
            <a:r>
              <a:rPr lang="en-US" sz="2600" kern="0">
                <a:solidFill>
                  <a:srgbClr val="000000"/>
                </a:solidFill>
              </a:rPr>
              <a:t>Analyze the captured network traffic</a:t>
            </a:r>
          </a:p>
          <a:p>
            <a:pPr lvl="1"/>
            <a:r>
              <a:rPr lang="en-US" sz="2600" kern="0">
                <a:solidFill>
                  <a:srgbClr val="000000"/>
                </a:solidFill>
              </a:rPr>
              <a:t>Filter the network traffic</a:t>
            </a:r>
          </a:p>
          <a:p>
            <a:pPr lvl="1"/>
            <a:endParaRPr lang="en-US" kern="0">
              <a:solidFill>
                <a:srgbClr val="000000"/>
              </a:solidFill>
            </a:endParaRPr>
          </a:p>
          <a:p>
            <a:pPr lvl="1"/>
            <a:endParaRPr lang="en-US" kern="0">
              <a:solidFill>
                <a:srgbClr val="000000"/>
              </a:solidFill>
            </a:endParaRPr>
          </a:p>
          <a:p>
            <a:pPr lvl="0"/>
            <a:endParaRPr lang="en-US" kern="0">
              <a:solidFill>
                <a:srgbClr val="000000"/>
              </a:solidFill>
            </a:endParaRPr>
          </a:p>
        </p:txBody>
      </p:sp>
    </p:spTree>
    <p:extLst>
      <p:ext uri="{BB962C8B-B14F-4D97-AF65-F5344CB8AC3E}">
        <p14:creationId xmlns:p14="http://schemas.microsoft.com/office/powerpoint/2010/main" val="175676336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39774985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name="4c558c5d-8f92-435b-aa21-17f268bcbcc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Lab: Implementing IPv4</a:t>
            </a:r>
            <a:endParaRPr lang="en-CA"/>
          </a:p>
        </p:txBody>
      </p:sp>
      <p:sp>
        <p:nvSpPr>
          <p:cNvPr id="3" name="Text Placeholder 2"/>
          <p:cNvSpPr>
            <a:spLocks noGrp="1"/>
          </p:cNvSpPr>
          <p:nvPr>
            <p:ph type="body" idx="1"/>
          </p:nvPr>
        </p:nvSpPr>
        <p:spPr/>
        <p:txBody>
          <a:bodyPr/>
          <a:lstStyle/>
          <a:p>
            <a:r>
              <a:rPr lang="en-CA" smtClean="0"/>
              <a:t>Exercise 1: Identifying Appropriate Subnets
Exercise 2: Troubleshooting IPv4</a:t>
            </a:r>
            <a:endParaRPr lang="en-CA"/>
          </a:p>
        </p:txBody>
      </p:sp>
      <p:sp>
        <p:nvSpPr>
          <p:cNvPr id="4" name="TextBox 3"/>
          <p:cNvSpPr txBox="1"/>
          <p:nvPr/>
        </p:nvSpPr>
        <p:spPr>
          <a:xfrm>
            <a:off x="458788" y="3745141"/>
            <a:ext cx="2920287" cy="461665"/>
          </a:xfrm>
          <a:prstGeom prst="rect">
            <a:avLst/>
          </a:prstGeom>
          <a:noFill/>
        </p:spPr>
        <p:txBody>
          <a:bodyPr vert="horz" wrap="none" rtlCol="0">
            <a:spAutoFit/>
          </a:bodyPr>
          <a:lstStyle/>
          <a:p>
            <a:r>
              <a:rPr lang="en-CA" sz="2400" b="1" smtClean="0">
                <a:latin typeface="Segoe UI" panose="020B0502040204020203" pitchFamily="34" charset="0"/>
              </a:rPr>
              <a:t>Logon Information</a:t>
            </a:r>
            <a:endParaRPr lang="en-CA" sz="2400" b="1">
              <a:latin typeface="Segoe UI" panose="020B0502040204020203" pitchFamily="34" charset="0"/>
            </a:endParaRPr>
          </a:p>
        </p:txBody>
      </p:sp>
      <p:sp>
        <p:nvSpPr>
          <p:cNvPr id="5" name="TextBox 4"/>
          <p:cNvSpPr txBox="1"/>
          <p:nvPr/>
        </p:nvSpPr>
        <p:spPr>
          <a:xfrm>
            <a:off x="458788" y="4126141"/>
            <a:ext cx="5724644" cy="1631216"/>
          </a:xfrm>
          <a:prstGeom prst="rect">
            <a:avLst/>
          </a:prstGeom>
          <a:noFill/>
        </p:spPr>
        <p:txBody>
          <a:bodyPr vert="horz" wrap="none" rtlCol="0">
            <a:spAutoFit/>
          </a:bodyPr>
          <a:lstStyle/>
          <a:p>
            <a:pPr>
              <a:tabLst>
                <a:tab pos="2290763" algn="l"/>
              </a:tabLst>
            </a:pPr>
            <a:r>
              <a:rPr lang="en-US" sz="2000" b="0" i="0" u="none" strike="noStrike" baseline="0" smtClean="0">
                <a:latin typeface="Segoe UI" panose="020B0502040204020203" pitchFamily="34" charset="0"/>
              </a:rPr>
              <a:t>Virtual machines	</a:t>
            </a:r>
            <a:r>
              <a:rPr lang="fr-CA" sz="2000" b="1" i="0" u="none" strike="noStrike" baseline="0" smtClean="0">
                <a:latin typeface="Segoe UI" panose="020B0502040204020203" pitchFamily="34" charset="0"/>
              </a:rPr>
              <a:t>20410D‑LON‑DC1</a:t>
            </a:r>
          </a:p>
          <a:p>
            <a:pPr>
              <a:tabLst>
                <a:tab pos="2290763" algn="l"/>
              </a:tabLst>
            </a:pPr>
            <a:r>
              <a:rPr lang="fr-CA" sz="2000" b="1" i="0" u="none" strike="noStrike" baseline="0" smtClean="0">
                <a:latin typeface="Segoe UI" panose="020B0502040204020203" pitchFamily="34" charset="0"/>
              </a:rPr>
              <a:t>	20410D‑LON‑RTR</a:t>
            </a:r>
          </a:p>
          <a:p>
            <a:pPr>
              <a:tabLst>
                <a:tab pos="2290763" algn="l"/>
              </a:tabLst>
            </a:pPr>
            <a:r>
              <a:rPr lang="en-US" sz="2000" b="1" i="0" u="none" strike="noStrike" baseline="0" smtClean="0">
                <a:latin typeface="Segoe UI" panose="020B0502040204020203" pitchFamily="34" charset="0"/>
              </a:rPr>
              <a:t>	20410D‑LON‑SVR2	</a:t>
            </a:r>
          </a:p>
          <a:p>
            <a:pPr>
              <a:tabLst>
                <a:tab pos="2290763" algn="l"/>
              </a:tabLst>
            </a:pPr>
            <a:r>
              <a:rPr lang="en-US" sz="2000" b="0" i="0" u="none" strike="noStrike" baseline="0" smtClean="0">
                <a:latin typeface="Segoe UI" panose="020B0502040204020203" pitchFamily="34" charset="0"/>
              </a:rPr>
              <a:t>User name	</a:t>
            </a:r>
            <a:r>
              <a:rPr lang="en-US" sz="2000" b="1" i="0" u="none" strike="noStrike" baseline="0" err="1" smtClean="0">
                <a:latin typeface="Segoe UI" panose="020B0502040204020203" pitchFamily="34" charset="0"/>
              </a:rPr>
              <a:t>Adatum</a:t>
            </a:r>
            <a:r>
              <a:rPr lang="en-US" sz="2000" b="1" i="0" u="none" strike="noStrike" baseline="0" smtClean="0">
                <a:latin typeface="Segoe UI" panose="020B0502040204020203" pitchFamily="34" charset="0"/>
              </a:rPr>
              <a:t>\Administrator</a:t>
            </a:r>
            <a:r>
              <a:rPr lang="en-US" sz="2000" b="0" i="0" u="none" strike="noStrike" baseline="0" smtClean="0">
                <a:latin typeface="Segoe UI" panose="020B0502040204020203" pitchFamily="34" charset="0"/>
              </a:rPr>
              <a:t>	</a:t>
            </a:r>
          </a:p>
          <a:p>
            <a:pPr>
              <a:tabLst>
                <a:tab pos="2290763" algn="l"/>
              </a:tabLst>
            </a:pPr>
            <a:r>
              <a:rPr lang="en-US" sz="2000" b="0" i="0" u="none" strike="noStrike" baseline="0" smtClean="0">
                <a:latin typeface="Segoe UI" panose="020B0502040204020203" pitchFamily="34" charset="0"/>
              </a:rPr>
              <a:t>Password	</a:t>
            </a:r>
            <a:r>
              <a:rPr lang="en-US" sz="2000" b="1" i="0" u="none" strike="noStrike" baseline="0" smtClean="0">
                <a:latin typeface="Segoe UI" panose="020B0502040204020203" pitchFamily="34" charset="0"/>
              </a:rPr>
              <a:t>Pa$$w0rd</a:t>
            </a:r>
          </a:p>
        </p:txBody>
      </p:sp>
      <p:sp>
        <p:nvSpPr>
          <p:cNvPr id="6" name="TextBox 5"/>
          <p:cNvSpPr txBox="1"/>
          <p:nvPr/>
        </p:nvSpPr>
        <p:spPr>
          <a:xfrm>
            <a:off x="458788" y="6163356"/>
            <a:ext cx="3516860" cy="400110"/>
          </a:xfrm>
          <a:prstGeom prst="rect">
            <a:avLst/>
          </a:prstGeom>
          <a:noFill/>
        </p:spPr>
        <p:txBody>
          <a:bodyPr vert="horz" wrap="none" rtlCol="0">
            <a:spAutoFit/>
          </a:bodyPr>
          <a:lstStyle/>
          <a:p>
            <a:r>
              <a:rPr lang="en-CA" sz="2000" b="1" smtClean="0">
                <a:latin typeface="Segoe UI" panose="020B0502040204020203" pitchFamily="34" charset="0"/>
              </a:rPr>
              <a:t>Estimated Time: 45 minutes</a:t>
            </a:r>
            <a:endParaRPr lang="en-CA" sz="2000" b="1">
              <a:latin typeface="Segoe UI" panose="020B0502040204020203" pitchFamily="34" charset="0"/>
            </a:endParaRPr>
          </a:p>
        </p:txBody>
      </p:sp>
    </p:spTree>
    <p:extLst>
      <p:ext uri="{BB962C8B-B14F-4D97-AF65-F5344CB8AC3E}">
        <p14:creationId xmlns:p14="http://schemas.microsoft.com/office/powerpoint/2010/main" val="17160894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name="Lab Scenario238944857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Lab Scenario</a:t>
            </a:r>
            <a:endParaRPr lang="en-CA"/>
          </a:p>
        </p:txBody>
      </p:sp>
      <p:sp>
        <p:nvSpPr>
          <p:cNvPr id="4" name="TextBox 3"/>
          <p:cNvSpPr txBox="1"/>
          <p:nvPr/>
        </p:nvSpPr>
        <p:spPr>
          <a:xfrm>
            <a:off x="458788" y="1021215"/>
            <a:ext cx="8119156" cy="5524500"/>
          </a:xfrm>
          <a:prstGeom prst="rect">
            <a:avLst/>
          </a:prstGeom>
          <a:noFill/>
        </p:spPr>
        <p:txBody>
          <a:bodyPr vert="horz" wrap="square" rtlCol="0">
            <a:spAutoFit/>
          </a:bodyPr>
          <a:lstStyle/>
          <a:p>
            <a:pPr>
              <a:spcBef>
                <a:spcPts val="600"/>
              </a:spcBef>
              <a:spcAft>
                <a:spcPts val="1000"/>
              </a:spcAft>
            </a:pPr>
            <a:r>
              <a:rPr lang="en-US" sz="2800" smtClean="0">
                <a:effectLst/>
                <a:latin typeface="Segoe UI" panose="020B0502040204020203" pitchFamily="34" charset="0"/>
                <a:ea typeface="SimSun" panose="02010600030101010101" pitchFamily="2" charset="-122"/>
                <a:cs typeface="Arial" panose="020B0604020202020204" pitchFamily="34" charset="0"/>
              </a:rPr>
              <a:t>You have recently accepted a promotion to the server support team. One of your first assignments is configuring the infrastructure service for a new branch office.</a:t>
            </a:r>
            <a:endParaRPr lang="en-CA" sz="2800" smtClean="0">
              <a:effectLst/>
              <a:latin typeface="Segoe UI" panose="020B0502040204020203" pitchFamily="34" charset="0"/>
              <a:ea typeface="SimSun" panose="02010600030101010101" pitchFamily="2" charset="-122"/>
              <a:cs typeface="Times New Roman" panose="02020603050405020304" pitchFamily="18" charset="0"/>
            </a:endParaRPr>
          </a:p>
          <a:p>
            <a:pPr>
              <a:spcBef>
                <a:spcPts val="600"/>
              </a:spcBef>
              <a:spcAft>
                <a:spcPts val="1000"/>
              </a:spcAft>
            </a:pPr>
            <a:r>
              <a:rPr lang="en-US" sz="2800" smtClean="0">
                <a:effectLst/>
                <a:latin typeface="Segoe UI" panose="020B0502040204020203" pitchFamily="34" charset="0"/>
                <a:ea typeface="SimSun" panose="02010600030101010101" pitchFamily="2" charset="-122"/>
                <a:cs typeface="Times New Roman" panose="02020603050405020304" pitchFamily="18" charset="0"/>
              </a:rPr>
              <a:t>After a security review, your manager has asked you to calculate new subnets for the branch office to support segmenting network traffic. You also need to troubleshoot a connectivity problem on a server in the branch office.</a:t>
            </a:r>
            <a:endParaRPr lang="en-CA" sz="2800">
              <a:effectLst/>
              <a:latin typeface="Segoe UI" panose="020B0502040204020203"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4011331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name="d9862c2d-f8b6-4968-ba48-e17751a263e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Lab Review</a:t>
            </a:r>
            <a:endParaRPr lang="en-CA"/>
          </a:p>
        </p:txBody>
      </p:sp>
      <p:sp>
        <p:nvSpPr>
          <p:cNvPr id="3" name="Text Placeholder 2"/>
          <p:cNvSpPr>
            <a:spLocks noGrp="1"/>
          </p:cNvSpPr>
          <p:nvPr>
            <p:ph type="body" idx="1"/>
          </p:nvPr>
        </p:nvSpPr>
        <p:spPr/>
        <p:txBody>
          <a:bodyPr/>
          <a:lstStyle/>
          <a:p>
            <a:r>
              <a:rPr lang="en-CA" smtClean="0"/>
              <a:t>Why is variable-length subnetting required in this lab?
Which Windows PowerShell cmdlet can you use to view the local routing table of a computer instead of using route print?</a:t>
            </a:r>
            <a:endParaRPr lang="en-CA"/>
          </a:p>
        </p:txBody>
      </p:sp>
    </p:spTree>
    <p:extLst>
      <p:ext uri="{BB962C8B-B14F-4D97-AF65-F5344CB8AC3E}">
        <p14:creationId xmlns:p14="http://schemas.microsoft.com/office/powerpoint/2010/main" val="330969982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Module Review and Takeaways</a:t>
            </a:r>
            <a:endParaRPr lang="en-CA"/>
          </a:p>
        </p:txBody>
      </p:sp>
      <p:sp>
        <p:nvSpPr>
          <p:cNvPr id="3" name="Text Placeholder 2"/>
          <p:cNvSpPr>
            <a:spLocks noGrp="1"/>
          </p:cNvSpPr>
          <p:nvPr>
            <p:ph type="body" idx="1"/>
          </p:nvPr>
        </p:nvSpPr>
        <p:spPr/>
        <p:txBody>
          <a:bodyPr/>
          <a:lstStyle/>
          <a:p>
            <a:r>
              <a:rPr lang="en-CA" smtClean="0"/>
              <a:t>Review Questions
Best Practices
Common Issues and Troubleshooting Tips</a:t>
            </a:r>
          </a:p>
          <a:p>
            <a:r>
              <a:rPr lang="en-US" smtClean="0"/>
              <a:t>Tools</a:t>
            </a:r>
            <a:endParaRPr lang="en-CA"/>
          </a:p>
        </p:txBody>
      </p:sp>
    </p:spTree>
    <p:extLst>
      <p:ext uri="{BB962C8B-B14F-4D97-AF65-F5344CB8AC3E}">
        <p14:creationId xmlns:p14="http://schemas.microsoft.com/office/powerpoint/2010/main" val="213423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11411135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40407055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1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1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1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2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2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2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2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2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2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2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2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9.xml><?xml version="1.0" encoding="utf-8"?>
<a:theme xmlns:a="http://schemas.openxmlformats.org/drawingml/2006/main" name="2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0.xml><?xml version="1.0" encoding="utf-8"?>
<a:theme xmlns:a="http://schemas.openxmlformats.org/drawingml/2006/main" name="2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1.xml><?xml version="1.0" encoding="utf-8"?>
<a:theme xmlns:a="http://schemas.openxmlformats.org/drawingml/2006/main" name="3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2.xml><?xml version="1.0" encoding="utf-8"?>
<a:theme xmlns:a="http://schemas.openxmlformats.org/drawingml/2006/main" name="3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3.xml><?xml version="1.0" encoding="utf-8"?>
<a:theme xmlns:a="http://schemas.openxmlformats.org/drawingml/2006/main" name="3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4.xml><?xml version="1.0" encoding="utf-8"?>
<a:theme xmlns:a="http://schemas.openxmlformats.org/drawingml/2006/main" name="3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5.xml><?xml version="1.0" encoding="utf-8"?>
<a:theme xmlns:a="http://schemas.openxmlformats.org/drawingml/2006/main" name="3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6.xml><?xml version="1.0" encoding="utf-8"?>
<a:theme xmlns:a="http://schemas.openxmlformats.org/drawingml/2006/main" name="3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7.xml><?xml version="1.0" encoding="utf-8"?>
<a:theme xmlns:a="http://schemas.openxmlformats.org/drawingml/2006/main" name="3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8.xml><?xml version="1.0" encoding="utf-8"?>
<a:theme xmlns:a="http://schemas.openxmlformats.org/drawingml/2006/main" name="3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9.xml><?xml version="1.0" encoding="utf-8"?>
<a:theme xmlns:a="http://schemas.openxmlformats.org/drawingml/2006/main" name="3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0.xml><?xml version="1.0" encoding="utf-8"?>
<a:theme xmlns:a="http://schemas.openxmlformats.org/drawingml/2006/main" name="3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1.xml><?xml version="1.0" encoding="utf-8"?>
<a:theme xmlns:a="http://schemas.openxmlformats.org/drawingml/2006/main" name="4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2.xml><?xml version="1.0" encoding="utf-8"?>
<a:theme xmlns:a="http://schemas.openxmlformats.org/drawingml/2006/main" name="4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3.xml><?xml version="1.0" encoding="utf-8"?>
<a:theme xmlns:a="http://schemas.openxmlformats.org/drawingml/2006/main" name="4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NG_MOC_Core_ModuleNew</Template>
  <TotalTime>516</TotalTime>
  <Words>5120</Words>
  <Application>Microsoft Office PowerPoint</Application>
  <PresentationFormat>On-screen Show (4:3)</PresentationFormat>
  <Paragraphs>814</Paragraphs>
  <Slides>41</Slides>
  <Notes>41</Notes>
  <HiddenSlides>3</HiddenSlides>
  <MMClips>0</MMClips>
  <ScaleCrop>false</ScaleCrop>
  <HeadingPairs>
    <vt:vector size="6" baseType="variant">
      <vt:variant>
        <vt:lpstr>Fonts Used</vt:lpstr>
      </vt:variant>
      <vt:variant>
        <vt:i4>14</vt:i4>
      </vt:variant>
      <vt:variant>
        <vt:lpstr>Theme</vt:lpstr>
      </vt:variant>
      <vt:variant>
        <vt:i4>43</vt:i4>
      </vt:variant>
      <vt:variant>
        <vt:lpstr>Slide Titles</vt:lpstr>
      </vt:variant>
      <vt:variant>
        <vt:i4>41</vt:i4>
      </vt:variant>
    </vt:vector>
  </HeadingPairs>
  <TitlesOfParts>
    <vt:vector size="98" baseType="lpstr">
      <vt:lpstr>Calibri</vt:lpstr>
      <vt:lpstr>MS Mincho</vt:lpstr>
      <vt:lpstr>Symbol</vt:lpstr>
      <vt:lpstr>Arial</vt:lpstr>
      <vt:lpstr>Gulim</vt:lpstr>
      <vt:lpstr>Lucida Sans Typewriter</vt:lpstr>
      <vt:lpstr>Segoe UI Light</vt:lpstr>
      <vt:lpstr>Segoe UI</vt:lpstr>
      <vt:lpstr>Segoe Light</vt:lpstr>
      <vt:lpstr>Times New Roman</vt:lpstr>
      <vt:lpstr>Verdana</vt:lpstr>
      <vt:lpstr>Wingdings</vt:lpstr>
      <vt:lpstr>SimSun</vt:lpstr>
      <vt:lpstr>Segoe</vt:lpstr>
      <vt:lpstr>Presentation1</vt:lpstr>
      <vt:lpstr>1_Presentation1</vt:lpstr>
      <vt:lpstr>2_Presentation1</vt:lpstr>
      <vt:lpstr>3_Presentation1</vt:lpstr>
      <vt:lpstr>4_Presentation1</vt:lpstr>
      <vt:lpstr>5_Presentation1</vt:lpstr>
      <vt:lpstr>6_Presentation1</vt:lpstr>
      <vt:lpstr>7_Presentation1</vt:lpstr>
      <vt:lpstr>8_Presentation1</vt:lpstr>
      <vt:lpstr>9_Presentation1</vt:lpstr>
      <vt:lpstr>10_Presentation1</vt:lpstr>
      <vt:lpstr>11_Presentation1</vt:lpstr>
      <vt:lpstr>12_Presentation1</vt:lpstr>
      <vt:lpstr>13_Presentation1</vt:lpstr>
      <vt:lpstr>14_Presentation1</vt:lpstr>
      <vt:lpstr>15_Presentation1</vt:lpstr>
      <vt:lpstr>16_Presentation1</vt:lpstr>
      <vt:lpstr>17_Presentation1</vt:lpstr>
      <vt:lpstr>18_Presentation1</vt:lpstr>
      <vt:lpstr>19_Presentation1</vt:lpstr>
      <vt:lpstr>20_Presentation1</vt:lpstr>
      <vt:lpstr>21_Presentation1</vt:lpstr>
      <vt:lpstr>22_Presentation1</vt:lpstr>
      <vt:lpstr>23_Presentation1</vt:lpstr>
      <vt:lpstr>24_Presentation1</vt:lpstr>
      <vt:lpstr>25_Presentation1</vt:lpstr>
      <vt:lpstr>26_Presentation1</vt:lpstr>
      <vt:lpstr>27_Presentation1</vt:lpstr>
      <vt:lpstr>28_Presentation1</vt:lpstr>
      <vt:lpstr>29_Presentation1</vt:lpstr>
      <vt:lpstr>30_Presentation1</vt:lpstr>
      <vt:lpstr>31_Presentation1</vt:lpstr>
      <vt:lpstr>32_Presentation1</vt:lpstr>
      <vt:lpstr>33_Presentation1</vt:lpstr>
      <vt:lpstr>34_Presentation1</vt:lpstr>
      <vt:lpstr>35_Presentation1</vt:lpstr>
      <vt:lpstr>36_Presentation1</vt:lpstr>
      <vt:lpstr>37_Presentation1</vt:lpstr>
      <vt:lpstr>38_Presentation1</vt:lpstr>
      <vt:lpstr>39_Presentation1</vt:lpstr>
      <vt:lpstr>40_Presentation1</vt:lpstr>
      <vt:lpstr>41_Presentation1</vt:lpstr>
      <vt:lpstr>42_Presentation1</vt:lpstr>
      <vt:lpstr>Module 5</vt:lpstr>
      <vt:lpstr>Module Overview</vt:lpstr>
      <vt:lpstr>Lesson 1: Overview of TCP/IP</vt:lpstr>
      <vt:lpstr>The TCP/IP Protocol Suite</vt:lpstr>
      <vt:lpstr>Protocols in the TCP/IP Suite</vt:lpstr>
      <vt:lpstr>TCP/IP Applications</vt:lpstr>
      <vt:lpstr>What Is a Socket?</vt:lpstr>
      <vt:lpstr>Lesson 2: Understanding IPv4 Addressing</vt:lpstr>
      <vt:lpstr>IPv4 Addressing</vt:lpstr>
      <vt:lpstr>IPv4 Addressing</vt:lpstr>
      <vt:lpstr>IPv4 Addressing</vt:lpstr>
      <vt:lpstr>Public and Private IPv4 Addresses</vt:lpstr>
      <vt:lpstr>How Dotted Decimal Notation Relates to Binary Numbers</vt:lpstr>
      <vt:lpstr>How Dotted Decimal Notation Relates to Binary Numbers</vt:lpstr>
      <vt:lpstr>How Dotted Decimal Notation Relates to Binary Numbers</vt:lpstr>
      <vt:lpstr>How Dotted Decimal Notation Relates to Binary Numbers</vt:lpstr>
      <vt:lpstr>Simple IPv4 Implementations</vt:lpstr>
      <vt:lpstr>More Complex IPv4 Implementations</vt:lpstr>
      <vt:lpstr>Lesson 3: Subnetting and Supernetting</vt:lpstr>
      <vt:lpstr>How Bits Are Used in a Subnet Mask or Prefix Length</vt:lpstr>
      <vt:lpstr>The Benefits of Using Subnetting</vt:lpstr>
      <vt:lpstr>Calculating Subnet Addresses</vt:lpstr>
      <vt:lpstr>Calculating Host Addresses</vt:lpstr>
      <vt:lpstr>Discussion: Creating a Subnetting Scheme for a New Office</vt:lpstr>
      <vt:lpstr>What Is Supernetting?</vt:lpstr>
      <vt:lpstr>Lesson 4: Configuring and Troubleshooting IPv4</vt:lpstr>
      <vt:lpstr>Configuring IPv4 Manually</vt:lpstr>
      <vt:lpstr>Configuring IPv4 Manually</vt:lpstr>
      <vt:lpstr>Configuring IPv4 Automatically</vt:lpstr>
      <vt:lpstr>Using Windows PowerShell Cmdlets to Troubleshoot IPv4</vt:lpstr>
      <vt:lpstr>IPv4 Troubleshooting Tools</vt:lpstr>
      <vt:lpstr>The IPv4 Troubleshooting Process</vt:lpstr>
      <vt:lpstr>What Is Microsoft Message Analyzer?</vt:lpstr>
      <vt:lpstr>Demonstration: How to Capture and Analyze Network Traffic by Using Microsoft Message Analyzer</vt:lpstr>
      <vt:lpstr>PowerPoint Presentation</vt:lpstr>
      <vt:lpstr>Lab: Implementing IPv4</vt:lpstr>
      <vt:lpstr>Lab Scenario</vt:lpstr>
      <vt:lpstr>Lab Review</vt:lpstr>
      <vt:lpstr>Module Review and Takeaways</vt:lpstr>
      <vt:lpstr>PowerPoint Presentation</vt:lpstr>
      <vt:lpstr>PowerPoint Presentation</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dc:title>
  <dc:creator>Karin Carlson</dc:creator>
  <cp:lastModifiedBy>Susie Carr</cp:lastModifiedBy>
  <cp:revision>15</cp:revision>
  <dcterms:created xsi:type="dcterms:W3CDTF">2014-02-22T03:09:00Z</dcterms:created>
  <dcterms:modified xsi:type="dcterms:W3CDTF">2014-03-03T16:28:03Z</dcterms:modified>
</cp:coreProperties>
</file>