
<file path=[Content_Types].xml><?xml version="1.0" encoding="utf-8"?>
<Types xmlns="http://schemas.openxmlformats.org/package/2006/content-types">
  <Override PartName="/ppt/theme/theme5.xml" ContentType="application/vnd.openxmlformats-officedocument.theme+xml"/>
  <Override PartName="/ppt/slideLayouts/slideLayout307.xml" ContentType="application/vnd.openxmlformats-officedocument.presentationml.slideLayout+xml"/>
  <Override PartName="/ppt/slideLayouts/slideLayout354.xml" ContentType="application/vnd.openxmlformats-officedocument.presentationml.slideLayout+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46.xml" ContentType="application/vnd.openxmlformats-officedocument.presentationml.slideLayout+xml"/>
  <Override PartName="/ppt/slideLayouts/slideLayout193.xml" ContentType="application/vnd.openxmlformats-officedocument.presentationml.slideLayout+xml"/>
  <Override PartName="/ppt/slideLayouts/slideLayout332.xml" ContentType="application/vnd.openxmlformats-officedocument.presentationml.slideLayout+xml"/>
  <Override PartName="/ppt/slideLayouts/slideLayout477.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124.xml" ContentType="application/vnd.openxmlformats-officedocument.presentationml.slideLayout+xml"/>
  <Override PartName="/ppt/slideLayouts/slideLayout171.xml" ContentType="application/vnd.openxmlformats-officedocument.presentationml.slideLayout+xml"/>
  <Override PartName="/ppt/slideLayouts/slideLayout269.xml" ContentType="application/vnd.openxmlformats-officedocument.presentationml.slideLayout+xml"/>
  <Override PartName="/ppt/slideLayouts/slideLayout408.xml" ContentType="application/vnd.openxmlformats-officedocument.presentationml.slideLayout+xml"/>
  <Override PartName="/ppt/slideLayouts/slideLayout455.xml" ContentType="application/vnd.openxmlformats-officedocument.presentationml.slideLayout+xml"/>
  <Default Extension="xml" ContentType="application/xml"/>
  <Override PartName="/ppt/slideLayouts/slideLayout24.xml" ContentType="application/vnd.openxmlformats-officedocument.presentationml.slideLayout+xml"/>
  <Override PartName="/ppt/slideLayouts/slideLayout71.xml" ContentType="application/vnd.openxmlformats-officedocument.presentationml.slideLayout+xml"/>
  <Override PartName="/ppt/slideLayouts/slideLayout247.xml" ContentType="application/vnd.openxmlformats-officedocument.presentationml.slideLayout+xml"/>
  <Override PartName="/ppt/slideLayouts/slideLayout294.xml" ContentType="application/vnd.openxmlformats-officedocument.presentationml.slideLayout+xml"/>
  <Override PartName="/ppt/slideLayouts/slideLayout310.xml" ContentType="application/vnd.openxmlformats-officedocument.presentationml.slideLayout+xml"/>
  <Override PartName="/ppt/theme/theme29.xml" ContentType="application/vnd.openxmlformats-officedocument.theme+xml"/>
  <Override PartName="/ppt/notesSlides/notesSlide16.xml" ContentType="application/vnd.openxmlformats-officedocument.presentationml.notesSlide+xml"/>
  <Override PartName="/ppt/slideMasters/slideMaster33.xml" ContentType="application/vnd.openxmlformats-officedocument.presentationml.slideMaster+xml"/>
  <Override PartName="/ppt/slideLayouts/slideLayout102.xml" ContentType="application/vnd.openxmlformats-officedocument.presentationml.slideLayout+xml"/>
  <Override PartName="/ppt/slideLayouts/slideLayout433.xml" ContentType="application/vnd.openxmlformats-officedocument.presentationml.slideLayout+xml"/>
  <Override PartName="/ppt/slideLayouts/slideLayout480.xml" ContentType="application/vnd.openxmlformats-officedocument.presentationml.slideLayout+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slideLayouts/slideLayout225.xml" ContentType="application/vnd.openxmlformats-officedocument.presentationml.slideLayout+xml"/>
  <Override PartName="/ppt/slideLayouts/slideLayout272.xml" ContentType="application/vnd.openxmlformats-officedocument.presentationml.slideLayout+xml"/>
  <Override PartName="/ppt/slideLayouts/slideLayout411.xml" ContentType="application/vnd.openxmlformats-officedocument.presentationml.slideLayout+xml"/>
  <Override PartName="/ppt/slideLayouts/slideLayout203.xml" ContentType="application/vnd.openxmlformats-officedocument.presentationml.slideLayout+xml"/>
  <Override PartName="/ppt/slideLayouts/slideLayout250.xml" ContentType="application/vnd.openxmlformats-officedocument.presentationml.slideLayout+xml"/>
  <Override PartName="/ppt/slideLayouts/slideLayout348.xml" ContentType="application/vnd.openxmlformats-officedocument.presentationml.slideLayout+xml"/>
  <Override PartName="/ppt/theme/theme32.xml" ContentType="application/vnd.openxmlformats-officedocument.theme+xml"/>
  <Override PartName="/ppt/slideLayouts/slideLayout395.xml" ContentType="application/vnd.openxmlformats-officedocument.presentationml.slideLayout+xml"/>
  <Override PartName="/ppt/notesSlides/notesSlide7.xml" ContentType="application/vnd.openxmlformats-officedocument.presentationml.notesSlide+xml"/>
  <Override PartName="/ppt/slideLayouts/slideLayout87.xml" ContentType="application/vnd.openxmlformats-officedocument.presentationml.slideLayout+xml"/>
  <Override PartName="/ppt/theme/theme10.xml" ContentType="application/vnd.openxmlformats-officedocument.theme+xml"/>
  <Override PartName="/ppt/slideLayouts/slideLayout187.xml" ContentType="application/vnd.openxmlformats-officedocument.presentationml.slideLayout+xml"/>
  <Override PartName="/ppt/slideLayouts/slideLayout326.xml" ContentType="application/vnd.openxmlformats-officedocument.presentationml.slideLayout+xml"/>
  <Override PartName="/ppt/slideLayouts/slideLayout373.xml" ContentType="application/vnd.openxmlformats-officedocument.presentationml.slideLayout+xml"/>
  <Override PartName="/ppt/slides/slide19.xml" ContentType="application/vnd.openxmlformats-officedocument.presentationml.slide+xml"/>
  <Default Extension="png" ContentType="image/png"/>
  <Override PartName="/ppt/slideLayouts/slideLayout118.xml" ContentType="application/vnd.openxmlformats-officedocument.presentationml.slideLayout+xml"/>
  <Override PartName="/ppt/slideLayouts/slideLayout16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304.xml" ContentType="application/vnd.openxmlformats-officedocument.presentationml.slideLayout+xml"/>
  <Override PartName="/ppt/slideLayouts/slideLayout351.xml" ContentType="application/vnd.openxmlformats-officedocument.presentationml.slideLayout+xml"/>
  <Override PartName="/ppt/slideLayouts/slideLayout449.xml" ContentType="application/vnd.openxmlformats-officedocument.presentationml.slideLayout+xml"/>
  <Override PartName="/ppt/slideLayouts/slideLayout496.xml" ContentType="application/vnd.openxmlformats-officedocument.presentationml.slideLayout+xml"/>
  <Override PartName="/ppt/slideMasters/slideMaster27.xml" ContentType="application/vnd.openxmlformats-officedocument.presentationml.slideMaster+xml"/>
  <Override PartName="/ppt/slideLayouts/slideLayout43.xml" ContentType="application/vnd.openxmlformats-officedocument.presentationml.slideLayout+xml"/>
  <Override PartName="/ppt/slideLayouts/slideLayout90.xml" ContentType="application/vnd.openxmlformats-officedocument.presentationml.slideLayout+xml"/>
  <Override PartName="/ppt/slideLayouts/slideLayout143.xml" ContentType="application/vnd.openxmlformats-officedocument.presentationml.slideLayout+xml"/>
  <Override PartName="/ppt/slideLayouts/slideLayout190.xml" ContentType="application/vnd.openxmlformats-officedocument.presentationml.slideLayout+xml"/>
  <Override PartName="/ppt/slideLayouts/slideLayout288.xml" ContentType="application/vnd.openxmlformats-officedocument.presentationml.slideLayout+xml"/>
  <Override PartName="/ppt/slideLayouts/slideLayout427.xml" ContentType="application/vnd.openxmlformats-officedocument.presentationml.slideLayout+xml"/>
  <Override PartName="/ppt/slideLayouts/slideLayout474.xml" ContentType="application/vnd.openxmlformats-officedocument.presentationml.slideLayout+xml"/>
  <Override PartName="/ppt/slides/slide22.xml" ContentType="application/vnd.openxmlformats-officedocument.presentationml.slide+xml"/>
  <Override PartName="/ppt/slideLayouts/slideLayout219.xml" ContentType="application/vnd.openxmlformats-officedocument.presentationml.slideLayout+xml"/>
  <Override PartName="/ppt/slideLayouts/slideLayout266.xml" ContentType="application/vnd.openxmlformats-officedocument.presentationml.slideLayout+xml"/>
  <Override PartName="/ppt/notesSlides/notesSlide35.xml" ContentType="application/vnd.openxmlformats-officedocument.presentationml.notesSlide+xml"/>
  <Override PartName="/ppt/slideLayouts/slideLayout21.xml" ContentType="application/vnd.openxmlformats-officedocument.presentationml.slideLayout+xml"/>
  <Override PartName="/ppt/slideLayouts/slideLayout121.xml" ContentType="application/vnd.openxmlformats-officedocument.presentationml.slideLayout+xml"/>
  <Override PartName="/ppt/theme/theme26.xml" ContentType="application/vnd.openxmlformats-officedocument.theme+xml"/>
  <Override PartName="/ppt/slideLayouts/slideLayout389.xml" ContentType="application/vnd.openxmlformats-officedocument.presentationml.slideLayout+xml"/>
  <Override PartName="/ppt/slideLayouts/slideLayout405.xml" ContentType="application/vnd.openxmlformats-officedocument.presentationml.slideLayout+xml"/>
  <Override PartName="/ppt/slideLayouts/slideLayout452.xml" ContentType="application/vnd.openxmlformats-officedocument.presentationml.slideLayout+xml"/>
  <Override PartName="/ppt/notesSlides/notesSlide13.xml" ContentType="application/vnd.openxmlformats-officedocument.presentationml.notesSlide+xml"/>
  <Override PartName="/ppt/slideMasters/slideMaster30.xml" ContentType="application/vnd.openxmlformats-officedocument.presentationml.slideMaster+xml"/>
  <Override PartName="/ppt/slideLayouts/slideLayout244.xml" ContentType="application/vnd.openxmlformats-officedocument.presentationml.slideLayout+xml"/>
  <Override PartName="/ppt/slideLayouts/slideLayout291.xml" ContentType="application/vnd.openxmlformats-officedocument.presentationml.slideLayout+xml"/>
  <Override PartName="/ppt/slideLayouts/slideLayout430.xml" ContentType="application/vnd.openxmlformats-officedocument.presentationml.slideLayout+xml"/>
  <Override PartName="/ppt/slideLayouts/slideLayout222.xml" ContentType="application/vnd.openxmlformats-officedocument.presentationml.slideLayout+xml"/>
  <Override PartName="/ppt/slideLayouts/slideLayout367.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slideLayouts/slideLayout159.xml" ContentType="application/vnd.openxmlformats-officedocument.presentationml.slideLayout+xml"/>
  <Override PartName="/ppt/slideLayouts/slideLayout345.xml" ContentType="application/vnd.openxmlformats-officedocument.presentationml.slideLayout+xml"/>
  <Override PartName="/ppt/slideLayouts/slideLayout392.xml" ContentType="application/vnd.openxmlformats-officedocument.presentationml.slideLayout+xml"/>
  <Override PartName="/ppt/notesSlides/notesSlide4.xml" ContentType="application/vnd.openxmlformats-officedocument.presentationml.notesSlide+xml"/>
  <Override PartName="/ppt/slides/slide38.xml" ContentType="application/vnd.openxmlformats-officedocument.presentationml.slide+xml"/>
  <Override PartName="/ppt/slideLayouts/slideLayout137.xml" ContentType="application/vnd.openxmlformats-officedocument.presentationml.slideLayout+xml"/>
  <Override PartName="/ppt/slideLayouts/slideLayout184.xml" ContentType="application/vnd.openxmlformats-officedocument.presentationml.slideLayout+xml"/>
  <Override PartName="/ppt/slideLayouts/slideLayout200.xml" ContentType="application/vnd.openxmlformats-officedocument.presentationml.slideLayout+xml"/>
  <Override PartName="/ppt/slideLayouts/slideLayout37.xml" ContentType="application/vnd.openxmlformats-officedocument.presentationml.slideLayout+xml"/>
  <Override PartName="/ppt/slideLayouts/slideLayout84.xml" ContentType="application/vnd.openxmlformats-officedocument.presentationml.slideLayout+xml"/>
  <Override PartName="/ppt/slideLayouts/slideLayout323.xml" ContentType="application/vnd.openxmlformats-officedocument.presentationml.slideLayout+xml"/>
  <Override PartName="/ppt/slideLayouts/slideLayout370.xml" ContentType="application/vnd.openxmlformats-officedocument.presentationml.slideLayout+xml"/>
  <Override PartName="/ppt/slideLayouts/slideLayout468.xml" ContentType="application/vnd.openxmlformats-officedocument.presentationml.slideLayout+xml"/>
  <Override PartName="/ppt/notesSlides/notesSlide29.xml" ContentType="application/vnd.openxmlformats-officedocument.presentationml.notes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62.xml" ContentType="application/vnd.openxmlformats-officedocument.presentationml.slideLayout+xml"/>
  <Override PartName="/ppt/slideLayouts/slideLayout115.xml" ContentType="application/vnd.openxmlformats-officedocument.presentationml.slideLayout+xml"/>
  <Override PartName="/ppt/slideLayouts/slideLayout162.xml" ContentType="application/vnd.openxmlformats-officedocument.presentationml.slideLayout+xml"/>
  <Override PartName="/ppt/slideLayouts/slideLayout301.xml" ContentType="application/vnd.openxmlformats-officedocument.presentationml.slideLayout+xml"/>
  <Override PartName="/ppt/slideLayouts/slideLayout446.xml" ContentType="application/vnd.openxmlformats-officedocument.presentationml.slideLayout+xml"/>
  <Override PartName="/ppt/slideLayouts/slideLayout493.xml" ContentType="application/vnd.openxmlformats-officedocument.presentationml.slideLayout+xml"/>
  <Override PartName="/ppt/slideLayouts/slideLayout140.xml" ContentType="application/vnd.openxmlformats-officedocument.presentationml.slideLayout+xml"/>
  <Override PartName="/ppt/slideLayouts/slideLayout238.xml" ContentType="application/vnd.openxmlformats-officedocument.presentationml.slideLayout+xml"/>
  <Override PartName="/ppt/slideLayouts/slideLayout285.xml" ContentType="application/vnd.openxmlformats-officedocument.presentationml.slideLayout+xml"/>
  <Override PartName="/ppt/slideMasters/slideMaster24.xml" ContentType="application/vnd.openxmlformats-officedocument.presentationml.slideMaster+xml"/>
  <Override PartName="/ppt/slideLayouts/slideLayout40.xml" ContentType="application/vnd.openxmlformats-officedocument.presentationml.slideLayout+xml"/>
  <Override PartName="/ppt/slideLayouts/slideLayout424.xml" ContentType="application/vnd.openxmlformats-officedocument.presentationml.slideLayout+xml"/>
  <Override PartName="/ppt/slideLayouts/slideLayout471.xml" ContentType="application/vnd.openxmlformats-officedocument.presentationml.slideLayout+xml"/>
  <Override PartName="/ppt/notesSlides/notesSlide32.xml" ContentType="application/vnd.openxmlformats-officedocument.presentationml.notesSlide+xml"/>
  <Override PartName="/ppt/slideLayouts/slideLayout216.xml" ContentType="application/vnd.openxmlformats-officedocument.presentationml.slideLayout+xml"/>
  <Override PartName="/ppt/slideLayouts/slideLayout263.xml" ContentType="application/vnd.openxmlformats-officedocument.presentationml.slideLayout+xml"/>
  <Override PartName="/ppt/theme/theme23.xml" ContentType="application/vnd.openxmlformats-officedocument.theme+xml"/>
  <Override PartName="/ppt/slideLayouts/slideLayout402.xml" ContentType="application/vnd.openxmlformats-officedocument.presentationml.slideLayout+xml"/>
  <Override PartName="/ppt/slideLayouts/slideLayout241.xml" ContentType="application/vnd.openxmlformats-officedocument.presentationml.slideLayout+xml"/>
  <Override PartName="/ppt/slideLayouts/slideLayout339.xml" ContentType="application/vnd.openxmlformats-officedocument.presentationml.slideLayout+xml"/>
  <Override PartName="/ppt/slideLayouts/slideLayout386.xml" ContentType="application/vnd.openxmlformats-officedocument.presentationml.slideLayout+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78.xml" ContentType="application/vnd.openxmlformats-officedocument.presentationml.slideLayout+xml"/>
  <Override PartName="/ppt/slideLayouts/slideLayout317.xml" ContentType="application/vnd.openxmlformats-officedocument.presentationml.slideLayout+xml"/>
  <Override PartName="/ppt/slideLayouts/slideLayout364.xml" ContentType="application/vnd.openxmlformats-officedocument.presentationml.slideLayout+xml"/>
  <Override PartName="/ppt/slideMasters/slideMaster2.xml" ContentType="application/vnd.openxmlformats-officedocument.presentationml.slideMaster+xml"/>
  <Override PartName="/ppt/slideLayouts/slideLayout109.xml" ContentType="application/vnd.openxmlformats-officedocument.presentationml.slideLayout+xml"/>
  <Override PartName="/ppt/slideLayouts/slideLayout156.xml" ContentType="application/vnd.openxmlformats-officedocument.presentationml.slideLayout+xml"/>
  <Override PartName="/ppt/slideLayouts/slideLayout487.xml" ContentType="application/vnd.openxmlformats-officedocument.presentationml.slideLayout+xml"/>
  <Override PartName="/ppt/notesSlides/notesSlide1.xml" ContentType="application/vnd.openxmlformats-officedocument.presentationml.notesSlide+xml"/>
  <Override PartName="/ppt/slideLayouts/slideLayout56.xml" ContentType="application/vnd.openxmlformats-officedocument.presentationml.slideLayout+xml"/>
  <Override PartName="/ppt/slideLayouts/slideLayout279.xml" ContentType="application/vnd.openxmlformats-officedocument.presentationml.slideLayout+xml"/>
  <Override PartName="/ppt/slideLayouts/slideLayout342.xml" ContentType="application/vnd.openxmlformats-officedocument.presentationml.slideLayout+xml"/>
  <Override PartName="/ppt/slideMasters/slideMaster18.xml" ContentType="application/vnd.openxmlformats-officedocument.presentationml.slideMaster+xml"/>
  <Override PartName="/ppt/slides/slide35.xml" ContentType="application/vnd.openxmlformats-officedocument.presentationml.slide+xml"/>
  <Override PartName="/ppt/slideLayouts/slideLayout34.xml" ContentType="application/vnd.openxmlformats-officedocument.presentationml.slideLayout+xml"/>
  <Override PartName="/ppt/slideLayouts/slideLayout81.xml" ContentType="application/vnd.openxmlformats-officedocument.presentationml.slideLayout+xml"/>
  <Override PartName="/ppt/slideLayouts/slideLayout134.xml" ContentType="application/vnd.openxmlformats-officedocument.presentationml.slideLayout+xml"/>
  <Override PartName="/ppt/slideLayouts/slideLayout181.xml" ContentType="application/vnd.openxmlformats-officedocument.presentationml.slideLayout+xml"/>
  <Override PartName="/ppt/slideLayouts/slideLayout320.xml" ContentType="application/vnd.openxmlformats-officedocument.presentationml.slideLayout+xml"/>
  <Override PartName="/ppt/slideLayouts/slideLayout418.xml" ContentType="application/vnd.openxmlformats-officedocument.presentationml.slideLayout+xml"/>
  <Override PartName="/ppt/slideLayouts/slideLayout465.xml" ContentType="application/vnd.openxmlformats-officedocument.presentationml.slideLayout+xml"/>
  <Override PartName="/ppt/theme/theme39.xml" ContentType="application/vnd.openxmlformats-officedocument.theme+xml"/>
  <Override PartName="/ppt/slides/slide13.xml" ContentType="application/vnd.openxmlformats-officedocument.presentationml.slide+xml"/>
  <Override PartName="/ppt/slideLayouts/slideLayout112.xml" ContentType="application/vnd.openxmlformats-officedocument.presentationml.slideLayout+xml"/>
  <Override PartName="/ppt/slideLayouts/slideLayout257.xml" ContentType="application/vnd.openxmlformats-officedocument.presentationml.slideLayout+xml"/>
  <Override PartName="/ppt/notesSlides/notesSlide26.xml" ContentType="application/vnd.openxmlformats-officedocument.presentationml.notesSlide+xml"/>
  <Override PartName="/ppt/slideLayouts/slideLayout12.xml" ContentType="application/vnd.openxmlformats-officedocument.presentationml.slideLayout+xml"/>
  <Override PartName="/ppt/theme/theme17.xml" ContentType="application/vnd.openxmlformats-officedocument.theme+xml"/>
  <Override PartName="/ppt/slideLayouts/slideLayout235.xml" ContentType="application/vnd.openxmlformats-officedocument.presentationml.slideLayout+xml"/>
  <Override PartName="/ppt/slideLayouts/slideLayout443.xml" ContentType="application/vnd.openxmlformats-officedocument.presentationml.slideLayout+xml"/>
  <Override PartName="/ppt/slideLayouts/slideLayout490.xml" ContentType="application/vnd.openxmlformats-officedocument.presentationml.slideLayout+xml"/>
  <Override PartName="/ppt/slideMasters/slideMaster21.xml" ContentType="application/vnd.openxmlformats-officedocument.presentationml.slideMaster+xml"/>
  <Override PartName="/ppt/slideLayouts/slideLayout282.xml" ContentType="application/vnd.openxmlformats-officedocument.presentationml.slideLayout+xml"/>
  <Override PartName="/ppt/slideLayouts/slideLayout421.xml" ContentType="application/vnd.openxmlformats-officedocument.presentationml.slideLayout+xml"/>
  <Override PartName="/ppt/theme/theme42.xml" ContentType="application/vnd.openxmlformats-officedocument.theme+xml"/>
  <Override PartName="/ppt/theme/theme9.xml" ContentType="application/vnd.openxmlformats-officedocument.theme+xml"/>
  <Override PartName="/ppt/slideLayouts/slideLayout213.xml" ContentType="application/vnd.openxmlformats-officedocument.presentationml.slideLayout+xml"/>
  <Override PartName="/ppt/slideLayouts/slideLayout260.xml" ContentType="application/vnd.openxmlformats-officedocument.presentationml.slideLayout+xml"/>
  <Override PartName="/ppt/slideLayouts/slideLayout358.xml" ContentType="application/vnd.openxmlformats-officedocument.presentationml.slideLayout+xml"/>
  <Override PartName="/ppt/slideLayouts/slideLayout97.xml" ContentType="application/vnd.openxmlformats-officedocument.presentationml.slideLayout+xml"/>
  <Override PartName="/ppt/slideLayouts/slideLayout197.xml" ContentType="application/vnd.openxmlformats-officedocument.presentationml.slideLayout+xml"/>
  <Override PartName="/ppt/theme/theme20.xml" ContentType="application/vnd.openxmlformats-officedocument.theme+xml"/>
  <Override PartName="/ppt/slideLayouts/slideLayout336.xml" ContentType="application/vnd.openxmlformats-officedocument.presentationml.slideLayout+xml"/>
  <Override PartName="/ppt/slideLayouts/slideLayout383.xml" ContentType="application/vnd.openxmlformats-officedocument.presentationml.slideLayout+xml"/>
  <Override PartName="/ppt/slides/slide29.xml" ContentType="application/vnd.openxmlformats-officedocument.presentationml.slide+xml"/>
  <Override PartName="/ppt/slideLayouts/slideLayout128.xml" ContentType="application/vnd.openxmlformats-officedocument.presentationml.slideLayout+xml"/>
  <Override PartName="/ppt/slideLayouts/slideLayout175.xml" ContentType="application/vnd.openxmlformats-officedocument.presentationml.slideLayout+xml"/>
  <Override PartName="/ppt/slideLayouts/slideLayout459.xml" ContentType="application/vnd.openxmlformats-officedocument.presentationml.slideLayout+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75.xml" ContentType="application/vnd.openxmlformats-officedocument.presentationml.slideLayout+xml"/>
  <Override PartName="/ppt/slideLayouts/slideLayout298.xml" ContentType="application/vnd.openxmlformats-officedocument.presentationml.slideLayout+xml"/>
  <Override PartName="/ppt/slideLayouts/slideLayout314.xml" ContentType="application/vnd.openxmlformats-officedocument.presentationml.slideLayout+xml"/>
  <Override PartName="/ppt/slideLayouts/slideLayout361.xml" ContentType="application/vnd.openxmlformats-officedocument.presentationml.slideLayout+xml"/>
  <Override PartName="/ppt/slideLayouts/slideLayout500.xml" ContentType="application/vnd.openxmlformats-officedocument.presentationml.slideLayout+xml"/>
  <Override PartName="/ppt/slideMasters/slideMaster37.xml" ContentType="application/vnd.openxmlformats-officedocument.presentationml.slideMaster+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53.xml" ContentType="application/vnd.openxmlformats-officedocument.presentationml.slideLayout+xml"/>
  <Override PartName="/ppt/slideLayouts/slideLayout437.xml" ContentType="application/vnd.openxmlformats-officedocument.presentationml.slideLayout+xml"/>
  <Override PartName="/ppt/slideLayouts/slideLayout484.xml" ContentType="application/vnd.openxmlformats-officedocument.presentationml.slideLayout+xml"/>
  <Override PartName="/ppt/slides/slide32.xml" ContentType="application/vnd.openxmlformats-officedocument.presentationml.slide+xml"/>
  <Default Extension="fntdata" ContentType="application/x-fontdata"/>
  <Override PartName="/ppt/slideLayouts/slideLayout131.xml" ContentType="application/vnd.openxmlformats-officedocument.presentationml.slideLayout+xml"/>
  <Override PartName="/ppt/slideLayouts/slideLayout229.xml" ContentType="application/vnd.openxmlformats-officedocument.presentationml.slideLayout+xml"/>
  <Override PartName="/ppt/slideLayouts/slideLayout276.xml" ContentType="application/vnd.openxmlformats-officedocument.presentationml.slideLayout+xml"/>
  <Override PartName="/ppt/slideLayouts/slideLayout415.xml" ContentType="application/vnd.openxmlformats-officedocument.presentationml.slideLayout+xml"/>
  <Override PartName="/ppt/slideLayouts/slideLayout462.xml" ContentType="application/vnd.openxmlformats-officedocument.presentationml.slideLayout+xml"/>
  <Override PartName="/ppt/slideMasters/slideMaster15.xml" ContentType="application/vnd.openxmlformats-officedocument.presentationml.slideMaster+xml"/>
  <Override PartName="/ppt/slides/slide10.xml" ContentType="application/vnd.openxmlformats-officedocument.presentationml.slide+xml"/>
  <Override PartName="/ppt/slideLayouts/slideLayout31.xml" ContentType="application/vnd.openxmlformats-officedocument.presentationml.slideLayout+xml"/>
  <Override PartName="/ppt/slideLayouts/slideLayout207.xml" ContentType="application/vnd.openxmlformats-officedocument.presentationml.slideLayout+xml"/>
  <Override PartName="/ppt/slideLayouts/slideLayout254.xml" ContentType="application/vnd.openxmlformats-officedocument.presentationml.slideLayout+xml"/>
  <Override PartName="/ppt/slideLayouts/slideLayout399.xml" ContentType="application/vnd.openxmlformats-officedocument.presentationml.slideLayout+xml"/>
  <Override PartName="/ppt/theme/theme36.xml" ContentType="application/vnd.openxmlformats-officedocument.theme+xml"/>
  <Override PartName="/ppt/notesSlides/notesSlide23.xml" ContentType="application/vnd.openxmlformats-officedocument.presentationml.notesSlide+xml"/>
  <Override PartName="/ppt/slideMasters/slideMaster40.xml" ContentType="application/vnd.openxmlformats-officedocument.presentationml.slideMaster+xml"/>
  <Override PartName="/ppt/theme/theme14.xml" ContentType="application/vnd.openxmlformats-officedocument.theme+xml"/>
  <Override PartName="/ppt/slideLayouts/slideLayout440.xml" ContentType="application/vnd.openxmlformats-officedocument.presentationml.slideLayout+xml"/>
  <Override PartName="/ppt/slideLayouts/slideLayout232.xml" ContentType="application/vnd.openxmlformats-officedocument.presentationml.slideLayout+xml"/>
  <Override PartName="/ppt/slideLayouts/slideLayout377.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169.xml" ContentType="application/vnd.openxmlformats-officedocument.presentationml.slideLayout+xml"/>
  <Override PartName="/ppt/slideLayouts/slideLayout210.xml" ContentType="application/vnd.openxmlformats-officedocument.presentationml.slideLayout+xml"/>
  <Override PartName="/ppt/slideLayouts/slideLayout308.xml" ContentType="application/vnd.openxmlformats-officedocument.presentationml.slideLayout+xml"/>
  <Override PartName="/ppt/slideLayouts/slideLayout355.xml" ContentType="application/vnd.openxmlformats-officedocument.presentationml.slideLayout+xml"/>
  <Override PartName="/ppt/slideLayouts/slideLayout147.xml" ContentType="application/vnd.openxmlformats-officedocument.presentationml.slideLayout+xml"/>
  <Override PartName="/ppt/slideLayouts/slideLayout194.xml" ContentType="application/vnd.openxmlformats-officedocument.presentationml.slideLayout+xml"/>
  <Override PartName="/ppt/slideLayouts/slideLayout478.xml" ContentType="application/vnd.openxmlformats-officedocument.presentationml.slideLayout+xml"/>
  <Override PartName="/ppt/slides/slide26.xml" ContentType="application/vnd.openxmlformats-officedocument.presentationml.slide+xml"/>
  <Override PartName="/ppt/slideLayouts/slideLayout47.xml" ContentType="application/vnd.openxmlformats-officedocument.presentationml.slideLayout+xml"/>
  <Override PartName="/ppt/slideLayouts/slideLayout94.xml" ContentType="application/vnd.openxmlformats-officedocument.presentationml.slideLayout+xml"/>
  <Override PartName="/ppt/slideLayouts/slideLayout333.xml" ContentType="application/vnd.openxmlformats-officedocument.presentationml.slideLayout+xml"/>
  <Override PartName="/ppt/slideLayouts/slideLayout380.xml" ContentType="application/vnd.openxmlformats-officedocument.presentationml.slideLayout+xml"/>
  <Override PartName="/ppt/notesSlides/notesSlide39.xml" ContentType="application/vnd.openxmlformats-officedocument.presentationml.notesSlid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25.xml" ContentType="application/vnd.openxmlformats-officedocument.presentationml.slideLayout+xml"/>
  <Override PartName="/ppt/slideLayouts/slideLayout172.xml" ContentType="application/vnd.openxmlformats-officedocument.presentationml.slideLayout+xml"/>
  <Override PartName="/ppt/slideLayouts/slideLayout311.xml" ContentType="application/vnd.openxmlformats-officedocument.presentationml.slideLayout+xml"/>
  <Override PartName="/ppt/slideLayouts/slideLayout409.xml" ContentType="application/vnd.openxmlformats-officedocument.presentationml.slideLayout+xml"/>
  <Override PartName="/ppt/slideLayouts/slideLayout456.xml" ContentType="application/vnd.openxmlformats-officedocument.presentationml.slideLayout+xml"/>
  <Override PartName="/ppt/notesSlides/notesSlide17.xml" ContentType="application/vnd.openxmlformats-officedocument.presentationml.notesSlide+xml"/>
  <Override PartName="/ppt/slideMasters/slideMaster34.xml" ContentType="application/vnd.openxmlformats-officedocument.presentationml.slideMaster+xml"/>
  <Override PartName="/ppt/slideLayouts/slideLayout103.xml" ContentType="application/vnd.openxmlformats-officedocument.presentationml.slideLayout+xml"/>
  <Override PartName="/ppt/slideLayouts/slideLayout150.xml" ContentType="application/vnd.openxmlformats-officedocument.presentationml.slideLayout+xml"/>
  <Override PartName="/ppt/slideLayouts/slideLayout248.xml" ContentType="application/vnd.openxmlformats-officedocument.presentationml.slideLayout+xml"/>
  <Override PartName="/ppt/slideLayouts/slideLayout295.xml" ContentType="application/vnd.openxmlformats-officedocument.presentationml.slideLayout+xml"/>
  <Override PartName="/ppt/slideLayouts/slideLayout434.xml" ContentType="application/vnd.openxmlformats-officedocument.presentationml.slideLayout+xml"/>
  <Override PartName="/ppt/slideLayouts/slideLayout481.xml" ContentType="application/vnd.openxmlformats-officedocument.presentationml.slideLayout+xml"/>
  <Override PartName="/ppt/slideLayouts/slideLayout50.xml" ContentType="application/vnd.openxmlformats-officedocument.presentationml.slideLayout+xml"/>
  <Override PartName="/ppt/slideLayouts/slideLayout226.xml" ContentType="application/vnd.openxmlformats-officedocument.presentationml.slideLayout+xml"/>
  <Override PartName="/ppt/slideLayouts/slideLayout273.xml" ContentType="application/vnd.openxmlformats-officedocument.presentationml.slideLayout+xml"/>
  <Override PartName="/ppt/slideMasters/slideMaster9.xml" ContentType="application/vnd.openxmlformats-officedocument.presentationml.slideMaster+xml"/>
  <Override PartName="/ppt/slideMasters/slideMaster12.xml" ContentType="application/vnd.openxmlformats-officedocument.presentationml.slideMaster+xml"/>
  <Override PartName="/ppt/slideLayouts/slideLayout349.xml" ContentType="application/vnd.openxmlformats-officedocument.presentationml.slideLayout+xml"/>
  <Override PartName="/ppt/slideLayouts/slideLayout396.xml" ContentType="application/vnd.openxmlformats-officedocument.presentationml.slideLayout+xml"/>
  <Override PartName="/ppt/theme/theme33.xml" ContentType="application/vnd.openxmlformats-officedocument.theme+xml"/>
  <Override PartName="/ppt/slideLayouts/slideLayout412.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slideLayouts/slideLayout188.xml" ContentType="application/vnd.openxmlformats-officedocument.presentationml.slideLayout+xml"/>
  <Override PartName="/ppt/slideLayouts/slideLayout204.xml" ContentType="application/vnd.openxmlformats-officedocument.presentationml.slideLayout+xml"/>
  <Override PartName="/ppt/slideLayouts/slideLayout251.xml" ContentType="application/vnd.openxmlformats-officedocument.presentationml.slideLayout+xml"/>
  <Override PartName="/ppt/slideLayouts/slideLayout88.xml" ContentType="application/vnd.openxmlformats-officedocument.presentationml.slideLayout+xml"/>
  <Override PartName="/ppt/theme/theme11.xml" ContentType="application/vnd.openxmlformats-officedocument.theme+xml"/>
  <Override PartName="/ppt/slideLayouts/slideLayout327.xml" ContentType="application/vnd.openxmlformats-officedocument.presentationml.slideLayout+xml"/>
  <Override PartName="/ppt/slideLayouts/slideLayout374.xml" ContentType="application/vnd.openxmlformats-officedocument.presentationml.slideLayout+xml"/>
  <Override PartName="/ppt/slideLayouts/slideLayout19.xml" ContentType="application/vnd.openxmlformats-officedocument.presentationml.slideLayout+xml"/>
  <Override PartName="/ppt/slideLayouts/slideLayout66.xml" ContentType="application/vnd.openxmlformats-officedocument.presentationml.slideLayout+xml"/>
  <Override PartName="/ppt/slideLayouts/slideLayout119.xml" ContentType="application/vnd.openxmlformats-officedocument.presentationml.slideLayout+xml"/>
  <Override PartName="/ppt/slideLayouts/slideLayout166.xml" ContentType="application/vnd.openxmlformats-officedocument.presentationml.slideLayout+xml"/>
  <Override PartName="/ppt/slideLayouts/slideLayout497.xml" ContentType="application/vnd.openxmlformats-officedocument.presentationml.slideLayout+xml"/>
  <Override PartName="/ppt/slideMasters/slideMaster1.xml" ContentType="application/vnd.openxmlformats-officedocument.presentationml.slideMaster+xml"/>
  <Override PartName="/ppt/slideMasters/slideMaster39.xml" ContentType="application/vnd.openxmlformats-officedocument.presentationml.slideMaster+xml"/>
  <Override PartName="/ppt/theme/theme3.xml" ContentType="application/vnd.openxmlformats-officedocument.theme+xml"/>
  <Override PartName="/ppt/slideLayouts/slideLayout55.xml" ContentType="application/vnd.openxmlformats-officedocument.presentationml.slideLayout+xml"/>
  <Override PartName="/ppt/slideLayouts/slideLayout108.xml" ContentType="application/vnd.openxmlformats-officedocument.presentationml.slideLayout+xml"/>
  <Override PartName="/ppt/slideLayouts/slideLayout155.xml" ContentType="application/vnd.openxmlformats-officedocument.presentationml.slideLayout+xml"/>
  <Override PartName="/ppt/slideLayouts/slideLayout289.xml" ContentType="application/vnd.openxmlformats-officedocument.presentationml.slideLayout+xml"/>
  <Override PartName="/ppt/slideLayouts/slideLayout305.xml" ContentType="application/vnd.openxmlformats-officedocument.presentationml.slideLayout+xml"/>
  <Override PartName="/ppt/slideLayouts/slideLayout341.xml" ContentType="application/vnd.openxmlformats-officedocument.presentationml.slideLayout+xml"/>
  <Override PartName="/ppt/slideLayouts/slideLayout352.xml" ContentType="application/vnd.openxmlformats-officedocument.presentationml.slideLayout+xml"/>
  <Override PartName="/ppt/slideLayouts/slideLayout439.xml" ContentType="application/vnd.openxmlformats-officedocument.presentationml.slideLayout+xml"/>
  <Override PartName="/ppt/slideLayouts/slideLayout486.xml" ContentType="application/vnd.openxmlformats-officedocument.presentationml.slideLayout+xml"/>
  <Override PartName="/ppt/slideMasters/slideMaster28.xml" ContentType="application/vnd.openxmlformats-officedocument.presentationml.slideMaster+xml"/>
  <Override PartName="/ppt/slides/slide34.xml" ContentType="application/vnd.openxmlformats-officedocument.presentationml.slide+xml"/>
  <Override PartName="/ppt/slideLayouts/slideLayout44.xml" ContentType="application/vnd.openxmlformats-officedocument.presentationml.slideLayout+xml"/>
  <Override PartName="/ppt/slideLayouts/slideLayout91.xml" ContentType="application/vnd.openxmlformats-officedocument.presentationml.slideLayout+xml"/>
  <Override PartName="/ppt/slideLayouts/slideLayout133.xml" ContentType="application/vnd.openxmlformats-officedocument.presentationml.slideLayout+xml"/>
  <Override PartName="/ppt/slideLayouts/slideLayout144.xml" ContentType="application/vnd.openxmlformats-officedocument.presentationml.slideLayout+xml"/>
  <Override PartName="/ppt/slideLayouts/slideLayout180.xml" ContentType="application/vnd.openxmlformats-officedocument.presentationml.slideLayout+xml"/>
  <Override PartName="/ppt/slideLayouts/slideLayout191.xml" ContentType="application/vnd.openxmlformats-officedocument.presentationml.slideLayout+xml"/>
  <Override PartName="/ppt/slideLayouts/slideLayout278.xml" ContentType="application/vnd.openxmlformats-officedocument.presentationml.slideLayout+xml"/>
  <Override PartName="/ppt/slideLayouts/slideLayout330.xml" ContentType="application/vnd.openxmlformats-officedocument.presentationml.slideLayout+xml"/>
  <Override PartName="/ppt/slideLayouts/slideLayout417.xml" ContentType="application/vnd.openxmlformats-officedocument.presentationml.slideLayout+xml"/>
  <Override PartName="/ppt/slideLayouts/slideLayout428.xml" ContentType="application/vnd.openxmlformats-officedocument.presentationml.slideLayout+xml"/>
  <Override PartName="/ppt/slideLayouts/slideLayout464.xml" ContentType="application/vnd.openxmlformats-officedocument.presentationml.slideLayout+xml"/>
  <Override PartName="/ppt/slideLayouts/slideLayout475.xml" ContentType="application/vnd.openxmlformats-officedocument.presentationml.slideLayout+xml"/>
  <Override PartName="/ppt/notesSlides/notesSlide36.xml" ContentType="application/vnd.openxmlformats-officedocument.presentationml.notesSlide+xml"/>
  <Default Extension="rels" ContentType="application/vnd.openxmlformats-package.relationships+xml"/>
  <Override PartName="/ppt/slideMasters/slideMaster17.xml" ContentType="application/vnd.openxmlformats-officedocument.presentationml.slideMaster+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80.xml" ContentType="application/vnd.openxmlformats-officedocument.presentationml.slideLayout+xml"/>
  <Override PartName="/ppt/slideLayouts/slideLayout122.xml" ContentType="application/vnd.openxmlformats-officedocument.presentationml.slideLayout+xml"/>
  <Override PartName="/ppt/slideLayouts/slideLayout209.xml" ContentType="application/vnd.openxmlformats-officedocument.presentationml.slideLayout+xml"/>
  <Override PartName="/ppt/slideLayouts/slideLayout256.xml" ContentType="application/vnd.openxmlformats-officedocument.presentationml.slideLayout+xml"/>
  <Override PartName="/ppt/slideLayouts/slideLayout267.xml" ContentType="application/vnd.openxmlformats-officedocument.presentationml.slideLayout+xml"/>
  <Override PartName="/ppt/slideLayouts/slideLayout406.xml" ContentType="application/vnd.openxmlformats-officedocument.presentationml.slideLayout+xml"/>
  <Override PartName="/ppt/slideLayouts/slideLayout453.xml" ContentType="application/vnd.openxmlformats-officedocument.presentationml.slideLayout+xml"/>
  <Override PartName="/ppt/theme/theme38.xml" ContentType="application/vnd.openxmlformats-officedocument.theme+xml"/>
  <Override PartName="/ppt/notesSlides/notesSlide25.xml" ContentType="application/vnd.openxmlformats-officedocument.presentationml.notesSlide+xml"/>
  <Override PartName="/ppt/slideMasters/slideMaster42.xml" ContentType="application/vnd.openxmlformats-officedocument.presentationml.slideMaster+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slideLayouts/slideLayout245.xml" ContentType="application/vnd.openxmlformats-officedocument.presentationml.slideLayout+xml"/>
  <Override PartName="/ppt/slideLayouts/slideLayout292.xml" ContentType="application/vnd.openxmlformats-officedocument.presentationml.slideLayout+xml"/>
  <Override PartName="/ppt/theme/theme27.xml" ContentType="application/vnd.openxmlformats-officedocument.theme+xml"/>
  <Override PartName="/ppt/slideLayouts/slideLayout442.xml" ContentType="application/vnd.openxmlformats-officedocument.presentationml.slideLayout+xml"/>
  <Override PartName="/ppt/notesSlides/notesSlide14.xml" ContentType="application/vnd.openxmlformats-officedocument.presentationml.notesSlide+xml"/>
  <Override PartName="/ppt/slideMasters/slideMaster31.xml" ContentType="application/vnd.openxmlformats-officedocument.presentationml.slideMaster+xml"/>
  <Override PartName="/ppt/slideLayouts/slideLayout100.xml" ContentType="application/vnd.openxmlformats-officedocument.presentationml.slideLayout+xml"/>
  <Override PartName="/ppt/slideLayouts/slideLayout234.xml" ContentType="application/vnd.openxmlformats-officedocument.presentationml.slideLayout+xml"/>
  <Override PartName="/ppt/slideLayouts/slideLayout281.xml" ContentType="application/vnd.openxmlformats-officedocument.presentationml.slideLayout+xml"/>
  <Override PartName="/ppt/slideLayouts/slideLayout368.xml" ContentType="application/vnd.openxmlformats-officedocument.presentationml.slideLayout+xml"/>
  <Override PartName="/ppt/slideLayouts/slideLayout379.xml" ContentType="application/vnd.openxmlformats-officedocument.presentationml.slideLayout+xml"/>
  <Override PartName="/ppt/slideLayouts/slideLayout431.xml" ContentType="application/vnd.openxmlformats-officedocument.presentationml.slideLayout+xml"/>
  <Override PartName="/ppt/slideMasters/slideMaster6.xml" ContentType="application/vnd.openxmlformats-officedocument.presentationml.slideMaster+xml"/>
  <Override PartName="/ppt/slideMasters/slideMaster20.xml" ContentType="application/vnd.openxmlformats-officedocument.presentationml.slideMaster+xml"/>
  <Override PartName="/ppt/theme/theme8.xml" ContentType="application/vnd.openxmlformats-officedocument.theme+xml"/>
  <Override PartName="/ppt/slideLayouts/slideLayout223.xml" ContentType="application/vnd.openxmlformats-officedocument.presentationml.slideLayout+xml"/>
  <Override PartName="/ppt/slideLayouts/slideLayout270.xml" ContentType="application/vnd.openxmlformats-officedocument.presentationml.slideLayout+xml"/>
  <Override PartName="/ppt/slideLayouts/slideLayout357.xml" ContentType="application/vnd.openxmlformats-officedocument.presentationml.slideLayout+xml"/>
  <Override PartName="/ppt/slideLayouts/slideLayout420.xml" ContentType="application/vnd.openxmlformats-officedocument.presentationml.slideLayout+xml"/>
  <Override PartName="/ppt/theme/theme41.xml" ContentType="application/vnd.openxmlformats-officedocument.theme+xml"/>
  <Override PartName="/ppt/slideLayouts/slideLayout149.xml" ContentType="application/vnd.openxmlformats-officedocument.presentationml.slideLayout+xml"/>
  <Override PartName="/ppt/slideLayouts/slideLayout196.xml" ContentType="application/vnd.openxmlformats-officedocument.presentationml.slideLayout+xml"/>
  <Override PartName="/ppt/slideLayouts/slideLayout201.xml" ContentType="application/vnd.openxmlformats-officedocument.presentationml.slideLayout+xml"/>
  <Override PartName="/ppt/slideLayouts/slideLayout212.xml" ContentType="application/vnd.openxmlformats-officedocument.presentationml.slideLayout+xml"/>
  <Override PartName="/ppt/slideLayouts/slideLayout346.xml" ContentType="application/vnd.openxmlformats-officedocument.presentationml.slideLayout+xml"/>
  <Override PartName="/ppt/theme/theme30.xml" ContentType="application/vnd.openxmlformats-officedocument.theme+xml"/>
  <Override PartName="/ppt/slideLayouts/slideLayout393.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38.xml" ContentType="application/vnd.openxmlformats-officedocument.presentationml.slideLayout+xml"/>
  <Override PartName="/ppt/slideLayouts/slideLayout185.xml" ContentType="application/vnd.openxmlformats-officedocument.presentationml.slideLayout+xml"/>
  <Override PartName="/ppt/slideLayouts/slideLayout324.xml" ContentType="application/vnd.openxmlformats-officedocument.presentationml.slideLayout+xml"/>
  <Override PartName="/ppt/slideLayouts/slideLayout335.xml" ContentType="application/vnd.openxmlformats-officedocument.presentationml.slideLayout+xml"/>
  <Override PartName="/ppt/slideLayouts/slideLayout371.xml" ContentType="application/vnd.openxmlformats-officedocument.presentationml.slideLayout+xml"/>
  <Override PartName="/ppt/slideLayouts/slideLayout382.xml" ContentType="application/vnd.openxmlformats-officedocument.presentationml.slideLayout+xml"/>
  <Override PartName="/ppt/slideLayouts/slideLayout469.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63.xml" ContentType="application/vnd.openxmlformats-officedocument.presentationml.slideLayout+xml"/>
  <Override PartName="/ppt/slideLayouts/slideLayout174.xml" ContentType="application/vnd.openxmlformats-officedocument.presentationml.slideLayout+xml"/>
  <Override PartName="/ppt/slideLayouts/slideLayout313.xml" ContentType="application/vnd.openxmlformats-officedocument.presentationml.slideLayout+xml"/>
  <Override PartName="/ppt/slideLayouts/slideLayout360.xml" ContentType="application/vnd.openxmlformats-officedocument.presentationml.slideLayout+xml"/>
  <Override PartName="/ppt/slideLayouts/slideLayout458.xml" ContentType="application/vnd.openxmlformats-officedocument.presentationml.slideLayout+xml"/>
  <Override PartName="/ppt/notesSlides/notesSlide19.xml" ContentType="application/vnd.openxmlformats-officedocument.presentationml.notesSlide+xml"/>
  <Default Extension="jpeg" ContentType="image/jpeg"/>
  <Override PartName="/ppt/slideLayouts/slideLayout16.xml" ContentType="application/vnd.openxmlformats-officedocument.presentationml.slideLayout+xml"/>
  <Override PartName="/ppt/slideLayouts/slideLayout63.xml" ContentType="application/vnd.openxmlformats-officedocument.presentationml.slideLayout+xml"/>
  <Override PartName="/ppt/slideLayouts/slideLayout105.xml" ContentType="application/vnd.openxmlformats-officedocument.presentationml.slideLayout+xml"/>
  <Override PartName="/ppt/slideLayouts/slideLayout152.xml" ContentType="application/vnd.openxmlformats-officedocument.presentationml.slideLayout+xml"/>
  <Override PartName="/ppt/slideLayouts/slideLayout297.xml" ContentType="application/vnd.openxmlformats-officedocument.presentationml.slideLayout+xml"/>
  <Override PartName="/ppt/slideLayouts/slideLayout302.xml" ContentType="application/vnd.openxmlformats-officedocument.presentationml.slideLayout+xml"/>
  <Override PartName="/ppt/slideLayouts/slideLayout436.xml" ContentType="application/vnd.openxmlformats-officedocument.presentationml.slideLayout+xml"/>
  <Override PartName="/ppt/slideLayouts/slideLayout447.xml" ContentType="application/vnd.openxmlformats-officedocument.presentationml.slideLayout+xml"/>
  <Override PartName="/ppt/slideLayouts/slideLayout483.xml" ContentType="application/vnd.openxmlformats-officedocument.presentationml.slideLayout+xml"/>
  <Override PartName="/ppt/slideLayouts/slideLayout494.xml" ContentType="application/vnd.openxmlformats-officedocument.presentationml.slideLayout+xml"/>
  <Override PartName="/ppt/slideMasters/slideMaster25.xml" ContentType="application/vnd.openxmlformats-officedocument.presentationml.slideMaster+xml"/>
  <Override PartName="/ppt/slideMasters/slideMaster36.xml" ContentType="application/vnd.openxmlformats-officedocument.presentationml.slideMaster+xml"/>
  <Override PartName="/ppt/slides/slide31.xml" ContentType="application/vnd.openxmlformats-officedocument.presentationml.slide+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141.xml" ContentType="application/vnd.openxmlformats-officedocument.presentationml.slideLayout+xml"/>
  <Override PartName="/ppt/slideLayouts/slideLayout228.xml" ContentType="application/vnd.openxmlformats-officedocument.presentationml.slideLayout+xml"/>
  <Override PartName="/ppt/slideLayouts/slideLayout239.xml" ContentType="application/vnd.openxmlformats-officedocument.presentationml.slideLayout+xml"/>
  <Override PartName="/ppt/slideLayouts/slideLayout275.xml" ContentType="application/vnd.openxmlformats-officedocument.presentationml.slideLayout+xml"/>
  <Override PartName="/ppt/slideLayouts/slideLayout286.xml" ContentType="application/vnd.openxmlformats-officedocument.presentationml.slideLayout+xml"/>
  <Override PartName="/ppt/slideLayouts/slideLayout425.xml" ContentType="application/vnd.openxmlformats-officedocument.presentationml.slideLayout+xml"/>
  <Override PartName="/ppt/slideLayouts/slideLayout472.xml" ContentType="application/vnd.openxmlformats-officedocument.presentationml.slideLayout+xml"/>
  <Override PartName="/ppt/slideMasters/slideMaster14.xml" ContentType="application/vnd.openxmlformats-officedocument.presentationml.slideMaster+xml"/>
  <Override PartName="/ppt/slides/slide20.xml" ContentType="application/vnd.openxmlformats-officedocument.presentationml.slide+xml"/>
  <Override PartName="/ppt/slideLayouts/slideLayout30.xml" ContentType="application/vnd.openxmlformats-officedocument.presentationml.slideLayout+xml"/>
  <Override PartName="/ppt/slideLayouts/slideLayout130.xml" ContentType="application/vnd.openxmlformats-officedocument.presentationml.slideLayout+xml"/>
  <Override PartName="/ppt/slideLayouts/slideLayout217.xml" ContentType="application/vnd.openxmlformats-officedocument.presentationml.slideLayout+xml"/>
  <Override PartName="/ppt/slideLayouts/slideLayout264.xml" ContentType="application/vnd.openxmlformats-officedocument.presentationml.slideLayout+xml"/>
  <Override PartName="/ppt/slideLayouts/slideLayout414.xml" ContentType="application/vnd.openxmlformats-officedocument.presentationml.slideLayout+xml"/>
  <Override PartName="/ppt/theme/theme35.xml" ContentType="application/vnd.openxmlformats-officedocument.theme+xml"/>
  <Override PartName="/ppt/slideLayouts/slideLayout461.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206.xml" ContentType="application/vnd.openxmlformats-officedocument.presentationml.slideLayout+xml"/>
  <Override PartName="/ppt/slideLayouts/slideLayout253.xml" ContentType="application/vnd.openxmlformats-officedocument.presentationml.slideLayout+xml"/>
  <Override PartName="/ppt/theme/theme24.xml" ContentType="application/vnd.openxmlformats-officedocument.theme+xml"/>
  <Override PartName="/ppt/slideLayouts/slideLayout387.xml" ContentType="application/vnd.openxmlformats-officedocument.presentationml.slideLayout+xml"/>
  <Override PartName="/ppt/slideLayouts/slideLayout398.xml" ContentType="application/vnd.openxmlformats-officedocument.presentationml.slideLayout+xml"/>
  <Override PartName="/ppt/slideLayouts/slideLayout403.xml" ContentType="application/vnd.openxmlformats-officedocument.presentationml.slideLayout+xml"/>
  <Override PartName="/ppt/slideLayouts/slideLayout450.xml" ContentType="application/vnd.openxmlformats-officedocument.presentationml.slideLayout+xml"/>
  <Override PartName="/ppt/notesSlides/notesSlide11.xml" ContentType="application/vnd.openxmlformats-officedocument.presentationml.notesSlide+xml"/>
  <Override PartName="/ppt/theme/theme13.xml" ContentType="application/vnd.openxmlformats-officedocument.theme+xml"/>
  <Override PartName="/ppt/slideLayouts/slideLayout179.xml" ContentType="application/vnd.openxmlformats-officedocument.presentationml.slideLayout+xml"/>
  <Override PartName="/ppt/slideLayouts/slideLayout231.xml" ContentType="application/vnd.openxmlformats-officedocument.presentationml.slideLayout+xml"/>
  <Override PartName="/ppt/slideLayouts/slideLayout242.xml" ContentType="application/vnd.openxmlformats-officedocument.presentationml.slideLayout+xml"/>
  <Override PartName="/ppt/slideLayouts/slideLayout329.xml" ContentType="application/vnd.openxmlformats-officedocument.presentationml.slideLayout+xml"/>
  <Override PartName="/ppt/slideLayouts/slideLayout376.xml" ContentType="application/vnd.openxmlformats-officedocument.presentationml.slideLayout+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168.xml" ContentType="application/vnd.openxmlformats-officedocument.presentationml.slideLayout+xml"/>
  <Override PartName="/ppt/slideLayouts/slideLayout220.xml" ContentType="application/vnd.openxmlformats-officedocument.presentationml.slideLayout+xml"/>
  <Override PartName="/ppt/slideLayouts/slideLayout318.xml" ContentType="application/vnd.openxmlformats-officedocument.presentationml.slideLayout+xml"/>
  <Override PartName="/ppt/slideLayouts/slideLayout365.xml" ContentType="application/vnd.openxmlformats-officedocument.presentationml.slideLayout+xml"/>
  <Override PartName="/ppt/slideLayouts/slideLayout499.xml" ContentType="application/vnd.openxmlformats-officedocument.presentationml.slideLayout+xml"/>
  <Override PartName="/ppt/slideMasters/slideMaster3.xml" ContentType="application/vnd.openxmlformats-officedocument.presentationml.slideMaster+xml"/>
  <Override PartName="/ppt/slideLayouts/slideLayout57.xml" ContentType="application/vnd.openxmlformats-officedocument.presentationml.slideLayout+xml"/>
  <Override PartName="/ppt/slideLayouts/slideLayout157.xml" ContentType="application/vnd.openxmlformats-officedocument.presentationml.slideLayout+xml"/>
  <Override PartName="/ppt/slideLayouts/slideLayout343.xml" ContentType="application/vnd.openxmlformats-officedocument.presentationml.slideLayout+xml"/>
  <Override PartName="/ppt/slideLayouts/slideLayout390.xml" ContentType="application/vnd.openxmlformats-officedocument.presentationml.slideLayout+xml"/>
  <Override PartName="/ppt/slideLayouts/slideLayout488.xml" ContentType="application/vnd.openxmlformats-officedocument.presentationml.slideLayout+xml"/>
  <Override PartName="/ppt/notesSlides/notesSlide2.xml" ContentType="application/vnd.openxmlformats-officedocument.presentationml.notesSlide+xml"/>
  <Override PartName="/ppt/slides/slide36.xml" ContentType="application/vnd.openxmlformats-officedocument.presentationml.slide+xml"/>
  <Override PartName="/ppt/slideLayouts/slideLayout135.xml" ContentType="application/vnd.openxmlformats-officedocument.presentationml.slideLayout+xml"/>
  <Override PartName="/ppt/slideLayouts/slideLayout182.xml" ContentType="application/vnd.openxmlformats-officedocument.presentationml.slideLayout+xml"/>
  <Override PartName="/ppt/slideMasters/slideMaster19.xml" ContentType="application/vnd.openxmlformats-officedocument.presentationml.slideMaster+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258.xml" ContentType="application/vnd.openxmlformats-officedocument.presentationml.slideLayout+xml"/>
  <Override PartName="/ppt/slideLayouts/slideLayout321.xml" ContentType="application/vnd.openxmlformats-officedocument.presentationml.slideLayout+xml"/>
  <Override PartName="/ppt/slideLayouts/slideLayout419.xml" ContentType="application/vnd.openxmlformats-officedocument.presentationml.slideLayout+xml"/>
  <Override PartName="/ppt/slideLayouts/slideLayout466.xml" ContentType="application/vnd.openxmlformats-officedocument.presentationml.slideLayout+xml"/>
  <Override PartName="/ppt/notesSlides/notesSlide27.xml" ContentType="application/vnd.openxmlformats-officedocument.presentationml.notes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60.xml" ContentType="application/vnd.openxmlformats-officedocument.presentationml.slideLayout+xml"/>
  <Override PartName="/ppt/slideLayouts/slideLayout113.xml" ContentType="application/vnd.openxmlformats-officedocument.presentationml.slideLayout+xml"/>
  <Override PartName="/ppt/slideLayouts/slideLayout160.xml" ContentType="application/vnd.openxmlformats-officedocument.presentationml.slideLayout+xml"/>
  <Override PartName="/ppt/theme/theme18.xml" ContentType="application/vnd.openxmlformats-officedocument.theme+xml"/>
  <Override PartName="/ppt/slideLayouts/slideLayout444.xml" ContentType="application/vnd.openxmlformats-officedocument.presentationml.slideLayout+xml"/>
  <Override PartName="/ppt/slideLayouts/slideLayout491.xml" ContentType="application/vnd.openxmlformats-officedocument.presentationml.slideLayout+xml"/>
  <Override PartName="/ppt/tableStyles.xml" ContentType="application/vnd.openxmlformats-officedocument.presentationml.tableStyles+xml"/>
  <Override PartName="/ppt/slideLayouts/slideLayout236.xml" ContentType="application/vnd.openxmlformats-officedocument.presentationml.slideLayout+xml"/>
  <Override PartName="/ppt/slideLayouts/slideLayout283.xml" ContentType="application/vnd.openxmlformats-officedocument.presentationml.slideLayout+xml"/>
  <Override PartName="/ppt/slideMasters/slideMaster22.xml" ContentType="application/vnd.openxmlformats-officedocument.presentationml.slideMaster+xml"/>
  <Override PartName="/ppt/slideLayouts/slideLayout359.xml" ContentType="application/vnd.openxmlformats-officedocument.presentationml.slideLayout+xml"/>
  <Override PartName="/ppt/slideLayouts/slideLayout422.xml" ContentType="application/vnd.openxmlformats-officedocument.presentationml.slideLayout+xml"/>
  <Override PartName="/ppt/theme/theme43.xml" ContentType="application/vnd.openxmlformats-officedocument.theme+xml"/>
  <Override PartName="/ppt/notesSlides/notesSlide30.xml" ContentType="application/vnd.openxmlformats-officedocument.presentationml.notesSlide+xml"/>
  <Override PartName="/ppt/slideLayouts/slideLayout198.xml" ContentType="application/vnd.openxmlformats-officedocument.presentationml.slideLayout+xml"/>
  <Override PartName="/ppt/slideLayouts/slideLayout214.xml" ContentType="application/vnd.openxmlformats-officedocument.presentationml.slideLayout+xml"/>
  <Override PartName="/ppt/theme/theme21.xml" ContentType="application/vnd.openxmlformats-officedocument.theme+xml"/>
  <Override PartName="/ppt/slideLayouts/slideLayout261.xml" ContentType="application/vnd.openxmlformats-officedocument.presentationml.slideLayout+xml"/>
  <Override PartName="/ppt/slideLayouts/slideLayout400.xml" ContentType="application/vnd.openxmlformats-officedocument.presentationml.slideLayout+xml"/>
  <Override PartName="/ppt/slideLayouts/slideLayout98.xml" ContentType="application/vnd.openxmlformats-officedocument.presentationml.slideLayout+xml"/>
  <Override PartName="/ppt/slideLayouts/slideLayout337.xml" ContentType="application/vnd.openxmlformats-officedocument.presentationml.slideLayout+xml"/>
  <Override PartName="/ppt/slideLayouts/slideLayout384.xml" ContentType="application/vnd.openxmlformats-officedocument.presentationml.slideLayout+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29.xml" ContentType="application/vnd.openxmlformats-officedocument.presentationml.slideLayout+xml"/>
  <Override PartName="/ppt/slideLayouts/slideLayout176.xml" ContentType="application/vnd.openxmlformats-officedocument.presentationml.slideLayout+xml"/>
  <Override PartName="/ppt/slideLayouts/slideLayout315.xml" ContentType="application/vnd.openxmlformats-officedocument.presentationml.slideLayout+xml"/>
  <Override PartName="/ppt/slideLayouts/slideLayout362.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Layouts/slideLayout299.xml" ContentType="application/vnd.openxmlformats-officedocument.presentationml.slideLayout+xml"/>
  <Override PartName="/ppt/slideLayouts/slideLayout438.xml" ContentType="application/vnd.openxmlformats-officedocument.presentationml.slideLayout+xml"/>
  <Override PartName="/ppt/slideLayouts/slideLayout485.xml" ContentType="application/vnd.openxmlformats-officedocument.presentationml.slideLayout+xml"/>
  <Override PartName="/ppt/slideLayouts/slideLayout501.xml" ContentType="application/vnd.openxmlformats-officedocument.presentationml.slideLayout+xml"/>
  <Override PartName="/ppt/slideMasters/slideMaster38.xml" ContentType="application/vnd.openxmlformats-officedocument.presentationml.slideMaster+xml"/>
  <Override PartName="/ppt/slides/slide33.xml" ContentType="application/vnd.openxmlformats-officedocument.presentationml.slide+xml"/>
  <Override PartName="/ppt/slideLayouts/slideLayout54.xml" ContentType="application/vnd.openxmlformats-officedocument.presentationml.slideLayout+xml"/>
  <Override PartName="/ppt/slideLayouts/slideLayout277.xml" ContentType="application/vnd.openxmlformats-officedocument.presentationml.slideLayout+xml"/>
  <Override PartName="/ppt/slideLayouts/slideLayout340.xml" ContentType="application/vnd.openxmlformats-officedocument.presentationml.slideLayout+xml"/>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ppt/slideLayouts/slideLayout416.xml" ContentType="application/vnd.openxmlformats-officedocument.presentationml.slideLayout+xml"/>
  <Override PartName="/ppt/theme/theme37.xml" ContentType="application/vnd.openxmlformats-officedocument.theme+xml"/>
  <Override PartName="/ppt/slideLayouts/slideLayout463.xml" ContentType="application/vnd.openxmlformats-officedocument.presentationml.slideLayout+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110.xml" ContentType="application/vnd.openxmlformats-officedocument.presentationml.slideLayout+xml"/>
  <Override PartName="/ppt/slideLayouts/slideLayout208.xml" ContentType="application/vnd.openxmlformats-officedocument.presentationml.slideLayout+xml"/>
  <Override PartName="/ppt/slideLayouts/slideLayout255.xml" ContentType="application/vnd.openxmlformats-officedocument.presentationml.slideLayout+xml"/>
  <Override PartName="/ppt/slideLayouts/slideLayout441.xml" ContentType="application/vnd.openxmlformats-officedocument.presentationml.slideLayout+xml"/>
  <Override PartName="/ppt/slideMasters/slideMaster41.xml" ContentType="application/vnd.openxmlformats-officedocument.presentationml.slideMaster+xml"/>
  <Override PartName="/ppt/slideLayouts/slideLayout10.xml" ContentType="application/vnd.openxmlformats-officedocument.presentationml.slideLayout+xml"/>
  <Override PartName="/ppt/theme/theme15.xml" ContentType="application/vnd.openxmlformats-officedocument.theme+xml"/>
  <Override PartName="/ppt/slideLayouts/slideLayout233.xml" ContentType="application/vnd.openxmlformats-officedocument.presentationml.slideLayout+xml"/>
  <Override PartName="/ppt/slideLayouts/slideLayout280.xml" ContentType="application/vnd.openxmlformats-officedocument.presentationml.slideLayout+xml"/>
  <Override PartName="/ppt/slideLayouts/slideLayout378.xml" ContentType="application/vnd.openxmlformats-officedocument.presentationml.slideLayout+xml"/>
  <Override PartName="/ppt/theme/theme40.xml" ContentType="application/vnd.openxmlformats-officedocument.theme+xml"/>
  <Override PartName="/ppt/theme/theme7.xml" ContentType="application/vnd.openxmlformats-officedocument.theme+xml"/>
  <Override PartName="/ppt/slideLayouts/slideLayout211.xml" ContentType="application/vnd.openxmlformats-officedocument.presentationml.slideLayout+xml"/>
  <Override PartName="/ppt/slideLayouts/slideLayout309.xml" ContentType="application/vnd.openxmlformats-officedocument.presentationml.slideLayout+xml"/>
  <Override PartName="/ppt/slideLayouts/slideLayout356.xml" ContentType="application/vnd.openxmlformats-officedocument.presentationml.slideLayout+xml"/>
  <Override PartName="/ppt/slideLayouts/slideLayout48.xml" ContentType="application/vnd.openxmlformats-officedocument.presentationml.slideLayout+xml"/>
  <Override PartName="/ppt/slideLayouts/slideLayout95.xml" ContentType="application/vnd.openxmlformats-officedocument.presentationml.slideLayout+xml"/>
  <Override PartName="/ppt/slideLayouts/slideLayout148.xml" ContentType="application/vnd.openxmlformats-officedocument.presentationml.slideLayout+xml"/>
  <Override PartName="/ppt/slideLayouts/slideLayout195.xml" ContentType="application/vnd.openxmlformats-officedocument.presentationml.slideLayout+xml"/>
  <Override PartName="/ppt/slideLayouts/slideLayout334.xml" ContentType="application/vnd.openxmlformats-officedocument.presentationml.slideLayout+xml"/>
  <Override PartName="/ppt/slideLayouts/slideLayout381.xml" ContentType="application/vnd.openxmlformats-officedocument.presentationml.slideLayout+xml"/>
  <Override PartName="/ppt/slideLayouts/slideLayout479.xml" ContentType="application/vnd.openxmlformats-officedocument.presentationml.slideLayout+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126.xml" ContentType="application/vnd.openxmlformats-officedocument.presentationml.slideLayout+xml"/>
  <Override PartName="/ppt/slideLayouts/slideLayout173.xml" ContentType="application/vnd.openxmlformats-officedocument.presentationml.slideLayout+xml"/>
  <Override PartName="/ppt/slideLayouts/slideLayout457.xml" ContentType="application/vnd.openxmlformats-officedocument.presentationml.slideLayout+xml"/>
  <Override PartName="/ppt/slides/slide2.xml" ContentType="application/vnd.openxmlformats-officedocument.presentationml.slide+xml"/>
  <Override PartName="/ppt/slideLayouts/slideLayout26.xml" ContentType="application/vnd.openxmlformats-officedocument.presentationml.slideLayout+xml"/>
  <Override PartName="/ppt/slideLayouts/slideLayout73.xml" ContentType="application/vnd.openxmlformats-officedocument.presentationml.slideLayout+xml"/>
  <Override PartName="/ppt/slideLayouts/slideLayout249.xml" ContentType="application/vnd.openxmlformats-officedocument.presentationml.slideLayout+xml"/>
  <Override PartName="/ppt/slideLayouts/slideLayout296.xml" ContentType="application/vnd.openxmlformats-officedocument.presentationml.slideLayout+xml"/>
  <Override PartName="/ppt/slideLayouts/slideLayout312.xml" ContentType="application/vnd.openxmlformats-officedocument.presentationml.slideLayout+xml"/>
  <Override PartName="/ppt/notesSlides/notesSlide18.xml" ContentType="application/vnd.openxmlformats-officedocument.presentationml.notesSlide+xml"/>
  <Override PartName="/ppt/slideMasters/slideMaster35.xml" ContentType="application/vnd.openxmlformats-officedocument.presentationml.slideMaster+xml"/>
  <Override PartName="/ppt/slideLayouts/slideLayout51.xml" ContentType="application/vnd.openxmlformats-officedocument.presentationml.slideLayout+xml"/>
  <Override PartName="/ppt/slideLayouts/slideLayout104.xml" ContentType="application/vnd.openxmlformats-officedocument.presentationml.slideLayout+xml"/>
  <Override PartName="/ppt/slideLayouts/slideLayout151.xml" ContentType="application/vnd.openxmlformats-officedocument.presentationml.slideLayout+xml"/>
  <Override PartName="/ppt/slideLayouts/slideLayout435.xml" ContentType="application/vnd.openxmlformats-officedocument.presentationml.slideLayout+xml"/>
  <Override PartName="/ppt/slideLayouts/slideLayout482.xml" ContentType="application/vnd.openxmlformats-officedocument.presentationml.slideLayout+xml"/>
  <Override PartName="/ppt/slides/slide30.xml" ContentType="application/vnd.openxmlformats-officedocument.presentationml.slide+xml"/>
  <Override PartName="/ppt/slideLayouts/slideLayout227.xml" ContentType="application/vnd.openxmlformats-officedocument.presentationml.slideLayout+xml"/>
  <Override PartName="/ppt/slideLayouts/slideLayout274.xml" ContentType="application/vnd.openxmlformats-officedocument.presentationml.slideLayout+xml"/>
  <Override PartName="/ppt/slideLayouts/slideLayout413.xml" ContentType="application/vnd.openxmlformats-officedocument.presentationml.slideLayout+xml"/>
  <Override PartName="/ppt/slideLayouts/slideLayout460.xml" ContentType="application/vnd.openxmlformats-officedocument.presentationml.slideLayout+xml"/>
  <Override PartName="/ppt/slideMasters/slideMaster13.xml" ContentType="application/vnd.openxmlformats-officedocument.presentationml.slideMaster+xml"/>
  <Override PartName="/ppt/slideLayouts/slideLayout205.xml" ContentType="application/vnd.openxmlformats-officedocument.presentationml.slideLayout+xml"/>
  <Override PartName="/ppt/slideLayouts/slideLayout252.xml" ContentType="application/vnd.openxmlformats-officedocument.presentationml.slideLayout+xml"/>
  <Override PartName="/ppt/slideLayouts/slideLayout397.xml" ContentType="application/vnd.openxmlformats-officedocument.presentationml.slideLayout+xml"/>
  <Override PartName="/ppt/theme/theme34.xml" ContentType="application/vnd.openxmlformats-officedocument.them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Layouts/slideLayout89.xml" ContentType="application/vnd.openxmlformats-officedocument.presentationml.slideLayout+xml"/>
  <Override PartName="/ppt/theme/theme12.xml" ContentType="application/vnd.openxmlformats-officedocument.theme+xml"/>
  <Override PartName="/ppt/slideLayouts/slideLayout189.xml" ContentType="application/vnd.openxmlformats-officedocument.presentationml.slideLayout+xml"/>
  <Override PartName="/ppt/slideLayouts/slideLayout230.xml" ContentType="application/vnd.openxmlformats-officedocument.presentationml.slideLayout+xml"/>
  <Override PartName="/ppt/slideLayouts/slideLayout328.xml" ContentType="application/vnd.openxmlformats-officedocument.presentationml.slideLayout+xml"/>
  <Override PartName="/ppt/slideLayouts/slideLayout375.xml" ContentType="application/vnd.openxmlformats-officedocument.presentationml.slideLayout+xml"/>
  <Override PartName="/ppt/theme/theme4.xml" ContentType="application/vnd.openxmlformats-officedocument.theme+xml"/>
  <Override PartName="/ppt/slideLayouts/slideLayout67.xml" ContentType="application/vnd.openxmlformats-officedocument.presentationml.slideLayout+xml"/>
  <Override PartName="/ppt/slideLayouts/slideLayout167.xml" ContentType="application/vnd.openxmlformats-officedocument.presentationml.slideLayout+xml"/>
  <Override PartName="/ppt/slideLayouts/slideLayout306.xml" ContentType="application/vnd.openxmlformats-officedocument.presentationml.slideLayout+xml"/>
  <Override PartName="/ppt/slideLayouts/slideLayout353.xml" ContentType="application/vnd.openxmlformats-officedocument.presentationml.slideLayout+xml"/>
  <Override PartName="/ppt/slideLayouts/slideLayout498.xml" ContentType="application/vnd.openxmlformats-officedocument.presentationml.slideLayout+xml"/>
  <Override PartName="/ppt/slideMasters/slideMaster29.xml" ContentType="application/vnd.openxmlformats-officedocument.presentationml.slideMaster+xml"/>
  <Override PartName="/ppt/slideLayouts/slideLayout45.xml" ContentType="application/vnd.openxmlformats-officedocument.presentationml.slideLayout+xml"/>
  <Override PartName="/ppt/slideLayouts/slideLayout145.xml" ContentType="application/vnd.openxmlformats-officedocument.presentationml.slideLayout+xml"/>
  <Override PartName="/ppt/slideLayouts/slideLayout192.xml" ContentType="application/vnd.openxmlformats-officedocument.presentationml.slideLayout+xml"/>
  <Override PartName="/ppt/slideLayouts/slideLayout429.xml" ContentType="application/vnd.openxmlformats-officedocument.presentationml.slideLayout+xml"/>
  <Override PartName="/ppt/slideLayouts/slideLayout476.xml" ContentType="application/vnd.openxmlformats-officedocument.presentationml.slideLayout+xml"/>
  <Override PartName="/ppt/slides/slide24.xml" ContentType="application/vnd.openxmlformats-officedocument.presentationml.slide+xml"/>
  <Override PartName="/ppt/slideLayouts/slideLayout92.xml" ContentType="application/vnd.openxmlformats-officedocument.presentationml.slideLayout+xml"/>
  <Override PartName="/ppt/slideLayouts/slideLayout268.xml" ContentType="application/vnd.openxmlformats-officedocument.presentationml.slideLayout+xml"/>
  <Override PartName="/ppt/slideLayouts/slideLayout331.xml" ContentType="application/vnd.openxmlformats-officedocument.presentationml.slideLayout+xml"/>
  <Override PartName="/ppt/notesSlides/notesSlide37.xml" ContentType="application/vnd.openxmlformats-officedocument.presentationml.notes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70.xml" ContentType="application/vnd.openxmlformats-officedocument.presentationml.slideLayout+xml"/>
  <Override PartName="/ppt/slideLayouts/slideLayout123.xml" ContentType="application/vnd.openxmlformats-officedocument.presentationml.slideLayout+xml"/>
  <Override PartName="/ppt/slideLayouts/slideLayout170.xml" ContentType="application/vnd.openxmlformats-officedocument.presentationml.slideLayout+xml"/>
  <Override PartName="/ppt/theme/theme28.xml" ContentType="application/vnd.openxmlformats-officedocument.theme+xml"/>
  <Override PartName="/ppt/slideLayouts/slideLayout407.xml" ContentType="application/vnd.openxmlformats-officedocument.presentationml.slideLayout+xml"/>
  <Override PartName="/ppt/slideLayouts/slideLayout454.xml" ContentType="application/vnd.openxmlformats-officedocument.presentationml.slideLayout+xml"/>
  <Override PartName="/ppt/notesSlides/notesSlide15.xml" ContentType="application/vnd.openxmlformats-officedocument.presentationml.notesSlide+xml"/>
  <Override PartName="/ppt/slideMasters/slideMaster32.xml" ContentType="application/vnd.openxmlformats-officedocument.presentationml.slideMaster+xml"/>
  <Override PartName="/ppt/slideLayouts/slideLayout101.xml" ContentType="application/vnd.openxmlformats-officedocument.presentationml.slideLayout+xml"/>
  <Override PartName="/ppt/slideLayouts/slideLayout246.xml" ContentType="application/vnd.openxmlformats-officedocument.presentationml.slideLayout+xml"/>
  <Override PartName="/ppt/slideLayouts/slideLayout293.xml" ContentType="application/vnd.openxmlformats-officedocument.presentationml.slideLayout+xml"/>
  <Override PartName="/ppt/slideLayouts/slideLayout432.xml" ContentType="application/vnd.openxmlformats-officedocument.presentationml.slideLayout+xml"/>
  <Override PartName="/ppt/slideLayouts/slideLayout224.xml" ContentType="application/vnd.openxmlformats-officedocument.presentationml.slideLayout+xml"/>
  <Override PartName="/ppt/slideLayouts/slideLayout271.xml" ContentType="application/vnd.openxmlformats-officedocument.presentationml.slideLayout+xml"/>
  <Override PartName="/ppt/slideLayouts/slideLayout369.xml" ContentType="application/vnd.openxmlformats-officedocument.presentationml.slideLayout+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slideLayouts/slideLayout347.xml" ContentType="application/vnd.openxmlformats-officedocument.presentationml.slideLayout+xml"/>
  <Override PartName="/ppt/theme/theme31.xml" ContentType="application/vnd.openxmlformats-officedocument.theme+xml"/>
  <Override PartName="/ppt/slideLayouts/slideLayout394.xml" ContentType="application/vnd.openxmlformats-officedocument.presentationml.slideLayout+xml"/>
  <Override PartName="/ppt/slideLayouts/slideLayout410.xml" ContentType="application/vnd.openxmlformats-officedocument.presentationml.slideLayout+xml"/>
  <Override PartName="/ppt/notesSlides/notesSlide6.xml" ContentType="application/vnd.openxmlformats-officedocument.presentationml.notesSlide+xml"/>
  <Override PartName="/ppt/slideLayouts/slideLayout139.xml" ContentType="application/vnd.openxmlformats-officedocument.presentationml.slideLayout+xml"/>
  <Override PartName="/ppt/slideLayouts/slideLayout186.xml" ContentType="application/vnd.openxmlformats-officedocument.presentationml.slideLayout+xml"/>
  <Override PartName="/ppt/slideLayouts/slideLayout202.xml" ContentType="application/vnd.openxmlformats-officedocument.presentationml.slideLayout+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325.xml" ContentType="application/vnd.openxmlformats-officedocument.presentationml.slideLayout+xml"/>
  <Override PartName="/ppt/slideLayouts/slideLayout372.xml" ContentType="application/vnd.openxmlformats-officedocument.presentationml.slideLayout+xml"/>
  <Override PartName="/ppt/slides/slide18.xml" ContentType="application/vnd.openxmlformats-officedocument.presentationml.slide+xml"/>
  <Override PartName="/ppt/slideLayouts/slideLayout17.xml" ContentType="application/vnd.openxmlformats-officedocument.presentationml.slideLayout+xml"/>
  <Override PartName="/ppt/slideLayouts/slideLayout64.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slideLayouts/slideLayout303.xml" ContentType="application/vnd.openxmlformats-officedocument.presentationml.slideLayout+xml"/>
  <Override PartName="/ppt/slideLayouts/slideLayout350.xml" ContentType="application/vnd.openxmlformats-officedocument.presentationml.slideLayout+xml"/>
  <Override PartName="/ppt/slideLayouts/slideLayout448.xml" ContentType="application/vnd.openxmlformats-officedocument.presentationml.slideLayout+xml"/>
  <Override PartName="/ppt/slideLayouts/slideLayout495.xml" ContentType="application/vnd.openxmlformats-officedocument.presentationml.slideLayout+xml"/>
  <Override PartName="/ppt/theme/theme1.xml" ContentType="application/vnd.openxmlformats-officedocument.theme+xml"/>
  <Override PartName="/ppt/slideLayouts/slideLayout142.xml" ContentType="application/vnd.openxmlformats-officedocument.presentationml.slideLayout+xml"/>
  <Override PartName="/ppt/slideLayouts/slideLayout287.xml" ContentType="application/vnd.openxmlformats-officedocument.presentationml.slideLayout+xml"/>
  <Override PartName="/ppt/slideMasters/slideMaster26.xml" ContentType="application/vnd.openxmlformats-officedocument.presentationml.slideMaster+xml"/>
  <Override PartName="/ppt/slideLayouts/slideLayout42.xml" ContentType="application/vnd.openxmlformats-officedocument.presentationml.slideLayout+xml"/>
  <Override PartName="/ppt/slideLayouts/slideLayout426.xml" ContentType="application/vnd.openxmlformats-officedocument.presentationml.slideLayout+xml"/>
  <Override PartName="/ppt/slideLayouts/slideLayout473.xml" ContentType="application/vnd.openxmlformats-officedocument.presentationml.slideLayout+xml"/>
  <Override PartName="/ppt/notesSlides/notesSlide34.xml" ContentType="application/vnd.openxmlformats-officedocument.presentationml.notes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120.xml" ContentType="application/vnd.openxmlformats-officedocument.presentationml.slideLayout+xml"/>
  <Override PartName="/ppt/slideLayouts/slideLayout218.xml" ContentType="application/vnd.openxmlformats-officedocument.presentationml.slideLayout+xml"/>
  <Override PartName="/ppt/slideLayouts/slideLayout265.xml" ContentType="application/vnd.openxmlformats-officedocument.presentationml.slideLayout+xml"/>
  <Override PartName="/ppt/slideLayouts/slideLayout404.xml" ContentType="application/vnd.openxmlformats-officedocument.presentationml.slideLayout+xml"/>
  <Override PartName="/ppt/slideLayouts/slideLayout451.xml" ContentType="application/vnd.openxmlformats-officedocument.presentationml.slideLayout+xml"/>
  <Override PartName="/ppt/slideLayouts/slideLayout243.xml" ContentType="application/vnd.openxmlformats-officedocument.presentationml.slideLayout+xml"/>
  <Override PartName="/ppt/slideLayouts/slideLayout290.xml" ContentType="application/vnd.openxmlformats-officedocument.presentationml.slideLayout+xml"/>
  <Override PartName="/ppt/theme/theme25.xml" ContentType="application/vnd.openxmlformats-officedocument.theme+xml"/>
  <Override PartName="/ppt/slideLayouts/slideLayout388.xml" ContentType="application/vnd.openxmlformats-officedocument.presentationml.slideLayout+xml"/>
  <Override PartName="/ppt/notesSlides/notesSlide12.xml" ContentType="application/vnd.openxmlformats-officedocument.presentationml.notesSlide+xml"/>
  <Override PartName="/ppt/slideLayouts/slideLayout319.xml" ContentType="application/vnd.openxmlformats-officedocument.presentationml.slideLayout+xml"/>
  <Override PartName="/ppt/slideLayouts/slideLayout366.xml" ContentType="application/vnd.openxmlformats-officedocument.presentationml.slideLayout+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slideLayouts/slideLayout158.xml" ContentType="application/vnd.openxmlformats-officedocument.presentationml.slideLayout+xml"/>
  <Override PartName="/ppt/slideLayouts/slideLayout221.xml" ContentType="application/vnd.openxmlformats-officedocument.presentationml.slideLayout+xml"/>
  <Override PartName="/ppt/slideLayouts/slideLayout58.xml" ContentType="application/vnd.openxmlformats-officedocument.presentationml.slideLayout+xml"/>
  <Override PartName="/ppt/slideLayouts/slideLayout344.xml" ContentType="application/vnd.openxmlformats-officedocument.presentationml.slideLayout+xml"/>
  <Override PartName="/ppt/slideLayouts/slideLayout391.xml" ContentType="application/vnd.openxmlformats-officedocument.presentationml.slideLayout+xml"/>
  <Override PartName="/ppt/slideLayouts/slideLayout489.xml" ContentType="application/vnd.openxmlformats-officedocument.presentationml.slideLayout+xml"/>
  <Override PartName="/ppt/notesSlides/notesSlide3.xml" ContentType="application/vnd.openxmlformats-officedocument.presentationml.notesSlide+xml"/>
  <Override PartName="/ppt/slides/slide37.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83.xml" ContentType="application/vnd.openxmlformats-officedocument.presentationml.slideLayout+xml"/>
  <Override PartName="/ppt/slideLayouts/slideLayout136.xml" ContentType="application/vnd.openxmlformats-officedocument.presentationml.slideLayout+xml"/>
  <Override PartName="/ppt/slideLayouts/slideLayout183.xml" ContentType="application/vnd.openxmlformats-officedocument.presentationml.slideLayout+xml"/>
  <Override PartName="/ppt/slideLayouts/slideLayout322.xml" ContentType="application/vnd.openxmlformats-officedocument.presentationml.slideLayout+xml"/>
  <Override PartName="/ppt/slideLayouts/slideLayout467.xml" ContentType="application/vnd.openxmlformats-officedocument.presentationml.slideLayout+xml"/>
  <Override PartName="/ppt/slides/slide15.xml" ContentType="application/vnd.openxmlformats-officedocument.presentationml.slide+xml"/>
  <Override PartName="/ppt/slideLayouts/slideLayout114.xml" ContentType="application/vnd.openxmlformats-officedocument.presentationml.slideLayout+xml"/>
  <Override PartName="/ppt/slideLayouts/slideLayout161.xml" ContentType="application/vnd.openxmlformats-officedocument.presentationml.slideLayout+xml"/>
  <Override PartName="/ppt/slideLayouts/slideLayout259.xml" ContentType="application/vnd.openxmlformats-officedocument.presentationml.slideLayout+xml"/>
  <Override PartName="/ppt/notesSlides/notesSlide28.xml" ContentType="application/vnd.openxmlformats-officedocument.presentationml.notesSlide+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theme/theme19.xml" ContentType="application/vnd.openxmlformats-officedocument.theme+xml"/>
  <Override PartName="/ppt/slideLayouts/slideLayout300.xml" ContentType="application/vnd.openxmlformats-officedocument.presentationml.slideLayout+xml"/>
  <Override PartName="/ppt/slideLayouts/slideLayout445.xml" ContentType="application/vnd.openxmlformats-officedocument.presentationml.slideLayout+xml"/>
  <Override PartName="/ppt/slideLayouts/slideLayout492.xml" ContentType="application/vnd.openxmlformats-officedocument.presentationml.slideLayout+xml"/>
  <Override PartName="/ppt/slideMasters/slideMaster23.xml" ContentType="application/vnd.openxmlformats-officedocument.presentationml.slideMaster+xml"/>
  <Override PartName="/ppt/slideLayouts/slideLayout237.xml" ContentType="application/vnd.openxmlformats-officedocument.presentationml.slideLayout+xml"/>
  <Override PartName="/ppt/slideLayouts/slideLayout284.xml" ContentType="application/vnd.openxmlformats-officedocument.presentationml.slideLayout+xml"/>
  <Override PartName="/ppt/slideLayouts/slideLayout423.xml" ContentType="application/vnd.openxmlformats-officedocument.presentationml.slideLayout+xml"/>
  <Override PartName="/ppt/slideLayouts/slideLayout470.xml" ContentType="application/vnd.openxmlformats-officedocument.presentationml.slideLayout+xml"/>
  <Default Extension="wdp" ContentType="image/vnd.ms-photo"/>
  <Override PartName="/ppt/slideLayouts/slideLayout215.xml" ContentType="application/vnd.openxmlformats-officedocument.presentationml.slideLayout+xml"/>
  <Override PartName="/ppt/slideLayouts/slideLayout262.xml" ContentType="application/vnd.openxmlformats-officedocument.presentationml.slideLayout+xml"/>
  <Override PartName="/ppt/notesSlides/notesSlide31.xml" ContentType="application/vnd.openxmlformats-officedocument.presentationml.notesSlide+xml"/>
  <Override PartName="/ppt/slideLayouts/slideLayout99.xml" ContentType="application/vnd.openxmlformats-officedocument.presentationml.slideLayout+xml"/>
  <Override PartName="/ppt/slideLayouts/slideLayout199.xml" ContentType="application/vnd.openxmlformats-officedocument.presentationml.slideLayout+xml"/>
  <Override PartName="/ppt/theme/theme22.xml" ContentType="application/vnd.openxmlformats-officedocument.theme+xml"/>
  <Override PartName="/ppt/slideLayouts/slideLayout338.xml" ContentType="application/vnd.openxmlformats-officedocument.presentationml.slideLayout+xml"/>
  <Override PartName="/ppt/slideLayouts/slideLayout385.xml" ContentType="application/vnd.openxmlformats-officedocument.presentationml.slideLayout+xml"/>
  <Override PartName="/ppt/slideLayouts/slideLayout401.xml" ContentType="application/vnd.openxmlformats-officedocument.presentationml.slideLayout+xml"/>
  <Override PartName="/ppt/slideLayouts/slideLayout177.xml" ContentType="application/vnd.openxmlformats-officedocument.presentationml.slideLayout+xml"/>
  <Override PartName="/ppt/slideLayouts/slideLayout240.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77.xml" ContentType="application/vnd.openxmlformats-officedocument.presentationml.slideLayout+xml"/>
  <Override PartName="/ppt/slideLayouts/slideLayout316.xml" ContentType="application/vnd.openxmlformats-officedocument.presentationml.slideLayout+xml"/>
  <Override PartName="/ppt/slideLayouts/slideLayout36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 id="2147484089" r:id="rId34"/>
    <p:sldMasterId id="2147484102" r:id="rId35"/>
    <p:sldMasterId id="2147484115" r:id="rId36"/>
    <p:sldMasterId id="2147484128" r:id="rId37"/>
    <p:sldMasterId id="2147484141" r:id="rId38"/>
    <p:sldMasterId id="2147484154" r:id="rId39"/>
    <p:sldMasterId id="2147484167" r:id="rId40"/>
    <p:sldMasterId id="2147484180" r:id="rId41"/>
    <p:sldMasterId id="2147484193" r:id="rId42"/>
  </p:sldMasterIdLst>
  <p:notesMasterIdLst>
    <p:notesMasterId r:id="rId82"/>
  </p:notesMasterIdLst>
  <p:sldIdLst>
    <p:sldId id="256" r:id="rId43"/>
    <p:sldId id="257" r:id="rId44"/>
    <p:sldId id="258" r:id="rId45"/>
    <p:sldId id="259" r:id="rId46"/>
    <p:sldId id="260" r:id="rId47"/>
    <p:sldId id="261" r:id="rId48"/>
    <p:sldId id="262" r:id="rId49"/>
    <p:sldId id="263" r:id="rId50"/>
    <p:sldId id="264" r:id="rId51"/>
    <p:sldId id="265" r:id="rId52"/>
    <p:sldId id="266" r:id="rId53"/>
    <p:sldId id="267" r:id="rId54"/>
    <p:sldId id="268" r:id="rId55"/>
    <p:sldId id="269" r:id="rId56"/>
    <p:sldId id="270" r:id="rId57"/>
    <p:sldId id="271" r:id="rId58"/>
    <p:sldId id="272" r:id="rId59"/>
    <p:sldId id="273" r:id="rId60"/>
    <p:sldId id="274" r:id="rId61"/>
    <p:sldId id="275" r:id="rId62"/>
    <p:sldId id="276" r:id="rId63"/>
    <p:sldId id="291" r:id="rId64"/>
    <p:sldId id="277" r:id="rId65"/>
    <p:sldId id="278" r:id="rId66"/>
    <p:sldId id="279" r:id="rId67"/>
    <p:sldId id="280" r:id="rId68"/>
    <p:sldId id="281" r:id="rId69"/>
    <p:sldId id="282" r:id="rId70"/>
    <p:sldId id="283" r:id="rId71"/>
    <p:sldId id="284" r:id="rId72"/>
    <p:sldId id="285" r:id="rId73"/>
    <p:sldId id="294" r:id="rId74"/>
    <p:sldId id="286" r:id="rId75"/>
    <p:sldId id="295" r:id="rId76"/>
    <p:sldId id="287" r:id="rId77"/>
    <p:sldId id="288" r:id="rId78"/>
    <p:sldId id="289" r:id="rId79"/>
    <p:sldId id="290" r:id="rId80"/>
    <p:sldId id="297" r:id="rId81"/>
  </p:sldIdLst>
  <p:sldSz cx="9144000" cy="6858000" type="screen4x3"/>
  <p:notesSz cx="6858000" cy="9144000"/>
  <p:embeddedFontLst>
    <p:embeddedFont>
      <p:font typeface="Segoe Light" charset="0"/>
      <p:regular r:id="rId83"/>
      <p:italic r:id="rId84"/>
    </p:embeddedFont>
    <p:embeddedFont>
      <p:font typeface="Segoe UI" pitchFamily="34" charset="0"/>
      <p:regular r:id="rId85"/>
      <p:bold r:id="rId86"/>
      <p:italic r:id="rId87"/>
      <p:boldItalic r:id="rId88"/>
    </p:embeddedFont>
    <p:embeddedFont>
      <p:font typeface="Verdana" pitchFamily="34" charset="0"/>
      <p:regular r:id="rId89"/>
      <p:bold r:id="rId90"/>
      <p:italic r:id="rId91"/>
      <p:boldItalic r:id="rId92"/>
    </p:embeddedFont>
    <p:embeddedFont>
      <p:font typeface="Calibri" pitchFamily="34" charset="0"/>
      <p:regular r:id="rId93"/>
      <p:bold r:id="rId94"/>
      <p:italic r:id="rId95"/>
      <p:boldItalic r:id="rId96"/>
    </p:embeddedFont>
    <p:embeddedFont>
      <p:font typeface="Segoe UI Light" pitchFamily="34" charset="0"/>
      <p:regular r:id="rId97"/>
      <p:italic r:id="rId9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535" autoAdjust="0"/>
    <p:restoredTop sz="51937" autoAdjust="0"/>
  </p:normalViewPr>
  <p:slideViewPr>
    <p:cSldViewPr snapToGrid="0">
      <p:cViewPr varScale="1">
        <p:scale>
          <a:sx n="44" d="100"/>
          <a:sy n="44" d="100"/>
        </p:scale>
        <p:origin x="-3077" y="-72"/>
      </p:cViewPr>
      <p:guideLst>
        <p:guide orient="horz" pos="2160"/>
        <p:guide pos="2880"/>
      </p:guideLst>
    </p:cSldViewPr>
  </p:slideViewPr>
  <p:notesTextViewPr>
    <p:cViewPr>
      <p:scale>
        <a:sx n="1" d="1"/>
        <a:sy n="1" d="1"/>
      </p:scale>
      <p:origin x="0" y="173"/>
    </p:cViewPr>
  </p:notesTextViewPr>
  <p:notesViewPr>
    <p:cSldViewPr snapToGrid="0">
      <p:cViewPr varScale="1">
        <p:scale>
          <a:sx n="67" d="100"/>
          <a:sy n="67" d="100"/>
        </p:scale>
        <p:origin x="1584" y="62"/>
      </p:cViewPr>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34" Type="http://schemas.openxmlformats.org/officeDocument/2006/relationships/slideMaster" Target="slideMasters/slideMaster34.xml"/><Relationship Id="rId42" Type="http://schemas.openxmlformats.org/officeDocument/2006/relationships/slideMaster" Target="slideMasters/slideMaster42.xml"/><Relationship Id="rId47" Type="http://schemas.openxmlformats.org/officeDocument/2006/relationships/slide" Target="slides/slide5.xml"/><Relationship Id="rId50" Type="http://schemas.openxmlformats.org/officeDocument/2006/relationships/slide" Target="slides/slide8.xml"/><Relationship Id="rId55" Type="http://schemas.openxmlformats.org/officeDocument/2006/relationships/slide" Target="slides/slide13.xml"/><Relationship Id="rId63" Type="http://schemas.openxmlformats.org/officeDocument/2006/relationships/slide" Target="slides/slide21.xml"/><Relationship Id="rId68" Type="http://schemas.openxmlformats.org/officeDocument/2006/relationships/slide" Target="slides/slide26.xml"/><Relationship Id="rId76" Type="http://schemas.openxmlformats.org/officeDocument/2006/relationships/slide" Target="slides/slide34.xml"/><Relationship Id="rId84" Type="http://schemas.openxmlformats.org/officeDocument/2006/relationships/font" Target="fonts/font2.fntdata"/><Relationship Id="rId89" Type="http://schemas.openxmlformats.org/officeDocument/2006/relationships/font" Target="fonts/font7.fntdata"/><Relationship Id="rId97" Type="http://schemas.openxmlformats.org/officeDocument/2006/relationships/font" Target="fonts/font15.fntdata"/><Relationship Id="rId7" Type="http://schemas.openxmlformats.org/officeDocument/2006/relationships/slideMaster" Target="slideMasters/slideMaster7.xml"/><Relationship Id="rId71" Type="http://schemas.openxmlformats.org/officeDocument/2006/relationships/slide" Target="slides/slide29.xml"/><Relationship Id="rId92"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40" Type="http://schemas.openxmlformats.org/officeDocument/2006/relationships/slideMaster" Target="slideMasters/slideMaster40.xml"/><Relationship Id="rId45" Type="http://schemas.openxmlformats.org/officeDocument/2006/relationships/slide" Target="slides/slide3.xml"/><Relationship Id="rId53" Type="http://schemas.openxmlformats.org/officeDocument/2006/relationships/slide" Target="slides/slide11.xml"/><Relationship Id="rId58" Type="http://schemas.openxmlformats.org/officeDocument/2006/relationships/slide" Target="slides/slide16.xml"/><Relationship Id="rId66" Type="http://schemas.openxmlformats.org/officeDocument/2006/relationships/slide" Target="slides/slide24.xml"/><Relationship Id="rId74" Type="http://schemas.openxmlformats.org/officeDocument/2006/relationships/slide" Target="slides/slide32.xml"/><Relationship Id="rId79" Type="http://schemas.openxmlformats.org/officeDocument/2006/relationships/slide" Target="slides/slide37.xml"/><Relationship Id="rId87" Type="http://schemas.openxmlformats.org/officeDocument/2006/relationships/font" Target="fonts/font5.fntdata"/><Relationship Id="rId102"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19.xml"/><Relationship Id="rId82" Type="http://schemas.openxmlformats.org/officeDocument/2006/relationships/notesMaster" Target="notesMasters/notesMaster1.xml"/><Relationship Id="rId90" Type="http://schemas.openxmlformats.org/officeDocument/2006/relationships/font" Target="fonts/font8.fntdata"/><Relationship Id="rId95" Type="http://schemas.openxmlformats.org/officeDocument/2006/relationships/font" Target="fonts/font13.fntdata"/><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slide" Target="slides/slide1.xml"/><Relationship Id="rId48" Type="http://schemas.openxmlformats.org/officeDocument/2006/relationships/slide" Target="slides/slide6.xml"/><Relationship Id="rId56" Type="http://schemas.openxmlformats.org/officeDocument/2006/relationships/slide" Target="slides/slide14.xml"/><Relationship Id="rId64" Type="http://schemas.openxmlformats.org/officeDocument/2006/relationships/slide" Target="slides/slide22.xml"/><Relationship Id="rId69" Type="http://schemas.openxmlformats.org/officeDocument/2006/relationships/slide" Target="slides/slide27.xml"/><Relationship Id="rId77" Type="http://schemas.openxmlformats.org/officeDocument/2006/relationships/slide" Target="slides/slide35.xml"/><Relationship Id="rId100"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9.xml"/><Relationship Id="rId72" Type="http://schemas.openxmlformats.org/officeDocument/2006/relationships/slide" Target="slides/slide30.xml"/><Relationship Id="rId80" Type="http://schemas.openxmlformats.org/officeDocument/2006/relationships/slide" Target="slides/slide38.xml"/><Relationship Id="rId85" Type="http://schemas.openxmlformats.org/officeDocument/2006/relationships/font" Target="fonts/font3.fntdata"/><Relationship Id="rId93" Type="http://schemas.openxmlformats.org/officeDocument/2006/relationships/font" Target="fonts/font11.fntdata"/><Relationship Id="rId98" Type="http://schemas.openxmlformats.org/officeDocument/2006/relationships/font" Target="fonts/font16.fnt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46" Type="http://schemas.openxmlformats.org/officeDocument/2006/relationships/slide" Target="slides/slide4.xml"/><Relationship Id="rId59" Type="http://schemas.openxmlformats.org/officeDocument/2006/relationships/slide" Target="slides/slide17.xml"/><Relationship Id="rId67" Type="http://schemas.openxmlformats.org/officeDocument/2006/relationships/slide" Target="slides/slide25.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 Target="slides/slide12.xml"/><Relationship Id="rId62" Type="http://schemas.openxmlformats.org/officeDocument/2006/relationships/slide" Target="slides/slide20.xml"/><Relationship Id="rId70" Type="http://schemas.openxmlformats.org/officeDocument/2006/relationships/slide" Target="slides/slide28.xml"/><Relationship Id="rId75" Type="http://schemas.openxmlformats.org/officeDocument/2006/relationships/slide" Target="slides/slide33.xml"/><Relationship Id="rId83" Type="http://schemas.openxmlformats.org/officeDocument/2006/relationships/font" Target="fonts/font1.fntdata"/><Relationship Id="rId88" Type="http://schemas.openxmlformats.org/officeDocument/2006/relationships/font" Target="fonts/font6.fntdata"/><Relationship Id="rId91" Type="http://schemas.openxmlformats.org/officeDocument/2006/relationships/font" Target="fonts/font9.fntdata"/><Relationship Id="rId96"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 Target="slides/slide7.xml"/><Relationship Id="rId57" Type="http://schemas.openxmlformats.org/officeDocument/2006/relationships/slide" Target="slides/slide15.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2.xml"/><Relationship Id="rId52" Type="http://schemas.openxmlformats.org/officeDocument/2006/relationships/slide" Target="slides/slide10.xml"/><Relationship Id="rId60" Type="http://schemas.openxmlformats.org/officeDocument/2006/relationships/slide" Target="slides/slide18.xml"/><Relationship Id="rId65" Type="http://schemas.openxmlformats.org/officeDocument/2006/relationships/slide" Target="slides/slide23.xml"/><Relationship Id="rId73" Type="http://schemas.openxmlformats.org/officeDocument/2006/relationships/slide" Target="slides/slide31.xml"/><Relationship Id="rId78" Type="http://schemas.openxmlformats.org/officeDocument/2006/relationships/slide" Target="slides/slide36.xml"/><Relationship Id="rId81" Type="http://schemas.openxmlformats.org/officeDocument/2006/relationships/slide" Target="slides/slide39.xml"/><Relationship Id="rId86" Type="http://schemas.openxmlformats.org/officeDocument/2006/relationships/font" Target="fonts/font4.fntdata"/><Relationship Id="rId94" Type="http://schemas.openxmlformats.org/officeDocument/2006/relationships/font" Target="fonts/font12.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F73B2-0601-43C3-B64C-D0059A660DC3}" type="datetimeFigureOut">
              <a:rPr lang="en-CA" smtClean="0"/>
              <a:pPr/>
              <a:t>2017-06-20</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2FA7A7-24A6-43A0-88DA-AC27EBF4F762}" type="slidenum">
              <a:rPr lang="en-CA" smtClean="0"/>
              <a:pPr/>
              <a:t>‹N°›</a:t>
            </a:fld>
            <a:endParaRPr lang="en-CA" dirty="0"/>
          </a:p>
        </p:txBody>
      </p:sp>
    </p:spTree>
    <p:extLst>
      <p:ext uri="{BB962C8B-B14F-4D97-AF65-F5344CB8AC3E}">
        <p14:creationId xmlns:p14="http://schemas.microsoft.com/office/powerpoint/2010/main" xmlns="" val="2276338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Presentation:</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60 minutes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Lab:</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45 minutes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Bef>
                <a:spcPts val="0"/>
              </a:spcBef>
              <a:spcAft>
                <a:spcPts val="995"/>
              </a:spcAft>
              <a:buFont typeface="Symbol" panose="05050102010706020507" pitchFamily="18" charset="2"/>
              <a:buChar char=""/>
            </a:pPr>
            <a:r>
              <a:rPr lang="en-CA" sz="1000" dirty="0" smtClean="0">
                <a:effectLst/>
                <a:latin typeface="Arial" panose="020B0604020202020204" pitchFamily="34" charset="0"/>
                <a:ea typeface="Times New Roman" panose="02020603050405020304" pitchFamily="18" charset="0"/>
                <a:cs typeface="Segoe UI" panose="020B0502040204020203" pitchFamily="34" charset="0"/>
              </a:rPr>
              <a:t>Describe various storage technologies.</a:t>
            </a:r>
            <a:endParaRPr lang="en-CA" sz="1000" dirty="0" smtClean="0">
              <a:effectLst/>
              <a:latin typeface="Arial" panose="020B0604020202020204" pitchFamily="34" charset="0"/>
            </a:endParaRPr>
          </a:p>
          <a:p>
            <a:pPr marL="342900" lvl="0" indent="-342900">
              <a:lnSpc>
                <a:spcPct val="115000"/>
              </a:lnSpc>
              <a:spcBef>
                <a:spcPts val="0"/>
              </a:spcBef>
              <a:spcAft>
                <a:spcPts val="995"/>
              </a:spcAft>
              <a:buFont typeface="Symbol" panose="05050102010706020507" pitchFamily="18" charset="2"/>
              <a:buChar char=""/>
            </a:pPr>
            <a:r>
              <a:rPr lang="en-CA" sz="1000" dirty="0" smtClean="0">
                <a:effectLst/>
                <a:latin typeface="Arial" panose="020B0604020202020204" pitchFamily="34" charset="0"/>
                <a:ea typeface="Times New Roman" panose="02020603050405020304" pitchFamily="18" charset="0"/>
                <a:cs typeface="Segoe UI" panose="020B0502040204020203" pitchFamily="34" charset="0"/>
              </a:rPr>
              <a:t>Explain how to manage disks and volumes.</a:t>
            </a:r>
            <a:endParaRPr lang="en-CA" sz="1000" dirty="0" smtClean="0">
              <a:effectLst/>
              <a:latin typeface="Arial" panose="020B0604020202020204" pitchFamily="34"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Explain how to implement the Storage Spaces feature.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Required Materials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To teach this module, you need the Microsoft</a:t>
            </a:r>
            <a:r>
              <a:rPr lang="en-CA" sz="1000" baseline="30000" dirty="0" smtClean="0">
                <a:effectLst/>
                <a:latin typeface="Arial" panose="020B0604020202020204" pitchFamily="34" charset="0"/>
                <a:ea typeface="Calibri" panose="020F0502020204030204" pitchFamily="34" charset="0"/>
                <a:cs typeface="Segoe UI" panose="020B0502040204020203" pitchFamily="34" charset="0"/>
              </a:rPr>
              <a:t>® </a:t>
            </a:r>
            <a:r>
              <a:rPr lang="en-CA" sz="1000" dirty="0" smtClean="0">
                <a:effectLst/>
                <a:latin typeface="Arial" panose="020B0604020202020204" pitchFamily="34" charset="0"/>
                <a:ea typeface="Calibri" panose="020F0502020204030204" pitchFamily="34" charset="0"/>
                <a:cs typeface="Segoe UI" panose="020B0502040204020203" pitchFamily="34" charset="0"/>
              </a:rPr>
              <a:t>Office PowerPoint</a:t>
            </a:r>
            <a:r>
              <a:rPr lang="en-CA" sz="1000" baseline="30000" dirty="0" smtClean="0">
                <a:effectLst/>
                <a:latin typeface="Arial" panose="020B0604020202020204" pitchFamily="34" charset="0"/>
                <a:ea typeface="Calibri" panose="020F0502020204030204" pitchFamily="34" charset="0"/>
                <a:cs typeface="Segoe UI" panose="020B0502040204020203" pitchFamily="34" charset="0"/>
              </a:rPr>
              <a:t>® </a:t>
            </a:r>
            <a:r>
              <a:rPr lang="en-CA" sz="1000" dirty="0" smtClean="0">
                <a:effectLst/>
                <a:latin typeface="Arial" panose="020B0604020202020204" pitchFamily="34" charset="0"/>
                <a:ea typeface="Calibri" panose="020F0502020204030204" pitchFamily="34" charset="0"/>
                <a:cs typeface="Segoe UI" panose="020B0502040204020203" pitchFamily="34" charset="0"/>
              </a:rPr>
              <a:t>file 20410D_09.pptx.</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Important:</a:t>
            </a:r>
            <a:r>
              <a:rPr lang="en-CA" sz="1000" dirty="0" smtClean="0">
                <a:effectLst/>
                <a:latin typeface="Arial" panose="020B0604020202020204" pitchFamily="34" charset="0"/>
                <a:ea typeface="Calibri" panose="020F0502020204030204" pitchFamily="34" charset="0"/>
                <a:cs typeface="Segoe UI" panose="020B0502040204020203" pitchFamily="34" charset="0"/>
              </a:rPr>
              <a:t> We recommend that you use Office PowerPoint 2007 or a newer version to display the slides for this course. If you use PowerPoint Viewer or an earlier version of Office PowerPoint, all the features of the slides might not display correctly.</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Preparation Tasks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To prepare for this module: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Read all of the materials for this module.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Practice performing the lab exercises.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Work through the Module Review and Takeaways section, and determine how you will use this section to reinforce student learning and promote knowledge transfer to on-the-job performance.</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2547221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Briefly describe the lessons in this module.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2970311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Briefly describe the topics in this lesson.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2994026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Provide an overview of the types of disks that are available options for storage. Mention that in servers, normally you find serial attached SCSI (SAS) disks because they are the most reliable. Serial Advanced Technology Attachment (SATA) disks are cheap and provide mass storage, but are not built for 24 hours a day, seven days a week (24/7) server operations. Finally, discuss the role of solid state drives (SSDs), which are capable of providing extremely fast performance, but also are extremely expensive.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Ask students what types of storage their companies use, and why they think that it was chosen.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4035996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that direct attached storage (DAS) is the most common storage found today. Also, ensure that students know that DAS is easy to install and configure. However, managing a large deployment of servers that all use DAS can be complex because data is located in many different locations.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Mention that servers can use DAS along with other types of storage. In many cases, servers use DAS for the system drives that are used to boot the computer, and then use a network attached storage (NAS) device or storage area network (SAN) storage to store data.</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300328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One key point to make is that NAS is usually operated by software and subsequently has latency associated with it. NAS can be a Windows</a:t>
            </a:r>
            <a:r>
              <a:rPr lang="en-CA" sz="1000" baseline="30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a:t>
            </a: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 Storage Server or some sort of clustering software, but essentially it is a file server with no other role capabilities.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6</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4021332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to students that c</a:t>
            </a: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ompared to other storage types such as NAS, SAN has the most flexibility; however, it is the most expensive to implement. Further, after implementation, SAN takes specialist skills to run and maintain.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Use the diagram on the slide to illustrate how you implement a SAN. Start by showing a simple SAN deployment with one or two servers, a single network switch, and a single storage device. Then expand the complexity and describe how you can increase redundancy, performance, and capacity by adding more network connections and paths and by adding more storage devices.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1994238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to students that Redundant Array of Independent Disks (RAID) is important when you want to provide failover capability if your hard disks fail. Explain the benefits of RAID, and explain that it relies on disk mirroring and parity information to provide fault tolerance.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Explain that there are different RAID levels available.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2099525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This topic has five static slides. The five slides show five different RAID levels.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Slide 1 of 5: RAID 0</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Make sure that you spend enough time on the slides, so that students understand the differences between each RAID level. Additionally, relate each RAID level on the slide to the RAID table in the student manual.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Focus on the concepts of performance, redundancy, and storage utilization as you discuss each type of RAID. Students should see that the different RAID levels provide different options for addressing these three primary considerations.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Mention that the most common types of RAID are RAID 1, RAID 5, and RAID 1+0. </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Should you configure all disks with the same amount of fault tolerance?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No, not all disks need the same tolerance. A common practice is to use RAID 1 for the operating-system volume and RAID 5 for the data volumes.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9</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446555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Slide 2 of 5: RAID 1, Mirrored drives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613504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Slide 3 of 5: RAID 5, Block level striped set with parity distributed across all disks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4114452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Slide 5 of 6: RAID 6</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12</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508377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Slide 6 of 6: RAID 1 + 0</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3019305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Use the topic to go provide an overview of the new file and storage features in Windows Server 2012 and Windows Server 2012 R2. Avoid going into too much detail on these features. Refer students to Course 20411 and Course 20412, which provide more detail on these features.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529435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Briefly describe the topics included in this lesson.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1962357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Provide an overview of the two partition table formats that are available in Windows: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Master boot record (MBR)</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Globally unique identifier (GUID) partition table (GPT)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Mention that MBR has been around for more than 30 years, and that GPT is the enhanced version of MBR, which addresses larger disks.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16</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2549457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Provide an overview of a basic disk and a dynamic disk.</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25731733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Provide an overview of the available file systems in Windows operating systems: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file allocation table (</a:t>
            </a:r>
            <a:r>
              <a:rPr lang="en-CA" sz="1000" dirty="0" smtClean="0">
                <a:effectLst/>
                <a:latin typeface="Arial" panose="020B0604020202020204" pitchFamily="34" charset="0"/>
                <a:ea typeface="Calibri" panose="020F0502020204030204" pitchFamily="34" charset="0"/>
                <a:cs typeface="Segoe UI" panose="020B0502040204020203" pitchFamily="34" charset="0"/>
              </a:rPr>
              <a:t>FAT), NTFS</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file system</a:t>
            </a:r>
            <a:r>
              <a:rPr lang="en-CA" sz="1000" dirty="0" smtClean="0">
                <a:effectLst/>
                <a:latin typeface="Arial" panose="020B0604020202020204" pitchFamily="34" charset="0"/>
                <a:ea typeface="Calibri" panose="020F0502020204030204" pitchFamily="34" charset="0"/>
                <a:cs typeface="Segoe UI" panose="020B0502040204020203" pitchFamily="34" charset="0"/>
              </a:rPr>
              <a:t>, and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Resilient File System (</a:t>
            </a:r>
            <a:r>
              <a:rPr lang="en-CA" sz="1000" dirty="0" smtClean="0">
                <a:effectLst/>
                <a:latin typeface="Arial" panose="020B0604020202020204" pitchFamily="34" charset="0"/>
                <a:ea typeface="Calibri" panose="020F0502020204030204" pitchFamily="34" charset="0"/>
                <a:cs typeface="Segoe UI" panose="020B0502040204020203" pitchFamily="34" charset="0"/>
              </a:rPr>
              <a:t>ReFS). In particular, be sure to explain that Windows Server</a:t>
            </a:r>
            <a:r>
              <a:rPr lang="en-CA" sz="1000" baseline="30000" dirty="0" smtClean="0">
                <a:effectLst/>
                <a:latin typeface="Arial" panose="020B0604020202020204" pitchFamily="34" charset="0"/>
                <a:ea typeface="Calibri" panose="020F0502020204030204" pitchFamily="34" charset="0"/>
                <a:cs typeface="Segoe UI" panose="020B0502040204020203" pitchFamily="34"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2012 introduced ReFS to ensure that error verification and correction was still possible on very large volumes.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Discuss when you would use which file system, but stress that ReFS currently is the best solution for servers, and Windows 8 users should utilize it. This is because it provides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better error checking, better reliability, and less corruption. </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What file system do you use on your file server currently? Will you continue to use it?</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Answers may vary. A common answer is NTFS, because NTFS should be the basis for any file system used on a Windows Server operating system. If you use FAT32 or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Extended FAT (</a:t>
            </a:r>
            <a:r>
              <a:rPr lang="en-CA" sz="1000" dirty="0" smtClean="0">
                <a:effectLst/>
                <a:latin typeface="Arial" panose="020B0604020202020204" pitchFamily="34" charset="0"/>
                <a:ea typeface="Calibri" panose="020F0502020204030204" pitchFamily="34" charset="0"/>
                <a:cs typeface="Segoe UI" panose="020B0502040204020203" pitchFamily="34" charset="0"/>
              </a:rPr>
              <a:t>exFAT), you should be able to support your decision, because these file systems do not support security access control lists (ACLs) on files and folders.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second part of the question focuses on switching to ReFS when upgrading to Windows Server 2012. You might answer yes because it is more reliable, or you might answer no, because you want to wait until it is used more widely in the market.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18153634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r>
              <a:rPr lang="fr-FR" sz="1200" b="0" i="0" u="none" strike="noStrike" kern="1200" baseline="0" dirty="0" err="1" smtClean="0">
                <a:solidFill>
                  <a:schemeClr val="tx1"/>
                </a:solidFill>
                <a:latin typeface="+mn-lt"/>
                <a:ea typeface="+mn-ea"/>
                <a:cs typeface="+mn-cs"/>
              </a:rPr>
              <a:t>Attribute</a:t>
            </a:r>
            <a:r>
              <a:rPr lang="fr-FR" sz="1200" b="0" i="0" u="none" strike="noStrike" kern="1200" baseline="0" dirty="0" smtClean="0">
                <a:solidFill>
                  <a:schemeClr val="tx1"/>
                </a:solidFill>
                <a:latin typeface="+mn-lt"/>
                <a:ea typeface="+mn-ea"/>
                <a:cs typeface="+mn-cs"/>
              </a:rPr>
              <a:t> 				</a:t>
            </a:r>
            <a:r>
              <a:rPr lang="fr-FR" sz="1200" b="0" i="0" u="none" strike="noStrike" kern="1200" baseline="0" dirty="0" err="1" smtClean="0">
                <a:solidFill>
                  <a:schemeClr val="tx1"/>
                </a:solidFill>
                <a:latin typeface="+mn-lt"/>
                <a:ea typeface="+mn-ea"/>
                <a:cs typeface="+mn-cs"/>
              </a:rPr>
              <a:t>Limit</a:t>
            </a:r>
            <a:endParaRPr lang="fr-FR"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Maximum size of a single file Approximately 	16 EB </a:t>
            </a:r>
            <a:r>
              <a:rPr lang="fr-FR" sz="1200" b="0" i="0" u="none" strike="noStrike" kern="1200" baseline="0" dirty="0" smtClean="0">
                <a:solidFill>
                  <a:schemeClr val="tx1"/>
                </a:solidFill>
                <a:latin typeface="+mn-lt"/>
                <a:ea typeface="+mn-ea"/>
                <a:cs typeface="+mn-cs"/>
              </a:rPr>
              <a:t>(18.446.744.073.709.551.616 bytes)</a:t>
            </a:r>
          </a:p>
          <a:p>
            <a:r>
              <a:rPr lang="en-US" sz="1200" b="0" i="0" u="none" strike="noStrike" kern="1200" baseline="0" dirty="0" smtClean="0">
                <a:solidFill>
                  <a:schemeClr val="tx1"/>
                </a:solidFill>
                <a:latin typeface="+mn-lt"/>
                <a:ea typeface="+mn-ea"/>
                <a:cs typeface="+mn-cs"/>
              </a:rPr>
              <a:t>Maximum size of a single volume 		2^78 bytes with 16 KB cluster size </a:t>
            </a:r>
            <a:r>
              <a:rPr lang="fr-FR" sz="1200" b="0" i="0" u="none" strike="noStrike" kern="1200" baseline="0" dirty="0" smtClean="0">
                <a:solidFill>
                  <a:schemeClr val="tx1"/>
                </a:solidFill>
                <a:latin typeface="+mn-lt"/>
                <a:ea typeface="+mn-ea"/>
                <a:cs typeface="+mn-cs"/>
              </a:rPr>
              <a:t>(2^64 * 16 * 2^10)</a:t>
            </a:r>
          </a:p>
          <a:p>
            <a:r>
              <a:rPr lang="en-US" sz="1200" b="0" i="0" u="none" strike="noStrike" kern="1200" baseline="0" dirty="0" smtClean="0">
                <a:solidFill>
                  <a:schemeClr val="tx1"/>
                </a:solidFill>
                <a:latin typeface="+mn-lt"/>
                <a:ea typeface="+mn-ea"/>
                <a:cs typeface="+mn-cs"/>
              </a:rPr>
              <a:t>Windows stack addressing allows 		2^64 bytes</a:t>
            </a:r>
          </a:p>
          <a:p>
            <a:r>
              <a:rPr lang="en-US" sz="1200" b="0" i="0" u="none" strike="noStrike" kern="1200" baseline="0" dirty="0" smtClean="0">
                <a:solidFill>
                  <a:schemeClr val="tx1"/>
                </a:solidFill>
                <a:latin typeface="+mn-lt"/>
                <a:ea typeface="+mn-ea"/>
                <a:cs typeface="+mn-cs"/>
              </a:rPr>
              <a:t>Maximum number of files in a directory 		2^64</a:t>
            </a:r>
          </a:p>
          <a:p>
            <a:r>
              <a:rPr lang="en-US" sz="1200" b="0" i="0" u="none" strike="noStrike" kern="1200" baseline="0" dirty="0" smtClean="0">
                <a:solidFill>
                  <a:schemeClr val="tx1"/>
                </a:solidFill>
                <a:latin typeface="+mn-lt"/>
                <a:ea typeface="+mn-ea"/>
                <a:cs typeface="+mn-cs"/>
              </a:rPr>
              <a:t>Maximum number of directories in a volume 	2^64</a:t>
            </a:r>
          </a:p>
          <a:p>
            <a:r>
              <a:rPr lang="en-US" sz="1200" b="0" i="0" u="none" strike="noStrike" kern="1200" baseline="0" dirty="0" smtClean="0">
                <a:solidFill>
                  <a:schemeClr val="tx1"/>
                </a:solidFill>
                <a:latin typeface="+mn-lt"/>
                <a:ea typeface="+mn-ea"/>
                <a:cs typeface="+mn-cs"/>
              </a:rPr>
              <a:t>Maximum file name length 			32,000 Unicode characters</a:t>
            </a:r>
          </a:p>
          <a:p>
            <a:r>
              <a:rPr lang="fr-FR" sz="1200" b="0" i="0" u="none" strike="noStrike" kern="1200" baseline="0" dirty="0" smtClean="0">
                <a:solidFill>
                  <a:schemeClr val="tx1"/>
                </a:solidFill>
                <a:latin typeface="+mn-lt"/>
                <a:ea typeface="+mn-ea"/>
                <a:cs typeface="+mn-cs"/>
              </a:rPr>
              <a:t>Maximum </a:t>
            </a:r>
            <a:r>
              <a:rPr lang="fr-FR" sz="1200" b="0" i="0" u="none" strike="noStrike" kern="1200" baseline="0" dirty="0" err="1" smtClean="0">
                <a:solidFill>
                  <a:schemeClr val="tx1"/>
                </a:solidFill>
                <a:latin typeface="+mn-lt"/>
                <a:ea typeface="+mn-ea"/>
                <a:cs typeface="+mn-cs"/>
              </a:rPr>
              <a:t>path</a:t>
            </a:r>
            <a:r>
              <a:rPr lang="fr-FR" sz="1200" b="0" i="0" u="none" strike="noStrike" kern="1200" baseline="0" dirty="0" smtClean="0">
                <a:solidFill>
                  <a:schemeClr val="tx1"/>
                </a:solidFill>
                <a:latin typeface="+mn-lt"/>
                <a:ea typeface="+mn-ea"/>
                <a:cs typeface="+mn-cs"/>
              </a:rPr>
              <a:t> </a:t>
            </a:r>
            <a:r>
              <a:rPr lang="fr-FR" sz="1200" b="0" i="0" u="none" strike="noStrike" kern="1200" baseline="0" dirty="0" err="1" smtClean="0">
                <a:solidFill>
                  <a:schemeClr val="tx1"/>
                </a:solidFill>
                <a:latin typeface="+mn-lt"/>
                <a:ea typeface="+mn-ea"/>
                <a:cs typeface="+mn-cs"/>
              </a:rPr>
              <a:t>length</a:t>
            </a:r>
            <a:r>
              <a:rPr lang="fr-FR" sz="1200" b="0" i="0" u="none" strike="noStrike" kern="1200" baseline="0" dirty="0" smtClean="0">
                <a:solidFill>
                  <a:schemeClr val="tx1"/>
                </a:solidFill>
                <a:latin typeface="+mn-lt"/>
                <a:ea typeface="+mn-ea"/>
                <a:cs typeface="+mn-cs"/>
              </a:rPr>
              <a:t> 			32,000</a:t>
            </a:r>
          </a:p>
          <a:p>
            <a:r>
              <a:rPr lang="en-US" sz="1200" b="0" i="0" u="none" strike="noStrike" kern="1200" baseline="0" dirty="0" smtClean="0">
                <a:solidFill>
                  <a:schemeClr val="tx1"/>
                </a:solidFill>
                <a:latin typeface="+mn-lt"/>
                <a:ea typeface="+mn-ea"/>
                <a:cs typeface="+mn-cs"/>
              </a:rPr>
              <a:t>Maximum size of any storage pool 		4 petabytes (PB)</a:t>
            </a:r>
          </a:p>
          <a:p>
            <a:r>
              <a:rPr lang="en-US" sz="1200" b="0" i="0" u="none" strike="noStrike" kern="1200" baseline="0" dirty="0" smtClean="0">
                <a:solidFill>
                  <a:schemeClr val="tx1"/>
                </a:solidFill>
                <a:latin typeface="+mn-lt"/>
                <a:ea typeface="+mn-ea"/>
                <a:cs typeface="+mn-cs"/>
              </a:rPr>
              <a:t>Maximum number of storage pools in a system 	No limit</a:t>
            </a:r>
          </a:p>
          <a:p>
            <a:r>
              <a:rPr lang="en-US" sz="1200" b="0" i="0" u="none" strike="noStrike" kern="1200" baseline="0" dirty="0" smtClean="0">
                <a:solidFill>
                  <a:schemeClr val="tx1"/>
                </a:solidFill>
                <a:latin typeface="+mn-lt"/>
                <a:ea typeface="+mn-ea"/>
                <a:cs typeface="+mn-cs"/>
              </a:rPr>
              <a:t>Maximum number of spaces in a storage pool 	No limit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19</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1899854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a:t>
            </a: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s part of this topic presentation, consider demonstrating how to configure volume mount points and links. The following demonstration covers the steps for configuring volume mount points and links, but it might be easier for students to understand the concept if you show them this feature now.</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Consider using server virtualization as an example of a situation when students might use volume mount points. One of the ways to gain performance with server virtualization is to store the .vhd files that are required by multiple virtual machines on different drives. By using volume mount points, you can store the .vhd files on separate hard drives while maintaining a consistent folder structure.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32936879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If necessary, start 20410D-LON-DC1 and 20410D-LON-SVR1.</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Create a mount point</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Sign in to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LON-SVR1</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with the username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Adatum\Administrator</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 password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In Server Manager, click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Tools</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menu,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Computer Management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In the Computer Management console, under the </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Storage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node,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Disk Management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In the Disks pane, right-click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Disk2</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Online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Right-click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Disk2</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Initialize Disk</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Initialize Disk</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dialog box, select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Disk2</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check box,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GPT (GUID Partition Table)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OK</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In the Computer Management console, in Disk Management, right-click the black box to the right of Disk2,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New Simple Volume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In the New Simple Volume Wizard, 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Welcome to the New Simple Volume Wizard</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Specify Volume Size</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page, 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Simple volume size in MB</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field, type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4000</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On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Assign Drive Letter or Path</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Do not assign a drive letter or drive path</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Format Partition</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page, from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File system</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drop-down list,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NTFS</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Volume label</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text box, type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MountPoint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Completing the New Simple Volume Wizard</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Finish</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Wait until the volume is created, right-click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MountPoint</a:t>
            </a: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Change Drive Letter and Paths.</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p14="http://schemas.microsoft.com/office/powerpoint/2010/main" xmlns="" val="33754640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14"/>
            </a:pPr>
            <a:r>
              <a:rPr lang="en-US" sz="1000" dirty="0" smtClean="0">
                <a:solidFill>
                  <a:prstClr val="black"/>
                </a:solidFill>
                <a:latin typeface="Arial" panose="020B0604020202020204" pitchFamily="34" charset="0"/>
                <a:ea typeface="Times New Roman" panose="02020603050405020304" pitchFamily="18" charset="0"/>
                <a:cs typeface="Segoe UI" panose="020B0502040204020203" pitchFamily="34" charset="0"/>
              </a:rPr>
              <a:t>In </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Change Drive Letter and Paths for MountPoint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dialog box,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Add</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Assign Drive Letter or Path</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Mount in the following empty NTFS folder</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Browse</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Browse for Drive Path window, make sure that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is selected,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New Folder</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Browse for Drive Path</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box,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MountPointFolder</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Add drive Letter or Path window,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14"/>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taskbar, click the File Explorer icon, and then double-click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Local Disk (C:)</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You should see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MountPoint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folder with a size of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4,095,996 KB</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assigned to it. Point out the icon assigned to the mount point.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ts val="1300"/>
              </a:lnSpc>
              <a:spcBef>
                <a:spcPts val="900"/>
              </a:spcBef>
              <a:spcAft>
                <a:spcPts val="3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Create a directory junction for a folder</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fontAlgn="ctr">
              <a:lnSpc>
                <a:spcPct val="115000"/>
              </a:lnSpc>
              <a:spcAft>
                <a:spcPts val="995"/>
              </a:spcAft>
              <a:buFont typeface="+mj-lt"/>
              <a:buAutoNum type="arabicPeriod"/>
              <a:tabLst>
                <a:tab pos="457200" algn="l"/>
              </a:tabLst>
            </a:pPr>
            <a:r>
              <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Right-click the </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Start</a:t>
            </a:r>
            <a:r>
              <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button, and then click </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Command Prompt</a:t>
            </a:r>
            <a:r>
              <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fontAlgn="ctr">
              <a:lnSpc>
                <a:spcPct val="115000"/>
              </a:lnSpc>
              <a:spcAft>
                <a:spcPts val="995"/>
              </a:spcAft>
              <a:buAutoNum type="arabicPeriod"/>
              <a:tabLst>
                <a:tab pos="457200" algn="l"/>
              </a:tabLs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In the Command Prompt window, at the command prompt, type </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cd \</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and then press Enter.</a:t>
            </a:r>
          </a:p>
          <a:p>
            <a:pPr marL="342900" lvl="0" indent="-342900" fontAlgn="ctr">
              <a:lnSpc>
                <a:spcPct val="115000"/>
              </a:lnSpc>
              <a:spcAft>
                <a:spcPts val="995"/>
              </a:spcAft>
              <a:buAutoNum type="arabicPeriod"/>
              <a:tabLst>
                <a:tab pos="457200" algn="l"/>
              </a:tabLs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Type </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md CustomApp</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and then press Enter.</a:t>
            </a:r>
          </a:p>
          <a:p>
            <a:pPr marL="342900" lvl="0" indent="-342900" fontAlgn="ctr">
              <a:lnSpc>
                <a:spcPct val="115000"/>
              </a:lnSpc>
              <a:spcAft>
                <a:spcPts val="995"/>
              </a:spcAft>
              <a:buAutoNum type="arabicPeriod"/>
              <a:tabLst>
                <a:tab pos="457200" algn="l"/>
              </a:tabLs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Type </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copy C:\windows\system32\notepad.exe C:\CustomApp</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and then press Enter.</a:t>
            </a:r>
          </a:p>
          <a:p>
            <a:pPr marL="342900" lvl="0" indent="-342900" fontAlgn="ctr">
              <a:lnSpc>
                <a:spcPct val="115000"/>
              </a:lnSpc>
              <a:spcAft>
                <a:spcPts val="995"/>
              </a:spcAft>
              <a:buAutoNum type="arabicPeriod"/>
              <a:tabLst>
                <a:tab pos="457200" algn="l"/>
              </a:tabLs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Type </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mklink /j AppLink CustomApp</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and then press Enter.</a:t>
            </a:r>
          </a:p>
          <a:p>
            <a:pPr marL="342900" lvl="0" indent="-342900" fontAlgn="ctr">
              <a:lnSpc>
                <a:spcPct val="115000"/>
              </a:lnSpc>
              <a:spcAft>
                <a:spcPts val="995"/>
              </a:spcAft>
              <a:buAutoNum type="arabicPeriod"/>
              <a:tabLst>
                <a:tab pos="457200" algn="l"/>
              </a:tabLs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In the File Explorer window, double-click the </a:t>
            </a: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AppLink</a:t>
            </a: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 folder. Notice that because it is a link, the directory path in the address bar is not updated to C:\CustomApp.</a:t>
            </a:r>
          </a:p>
          <a:p>
            <a:pPr lvl="0">
              <a:lnSpc>
                <a:spcPts val="1300"/>
              </a:lnSpc>
              <a:spcBef>
                <a:spcPts val="900"/>
              </a:spcBef>
              <a:spcAft>
                <a:spcPts val="3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Create a hard link for a file</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the command prompt,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mklink /h C:\AppLink\Notepad2.exe C:\AppLink\Notepad.exe</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Switch to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File </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Explorer window, and then read the list of files. Notice that Notepad2.exe appears exactly the same as Notepad.exe. Both file names point to the same file</a:t>
            </a:r>
            <a:r>
              <a:rPr lang="en-US" sz="1000" dirty="0" smtClean="0">
                <a:solidFill>
                  <a:prstClr val="black"/>
                </a:solidFill>
                <a:latin typeface="Arial" panose="020B0604020202020204" pitchFamily="34" charset="0"/>
                <a:ea typeface="Times New Roman" panose="02020603050405020304" pitchFamily="18" charset="0"/>
                <a:cs typeface="Segoe UI" panose="020B0502040204020203" pitchFamily="34" charset="0"/>
              </a:rPr>
              <a:t>.</a:t>
            </a:r>
          </a:p>
          <a:p>
            <a:pPr marL="34290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Close all open Windows</a:t>
            </a:r>
            <a:r>
              <a:rPr lang="en-US" sz="1000" dirty="0" smtClean="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p>
        </p:txBody>
      </p:sp>
      <p:sp>
        <p:nvSpPr>
          <p:cNvPr id="4" name="Slide Number Placeholder 3"/>
          <p:cNvSpPr>
            <a:spLocks noGrp="1"/>
          </p:cNvSpPr>
          <p:nvPr>
            <p:ph type="sldNum" sz="quarter" idx="10"/>
          </p:nvPr>
        </p:nvSpPr>
        <p:spPr/>
        <p:txBody>
          <a:bodyPr/>
          <a:lstStyle/>
          <a:p>
            <a:fld id="{F82FA7A7-24A6-43A0-88DA-AC27EBF4F762}" type="slidenum">
              <a:rPr lang="en-CA" smtClean="0"/>
              <a:pPr/>
              <a:t>22</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3663156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In this topic, explain how to resize volumes. Start with a short discussion about when you would need to resize a disk. For example, you might want to extend a disk if a volume runs out of disk space. Mention that another way to create available file space in your system is to create mount points to other volumes.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Also mention that you only can extend ReFS volumes; you cannot shrink them.</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3703727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Ask students if they have worked with virtual hard disks in Hyper-V. If students have used virtual hard disks in this context, ask them what they use the disks for in Hyper-V.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Students should be aware that the virtual machines in Hyper-V use virtual hard disk files to run the operating system and to store data. Point out that they can use the same virtual hard disk files outside of Hyper-V by using the native virtual hard disk boot feature.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15247688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If necessary, start 20410D-LON-DC1</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and 20410D-LON-SVR1. Sign in to LON-SVR1 with the username </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Adatum\Administrator</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and the password </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Pa$$w0rd</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Create a virtual hard disk</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LON-SVR1, if required, start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Server Manager</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Tools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Computer Management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 Computer Management,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Disk Management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Wait for the disks to display, right-click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Disk Management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Create VHD</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Create and Attach Virtual Hard Disk</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dialog box,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Browse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Type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DiskF</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as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File name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Save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Create and Attach Virtual Hard Disk</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dialog box, type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10</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as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Virtual hard disk</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size.</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VHDX</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Dynamically expanding</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OK</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taskbar,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File Explorer</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Browse to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Documents</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verify that a .vhdx file named DiskF.vhdx was created. </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Manage a virtual hard disk</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In Disk Management, right-click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Disk 9</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Initialize disk</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OK</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Right-click the unallocated space on Disk 9,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New Simple Volume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Welcome to the New Simple Volume Wizard</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Specify Volume Size</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Assign Drive Letter or Path</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a:t>
            </a:r>
          </a:p>
          <a:p>
            <a:pPr marL="342900" lvl="0" indent="-342900">
              <a:lnSpc>
                <a:spcPct val="115000"/>
              </a:lnSpc>
              <a:spcAft>
                <a:spcPts val="600"/>
              </a:spcAft>
              <a:buFont typeface="+mj-lt"/>
              <a:buAutoNum type="arabicPeriod" startAt="6"/>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Format Partition</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Data</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as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Volume label</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Finish</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If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Microsoft Windows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dialog box appears,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Cancel</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7.	In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File Manager, verify that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Data (F:)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drive is listed.</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8.	Close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all open windows. </a:t>
            </a:r>
            <a:endParaRPr lang="en-CA" sz="1000" dirty="0"/>
          </a:p>
          <a:p>
            <a:pPr marL="342900" marR="0" lvl="0" indent="-342900">
              <a:lnSpc>
                <a:spcPct val="115000"/>
              </a:lnSpc>
              <a:spcBef>
                <a:spcPts val="0"/>
              </a:spcBef>
              <a:spcAft>
                <a:spcPts val="995"/>
              </a:spcAft>
              <a:buFont typeface="+mj-lt"/>
              <a:buAutoNum type="arabicPeriod"/>
            </a:pP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29087888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t>
            </a: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Briefly describe the topics that this lesson includes.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26</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18573141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noProof="0" dirty="0" smtClean="0">
                <a:effectLst/>
                <a:latin typeface="Arial" panose="020B0604020202020204" pitchFamily="34" charset="0"/>
                <a:ea typeface="Calibri" panose="020F0502020204030204" pitchFamily="34" charset="0"/>
                <a:cs typeface="Segoe UI" panose="020B0502040204020203" pitchFamily="34" charset="0"/>
              </a:rPr>
              <a:t>Explain to students that Storage Spaces is a functionality that groups physical disks together to reduce management workloads. If you feel it is necessary, demonstrate Storage Spaces.</a:t>
            </a:r>
            <a:endParaRPr lang="en-CA" sz="1000" noProof="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noProof="0" dirty="0" smtClean="0">
                <a:effectLst/>
                <a:latin typeface="Arial" panose="020B0604020202020204" pitchFamily="34" charset="0"/>
                <a:ea typeface="Calibri" panose="020F0502020204030204" pitchFamily="34" charset="0"/>
                <a:cs typeface="Segoe UI" panose="020B0502040204020203" pitchFamily="34" charset="0"/>
              </a:rPr>
              <a:t>Provide an overview of what you need to create a virtual disk that is available as a volume: </a:t>
            </a:r>
            <a:endParaRPr lang="en-CA" sz="1000" noProof="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CA" sz="1000" noProof="0" dirty="0" smtClean="0">
                <a:effectLst/>
                <a:latin typeface="Arial" panose="020B0604020202020204" pitchFamily="34" charset="0"/>
                <a:ea typeface="Times New Roman" panose="02020603050405020304" pitchFamily="18" charset="0"/>
                <a:cs typeface="Segoe UI" panose="020B0502040204020203" pitchFamily="34" charset="0"/>
              </a:rPr>
              <a:t>Physical disks</a:t>
            </a:r>
            <a:endParaRPr lang="en-CA" sz="1000" noProof="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CA" sz="1000" noProof="0" dirty="0" smtClean="0">
                <a:effectLst/>
                <a:latin typeface="Arial" panose="020B0604020202020204" pitchFamily="34" charset="0"/>
                <a:ea typeface="Times New Roman" panose="02020603050405020304" pitchFamily="18" charset="0"/>
                <a:cs typeface="Segoe UI" panose="020B0502040204020203" pitchFamily="34" charset="0"/>
              </a:rPr>
              <a:t>A storage pool</a:t>
            </a:r>
            <a:endParaRPr lang="en-CA" sz="1000" noProof="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CA" sz="1000" noProof="0" dirty="0" smtClean="0">
                <a:effectLst/>
                <a:latin typeface="Arial" panose="020B0604020202020204" pitchFamily="34" charset="0"/>
                <a:ea typeface="Times New Roman" panose="02020603050405020304" pitchFamily="18" charset="0"/>
                <a:cs typeface="Segoe UI" panose="020B0502040204020203" pitchFamily="34" charset="0"/>
              </a:rPr>
              <a:t>Virtual disks</a:t>
            </a:r>
            <a:endParaRPr lang="en-CA" sz="1000" noProof="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CA" sz="1000" noProof="0" dirty="0" smtClean="0">
                <a:effectLst/>
                <a:latin typeface="Arial" panose="020B0604020202020204" pitchFamily="34" charset="0"/>
                <a:ea typeface="Times New Roman" panose="02020603050405020304" pitchFamily="18" charset="0"/>
                <a:cs typeface="Segoe UI" panose="020B0502040204020203" pitchFamily="34" charset="0"/>
              </a:rPr>
              <a:t>Disk drives</a:t>
            </a:r>
            <a:endParaRPr lang="en-CA" sz="1000" noProof="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noProof="0" dirty="0" smtClean="0">
                <a:effectLst/>
                <a:latin typeface="Arial" panose="020B0604020202020204" pitchFamily="34" charset="0"/>
                <a:ea typeface="Calibri" panose="020F0502020204030204" pitchFamily="34" charset="0"/>
                <a:cs typeface="Segoe UI" panose="020B0502040204020203" pitchFamily="34" charset="0"/>
              </a:rPr>
              <a:t>Mention that virtual disks are not virtual hard disks, and should be considered disks in Disk Manager.</a:t>
            </a:r>
          </a:p>
          <a:p>
            <a:pPr>
              <a:lnSpc>
                <a:spcPct val="107000"/>
              </a:lnSpc>
              <a:spcAft>
                <a:spcPts val="800"/>
              </a:spcAft>
            </a:pPr>
            <a:endParaRPr lang="fr-FR" sz="1000" noProof="0" dirty="0" smtClean="0">
              <a:effectLst/>
              <a:latin typeface="Arial" panose="020B0604020202020204" pitchFamily="34" charset="0"/>
              <a:ea typeface="Calibri" panose="020F0502020204030204" pitchFamily="34" charset="0"/>
              <a:cs typeface="Segoe UI" panose="020B0502040204020203" pitchFamily="34" charset="0"/>
            </a:endParaRPr>
          </a:p>
          <a:p>
            <a:pPr>
              <a:lnSpc>
                <a:spcPct val="107000"/>
              </a:lnSpc>
              <a:spcAft>
                <a:spcPts val="800"/>
              </a:spcAft>
            </a:pPr>
            <a:r>
              <a:rPr lang="fr-FR" sz="1000" kern="0" noProof="0" dirty="0" smtClean="0">
                <a:solidFill>
                  <a:srgbClr val="000000"/>
                </a:solidFill>
              </a:rPr>
              <a:t>Storage </a:t>
            </a:r>
            <a:r>
              <a:rPr lang="fr-FR" sz="1000" kern="0" noProof="0" dirty="0" err="1" smtClean="0">
                <a:solidFill>
                  <a:srgbClr val="000000"/>
                </a:solidFill>
              </a:rPr>
              <a:t>Space</a:t>
            </a:r>
            <a:r>
              <a:rPr lang="fr-FR" sz="1000" kern="0" noProof="0" dirty="0" smtClean="0">
                <a:solidFill>
                  <a:srgbClr val="000000"/>
                </a:solidFill>
              </a:rPr>
              <a:t> </a:t>
            </a:r>
            <a:r>
              <a:rPr lang="fr-FR" sz="1000" kern="0" noProof="0" dirty="0" err="1" smtClean="0">
                <a:solidFill>
                  <a:srgbClr val="000000"/>
                </a:solidFill>
              </a:rPr>
              <a:t>Tiering</a:t>
            </a:r>
            <a:r>
              <a:rPr lang="fr-FR" sz="1000" kern="0" noProof="0" dirty="0" smtClean="0">
                <a:solidFill>
                  <a:srgbClr val="000000"/>
                </a:solidFill>
              </a:rPr>
              <a:t> : option qui permet d’écrire les fichiers fort sollicités sur</a:t>
            </a:r>
            <a:r>
              <a:rPr lang="fr-FR" sz="1000" kern="0" baseline="0" noProof="0" dirty="0" smtClean="0">
                <a:solidFill>
                  <a:srgbClr val="000000"/>
                </a:solidFill>
              </a:rPr>
              <a:t> le périphérique le plus rapide.</a:t>
            </a:r>
            <a:br>
              <a:rPr lang="fr-FR" sz="1000" kern="0" baseline="0" noProof="0" dirty="0" smtClean="0">
                <a:solidFill>
                  <a:srgbClr val="000000"/>
                </a:solidFill>
              </a:rPr>
            </a:br>
            <a:r>
              <a:rPr lang="fr-FR" sz="1000" kern="0" baseline="0" noProof="0" dirty="0" smtClean="0">
                <a:solidFill>
                  <a:srgbClr val="000000"/>
                </a:solidFill>
              </a:rPr>
              <a:t>W</a:t>
            </a:r>
            <a:r>
              <a:rPr lang="fr-FR" sz="1000" kern="0" noProof="0" dirty="0" smtClean="0">
                <a:solidFill>
                  <a:srgbClr val="000000"/>
                </a:solidFill>
              </a:rPr>
              <a:t>rite-Back </a:t>
            </a:r>
            <a:r>
              <a:rPr lang="fr-FR" sz="1000" kern="0" noProof="0" dirty="0" err="1" smtClean="0">
                <a:solidFill>
                  <a:srgbClr val="000000"/>
                </a:solidFill>
              </a:rPr>
              <a:t>Caching</a:t>
            </a:r>
            <a:r>
              <a:rPr lang="fr-FR" sz="1000" kern="0" noProof="0" dirty="0" smtClean="0">
                <a:solidFill>
                  <a:srgbClr val="000000"/>
                </a:solidFill>
              </a:rPr>
              <a:t> : option qui permet d’écrire les fichiers sur</a:t>
            </a:r>
            <a:r>
              <a:rPr lang="fr-FR" sz="1000" kern="0" baseline="0" noProof="0" dirty="0" smtClean="0">
                <a:solidFill>
                  <a:srgbClr val="000000"/>
                </a:solidFill>
              </a:rPr>
              <a:t> le périphérique le plus rapide lors des pics d’écriture de données</a:t>
            </a:r>
            <a:br>
              <a:rPr lang="fr-FR" sz="1000" kern="0" baseline="0" noProof="0" dirty="0" smtClean="0">
                <a:solidFill>
                  <a:srgbClr val="000000"/>
                </a:solidFill>
              </a:rPr>
            </a:br>
            <a:endParaRPr lang="fr-FR" sz="10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16179581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Discuss the different virtual disk redundancy features and their configuration. Provide examples when to use each one. For example, if you want to create a 10 gigabyte (GB) volume, but your disks in a storage pool only provide 5 GB of space (combined), then you would configure a virtual disk to be thin provisioned.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What is the name for a virtual disk that is larger than the amount of disk space available on the physical disks portion of the storage pool?</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This kind of virtual disk is a thin provisioned virtual disk. With a thin provisioned virtual disk, you can use the available space immediately, but you need to add more physical disks to the storage pool to provide the disk space required.</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30418418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This topic is about the advanced management options that are available for storage pools and virtual disks. You can start by pointing out that the most common tasks are available in Server Manager, such as creating or deleting a virtual disk or storage pool.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Then talk about how to replace a failed disk by adding a new disk to the storage pool.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Finally, explain </a:t>
            </a:r>
            <a:r>
              <a:rPr lang="en-CA" sz="1000" dirty="0" smtClean="0">
                <a:effectLst/>
                <a:latin typeface="Arial" panose="020B0604020202020204" pitchFamily="34" charset="0"/>
                <a:ea typeface="Calibri" panose="020F0502020204030204" pitchFamily="34" charset="0"/>
                <a:cs typeface="Segoe UI" panose="020B0502040204020203" pitchFamily="34" charset="0"/>
              </a:rPr>
              <a:t>some </a:t>
            </a:r>
            <a:r>
              <a:rPr lang="en-CA" sz="1000" dirty="0" smtClean="0">
                <a:effectLst/>
                <a:latin typeface="Arial" panose="020B0604020202020204" pitchFamily="34" charset="0"/>
                <a:ea typeface="Calibri" panose="020F0502020204030204" pitchFamily="34" charset="0"/>
                <a:cs typeface="Segoe UI" panose="020B0502040204020203" pitchFamily="34" charset="0"/>
              </a:rPr>
              <a:t>of the useful Windows PowerShell</a:t>
            </a:r>
            <a:r>
              <a:rPr lang="en-CA" sz="1000" baseline="30000" dirty="0" smtClean="0">
                <a:effectLst/>
                <a:latin typeface="Arial" panose="020B0604020202020204" pitchFamily="34" charset="0"/>
                <a:ea typeface="Calibri" panose="020F0502020204030204" pitchFamily="34" charset="0"/>
                <a:cs typeface="Segoe UI" panose="020B0502040204020203" pitchFamily="34"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cmdlets that students can use to manage virtual disks and storage pools</a:t>
            </a:r>
            <a:r>
              <a:rPr lang="en-CA" sz="1000" dirty="0" smtClean="0">
                <a:effectLst/>
                <a:latin typeface="Arial" panose="020B0604020202020204" pitchFamily="34" charset="0"/>
                <a:ea typeface="Calibri" panose="020F0502020204030204" pitchFamily="34" charset="0"/>
                <a:cs typeface="Segoe UI" panose="020B0502040204020203" pitchFamily="34" charset="0"/>
              </a:rPr>
              <a:t>.</a:t>
            </a:r>
          </a:p>
          <a:p>
            <a:pPr>
              <a:lnSpc>
                <a:spcPct val="107000"/>
              </a:lnSpc>
              <a:spcAft>
                <a:spcPts val="800"/>
              </a:spcAft>
            </a:pPr>
            <a:endParaRPr lang="en-CA" sz="1000" dirty="0" smtClean="0">
              <a:effectLst/>
              <a:latin typeface="Arial" panose="020B0604020202020204" pitchFamily="34" charset="0"/>
              <a:ea typeface="Calibri" panose="020F0502020204030204" pitchFamily="34" charset="0"/>
              <a:cs typeface="Segoe UI" panose="020B0502040204020203" pitchFamily="34" charset="0"/>
            </a:endParaRPr>
          </a:p>
          <a:p>
            <a:r>
              <a:rPr lang="fr-BE" sz="1200" b="1" kern="1200" baseline="0" dirty="0" smtClean="0">
                <a:solidFill>
                  <a:schemeClr val="tx1"/>
                </a:solidFill>
                <a:latin typeface="+mn-lt"/>
                <a:ea typeface="+mn-ea"/>
                <a:cs typeface="+mn-cs"/>
              </a:rPr>
              <a:t>Windows PowerShell cmdlet </a:t>
            </a:r>
            <a:r>
              <a:rPr lang="fr-BE" sz="1200" kern="1200" baseline="0" dirty="0" smtClean="0">
                <a:solidFill>
                  <a:schemeClr val="tx1"/>
                </a:solidFill>
                <a:latin typeface="+mn-lt"/>
                <a:ea typeface="+mn-ea"/>
                <a:cs typeface="+mn-cs"/>
              </a:rPr>
              <a:t>				</a:t>
            </a:r>
            <a:r>
              <a:rPr lang="fr-BE" sz="1200" b="1" kern="1200" baseline="0" dirty="0" smtClean="0">
                <a:solidFill>
                  <a:schemeClr val="tx1"/>
                </a:solidFill>
                <a:latin typeface="+mn-lt"/>
                <a:ea typeface="+mn-ea"/>
                <a:cs typeface="+mn-cs"/>
              </a:rPr>
              <a:t>Description</a:t>
            </a:r>
          </a:p>
          <a:p>
            <a:r>
              <a:rPr lang="fr-BE" sz="1200" b="0" kern="1200" baseline="0" dirty="0" smtClean="0">
                <a:solidFill>
                  <a:schemeClr val="tx1"/>
                </a:solidFill>
                <a:latin typeface="+mn-lt"/>
                <a:ea typeface="+mn-ea"/>
                <a:cs typeface="+mn-cs"/>
              </a:rPr>
              <a:t>Get-StoragePool </a:t>
            </a:r>
            <a:r>
              <a:rPr lang="fr-BE" sz="1200" b="1" kern="1200" baseline="0" dirty="0" smtClean="0">
                <a:solidFill>
                  <a:schemeClr val="tx1"/>
                </a:solidFill>
                <a:latin typeface="+mn-lt"/>
                <a:ea typeface="+mn-ea"/>
                <a:cs typeface="+mn-cs"/>
              </a:rPr>
              <a:t>					</a:t>
            </a:r>
            <a:r>
              <a:rPr lang="fr-BE" sz="1200" b="0" kern="1200" baseline="0" dirty="0" smtClean="0">
                <a:solidFill>
                  <a:schemeClr val="tx1"/>
                </a:solidFill>
                <a:latin typeface="+mn-lt"/>
                <a:ea typeface="+mn-ea"/>
                <a:cs typeface="+mn-cs"/>
              </a:rPr>
              <a:t>Lists storage pools.</a:t>
            </a:r>
          </a:p>
          <a:p>
            <a:r>
              <a:rPr lang="fr-BE" sz="1200" b="0" kern="1200" baseline="0" dirty="0" smtClean="0">
                <a:solidFill>
                  <a:schemeClr val="tx1"/>
                </a:solidFill>
                <a:latin typeface="+mn-lt"/>
                <a:ea typeface="+mn-ea"/>
                <a:cs typeface="+mn-cs"/>
              </a:rPr>
              <a:t>Get-VirtualDisk </a:t>
            </a:r>
            <a:r>
              <a:rPr lang="fr-BE" sz="1200" b="1" kern="1200" baseline="0" dirty="0" smtClean="0">
                <a:solidFill>
                  <a:schemeClr val="tx1"/>
                </a:solidFill>
                <a:latin typeface="+mn-lt"/>
                <a:ea typeface="+mn-ea"/>
                <a:cs typeface="+mn-cs"/>
              </a:rPr>
              <a:t>					</a:t>
            </a:r>
            <a:r>
              <a:rPr lang="fr-BE" sz="1200" b="0" kern="1200" baseline="0" dirty="0" smtClean="0">
                <a:solidFill>
                  <a:schemeClr val="tx1"/>
                </a:solidFill>
                <a:latin typeface="+mn-lt"/>
                <a:ea typeface="+mn-ea"/>
                <a:cs typeface="+mn-cs"/>
              </a:rPr>
              <a:t>Lists virtual disks.</a:t>
            </a:r>
          </a:p>
          <a:p>
            <a:r>
              <a:rPr lang="fr-BE" sz="1200" b="0" kern="1200" baseline="0" dirty="0" smtClean="0">
                <a:solidFill>
                  <a:schemeClr val="tx1"/>
                </a:solidFill>
                <a:latin typeface="+mn-lt"/>
                <a:ea typeface="+mn-ea"/>
                <a:cs typeface="+mn-cs"/>
              </a:rPr>
              <a:t>Repair-VirtualDisk 	</a:t>
            </a:r>
            <a:r>
              <a:rPr lang="fr-BE" sz="1200" b="1" kern="1200" baseline="0" dirty="0" smtClean="0">
                <a:solidFill>
                  <a:schemeClr val="tx1"/>
                </a:solidFill>
                <a:latin typeface="+mn-lt"/>
                <a:ea typeface="+mn-ea"/>
                <a:cs typeface="+mn-cs"/>
              </a:rPr>
              <a:t>				</a:t>
            </a:r>
            <a:r>
              <a:rPr lang="fr-BE" sz="1200" b="0" kern="1200" baseline="0" dirty="0" smtClean="0">
                <a:solidFill>
                  <a:schemeClr val="tx1"/>
                </a:solidFill>
                <a:latin typeface="+mn-lt"/>
                <a:ea typeface="+mn-ea"/>
                <a:cs typeface="+mn-cs"/>
              </a:rPr>
              <a:t>Repairs a virtual disk.</a:t>
            </a:r>
          </a:p>
          <a:p>
            <a:r>
              <a:rPr lang="fr-BE" sz="1200" b="0" kern="1200" baseline="0" dirty="0" smtClean="0">
                <a:solidFill>
                  <a:schemeClr val="tx1"/>
                </a:solidFill>
                <a:latin typeface="+mn-lt"/>
                <a:ea typeface="+mn-ea"/>
                <a:cs typeface="+mn-cs"/>
              </a:rPr>
              <a:t>Get-PhysicalDisk | Where{$_.HealthStatus -ne “Healthy”} 	</a:t>
            </a:r>
            <a:r>
              <a:rPr lang="fr-BE" sz="1200" b="1" kern="1200" baseline="0" dirty="0" smtClean="0">
                <a:solidFill>
                  <a:schemeClr val="tx1"/>
                </a:solidFill>
                <a:latin typeface="+mn-lt"/>
                <a:ea typeface="+mn-ea"/>
                <a:cs typeface="+mn-cs"/>
              </a:rPr>
              <a:t>	</a:t>
            </a:r>
            <a:r>
              <a:rPr lang="fr-BE" sz="1200" kern="1200" baseline="0" dirty="0" smtClean="0">
                <a:solidFill>
                  <a:schemeClr val="tx1"/>
                </a:solidFill>
                <a:latin typeface="+mn-lt"/>
                <a:ea typeface="+mn-ea"/>
                <a:cs typeface="+mn-cs"/>
              </a:rPr>
              <a:t>Lists unhealthy physical disks.</a:t>
            </a:r>
          </a:p>
          <a:p>
            <a:r>
              <a:rPr lang="en-US" sz="1200" b="0" kern="1200" baseline="0" dirty="0" smtClean="0">
                <a:solidFill>
                  <a:schemeClr val="tx1"/>
                </a:solidFill>
                <a:latin typeface="+mn-lt"/>
                <a:ea typeface="+mn-ea"/>
                <a:cs typeface="+mn-cs"/>
              </a:rPr>
              <a:t>Reset-PhysicalDisk </a:t>
            </a:r>
            <a:r>
              <a:rPr lang="en-US" sz="1200" b="1" kern="1200" baseline="0" dirty="0" smtClean="0">
                <a:solidFill>
                  <a:schemeClr val="tx1"/>
                </a:solidFill>
                <a:latin typeface="+mn-lt"/>
                <a:ea typeface="+mn-ea"/>
                <a:cs typeface="+mn-cs"/>
              </a:rPr>
              <a:t>					</a:t>
            </a:r>
            <a:r>
              <a:rPr lang="en-US" sz="1200" b="0" kern="1200" baseline="0" dirty="0" smtClean="0">
                <a:solidFill>
                  <a:schemeClr val="tx1"/>
                </a:solidFill>
                <a:latin typeface="+mn-lt"/>
                <a:ea typeface="+mn-ea"/>
                <a:cs typeface="+mn-cs"/>
              </a:rPr>
              <a:t>Removes a physical disk from a storage pool.</a:t>
            </a:r>
            <a:endParaRPr lang="en-CA" sz="1000" b="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29</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2878057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30</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41909256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If necessary, start 20410D‑LON‑DC1</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and 20410D‑LON‑SVR1. </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Create a storage pool</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On LON-SVR1, sign in as</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 Adatum\Administrator</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Server Manager, in the left pane,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File and Storage Services</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in the Servers pane,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Storage Pools</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the STORAGE POOLS pane,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TASKS</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then 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TASKS</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drop-down list,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New Storage Pool</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the New Storage Pool Wizard, 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Before you begin</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Specify a storage pool name and subsystem</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page, 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Name</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box, type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StoragePool1</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physical disks for the storage pool</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page, click all available physical disks,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Confirm selections</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Create</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View results</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page, wait until task completes,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Close</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Create a virtual disk and a volume</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Under Storage Pools,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StoragePool1</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the VIRTUAL DISKS pane,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TASKS</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then 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TASKS</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drop-down list,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New Virtual Disk</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the New Virtual Disk Wizard, on the</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 Before you begin</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Select the storage pool</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StoragePool1</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Specify the virtual disk name</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page, in the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Name</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box, type </a:t>
            </a:r>
            <a:r>
              <a:rPr lang="en-US" sz="1000" b="1" dirty="0" smtClean="0">
                <a:effectLst/>
                <a:latin typeface="Arial" panose="020B0604020202020204" pitchFamily="34" charset="0"/>
                <a:ea typeface="Times New Roman" panose="02020603050405020304" pitchFamily="18" charset="0"/>
                <a:cs typeface="Times New Roman" panose="02020603050405020304" pitchFamily="18" charset="0"/>
              </a:rPr>
              <a:t>Simple vDisk</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Next</a:t>
            </a:r>
            <a:r>
              <a:rPr lang="en-US" sz="1000" dirty="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31</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p14="http://schemas.microsoft.com/office/powerpoint/2010/main" xmlns="" val="20928190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6"/>
            </a:pPr>
            <a:r>
              <a:rPr lang="en-US" sz="1000" dirty="0" smtClean="0">
                <a:solidFill>
                  <a:srgbClr val="000000"/>
                </a:solidFill>
                <a:latin typeface="Arial" panose="020B0604020202020204" pitchFamily="34" charset="0"/>
                <a:ea typeface="Times New Roman" panose="02020603050405020304" pitchFamily="18" charset="0"/>
                <a:cs typeface="Segoe UI" panose="020B0502040204020203" pitchFamily="34" charset="0"/>
              </a:rPr>
              <a:t>On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the storage layout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Layout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list, select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Simple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Specify the provisioning type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Thin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You should mention that this configures thin provisioning for that volume.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Specify the size of the virtual disk</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Virtual disk size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box,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2</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Confirm selections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Create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View results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wait until the task completes. Make sure that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Create a volume when this wizard closes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check box is selected,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Close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In the New Volume Wizard, 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Before you begin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the server and disk</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under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Disk</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Simple vDisk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virtual disk,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Specify the size of the volume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to confirm the default selection.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Assign to a drive letter or folder</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to confirm the default selection.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file system settings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File system</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drop-down list, select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ReFS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Volume label</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box,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Simple Volume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Confirm selections</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Create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6"/>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Completion</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page, wait until the task completes,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Close</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dirty="0"/>
          </a:p>
        </p:txBody>
      </p:sp>
      <p:sp>
        <p:nvSpPr>
          <p:cNvPr id="4" name="Slide Number Placeholder 3"/>
          <p:cNvSpPr>
            <a:spLocks noGrp="1"/>
          </p:cNvSpPr>
          <p:nvPr>
            <p:ph type="sldNum" sz="quarter" idx="10"/>
          </p:nvPr>
        </p:nvSpPr>
        <p:spPr/>
        <p:txBody>
          <a:bodyPr/>
          <a:lstStyle/>
          <a:p>
            <a:fld id="{F82FA7A7-24A6-43A0-88DA-AC27EBF4F762}" type="slidenum">
              <a:rPr lang="en-CA" smtClean="0"/>
              <a:pPr/>
              <a:t>32</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32798915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Organizations with established SAN or NAS deployments may be hesitant to consider Storage Spaces as a possible alternative.</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Give students several minutes to read the questions and consider their responses, and then encourage them to discuss their answers. In particular, ask students to discuss possible issues they see with using Storage Spaces and provide suggestions for how Storage Spaces might address the issues that students raise.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Also acknowledge that, if organizations are comfortable with an established SAN or NAS deployment, there are not many benefits to moving to Storage Spaces. </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Does your organization currently use SANs or NAS?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Answers will vary.</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What are the advantages of using Storage Spaces compared to using SANs or NAS?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Storage Spaces provides an inexpensive way to manage storage on servers. With Storage Spaces, you do not need to buy specialized storage or network devices. You can attach almost any kind of disk to a server, and manage all the disks on your server as a block. You can provide redundancy by configuring mirroring or parity on the disks. Storage Spaces are also easy to expand by adding more disks. By using Storage Space tiering, you also can optimize the use of fast and slow disks in your Storage Space.</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What are the disadvantages of using Storage Spaces compared to using SANs or NAS?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Most SAN and NAS devices provide many of the same features as Storage Spaces. These storage devices also provide redundancy, data tiering, and easy-capacity expansion. These devices also improve performance by removing all of the storage-related calculations from the server and performing these tasks on dedicated hardware devices. This means that SAN devices, in particular, are likely to provide better performance than Storage Spaces.</a:t>
            </a:r>
          </a:p>
          <a:p>
            <a:pPr>
              <a:lnSpc>
                <a:spcPct val="107000"/>
              </a:lnSpc>
              <a:spcAft>
                <a:spcPts val="800"/>
              </a:spcAft>
            </a:pP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33</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p14="http://schemas.microsoft.com/office/powerpoint/2010/main" xmlns="" val="42087305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Question</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In what scenarios would you recommend each option?</a:t>
            </a: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Answer</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Answers will vary. Storage Spaces provide a potentially inexpensive way to provide full-featured storage solution that traditionally has only been available with more expensive NAS or SAN solutions. Additionally, Storage Spaces are easy to manage, and do not require any specialized equipment or expertise. However, in larger enterprises that currently are using SANs or NAS, the enhanced performance of using the specialized hardware is likely to be a more important factor than the ease of use and low cost that Storage Spaces provide.</a:t>
            </a:r>
            <a:endParaRPr lang="en-CA" dirty="0"/>
          </a:p>
        </p:txBody>
      </p:sp>
      <p:sp>
        <p:nvSpPr>
          <p:cNvPr id="4" name="Slide Number Placeholder 3"/>
          <p:cNvSpPr>
            <a:spLocks noGrp="1"/>
          </p:cNvSpPr>
          <p:nvPr>
            <p:ph type="sldNum" sz="quarter" idx="10"/>
          </p:nvPr>
        </p:nvSpPr>
        <p:spPr/>
        <p:txBody>
          <a:bodyPr/>
          <a:lstStyle/>
          <a:p>
            <a:fld id="{F82FA7A7-24A6-43A0-88DA-AC27EBF4F762}" type="slidenum">
              <a:rPr lang="en-CA" smtClean="0"/>
              <a:pPr/>
              <a:t>34</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41360511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Before the students begin the lab, read the lab scenario and display the next slide. Before each exercise, read the scenario associated with the exercise to the class. The scenarios give context to the lab and exercises, and help to facilitate the discussion at the end of the lab. Remind the students to complete the discussion questions after the last lab exercise.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endParaRPr>
          </a:p>
          <a:p>
            <a:pPr>
              <a:lnSpc>
                <a:spcPct val="107000"/>
              </a:lnSpc>
              <a:spcAft>
                <a:spcPts val="800"/>
              </a:spcAft>
            </a:pPr>
            <a:r>
              <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1: Installing and Configuring a New Disk</a:t>
            </a: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file server in your branch office is low on disk space. You need to add a new disk to the server and create volumes based on specifications provided by your manager.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2: Resizing Volumes</a:t>
            </a: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After installing the new disk in your file server, your manager contacts you to indicate that the information he gave you was incorrect. He now needs you to resize the volumes, without losing any data.Exercise 3: </a:t>
            </a: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Configuring a Redundant Storage Space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Your server does not have a hardware-based RAID card, but you have been asked to configure redundant storage. To support this feature, you need to create a storage pool.</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After creating the storage pool, you need to create a redundant virtual disk. Because the data is critical, the request for redundant storage specifies that you must use a three-way mirrored volume. Shortly after the volume is in use, a disk fails, and you have to replace it by adding another disk to the storage pool.</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35</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28182111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F82FA7A7-24A6-43A0-88DA-AC27EBF4F762}" type="slidenum">
              <a:rPr lang="en-CA" smtClean="0"/>
              <a:pPr/>
              <a:t>36</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1326466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Lab Review Questions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At a minimum, how many disks must you add to a storage pool to create a three-way mirrored virtual disk?</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require at least five disks. If you do not have five disks available in disk pool, you can create a two-way mirrored virtual disk only.</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You have a USB-attached disk, four SAS disks, and one SATA disk that are attached to a Windows Server 2012 server. You want to provide a single volume to your users that they can use for file storage. What would you use?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Answers may vary.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The most common answer might be to create a storage pool out of the existing disks, and then create a virtual disk that spans all of the disks and has the largest capacity possible. </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For reliability reasons, USB disks should not be part of a storage pool. However, you can mix the disk types in a storage pool and create highly available disks using two-way or three-way mirroring or parity for virtual disks.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37</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Tree>
    <p:extLst>
      <p:ext uri="{BB962C8B-B14F-4D97-AF65-F5344CB8AC3E}">
        <p14:creationId xmlns:p14="http://schemas.microsoft.com/office/powerpoint/2010/main" xmlns="" val="3916429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21558" y="2081213"/>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Module Review Questions</a:t>
            </a:r>
          </a:p>
          <a:p>
            <a:pPr>
              <a:lnSpc>
                <a:spcPct val="107000"/>
              </a:lnSpc>
              <a:spcAft>
                <a:spcPts val="800"/>
              </a:spcAft>
            </a:pPr>
            <a:r>
              <a:rPr lang="en-CA" sz="1000" dirty="0">
                <a:solidFill>
                  <a:srgbClr val="000000"/>
                </a:solidFill>
                <a:latin typeface="Arial" panose="020B0604020202020204" pitchFamily="34" charset="0"/>
                <a:ea typeface="Calibri" panose="020F0502020204030204" pitchFamily="34" charset="0"/>
                <a:cs typeface="Segoe UI" panose="020B0502040204020203" pitchFamily="34" charset="0"/>
              </a:rPr>
              <a:t>Point the students to the appropriate section in the course so that they are able to answer the questions that this section presents.</a:t>
            </a:r>
            <a:endParaRPr lang="en-CA" sz="1000" dirty="0"/>
          </a:p>
          <a:p>
            <a:pPr>
              <a:lnSpc>
                <a:spcPct val="107000"/>
              </a:lnSpc>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Your current volume runs out of disk space. You have another disk available in the same server. What actions in the Windows operating system can you perform to help you add disk space?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pPr>
            <a:r>
              <a:rPr lang="en-CA" sz="1000" b="1" dirty="0">
                <a:latin typeface="Arial" panose="020B0604020202020204" pitchFamily="34" charset="0"/>
                <a:ea typeface="Calibri" panose="020F0502020204030204" pitchFamily="34" charset="0"/>
                <a:cs typeface="Times New Roman" panose="02020603050405020304" pitchFamily="18" charset="0"/>
              </a:rPr>
              <a:t>Answer</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Your answers can include converting the disk to a dynamic disk and extending the volume with the second disk. You can also use the second disk as a mount point to move some large files and re-assign their path. You could also use links to move large files to the new volume, and then create a link from their original location.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pPr>
            <a:r>
              <a:rPr lang="en-CA" sz="1000" b="1" dirty="0">
                <a:latin typeface="Arial" panose="020B0604020202020204" pitchFamily="34" charset="0"/>
                <a:ea typeface="Calibri" panose="020F0502020204030204" pitchFamily="34" charset="0"/>
                <a:cs typeface="Times New Roman" panose="02020603050405020304" pitchFamily="18" charset="0"/>
              </a:rPr>
              <a:t>Question</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What are the two disk types in Disk Management? </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pPr>
            <a:r>
              <a:rPr lang="en-CA" sz="1000" b="1" dirty="0">
                <a:latin typeface="Arial" panose="020B0604020202020204" pitchFamily="34" charset="0"/>
                <a:ea typeface="Calibri" panose="020F0502020204030204" pitchFamily="34" charset="0"/>
                <a:cs typeface="Times New Roman" panose="02020603050405020304" pitchFamily="18" charset="0"/>
              </a:rPr>
              <a:t>Answer</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two types of disks are basic and dynamic.</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pPr>
            <a:r>
              <a:rPr lang="en-CA" sz="1000" b="1" dirty="0">
                <a:latin typeface="Arial" panose="020B0604020202020204" pitchFamily="34" charset="0"/>
                <a:ea typeface="Calibri" panose="020F0502020204030204" pitchFamily="34" charset="0"/>
                <a:cs typeface="Times New Roman" panose="02020603050405020304" pitchFamily="18" charset="0"/>
              </a:rPr>
              <a:t>Question</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What are the most important implementations of RAID?</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pPr>
            <a:r>
              <a:rPr lang="en-CA" sz="1000" b="1" dirty="0">
                <a:latin typeface="Arial" panose="020B0604020202020204" pitchFamily="34" charset="0"/>
                <a:ea typeface="Calibri" panose="020F0502020204030204" pitchFamily="34" charset="0"/>
                <a:cs typeface="Times New Roman" panose="02020603050405020304" pitchFamily="18" charset="0"/>
              </a:rPr>
              <a:t>Answer</a:t>
            </a:r>
          </a:p>
          <a:p>
            <a:pPr>
              <a:lnSpc>
                <a:spcPct val="107000"/>
              </a:lnSpc>
              <a:spcAft>
                <a:spcPts val="6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most important implementations of RAID are: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RAID 1: Mirrored set without parity or striping.</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RAID 5: Striped set with parity. </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RAID 6: Striped set with dual distributed parity.</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RAID 1+0: Mirrored drives configured as a strip set.</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pPr>
            <a:r>
              <a:rPr lang="en-CA" sz="1000" b="1" dirty="0">
                <a:latin typeface="Arial" panose="020B0604020202020204" pitchFamily="34" charset="0"/>
                <a:ea typeface="Calibri" panose="020F0502020204030204" pitchFamily="34" charset="0"/>
                <a:cs typeface="Times New Roman" panose="02020603050405020304" pitchFamily="18" charset="0"/>
              </a:rPr>
              <a:t>Question</a:t>
            </a:r>
          </a:p>
          <a:p>
            <a:pPr lvl="0">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attach five 2 TB disks to your Windows Server 2012 computer. You want to simplify the process of managing the disks, and if one disk fails, you want to make sure the data is not lost. What feature can you </a:t>
            </a: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implement to accomplish this?</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pPr>
            <a:r>
              <a:rPr lang="en-CA" sz="1000" b="1" dirty="0">
                <a:latin typeface="Arial" panose="020B0604020202020204" pitchFamily="34" charset="0"/>
                <a:ea typeface="Calibri" panose="020F0502020204030204" pitchFamily="34" charset="0"/>
                <a:cs typeface="Times New Roman" panose="02020603050405020304" pitchFamily="18" charset="0"/>
              </a:rPr>
              <a:t>Answer</a:t>
            </a:r>
          </a:p>
          <a:p>
            <a:pPr lvl="0">
              <a:lnSpc>
                <a:spcPct val="107000"/>
              </a:lnSpc>
              <a:spcAft>
                <a:spcPts val="800"/>
              </a:spcAft>
            </a:pP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You can implement the Storage Spaces feature, create a storage pool with all five disks, and then create a virtual disk with parity or mirroring to make it highly available. Alternatively, you could create a RAID-5 volume in Disk Management, but this would not manage the disks automatically</a:t>
            </a:r>
            <a:r>
              <a:rPr lang="en-CA" sz="1000" dirty="0" smtClean="0">
                <a:solidFill>
                  <a:prstClr val="black"/>
                </a:solidFill>
                <a:latin typeface="Arial" panose="020B0604020202020204" pitchFamily="34" charset="0"/>
                <a:ea typeface="Calibri" panose="020F0502020204030204" pitchFamily="34" charset="0"/>
                <a:cs typeface="Segoe UI" panose="020B0502040204020203" pitchFamily="34" charset="0"/>
              </a:rPr>
              <a:t>.</a:t>
            </a:r>
            <a:endPar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F82FA7A7-24A6-43A0-88DA-AC27EBF4F762}" type="slidenum">
              <a:rPr lang="en-CA" smtClean="0"/>
              <a:pPr/>
              <a:t>38</a:t>
            </a:fld>
            <a:endParaRPr lang="en-CA" dirty="0"/>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panose="020B0604020202020204" pitchFamily="34" charset="0"/>
              </a:rPr>
              <a:t>(More notes on the next slide)</a:t>
            </a:r>
            <a:endParaRPr lang="en-CA" sz="1000" dirty="0">
              <a:latin typeface="Arial" panose="020B0604020202020204" pitchFamily="34" charset="0"/>
            </a:endParaRPr>
          </a:p>
        </p:txBody>
      </p:sp>
    </p:spTree>
    <p:extLst>
      <p:ext uri="{BB962C8B-B14F-4D97-AF65-F5344CB8AC3E}">
        <p14:creationId xmlns:p14="http://schemas.microsoft.com/office/powerpoint/2010/main" xmlns="" val="12758654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dirty="0" smtClean="0">
                <a:solidFill>
                  <a:prstClr val="black"/>
                </a:solidFill>
                <a:latin typeface="Arial" panose="020B0604020202020204" pitchFamily="34" charset="0"/>
                <a:ea typeface="Calibri" panose="020F0502020204030204" pitchFamily="34" charset="0"/>
                <a:cs typeface="Times New Roman" panose="02020603050405020304" pitchFamily="18" charset="0"/>
              </a:rPr>
              <a:t>Best Practices</a:t>
            </a:r>
          </a:p>
          <a:p>
            <a:pPr lvl="0">
              <a:lnSpc>
                <a:spcPct val="107000"/>
              </a:lnSpc>
              <a:spcAft>
                <a:spcPts val="800"/>
              </a:spcAft>
            </a:pPr>
            <a:r>
              <a:rPr lang="en-CA" sz="1000" dirty="0" smtClean="0">
                <a:solidFill>
                  <a:prstClr val="black"/>
                </a:solidFill>
                <a:latin typeface="Arial" panose="020B0604020202020204" pitchFamily="34" charset="0"/>
                <a:ea typeface="Calibri" panose="020F0502020204030204" pitchFamily="34" charset="0"/>
                <a:cs typeface="Segoe UI" panose="020B0502040204020203" pitchFamily="34" charset="0"/>
              </a:rPr>
              <a:t>The </a:t>
            </a: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following are recommended best practices: </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If you want to shrink a volume, defragment the volume first so you can reclaim more space from the volume.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Use the GPT partition table format for disks larger than 2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TB</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For very large volumes, use </a:t>
            </a:r>
            <a:r>
              <a:rPr lang="en-US" sz="1000" dirty="0" err="1">
                <a:solidFill>
                  <a:prstClr val="black"/>
                </a:solidFill>
                <a:latin typeface="Arial" panose="020B0604020202020204" pitchFamily="34" charset="0"/>
                <a:ea typeface="Times New Roman" panose="02020603050405020304" pitchFamily="18" charset="0"/>
                <a:cs typeface="Segoe UI" panose="020B0502040204020203" pitchFamily="34" charset="0"/>
              </a:rPr>
              <a:t>ReFS.</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Do not use FAT or FAT32 on Windows Server operating system disks.</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Use the Storage Spaces feature to have the Windows operating system manage your disks</a:t>
            </a:r>
            <a:r>
              <a:rPr lang="en-US" sz="1000" dirty="0" smtClean="0">
                <a:solidFill>
                  <a:prstClr val="black"/>
                </a:solidFill>
                <a:latin typeface="Arial" panose="020B0604020202020204" pitchFamily="34" charset="0"/>
                <a:ea typeface="Times New Roman" panose="02020603050405020304" pitchFamily="18" charset="0"/>
                <a:cs typeface="Segoe UI" panose="020B0502040204020203" pitchFamily="34" charset="0"/>
              </a:rPr>
              <a:t>.</a:t>
            </a:r>
          </a:p>
          <a:p>
            <a:pPr lvl="0">
              <a:lnSpc>
                <a:spcPct val="115000"/>
              </a:lnSpc>
              <a:spcAft>
                <a:spcPts val="995"/>
              </a:spcAft>
            </a:pPr>
            <a:endParaRPr lang="en-US" sz="1000" b="1" dirty="0" smtClean="0">
              <a:solidFill>
                <a:prstClr val="black"/>
              </a:solidFill>
              <a:latin typeface="Arial" panose="020B0604020202020204" pitchFamily="34" charset="0"/>
              <a:cs typeface="Segoe UI" panose="020B0502040204020203" pitchFamily="34" charset="0"/>
            </a:endParaRPr>
          </a:p>
          <a:p>
            <a:pPr lvl="0">
              <a:lnSpc>
                <a:spcPct val="115000"/>
              </a:lnSpc>
              <a:spcAft>
                <a:spcPts val="995"/>
              </a:spcAft>
            </a:pPr>
            <a:r>
              <a:rPr lang="en-US" sz="1000" b="1" dirty="0" smtClean="0">
                <a:solidFill>
                  <a:prstClr val="black"/>
                </a:solidFill>
                <a:latin typeface="Arial" panose="020B0604020202020204" pitchFamily="34" charset="0"/>
                <a:cs typeface="Segoe UI" panose="020B0502040204020203" pitchFamily="34" charset="0"/>
              </a:rPr>
              <a:t>Tools</a:t>
            </a:r>
            <a:endParaRPr lang="en-CA" b="1" dirty="0"/>
          </a:p>
        </p:txBody>
      </p:sp>
      <p:sp>
        <p:nvSpPr>
          <p:cNvPr id="4" name="Slide Number Placeholder 3"/>
          <p:cNvSpPr>
            <a:spLocks noGrp="1"/>
          </p:cNvSpPr>
          <p:nvPr>
            <p:ph type="sldNum" sz="quarter" idx="10"/>
          </p:nvPr>
        </p:nvSpPr>
        <p:spPr/>
        <p:txBody>
          <a:bodyPr/>
          <a:lstStyle/>
          <a:p>
            <a:fld id="{F82FA7A7-24A6-43A0-88DA-AC27EBF4F762}" type="slidenum">
              <a:rPr lang="en-CA" smtClean="0"/>
              <a:pPr/>
              <a:t>39</a:t>
            </a:fld>
            <a:endParaRPr lang="en-CA" dirty="0"/>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panose="020B0604020202020204" pitchFamily="34" charset="0"/>
              </a:rPr>
              <a:t>20410D</a:t>
            </a:r>
            <a:endParaRPr lang="en-CA" sz="1200" b="1" dirty="0">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panose="020B0604020202020204" pitchFamily="34" charset="0"/>
              </a:rPr>
              <a:t>9: Implementing Local Storage</a:t>
            </a:r>
            <a:endParaRPr lang="en-CA" sz="1200" b="1" dirty="0">
              <a:solidFill>
                <a:srgbClr val="336699"/>
              </a:solidFill>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xmlns="" val="3884915720"/>
              </p:ext>
            </p:extLst>
          </p:nvPr>
        </p:nvGraphicFramePr>
        <p:xfrm>
          <a:off x="401445" y="4995744"/>
          <a:ext cx="5834682" cy="3312689"/>
        </p:xfrm>
        <a:graphic>
          <a:graphicData uri="http://schemas.openxmlformats.org/drawingml/2006/table">
            <a:tbl>
              <a:tblPr firstRow="1" firstCol="1" bandRow="1">
                <a:tableStyleId>{5940675A-B579-460E-94D1-54222C63F5DA}</a:tableStyleId>
              </a:tblPr>
              <a:tblGrid>
                <a:gridCol w="1944894"/>
                <a:gridCol w="1944894"/>
                <a:gridCol w="1944894"/>
              </a:tblGrid>
              <a:tr h="171232">
                <a:tc>
                  <a:txBody>
                    <a:bodyPr/>
                    <a:lstStyle/>
                    <a:p>
                      <a:pPr marL="0" marR="0">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Tool</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Use</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Where to find it</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545566">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Disk Management</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171450" marR="0" lvl="0" indent="-171450">
                        <a:lnSpc>
                          <a:spcPts val="1300"/>
                        </a:lnSpc>
                        <a:spcBef>
                          <a:spcPts val="0"/>
                        </a:spcBef>
                        <a:spcAft>
                          <a:spcPts val="0"/>
                        </a:spcAft>
                        <a:buFont typeface="Arial" panose="020B0604020202020204" pitchFamily="34" charset="0"/>
                        <a:buChar char="•"/>
                      </a:pPr>
                      <a:r>
                        <a:rPr lang="en-US" sz="1000" dirty="0">
                          <a:effectLst/>
                          <a:latin typeface="Arial" panose="020B0604020202020204" pitchFamily="34" charset="0"/>
                          <a:cs typeface="Arial" panose="020B0604020202020204" pitchFamily="34" charset="0"/>
                        </a:rPr>
                        <a:t>Initialize disks</a:t>
                      </a:r>
                      <a:endParaRPr lang="en-CA" sz="1000" dirty="0">
                        <a:effectLst/>
                        <a:latin typeface="Arial" panose="020B0604020202020204" pitchFamily="34" charset="0"/>
                        <a:cs typeface="Arial" panose="020B0604020202020204" pitchFamily="34" charset="0"/>
                      </a:endParaRPr>
                    </a:p>
                    <a:p>
                      <a:pPr marL="171450" marR="0" lvl="0" indent="-171450">
                        <a:lnSpc>
                          <a:spcPts val="1300"/>
                        </a:lnSpc>
                        <a:spcBef>
                          <a:spcPts val="0"/>
                        </a:spcBef>
                        <a:spcAft>
                          <a:spcPts val="0"/>
                        </a:spcAft>
                        <a:buFont typeface="Arial" panose="020B0604020202020204" pitchFamily="34" charset="0"/>
                        <a:buChar char="•"/>
                      </a:pPr>
                      <a:r>
                        <a:rPr lang="en-US" sz="1000" dirty="0">
                          <a:effectLst/>
                          <a:latin typeface="Arial" panose="020B0604020202020204" pitchFamily="34" charset="0"/>
                          <a:cs typeface="Arial" panose="020B0604020202020204" pitchFamily="34" charset="0"/>
                        </a:rPr>
                        <a:t>Create and modify volumes</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In Server Manager on the Tools menu (part of Computer Management)</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692045">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Diskpart.exe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171450" marR="0" lvl="0" indent="-171450">
                        <a:lnSpc>
                          <a:spcPts val="1300"/>
                        </a:lnSpc>
                        <a:spcBef>
                          <a:spcPts val="0"/>
                        </a:spcBef>
                        <a:spcAft>
                          <a:spcPts val="0"/>
                        </a:spcAft>
                        <a:buFont typeface="Arial" panose="020B0604020202020204" pitchFamily="34" charset="0"/>
                        <a:buChar char="•"/>
                      </a:pPr>
                      <a:r>
                        <a:rPr lang="en-US" sz="1000" dirty="0">
                          <a:effectLst/>
                          <a:latin typeface="Arial" panose="020B0604020202020204" pitchFamily="34" charset="0"/>
                          <a:cs typeface="Arial" panose="020B0604020202020204" pitchFamily="34" charset="0"/>
                        </a:rPr>
                        <a:t>Initialize disks</a:t>
                      </a:r>
                      <a:endParaRPr lang="en-CA" sz="1000" dirty="0">
                        <a:effectLst/>
                        <a:latin typeface="Arial" panose="020B0604020202020204" pitchFamily="34" charset="0"/>
                        <a:cs typeface="Arial" panose="020B0604020202020204" pitchFamily="34" charset="0"/>
                      </a:endParaRPr>
                    </a:p>
                    <a:p>
                      <a:pPr marL="171450" marR="0" lvl="0" indent="-171450">
                        <a:lnSpc>
                          <a:spcPts val="1300"/>
                        </a:lnSpc>
                        <a:spcBef>
                          <a:spcPts val="0"/>
                        </a:spcBef>
                        <a:spcAft>
                          <a:spcPts val="0"/>
                        </a:spcAft>
                        <a:buFont typeface="Arial" panose="020B0604020202020204" pitchFamily="34" charset="0"/>
                        <a:buChar char="•"/>
                      </a:pPr>
                      <a:r>
                        <a:rPr lang="en-US" sz="1000" dirty="0">
                          <a:effectLst/>
                          <a:latin typeface="Arial" panose="020B0604020202020204" pitchFamily="34" charset="0"/>
                          <a:cs typeface="Arial" panose="020B0604020202020204" pitchFamily="34" charset="0"/>
                        </a:rPr>
                        <a:t>Create and modify volumes from a command prompt</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Command prompt</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339411">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Mklink.exe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171450" marR="0" lvl="0" indent="-171450">
                        <a:lnSpc>
                          <a:spcPts val="1300"/>
                        </a:lnSpc>
                        <a:spcBef>
                          <a:spcPts val="0"/>
                        </a:spcBef>
                        <a:spcAft>
                          <a:spcPts val="0"/>
                        </a:spcAft>
                        <a:buFont typeface="Arial" panose="020B0604020202020204" pitchFamily="34" charset="0"/>
                        <a:buChar char="•"/>
                      </a:pPr>
                      <a:r>
                        <a:rPr lang="en-US" sz="1000" dirty="0">
                          <a:effectLst/>
                          <a:latin typeface="Arial" panose="020B0604020202020204" pitchFamily="34" charset="0"/>
                          <a:cs typeface="Arial" panose="020B0604020202020204" pitchFamily="34" charset="0"/>
                        </a:rPr>
                        <a:t>Create a symbolic link to a file or folder</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Command prompt</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692045">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Chkdsk.exe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171450" marR="0" lvl="0" indent="-171450">
                        <a:lnSpc>
                          <a:spcPts val="1300"/>
                        </a:lnSpc>
                        <a:spcBef>
                          <a:spcPts val="0"/>
                        </a:spcBef>
                        <a:spcAft>
                          <a:spcPts val="0"/>
                        </a:spcAft>
                        <a:buFont typeface="Arial" panose="020B0604020202020204" pitchFamily="34" charset="0"/>
                        <a:buChar char="•"/>
                      </a:pPr>
                      <a:r>
                        <a:rPr lang="en-US" sz="1000" dirty="0">
                          <a:effectLst/>
                          <a:latin typeface="Arial" panose="020B0604020202020204" pitchFamily="34" charset="0"/>
                          <a:cs typeface="Arial" panose="020B0604020202020204" pitchFamily="34" charset="0"/>
                        </a:rPr>
                        <a:t>Check a disk for a NTFS-formatted volume</a:t>
                      </a:r>
                      <a:endParaRPr lang="en-CA" sz="1000" dirty="0">
                        <a:effectLst/>
                        <a:latin typeface="Arial" panose="020B0604020202020204" pitchFamily="34" charset="0"/>
                        <a:cs typeface="Arial" panose="020B0604020202020204" pitchFamily="34" charset="0"/>
                      </a:endParaRPr>
                    </a:p>
                    <a:p>
                      <a:pPr marL="171450" marR="0" lvl="0" indent="-171450">
                        <a:lnSpc>
                          <a:spcPts val="1300"/>
                        </a:lnSpc>
                        <a:spcBef>
                          <a:spcPts val="0"/>
                        </a:spcBef>
                        <a:spcAft>
                          <a:spcPts val="0"/>
                        </a:spcAft>
                        <a:buFont typeface="Arial" panose="020B0604020202020204" pitchFamily="34" charset="0"/>
                        <a:buChar char="•"/>
                      </a:pPr>
                      <a:r>
                        <a:rPr lang="en-US" sz="1000" dirty="0">
                          <a:effectLst/>
                          <a:latin typeface="Arial" panose="020B0604020202020204" pitchFamily="34" charset="0"/>
                          <a:cs typeface="Arial" panose="020B0604020202020204" pitchFamily="34" charset="0"/>
                        </a:rPr>
                        <a:t>Cannot be used for ReFS or virtual disks</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Command prompt</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868362">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Defrag.exe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171450" marR="0" lvl="0" indent="-171450">
                        <a:lnSpc>
                          <a:spcPts val="1300"/>
                        </a:lnSpc>
                        <a:spcBef>
                          <a:spcPts val="0"/>
                        </a:spcBef>
                        <a:spcAft>
                          <a:spcPts val="0"/>
                        </a:spcAft>
                        <a:buFont typeface="Arial" panose="020B0604020202020204" pitchFamily="34" charset="0"/>
                        <a:buChar char="•"/>
                      </a:pPr>
                      <a:r>
                        <a:rPr lang="en-US" sz="1000" dirty="0">
                          <a:effectLst/>
                          <a:latin typeface="Arial" panose="020B0604020202020204" pitchFamily="34" charset="0"/>
                          <a:cs typeface="Arial" panose="020B0604020202020204" pitchFamily="34" charset="0"/>
                        </a:rPr>
                        <a:t>Disk defragmentation tool for NTFS-formatted volumes. </a:t>
                      </a:r>
                      <a:endParaRPr lang="en-CA" sz="1000" dirty="0">
                        <a:effectLst/>
                        <a:latin typeface="Arial" panose="020B0604020202020204" pitchFamily="34" charset="0"/>
                        <a:cs typeface="Arial" panose="020B0604020202020204" pitchFamily="34" charset="0"/>
                      </a:endParaRPr>
                    </a:p>
                    <a:p>
                      <a:pPr marL="171450" marR="0" lvl="0" indent="-171450">
                        <a:lnSpc>
                          <a:spcPts val="1300"/>
                        </a:lnSpc>
                        <a:spcBef>
                          <a:spcPts val="0"/>
                        </a:spcBef>
                        <a:spcAft>
                          <a:spcPts val="0"/>
                        </a:spcAft>
                        <a:buFont typeface="Arial" panose="020B0604020202020204" pitchFamily="34" charset="0"/>
                        <a:buChar char="•"/>
                      </a:pPr>
                      <a:r>
                        <a:rPr lang="en-US" sz="1000" dirty="0">
                          <a:effectLst/>
                          <a:latin typeface="Arial" panose="020B0604020202020204" pitchFamily="34" charset="0"/>
                          <a:cs typeface="Arial" panose="020B0604020202020204" pitchFamily="34" charset="0"/>
                        </a:rPr>
                        <a:t>Cannot be used for ReFS or virtual disks</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Command prompt</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bl>
          </a:graphicData>
        </a:graphic>
      </p:graphicFrame>
    </p:spTree>
    <p:extLst>
      <p:ext uri="{BB962C8B-B14F-4D97-AF65-F5344CB8AC3E}">
        <p14:creationId xmlns:p14="http://schemas.microsoft.com/office/powerpoint/2010/main" xmlns="" val="84733285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1.xml"/><Relationship Id="rId4" Type="http://schemas.openxmlformats.org/officeDocument/2006/relationships/image" Target="../media/image2.jpe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2.xml"/><Relationship Id="rId4" Type="http://schemas.openxmlformats.org/officeDocument/2006/relationships/image" Target="../media/image2.jpe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3.xml"/><Relationship Id="rId4" Type="http://schemas.openxmlformats.org/officeDocument/2006/relationships/image" Target="../media/image2.jpeg"/></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4.xml"/><Relationship Id="rId4" Type="http://schemas.openxmlformats.org/officeDocument/2006/relationships/image" Target="../media/image2.jpeg"/></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5.xml"/><Relationship Id="rId4" Type="http://schemas.openxmlformats.org/officeDocument/2006/relationships/image" Target="../media/image2.jpeg"/></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6.xml"/><Relationship Id="rId4" Type="http://schemas.openxmlformats.org/officeDocument/2006/relationships/image" Target="../media/image2.jpeg"/></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7.xml"/><Relationship Id="rId4" Type="http://schemas.openxmlformats.org/officeDocument/2006/relationships/image" Target="../media/image2.jpeg"/></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8.xml"/><Relationship Id="rId4" Type="http://schemas.openxmlformats.org/officeDocument/2006/relationships/image" Target="../media/image2.jpeg"/></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9.xml"/><Relationship Id="rId4" Type="http://schemas.openxmlformats.org/officeDocument/2006/relationships/image" Target="../media/image2.jpeg"/></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0.xml"/><Relationship Id="rId4" Type="http://schemas.openxmlformats.org/officeDocument/2006/relationships/image" Target="../media/image2.jpeg"/></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1.xml"/><Relationship Id="rId4" Type="http://schemas.openxmlformats.org/officeDocument/2006/relationships/image" Target="../media/image2.jpeg"/></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2.xml"/><Relationship Id="rId4" Type="http://schemas.openxmlformats.org/officeDocument/2006/relationships/image" Target="../media/image2.jpeg"/></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99293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83940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940467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034899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305481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812618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625286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965628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866747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726157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272322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590937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975916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2170270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3608408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464173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307840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984610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145466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8354161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6308748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5514129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8799595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42930575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9386297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7362794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4368715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3036326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5237451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8545883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5492780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6406324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0869257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1988821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2091342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1406126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829264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3592853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5575271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205362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1338713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1475023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2335533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4588850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41161981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913895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9069184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8818960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40971026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7366977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6894772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0786881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8045338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06411803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5271759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6359895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63912341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6186867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341553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4116787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9666579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81829315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04291789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8362168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70660521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7158406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2322075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5171493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31841343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12446711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0862185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282798297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89060939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7969921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62534530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5039272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9873400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9110291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1491687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14938967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08714454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01139837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05753829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29281298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168259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53293800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98064724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98936783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4713697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46688316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75925142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400291580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80408174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74250167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9830010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31240112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57559447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60633077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61305959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28710166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58710999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47845709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57144781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47555848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24651910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10977079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98258001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19729005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35172254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1357076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413115044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4559912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96623364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30307144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424135008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22238565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15752106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91181501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4638699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4030895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14902652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5751842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1264662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79749569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19218254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28204744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09375649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94435555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0000722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8233775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04145717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41135281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060765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01183669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87504977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32262710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9103015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70931997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89494311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36556524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60507209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39830576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66671763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81675870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30378602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46096657"/>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03362448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61999539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6777045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44879349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51040090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71753525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91893586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08051593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128355231"/>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416048994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3293270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1623704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4051651271"/>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393872243"/>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95738402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14301280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198359614"/>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24080999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34845145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580850050"/>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8799226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4243902773"/>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15971099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011286322"/>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04923520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06121993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965020349"/>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961570943"/>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617794259"/>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72330527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22368078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25769733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94300503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74663435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09907434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749816286"/>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470278213"/>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999892361"/>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88815580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320334082"/>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952301474"/>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642260920"/>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90590478"/>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75606824"/>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498600027"/>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206012424"/>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55609606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66173315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61453156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62555035"/>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341587615"/>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21552193"/>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658196753"/>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47948016"/>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764124760"/>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818256942"/>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808214266"/>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577202238"/>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879050842"/>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707503118"/>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4202945461"/>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104240235"/>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890553271"/>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319296231"/>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555321579"/>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531748092"/>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141880716"/>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318564355"/>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65963220"/>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506085725"/>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67336281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370499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21136360"/>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753659245"/>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780598964"/>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947730122"/>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21607659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264555623"/>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663161769"/>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841513607"/>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61040032"/>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584876085"/>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119305128"/>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90346457"/>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814985438"/>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704364840"/>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874528959"/>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302504912"/>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005692752"/>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795739614"/>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59495218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716052553"/>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706244720"/>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827914687"/>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87749308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888387739"/>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130371428"/>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011387728"/>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339011424"/>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382225197"/>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901539004"/>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25853703"/>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401457076"/>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231329316"/>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29334689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659651152"/>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953142649"/>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743850704"/>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98621968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51712151"/>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54159863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542369872"/>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358257666"/>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596909180"/>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873698492"/>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731280403"/>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000055951"/>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425352734"/>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599111562"/>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51325735"/>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841367427"/>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616254940"/>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877980830"/>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4113560460"/>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759243521"/>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918303187"/>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3706966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953868314"/>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983011188"/>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4136311004"/>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573894183"/>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045897206"/>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218734311"/>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975046704"/>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8157514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790383300"/>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7730208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788795322"/>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97661090"/>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49706077"/>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74576394"/>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246792728"/>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884535922"/>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17550560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378897844"/>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95609794"/>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679714938"/>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369681943"/>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29803677"/>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255198174"/>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4088140925"/>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82504712"/>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418644863"/>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867266744"/>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4547783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36413537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283787093"/>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12825004"/>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301014831"/>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500981547"/>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883099247"/>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29999026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49901739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11950337"/>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924039634"/>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4175431536"/>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4127430089"/>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82591091"/>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658907379"/>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9389305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42989051"/>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624035597"/>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461162450"/>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617360589"/>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875013350"/>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523842447"/>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48817406"/>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498488574"/>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317212189"/>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336996379"/>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506742517"/>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424466400"/>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99325854"/>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710887882"/>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049305711"/>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882286548"/>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10596201"/>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254603618"/>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359846571"/>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2749786983"/>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369043452"/>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710289048"/>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399398507"/>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727304110"/>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217413293"/>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10781115"/>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582217651"/>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477643706"/>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926403717"/>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83879327"/>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637486697"/>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240162343"/>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620771883"/>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572013420"/>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543870821"/>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841303359"/>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776884388"/>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25334667"/>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4470308"/>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43342270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485232726"/>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89082052"/>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881745831"/>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010755152"/>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037879987"/>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759410666"/>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4270261850"/>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557472858"/>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693559672"/>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922934650"/>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3920017"/>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898504337"/>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325005824"/>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09284786"/>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717043672"/>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551122860"/>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318041783"/>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614880625"/>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03931837"/>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739196154"/>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99172035"/>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605621341"/>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726980133"/>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389534104"/>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224139035"/>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4008066"/>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053302607"/>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2344877373"/>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59369742"/>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2825862"/>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197545109"/>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047532084"/>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707819385"/>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228649979"/>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054596321"/>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837255340"/>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547785491"/>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778227915"/>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72174549"/>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1485396401"/>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989299415"/>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664616002"/>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440702066"/>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256379554"/>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531029700"/>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103511600"/>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969394056"/>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558652585"/>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889017374"/>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682608919"/>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114097123"/>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497060712"/>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664370767"/>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934542361"/>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963087642"/>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767841111"/>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777755812"/>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522603561"/>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283790579"/>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883220396"/>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366494185"/>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13984678"/>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24536794"/>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4049904854"/>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880060371"/>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06449518"/>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328303902"/>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294522522"/>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941862254"/>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093974125"/>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715020908"/>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240027821"/>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00867155"/>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870873298"/>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172572048"/>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2837763094"/>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136851058"/>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218587163"/>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926802387"/>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888143677"/>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8366763"/>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925119923"/>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787815106"/>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473602394"/>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796140827"/>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01059644"/>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947727905"/>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755431591"/>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684151700"/>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596584547"/>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904361198"/>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87263322"/>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797816006"/>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520265854"/>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39118208"/>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96124295"/>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229757260"/>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918896407"/>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082862070"/>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14831595"/>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216786484"/>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16410714"/>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0242007"/>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42754539"/>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49500155"/>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402511031"/>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54351845"/>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78936666"/>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787385352"/>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2565924130"/>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16330661"/>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14363234"/>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3050649392"/>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089544832"/>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405590235"/>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2212224083"/>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854073681"/>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392776898"/>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862559737"/>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598074607"/>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11612589"/>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4022174267"/>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3945285460"/>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630728852"/>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1196086264"/>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871226041"/>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72882854"/>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237609519"/>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798664189"/>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705277057"/>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54347467"/>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34726677"/>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4099178940"/>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xmlns="" val="2837593188"/>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911674636"/>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275945887"/>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503027103"/>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877315044"/>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134801512"/>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878838074"/>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206487454"/>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182951524"/>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05942614"/>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217437705"/>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3890796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theme" Target="../theme/theme12.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theme" Target="../theme/theme13.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theme" Target="../theme/theme14.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theme" Target="../theme/theme15.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6.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theme" Target="../theme/theme17.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theme" Target="../theme/theme18.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theme" Target="../theme/theme19.xml"/><Relationship Id="rId3" Type="http://schemas.openxmlformats.org/officeDocument/2006/relationships/slideLayout" Target="../slideLayouts/slideLayout219.xml"/><Relationship Id="rId7" Type="http://schemas.openxmlformats.org/officeDocument/2006/relationships/slideLayout" Target="../slideLayouts/slideLayout223.xml"/><Relationship Id="rId12" Type="http://schemas.openxmlformats.org/officeDocument/2006/relationships/slideLayout" Target="../slideLayouts/slideLayout228.xml"/><Relationship Id="rId2" Type="http://schemas.openxmlformats.org/officeDocument/2006/relationships/slideLayout" Target="../slideLayouts/slideLayout218.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0" Type="http://schemas.openxmlformats.org/officeDocument/2006/relationships/slideLayout" Target="../slideLayouts/slideLayout226.xml"/><Relationship Id="rId4" Type="http://schemas.openxmlformats.org/officeDocument/2006/relationships/slideLayout" Target="../slideLayouts/slideLayout220.xml"/><Relationship Id="rId9" Type="http://schemas.openxmlformats.org/officeDocument/2006/relationships/slideLayout" Target="../slideLayouts/slideLayout22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6.xml"/><Relationship Id="rId13" Type="http://schemas.openxmlformats.org/officeDocument/2006/relationships/theme" Target="../theme/theme20.xml"/><Relationship Id="rId3" Type="http://schemas.openxmlformats.org/officeDocument/2006/relationships/slideLayout" Target="../slideLayouts/slideLayout231.xml"/><Relationship Id="rId7" Type="http://schemas.openxmlformats.org/officeDocument/2006/relationships/slideLayout" Target="../slideLayouts/slideLayout235.xml"/><Relationship Id="rId12" Type="http://schemas.openxmlformats.org/officeDocument/2006/relationships/slideLayout" Target="../slideLayouts/slideLayout240.xml"/><Relationship Id="rId2" Type="http://schemas.openxmlformats.org/officeDocument/2006/relationships/slideLayout" Target="../slideLayouts/slideLayout230.xml"/><Relationship Id="rId1" Type="http://schemas.openxmlformats.org/officeDocument/2006/relationships/slideLayout" Target="../slideLayouts/slideLayout229.xml"/><Relationship Id="rId6" Type="http://schemas.openxmlformats.org/officeDocument/2006/relationships/slideLayout" Target="../slideLayouts/slideLayout234.xml"/><Relationship Id="rId11" Type="http://schemas.openxmlformats.org/officeDocument/2006/relationships/slideLayout" Target="../slideLayouts/slideLayout239.xml"/><Relationship Id="rId5" Type="http://schemas.openxmlformats.org/officeDocument/2006/relationships/slideLayout" Target="../slideLayouts/slideLayout233.xml"/><Relationship Id="rId10" Type="http://schemas.openxmlformats.org/officeDocument/2006/relationships/slideLayout" Target="../slideLayouts/slideLayout238.xml"/><Relationship Id="rId4" Type="http://schemas.openxmlformats.org/officeDocument/2006/relationships/slideLayout" Target="../slideLayouts/slideLayout232.xml"/><Relationship Id="rId9" Type="http://schemas.openxmlformats.org/officeDocument/2006/relationships/slideLayout" Target="../slideLayouts/slideLayout237.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theme" Target="../theme/theme21.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2" Type="http://schemas.openxmlformats.org/officeDocument/2006/relationships/slideLayout" Target="../slideLayouts/slideLayout242.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theme" Target="../theme/theme22.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23.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4.xml"/><Relationship Id="rId13" Type="http://schemas.openxmlformats.org/officeDocument/2006/relationships/theme" Target="../theme/theme24.xml"/><Relationship Id="rId3" Type="http://schemas.openxmlformats.org/officeDocument/2006/relationships/slideLayout" Target="../slideLayouts/slideLayout279.xml"/><Relationship Id="rId7" Type="http://schemas.openxmlformats.org/officeDocument/2006/relationships/slideLayout" Target="../slideLayouts/slideLayout283.xml"/><Relationship Id="rId12" Type="http://schemas.openxmlformats.org/officeDocument/2006/relationships/slideLayout" Target="../slideLayouts/slideLayout288.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11" Type="http://schemas.openxmlformats.org/officeDocument/2006/relationships/slideLayout" Target="../slideLayouts/slideLayout287.xml"/><Relationship Id="rId5" Type="http://schemas.openxmlformats.org/officeDocument/2006/relationships/slideLayout" Target="../slideLayouts/slideLayout281.xml"/><Relationship Id="rId10" Type="http://schemas.openxmlformats.org/officeDocument/2006/relationships/slideLayout" Target="../slideLayouts/slideLayout286.xml"/><Relationship Id="rId4" Type="http://schemas.openxmlformats.org/officeDocument/2006/relationships/slideLayout" Target="../slideLayouts/slideLayout280.xml"/><Relationship Id="rId9" Type="http://schemas.openxmlformats.org/officeDocument/2006/relationships/slideLayout" Target="../slideLayouts/slideLayout285.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theme" Target="../theme/theme25.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8.xml"/><Relationship Id="rId13" Type="http://schemas.openxmlformats.org/officeDocument/2006/relationships/theme" Target="../theme/theme26.xml"/><Relationship Id="rId3" Type="http://schemas.openxmlformats.org/officeDocument/2006/relationships/slideLayout" Target="../slideLayouts/slideLayout303.xml"/><Relationship Id="rId7" Type="http://schemas.openxmlformats.org/officeDocument/2006/relationships/slideLayout" Target="../slideLayouts/slideLayout307.xml"/><Relationship Id="rId12" Type="http://schemas.openxmlformats.org/officeDocument/2006/relationships/slideLayout" Target="../slideLayouts/slideLayout312.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6" Type="http://schemas.openxmlformats.org/officeDocument/2006/relationships/slideLayout" Target="../slideLayouts/slideLayout306.xml"/><Relationship Id="rId11" Type="http://schemas.openxmlformats.org/officeDocument/2006/relationships/slideLayout" Target="../slideLayouts/slideLayout311.xml"/><Relationship Id="rId5" Type="http://schemas.openxmlformats.org/officeDocument/2006/relationships/slideLayout" Target="../slideLayouts/slideLayout305.xml"/><Relationship Id="rId10" Type="http://schemas.openxmlformats.org/officeDocument/2006/relationships/slideLayout" Target="../slideLayouts/slideLayout310.xml"/><Relationship Id="rId4" Type="http://schemas.openxmlformats.org/officeDocument/2006/relationships/slideLayout" Target="../slideLayouts/slideLayout304.xml"/><Relationship Id="rId9" Type="http://schemas.openxmlformats.org/officeDocument/2006/relationships/slideLayout" Target="../slideLayouts/slideLayout30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20.xml"/><Relationship Id="rId13" Type="http://schemas.openxmlformats.org/officeDocument/2006/relationships/theme" Target="../theme/theme27.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12" Type="http://schemas.openxmlformats.org/officeDocument/2006/relationships/slideLayout" Target="../slideLayouts/slideLayout324.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slideLayout" Target="../slideLayouts/slideLayout323.xml"/><Relationship Id="rId5" Type="http://schemas.openxmlformats.org/officeDocument/2006/relationships/slideLayout" Target="../slideLayouts/slideLayout31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2.xml"/><Relationship Id="rId13" Type="http://schemas.openxmlformats.org/officeDocument/2006/relationships/theme" Target="../theme/theme28.xml"/><Relationship Id="rId3" Type="http://schemas.openxmlformats.org/officeDocument/2006/relationships/slideLayout" Target="../slideLayouts/slideLayout327.xml"/><Relationship Id="rId7" Type="http://schemas.openxmlformats.org/officeDocument/2006/relationships/slideLayout" Target="../slideLayouts/slideLayout331.xml"/><Relationship Id="rId12" Type="http://schemas.openxmlformats.org/officeDocument/2006/relationships/slideLayout" Target="../slideLayouts/slideLayout336.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6" Type="http://schemas.openxmlformats.org/officeDocument/2006/relationships/slideLayout" Target="../slideLayouts/slideLayout330.xml"/><Relationship Id="rId11" Type="http://schemas.openxmlformats.org/officeDocument/2006/relationships/slideLayout" Target="../slideLayouts/slideLayout335.xml"/><Relationship Id="rId5" Type="http://schemas.openxmlformats.org/officeDocument/2006/relationships/slideLayout" Target="../slideLayouts/slideLayout329.xml"/><Relationship Id="rId10" Type="http://schemas.openxmlformats.org/officeDocument/2006/relationships/slideLayout" Target="../slideLayouts/slideLayout334.xml"/><Relationship Id="rId4" Type="http://schemas.openxmlformats.org/officeDocument/2006/relationships/slideLayout" Target="../slideLayouts/slideLayout328.xml"/><Relationship Id="rId9" Type="http://schemas.openxmlformats.org/officeDocument/2006/relationships/slideLayout" Target="../slideLayouts/slideLayout333.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4.xml"/><Relationship Id="rId13" Type="http://schemas.openxmlformats.org/officeDocument/2006/relationships/theme" Target="../theme/theme29.xml"/><Relationship Id="rId3" Type="http://schemas.openxmlformats.org/officeDocument/2006/relationships/slideLayout" Target="../slideLayouts/slideLayout339.xml"/><Relationship Id="rId7" Type="http://schemas.openxmlformats.org/officeDocument/2006/relationships/slideLayout" Target="../slideLayouts/slideLayout343.xml"/><Relationship Id="rId12" Type="http://schemas.openxmlformats.org/officeDocument/2006/relationships/slideLayout" Target="../slideLayouts/slideLayout348.xml"/><Relationship Id="rId2" Type="http://schemas.openxmlformats.org/officeDocument/2006/relationships/slideLayout" Target="../slideLayouts/slideLayout338.xml"/><Relationship Id="rId1" Type="http://schemas.openxmlformats.org/officeDocument/2006/relationships/slideLayout" Target="../slideLayouts/slideLayout337.xml"/><Relationship Id="rId6" Type="http://schemas.openxmlformats.org/officeDocument/2006/relationships/slideLayout" Target="../slideLayouts/slideLayout342.xml"/><Relationship Id="rId11" Type="http://schemas.openxmlformats.org/officeDocument/2006/relationships/slideLayout" Target="../slideLayouts/slideLayout347.xml"/><Relationship Id="rId5" Type="http://schemas.openxmlformats.org/officeDocument/2006/relationships/slideLayout" Target="../slideLayouts/slideLayout341.xml"/><Relationship Id="rId10" Type="http://schemas.openxmlformats.org/officeDocument/2006/relationships/slideLayout" Target="../slideLayouts/slideLayout346.xml"/><Relationship Id="rId4" Type="http://schemas.openxmlformats.org/officeDocument/2006/relationships/slideLayout" Target="../slideLayouts/slideLayout340.xml"/><Relationship Id="rId9" Type="http://schemas.openxmlformats.org/officeDocument/2006/relationships/slideLayout" Target="../slideLayouts/slideLayout345.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6.xml"/><Relationship Id="rId13" Type="http://schemas.openxmlformats.org/officeDocument/2006/relationships/theme" Target="../theme/theme30.xml"/><Relationship Id="rId3" Type="http://schemas.openxmlformats.org/officeDocument/2006/relationships/slideLayout" Target="../slideLayouts/slideLayout351.xml"/><Relationship Id="rId7" Type="http://schemas.openxmlformats.org/officeDocument/2006/relationships/slideLayout" Target="../slideLayouts/slideLayout355.xml"/><Relationship Id="rId12" Type="http://schemas.openxmlformats.org/officeDocument/2006/relationships/slideLayout" Target="../slideLayouts/slideLayout360.xml"/><Relationship Id="rId2" Type="http://schemas.openxmlformats.org/officeDocument/2006/relationships/slideLayout" Target="../slideLayouts/slideLayout350.xml"/><Relationship Id="rId1" Type="http://schemas.openxmlformats.org/officeDocument/2006/relationships/slideLayout" Target="../slideLayouts/slideLayout349.xml"/><Relationship Id="rId6" Type="http://schemas.openxmlformats.org/officeDocument/2006/relationships/slideLayout" Target="../slideLayouts/slideLayout354.xml"/><Relationship Id="rId11" Type="http://schemas.openxmlformats.org/officeDocument/2006/relationships/slideLayout" Target="../slideLayouts/slideLayout359.xml"/><Relationship Id="rId5" Type="http://schemas.openxmlformats.org/officeDocument/2006/relationships/slideLayout" Target="../slideLayouts/slideLayout353.xml"/><Relationship Id="rId10" Type="http://schemas.openxmlformats.org/officeDocument/2006/relationships/slideLayout" Target="../slideLayouts/slideLayout358.xml"/><Relationship Id="rId4" Type="http://schemas.openxmlformats.org/officeDocument/2006/relationships/slideLayout" Target="../slideLayouts/slideLayout352.xml"/><Relationship Id="rId9" Type="http://schemas.openxmlformats.org/officeDocument/2006/relationships/slideLayout" Target="../slideLayouts/slideLayout357.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8.xml"/><Relationship Id="rId13" Type="http://schemas.openxmlformats.org/officeDocument/2006/relationships/theme" Target="../theme/theme31.xml"/><Relationship Id="rId3" Type="http://schemas.openxmlformats.org/officeDocument/2006/relationships/slideLayout" Target="../slideLayouts/slideLayout363.xml"/><Relationship Id="rId7" Type="http://schemas.openxmlformats.org/officeDocument/2006/relationships/slideLayout" Target="../slideLayouts/slideLayout367.xml"/><Relationship Id="rId12" Type="http://schemas.openxmlformats.org/officeDocument/2006/relationships/slideLayout" Target="../slideLayouts/slideLayout372.xml"/><Relationship Id="rId2" Type="http://schemas.openxmlformats.org/officeDocument/2006/relationships/slideLayout" Target="../slideLayouts/slideLayout362.xml"/><Relationship Id="rId1" Type="http://schemas.openxmlformats.org/officeDocument/2006/relationships/slideLayout" Target="../slideLayouts/slideLayout361.xml"/><Relationship Id="rId6" Type="http://schemas.openxmlformats.org/officeDocument/2006/relationships/slideLayout" Target="../slideLayouts/slideLayout366.xml"/><Relationship Id="rId11" Type="http://schemas.openxmlformats.org/officeDocument/2006/relationships/slideLayout" Target="../slideLayouts/slideLayout371.xml"/><Relationship Id="rId5" Type="http://schemas.openxmlformats.org/officeDocument/2006/relationships/slideLayout" Target="../slideLayouts/slideLayout365.xml"/><Relationship Id="rId10" Type="http://schemas.openxmlformats.org/officeDocument/2006/relationships/slideLayout" Target="../slideLayouts/slideLayout370.xml"/><Relationship Id="rId4" Type="http://schemas.openxmlformats.org/officeDocument/2006/relationships/slideLayout" Target="../slideLayouts/slideLayout364.xml"/><Relationship Id="rId9" Type="http://schemas.openxmlformats.org/officeDocument/2006/relationships/slideLayout" Target="../slideLayouts/slideLayout369.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80.xml"/><Relationship Id="rId13" Type="http://schemas.openxmlformats.org/officeDocument/2006/relationships/theme" Target="../theme/theme32.xml"/><Relationship Id="rId3" Type="http://schemas.openxmlformats.org/officeDocument/2006/relationships/slideLayout" Target="../slideLayouts/slideLayout375.xml"/><Relationship Id="rId7" Type="http://schemas.openxmlformats.org/officeDocument/2006/relationships/slideLayout" Target="../slideLayouts/slideLayout379.xml"/><Relationship Id="rId12" Type="http://schemas.openxmlformats.org/officeDocument/2006/relationships/slideLayout" Target="../slideLayouts/slideLayout384.xml"/><Relationship Id="rId2" Type="http://schemas.openxmlformats.org/officeDocument/2006/relationships/slideLayout" Target="../slideLayouts/slideLayout374.xml"/><Relationship Id="rId1" Type="http://schemas.openxmlformats.org/officeDocument/2006/relationships/slideLayout" Target="../slideLayouts/slideLayout373.xml"/><Relationship Id="rId6" Type="http://schemas.openxmlformats.org/officeDocument/2006/relationships/slideLayout" Target="../slideLayouts/slideLayout378.xml"/><Relationship Id="rId11" Type="http://schemas.openxmlformats.org/officeDocument/2006/relationships/slideLayout" Target="../slideLayouts/slideLayout383.xml"/><Relationship Id="rId5" Type="http://schemas.openxmlformats.org/officeDocument/2006/relationships/slideLayout" Target="../slideLayouts/slideLayout377.xml"/><Relationship Id="rId10" Type="http://schemas.openxmlformats.org/officeDocument/2006/relationships/slideLayout" Target="../slideLayouts/slideLayout382.xml"/><Relationship Id="rId4" Type="http://schemas.openxmlformats.org/officeDocument/2006/relationships/slideLayout" Target="../slideLayouts/slideLayout376.xml"/><Relationship Id="rId9" Type="http://schemas.openxmlformats.org/officeDocument/2006/relationships/slideLayout" Target="../slideLayouts/slideLayout381.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92.xml"/><Relationship Id="rId13" Type="http://schemas.openxmlformats.org/officeDocument/2006/relationships/theme" Target="../theme/theme33.xml"/><Relationship Id="rId3" Type="http://schemas.openxmlformats.org/officeDocument/2006/relationships/slideLayout" Target="../slideLayouts/slideLayout387.xml"/><Relationship Id="rId7" Type="http://schemas.openxmlformats.org/officeDocument/2006/relationships/slideLayout" Target="../slideLayouts/slideLayout391.xml"/><Relationship Id="rId12" Type="http://schemas.openxmlformats.org/officeDocument/2006/relationships/slideLayout" Target="../slideLayouts/slideLayout396.xml"/><Relationship Id="rId2" Type="http://schemas.openxmlformats.org/officeDocument/2006/relationships/slideLayout" Target="../slideLayouts/slideLayout386.xml"/><Relationship Id="rId1" Type="http://schemas.openxmlformats.org/officeDocument/2006/relationships/slideLayout" Target="../slideLayouts/slideLayout385.xml"/><Relationship Id="rId6" Type="http://schemas.openxmlformats.org/officeDocument/2006/relationships/slideLayout" Target="../slideLayouts/slideLayout390.xml"/><Relationship Id="rId11" Type="http://schemas.openxmlformats.org/officeDocument/2006/relationships/slideLayout" Target="../slideLayouts/slideLayout395.xml"/><Relationship Id="rId5" Type="http://schemas.openxmlformats.org/officeDocument/2006/relationships/slideLayout" Target="../slideLayouts/slideLayout389.xml"/><Relationship Id="rId10" Type="http://schemas.openxmlformats.org/officeDocument/2006/relationships/slideLayout" Target="../slideLayouts/slideLayout394.xml"/><Relationship Id="rId4" Type="http://schemas.openxmlformats.org/officeDocument/2006/relationships/slideLayout" Target="../slideLayouts/slideLayout388.xml"/><Relationship Id="rId9" Type="http://schemas.openxmlformats.org/officeDocument/2006/relationships/slideLayout" Target="../slideLayouts/slideLayout393.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404.xml"/><Relationship Id="rId13" Type="http://schemas.openxmlformats.org/officeDocument/2006/relationships/theme" Target="../theme/theme34.xml"/><Relationship Id="rId3" Type="http://schemas.openxmlformats.org/officeDocument/2006/relationships/slideLayout" Target="../slideLayouts/slideLayout399.xml"/><Relationship Id="rId7" Type="http://schemas.openxmlformats.org/officeDocument/2006/relationships/slideLayout" Target="../slideLayouts/slideLayout403.xml"/><Relationship Id="rId12" Type="http://schemas.openxmlformats.org/officeDocument/2006/relationships/slideLayout" Target="../slideLayouts/slideLayout408.xml"/><Relationship Id="rId2" Type="http://schemas.openxmlformats.org/officeDocument/2006/relationships/slideLayout" Target="../slideLayouts/slideLayout398.xml"/><Relationship Id="rId1" Type="http://schemas.openxmlformats.org/officeDocument/2006/relationships/slideLayout" Target="../slideLayouts/slideLayout397.xml"/><Relationship Id="rId6" Type="http://schemas.openxmlformats.org/officeDocument/2006/relationships/slideLayout" Target="../slideLayouts/slideLayout402.xml"/><Relationship Id="rId11" Type="http://schemas.openxmlformats.org/officeDocument/2006/relationships/slideLayout" Target="../slideLayouts/slideLayout407.xml"/><Relationship Id="rId5" Type="http://schemas.openxmlformats.org/officeDocument/2006/relationships/slideLayout" Target="../slideLayouts/slideLayout401.xml"/><Relationship Id="rId10" Type="http://schemas.openxmlformats.org/officeDocument/2006/relationships/slideLayout" Target="../slideLayouts/slideLayout406.xml"/><Relationship Id="rId4" Type="http://schemas.openxmlformats.org/officeDocument/2006/relationships/slideLayout" Target="../slideLayouts/slideLayout400.xml"/><Relationship Id="rId9" Type="http://schemas.openxmlformats.org/officeDocument/2006/relationships/slideLayout" Target="../slideLayouts/slideLayout405.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16.xml"/><Relationship Id="rId13" Type="http://schemas.openxmlformats.org/officeDocument/2006/relationships/theme" Target="../theme/theme35.xml"/><Relationship Id="rId3" Type="http://schemas.openxmlformats.org/officeDocument/2006/relationships/slideLayout" Target="../slideLayouts/slideLayout411.xml"/><Relationship Id="rId7" Type="http://schemas.openxmlformats.org/officeDocument/2006/relationships/slideLayout" Target="../slideLayouts/slideLayout415.xml"/><Relationship Id="rId12" Type="http://schemas.openxmlformats.org/officeDocument/2006/relationships/slideLayout" Target="../slideLayouts/slideLayout420.xml"/><Relationship Id="rId2" Type="http://schemas.openxmlformats.org/officeDocument/2006/relationships/slideLayout" Target="../slideLayouts/slideLayout410.xml"/><Relationship Id="rId1" Type="http://schemas.openxmlformats.org/officeDocument/2006/relationships/slideLayout" Target="../slideLayouts/slideLayout409.xml"/><Relationship Id="rId6" Type="http://schemas.openxmlformats.org/officeDocument/2006/relationships/slideLayout" Target="../slideLayouts/slideLayout414.xml"/><Relationship Id="rId11" Type="http://schemas.openxmlformats.org/officeDocument/2006/relationships/slideLayout" Target="../slideLayouts/slideLayout419.xml"/><Relationship Id="rId5" Type="http://schemas.openxmlformats.org/officeDocument/2006/relationships/slideLayout" Target="../slideLayouts/slideLayout413.xml"/><Relationship Id="rId10" Type="http://schemas.openxmlformats.org/officeDocument/2006/relationships/slideLayout" Target="../slideLayouts/slideLayout418.xml"/><Relationship Id="rId4" Type="http://schemas.openxmlformats.org/officeDocument/2006/relationships/slideLayout" Target="../slideLayouts/slideLayout412.xml"/><Relationship Id="rId9" Type="http://schemas.openxmlformats.org/officeDocument/2006/relationships/slideLayout" Target="../slideLayouts/slideLayout417.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28.xml"/><Relationship Id="rId13" Type="http://schemas.openxmlformats.org/officeDocument/2006/relationships/theme" Target="../theme/theme36.xml"/><Relationship Id="rId3" Type="http://schemas.openxmlformats.org/officeDocument/2006/relationships/slideLayout" Target="../slideLayouts/slideLayout423.xml"/><Relationship Id="rId7" Type="http://schemas.openxmlformats.org/officeDocument/2006/relationships/slideLayout" Target="../slideLayouts/slideLayout427.xml"/><Relationship Id="rId12" Type="http://schemas.openxmlformats.org/officeDocument/2006/relationships/slideLayout" Target="../slideLayouts/slideLayout432.xml"/><Relationship Id="rId2" Type="http://schemas.openxmlformats.org/officeDocument/2006/relationships/slideLayout" Target="../slideLayouts/slideLayout422.xml"/><Relationship Id="rId1" Type="http://schemas.openxmlformats.org/officeDocument/2006/relationships/slideLayout" Target="../slideLayouts/slideLayout421.xml"/><Relationship Id="rId6" Type="http://schemas.openxmlformats.org/officeDocument/2006/relationships/slideLayout" Target="../slideLayouts/slideLayout426.xml"/><Relationship Id="rId11" Type="http://schemas.openxmlformats.org/officeDocument/2006/relationships/slideLayout" Target="../slideLayouts/slideLayout431.xml"/><Relationship Id="rId5" Type="http://schemas.openxmlformats.org/officeDocument/2006/relationships/slideLayout" Target="../slideLayouts/slideLayout425.xml"/><Relationship Id="rId10" Type="http://schemas.openxmlformats.org/officeDocument/2006/relationships/slideLayout" Target="../slideLayouts/slideLayout430.xml"/><Relationship Id="rId4" Type="http://schemas.openxmlformats.org/officeDocument/2006/relationships/slideLayout" Target="../slideLayouts/slideLayout424.xml"/><Relationship Id="rId9" Type="http://schemas.openxmlformats.org/officeDocument/2006/relationships/slideLayout" Target="../slideLayouts/slideLayout429.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40.xml"/><Relationship Id="rId3" Type="http://schemas.openxmlformats.org/officeDocument/2006/relationships/slideLayout" Target="../slideLayouts/slideLayout435.xml"/><Relationship Id="rId7" Type="http://schemas.openxmlformats.org/officeDocument/2006/relationships/slideLayout" Target="../slideLayouts/slideLayout439.xml"/><Relationship Id="rId12" Type="http://schemas.openxmlformats.org/officeDocument/2006/relationships/theme" Target="../theme/theme37.xml"/><Relationship Id="rId2" Type="http://schemas.openxmlformats.org/officeDocument/2006/relationships/slideLayout" Target="../slideLayouts/slideLayout434.xml"/><Relationship Id="rId1" Type="http://schemas.openxmlformats.org/officeDocument/2006/relationships/slideLayout" Target="../slideLayouts/slideLayout433.xml"/><Relationship Id="rId6" Type="http://schemas.openxmlformats.org/officeDocument/2006/relationships/slideLayout" Target="../slideLayouts/slideLayout438.xml"/><Relationship Id="rId11" Type="http://schemas.openxmlformats.org/officeDocument/2006/relationships/slideLayout" Target="../slideLayouts/slideLayout443.xml"/><Relationship Id="rId5" Type="http://schemas.openxmlformats.org/officeDocument/2006/relationships/slideLayout" Target="../slideLayouts/slideLayout437.xml"/><Relationship Id="rId10" Type="http://schemas.openxmlformats.org/officeDocument/2006/relationships/slideLayout" Target="../slideLayouts/slideLayout442.xml"/><Relationship Id="rId4" Type="http://schemas.openxmlformats.org/officeDocument/2006/relationships/slideLayout" Target="../slideLayouts/slideLayout436.xml"/><Relationship Id="rId9" Type="http://schemas.openxmlformats.org/officeDocument/2006/relationships/slideLayout" Target="../slideLayouts/slideLayout441.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51.xml"/><Relationship Id="rId3" Type="http://schemas.openxmlformats.org/officeDocument/2006/relationships/slideLayout" Target="../slideLayouts/slideLayout446.xml"/><Relationship Id="rId7" Type="http://schemas.openxmlformats.org/officeDocument/2006/relationships/slideLayout" Target="../slideLayouts/slideLayout450.xml"/><Relationship Id="rId12" Type="http://schemas.openxmlformats.org/officeDocument/2006/relationships/theme" Target="../theme/theme38.xml"/><Relationship Id="rId2" Type="http://schemas.openxmlformats.org/officeDocument/2006/relationships/slideLayout" Target="../slideLayouts/slideLayout445.xml"/><Relationship Id="rId1" Type="http://schemas.openxmlformats.org/officeDocument/2006/relationships/slideLayout" Target="../slideLayouts/slideLayout444.xml"/><Relationship Id="rId6" Type="http://schemas.openxmlformats.org/officeDocument/2006/relationships/slideLayout" Target="../slideLayouts/slideLayout449.xml"/><Relationship Id="rId11" Type="http://schemas.openxmlformats.org/officeDocument/2006/relationships/slideLayout" Target="../slideLayouts/slideLayout454.xml"/><Relationship Id="rId5" Type="http://schemas.openxmlformats.org/officeDocument/2006/relationships/slideLayout" Target="../slideLayouts/slideLayout448.xml"/><Relationship Id="rId10" Type="http://schemas.openxmlformats.org/officeDocument/2006/relationships/slideLayout" Target="../slideLayouts/slideLayout453.xml"/><Relationship Id="rId4" Type="http://schemas.openxmlformats.org/officeDocument/2006/relationships/slideLayout" Target="../slideLayouts/slideLayout447.xml"/><Relationship Id="rId9" Type="http://schemas.openxmlformats.org/officeDocument/2006/relationships/slideLayout" Target="../slideLayouts/slideLayout452.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62.xml"/><Relationship Id="rId13" Type="http://schemas.openxmlformats.org/officeDocument/2006/relationships/theme" Target="../theme/theme39.xml"/><Relationship Id="rId3" Type="http://schemas.openxmlformats.org/officeDocument/2006/relationships/slideLayout" Target="../slideLayouts/slideLayout457.xml"/><Relationship Id="rId7" Type="http://schemas.openxmlformats.org/officeDocument/2006/relationships/slideLayout" Target="../slideLayouts/slideLayout461.xml"/><Relationship Id="rId12" Type="http://schemas.openxmlformats.org/officeDocument/2006/relationships/slideLayout" Target="../slideLayouts/slideLayout466.xml"/><Relationship Id="rId2" Type="http://schemas.openxmlformats.org/officeDocument/2006/relationships/slideLayout" Target="../slideLayouts/slideLayout456.xml"/><Relationship Id="rId1" Type="http://schemas.openxmlformats.org/officeDocument/2006/relationships/slideLayout" Target="../slideLayouts/slideLayout455.xml"/><Relationship Id="rId6" Type="http://schemas.openxmlformats.org/officeDocument/2006/relationships/slideLayout" Target="../slideLayouts/slideLayout460.xml"/><Relationship Id="rId11" Type="http://schemas.openxmlformats.org/officeDocument/2006/relationships/slideLayout" Target="../slideLayouts/slideLayout465.xml"/><Relationship Id="rId5" Type="http://schemas.openxmlformats.org/officeDocument/2006/relationships/slideLayout" Target="../slideLayouts/slideLayout459.xml"/><Relationship Id="rId10" Type="http://schemas.openxmlformats.org/officeDocument/2006/relationships/slideLayout" Target="../slideLayouts/slideLayout464.xml"/><Relationship Id="rId4" Type="http://schemas.openxmlformats.org/officeDocument/2006/relationships/slideLayout" Target="../slideLayouts/slideLayout458.xml"/><Relationship Id="rId9" Type="http://schemas.openxmlformats.org/officeDocument/2006/relationships/slideLayout" Target="../slideLayouts/slideLayout463.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74.xml"/><Relationship Id="rId13" Type="http://schemas.openxmlformats.org/officeDocument/2006/relationships/theme" Target="../theme/theme40.xml"/><Relationship Id="rId3" Type="http://schemas.openxmlformats.org/officeDocument/2006/relationships/slideLayout" Target="../slideLayouts/slideLayout469.xml"/><Relationship Id="rId7" Type="http://schemas.openxmlformats.org/officeDocument/2006/relationships/slideLayout" Target="../slideLayouts/slideLayout473.xml"/><Relationship Id="rId12" Type="http://schemas.openxmlformats.org/officeDocument/2006/relationships/slideLayout" Target="../slideLayouts/slideLayout478.xml"/><Relationship Id="rId2" Type="http://schemas.openxmlformats.org/officeDocument/2006/relationships/slideLayout" Target="../slideLayouts/slideLayout468.xml"/><Relationship Id="rId1" Type="http://schemas.openxmlformats.org/officeDocument/2006/relationships/slideLayout" Target="../slideLayouts/slideLayout467.xml"/><Relationship Id="rId6" Type="http://schemas.openxmlformats.org/officeDocument/2006/relationships/slideLayout" Target="../slideLayouts/slideLayout472.xml"/><Relationship Id="rId11" Type="http://schemas.openxmlformats.org/officeDocument/2006/relationships/slideLayout" Target="../slideLayouts/slideLayout477.xml"/><Relationship Id="rId5" Type="http://schemas.openxmlformats.org/officeDocument/2006/relationships/slideLayout" Target="../slideLayouts/slideLayout471.xml"/><Relationship Id="rId10" Type="http://schemas.openxmlformats.org/officeDocument/2006/relationships/slideLayout" Target="../slideLayouts/slideLayout476.xml"/><Relationship Id="rId4" Type="http://schemas.openxmlformats.org/officeDocument/2006/relationships/slideLayout" Target="../slideLayouts/slideLayout470.xml"/><Relationship Id="rId9" Type="http://schemas.openxmlformats.org/officeDocument/2006/relationships/slideLayout" Target="../slideLayouts/slideLayout475.xml"/></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486.xml"/><Relationship Id="rId3" Type="http://schemas.openxmlformats.org/officeDocument/2006/relationships/slideLayout" Target="../slideLayouts/slideLayout481.xml"/><Relationship Id="rId7" Type="http://schemas.openxmlformats.org/officeDocument/2006/relationships/slideLayout" Target="../slideLayouts/slideLayout485.xml"/><Relationship Id="rId12" Type="http://schemas.openxmlformats.org/officeDocument/2006/relationships/theme" Target="../theme/theme41.xml"/><Relationship Id="rId2" Type="http://schemas.openxmlformats.org/officeDocument/2006/relationships/slideLayout" Target="../slideLayouts/slideLayout480.xml"/><Relationship Id="rId1" Type="http://schemas.openxmlformats.org/officeDocument/2006/relationships/slideLayout" Target="../slideLayouts/slideLayout479.xml"/><Relationship Id="rId6" Type="http://schemas.openxmlformats.org/officeDocument/2006/relationships/slideLayout" Target="../slideLayouts/slideLayout484.xml"/><Relationship Id="rId11" Type="http://schemas.openxmlformats.org/officeDocument/2006/relationships/slideLayout" Target="../slideLayouts/slideLayout489.xml"/><Relationship Id="rId5" Type="http://schemas.openxmlformats.org/officeDocument/2006/relationships/slideLayout" Target="../slideLayouts/slideLayout483.xml"/><Relationship Id="rId10" Type="http://schemas.openxmlformats.org/officeDocument/2006/relationships/slideLayout" Target="../slideLayouts/slideLayout488.xml"/><Relationship Id="rId4" Type="http://schemas.openxmlformats.org/officeDocument/2006/relationships/slideLayout" Target="../slideLayouts/slideLayout482.xml"/><Relationship Id="rId9" Type="http://schemas.openxmlformats.org/officeDocument/2006/relationships/slideLayout" Target="../slideLayouts/slideLayout487.xml"/></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497.xml"/><Relationship Id="rId13" Type="http://schemas.openxmlformats.org/officeDocument/2006/relationships/theme" Target="../theme/theme42.xml"/><Relationship Id="rId3" Type="http://schemas.openxmlformats.org/officeDocument/2006/relationships/slideLayout" Target="../slideLayouts/slideLayout492.xml"/><Relationship Id="rId7" Type="http://schemas.openxmlformats.org/officeDocument/2006/relationships/slideLayout" Target="../slideLayouts/slideLayout496.xml"/><Relationship Id="rId12" Type="http://schemas.openxmlformats.org/officeDocument/2006/relationships/slideLayout" Target="../slideLayouts/slideLayout501.xml"/><Relationship Id="rId2" Type="http://schemas.openxmlformats.org/officeDocument/2006/relationships/slideLayout" Target="../slideLayouts/slideLayout491.xml"/><Relationship Id="rId1" Type="http://schemas.openxmlformats.org/officeDocument/2006/relationships/slideLayout" Target="../slideLayouts/slideLayout490.xml"/><Relationship Id="rId6" Type="http://schemas.openxmlformats.org/officeDocument/2006/relationships/slideLayout" Target="../slideLayouts/slideLayout495.xml"/><Relationship Id="rId11" Type="http://schemas.openxmlformats.org/officeDocument/2006/relationships/slideLayout" Target="../slideLayouts/slideLayout500.xml"/><Relationship Id="rId5" Type="http://schemas.openxmlformats.org/officeDocument/2006/relationships/slideLayout" Target="../slideLayouts/slideLayout494.xml"/><Relationship Id="rId10" Type="http://schemas.openxmlformats.org/officeDocument/2006/relationships/slideLayout" Target="../slideLayouts/slideLayout499.xml"/><Relationship Id="rId4" Type="http://schemas.openxmlformats.org/officeDocument/2006/relationships/slideLayout" Target="../slideLayouts/slideLayout493.xml"/><Relationship Id="rId9" Type="http://schemas.openxmlformats.org/officeDocument/2006/relationships/slideLayout" Target="../slideLayouts/slideLayout49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9592841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72387033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73277615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77502474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37280163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97535287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408680164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85383968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54594717"/>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722697909"/>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961822535"/>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2086739929"/>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2562551323"/>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853461925"/>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686296569"/>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4011410422"/>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807712006"/>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107878360"/>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428168538"/>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758273584"/>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149179668"/>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4269944916"/>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945809989"/>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945194047"/>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173647714"/>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821927296"/>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124411498"/>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04867042"/>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2770842414"/>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872319360"/>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979451519"/>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2080771243"/>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416954687"/>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334547532"/>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884054352"/>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2140593146"/>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218887445"/>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1650553335"/>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2"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2597280647"/>
      </p:ext>
    </p:extLst>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 id="214748416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2924135315"/>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 id="2147484176" r:id="rId9"/>
    <p:sldLayoutId id="2147484177" r:id="rId10"/>
    <p:sldLayoutId id="2147484178" r:id="rId11"/>
    <p:sldLayoutId id="214748417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3295735541"/>
      </p:ext>
    </p:extLst>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 id="2147484189" r:id="rId9"/>
    <p:sldLayoutId id="2147484190" r:id="rId10"/>
    <p:sldLayoutId id="2147484191"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xmlns="" val="506239567"/>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 id="2147484197" r:id="rId4"/>
    <p:sldLayoutId id="2147484198" r:id="rId5"/>
    <p:sldLayoutId id="2147484199" r:id="rId6"/>
    <p:sldLayoutId id="2147484200" r:id="rId7"/>
    <p:sldLayoutId id="2147484201" r:id="rId8"/>
    <p:sldLayoutId id="2147484202" r:id="rId9"/>
    <p:sldLayoutId id="2147484203" r:id="rId10"/>
    <p:sldLayoutId id="2147484204" r:id="rId11"/>
    <p:sldLayoutId id="214748420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8.xml"/><Relationship Id="rId5" Type="http://schemas.openxmlformats.org/officeDocument/2006/relationships/image" Target="../media/image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1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5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46.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3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8.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3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5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66.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36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7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8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9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0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2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01.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9</a:t>
            </a:r>
            <a:endParaRPr lang="en-CA" sz="2600" dirty="0"/>
          </a:p>
        </p:txBody>
      </p:sp>
      <p:sp>
        <p:nvSpPr>
          <p:cNvPr id="3" name="Subtitle 2"/>
          <p:cNvSpPr>
            <a:spLocks noGrp="1"/>
          </p:cNvSpPr>
          <p:nvPr>
            <p:ph type="subTitle" sz="quarter" idx="1"/>
          </p:nvPr>
        </p:nvSpPr>
        <p:spPr/>
        <p:txBody>
          <a:bodyPr/>
          <a:lstStyle/>
          <a:p>
            <a:r>
              <a:rPr lang="en-CA" dirty="0" smtClean="0"/>
              <a:t>Implementing Local Storage
</a:t>
            </a:r>
            <a:endParaRPr lang="en-CA" dirty="0"/>
          </a:p>
        </p:txBody>
      </p:sp>
    </p:spTree>
    <p:extLst>
      <p:ext uri="{BB962C8B-B14F-4D97-AF65-F5344CB8AC3E}">
        <p14:creationId xmlns:p14="http://schemas.microsoft.com/office/powerpoint/2010/main" xmlns="" val="1255489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Overview</a:t>
            </a:r>
            <a:endParaRPr lang="en-CA" dirty="0"/>
          </a:p>
        </p:txBody>
      </p:sp>
      <p:sp>
        <p:nvSpPr>
          <p:cNvPr id="3" name="Text Placeholder 2"/>
          <p:cNvSpPr>
            <a:spLocks noGrp="1"/>
          </p:cNvSpPr>
          <p:nvPr>
            <p:ph type="body" idx="1"/>
          </p:nvPr>
        </p:nvSpPr>
        <p:spPr/>
        <p:txBody>
          <a:bodyPr/>
          <a:lstStyle/>
          <a:p>
            <a:r>
              <a:rPr lang="en-CA" dirty="0" smtClean="0"/>
              <a:t>Overview of Storage
Managing Disks and Volumes
Implementing Storage Spaces</a:t>
            </a:r>
            <a:endParaRPr lang="en-CA" dirty="0"/>
          </a:p>
        </p:txBody>
      </p:sp>
    </p:spTree>
    <p:extLst>
      <p:ext uri="{BB962C8B-B14F-4D97-AF65-F5344CB8AC3E}">
        <p14:creationId xmlns:p14="http://schemas.microsoft.com/office/powerpoint/2010/main" xmlns="" val="3538692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1: Overview of Storage</a:t>
            </a:r>
            <a:endParaRPr lang="en-CA" dirty="0"/>
          </a:p>
        </p:txBody>
      </p:sp>
      <p:sp>
        <p:nvSpPr>
          <p:cNvPr id="3" name="Text Placeholder 2"/>
          <p:cNvSpPr>
            <a:spLocks noGrp="1"/>
          </p:cNvSpPr>
          <p:nvPr>
            <p:ph type="body" idx="1"/>
          </p:nvPr>
        </p:nvSpPr>
        <p:spPr/>
        <p:txBody>
          <a:bodyPr/>
          <a:lstStyle/>
          <a:p>
            <a:r>
              <a:rPr lang="en-CA" dirty="0" smtClean="0"/>
              <a:t>Disk Types and Performance
What Is Direct Attached Storage?
What Is Network Attached Storage?
What Is a SAN?
What Is RAID?
RAID Levels
Windows Server 2012 and Windows Server 2012 R2 Storage Features</a:t>
            </a:r>
            <a:endParaRPr lang="en-CA" dirty="0"/>
          </a:p>
        </p:txBody>
      </p:sp>
    </p:spTree>
    <p:extLst>
      <p:ext uri="{BB962C8B-B14F-4D97-AF65-F5344CB8AC3E}">
        <p14:creationId xmlns:p14="http://schemas.microsoft.com/office/powerpoint/2010/main" xmlns="" val="2207375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Disk Types and Performance</a:t>
            </a:r>
            <a:endParaRPr lang="en-CA" dirty="0"/>
          </a:p>
        </p:txBody>
      </p:sp>
      <p:grpSp>
        <p:nvGrpSpPr>
          <p:cNvPr id="4" name="Group 3" descr="An illustration of the different types of disks that the text describes. It also displays a graph that illustrates how increases in performance result in cost increases. The graph does not provide specific performance numbers or costs. "/>
          <p:cNvGrpSpPr/>
          <p:nvPr/>
        </p:nvGrpSpPr>
        <p:grpSpPr>
          <a:xfrm>
            <a:off x="-326813" y="666237"/>
            <a:ext cx="10205660" cy="5537351"/>
            <a:chOff x="-326813" y="666237"/>
            <a:chExt cx="10205660" cy="5537351"/>
          </a:xfrm>
        </p:grpSpPr>
        <p:sp>
          <p:nvSpPr>
            <p:cNvPr id="5" name="Isosceles Triangle 4"/>
            <p:cNvSpPr/>
            <p:nvPr/>
          </p:nvSpPr>
          <p:spPr>
            <a:xfrm>
              <a:off x="761999" y="1940242"/>
              <a:ext cx="8028039" cy="4254904"/>
            </a:xfrm>
            <a:prstGeom prst="triangle">
              <a:avLst>
                <a:gd name="adj" fmla="val 100000"/>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0"/>
                </a:spcBef>
                <a:spcAft>
                  <a:spcPct val="0"/>
                </a:spcAft>
              </a:pPr>
              <a:endParaRPr lang="en-US" sz="2000" b="1" dirty="0">
                <a:solidFill>
                  <a:srgbClr val="FFFFFF"/>
                </a:solidFill>
                <a:latin typeface="Segoe UI" pitchFamily="34" charset="0"/>
                <a:ea typeface="Segoe UI" pitchFamily="34" charset="0"/>
                <a:cs typeface="Segoe UI" pitchFamily="34" charset="0"/>
              </a:endParaRPr>
            </a:p>
          </p:txBody>
        </p:sp>
        <p:sp>
          <p:nvSpPr>
            <p:cNvPr id="6" name="TextBox 5"/>
            <p:cNvSpPr txBox="1"/>
            <p:nvPr/>
          </p:nvSpPr>
          <p:spPr>
            <a:xfrm>
              <a:off x="448982" y="5027661"/>
              <a:ext cx="837089" cy="461665"/>
            </a:xfrm>
            <a:prstGeom prst="rect">
              <a:avLst/>
            </a:prstGeom>
            <a:noFill/>
          </p:spPr>
          <p:txBody>
            <a:bodyPr wrap="none" rtlCol="0">
              <a:spAutoFit/>
            </a:bodyPr>
            <a:lstStyle/>
            <a:p>
              <a:pPr lvl="0" algn="ctr" fontAlgn="base">
                <a:spcBef>
                  <a:spcPct val="0"/>
                </a:spcBef>
                <a:spcAft>
                  <a:spcPct val="0"/>
                </a:spcAft>
              </a:pPr>
              <a:r>
                <a:rPr lang="en-US" sz="2400" b="1" dirty="0">
                  <a:solidFill>
                    <a:srgbClr val="000000"/>
                  </a:solidFill>
                  <a:latin typeface="Segoe UI" pitchFamily="34" charset="0"/>
                  <a:ea typeface="Segoe UI" pitchFamily="34" charset="0"/>
                  <a:cs typeface="Segoe UI" pitchFamily="34" charset="0"/>
                </a:rPr>
                <a:t>EIDE</a:t>
              </a:r>
            </a:p>
          </p:txBody>
        </p:sp>
        <p:sp>
          <p:nvSpPr>
            <p:cNvPr id="7" name="TextBox 6"/>
            <p:cNvSpPr txBox="1"/>
            <p:nvPr/>
          </p:nvSpPr>
          <p:spPr>
            <a:xfrm>
              <a:off x="3299027" y="3630989"/>
              <a:ext cx="821059" cy="461665"/>
            </a:xfrm>
            <a:prstGeom prst="rect">
              <a:avLst/>
            </a:prstGeom>
            <a:noFill/>
          </p:spPr>
          <p:txBody>
            <a:bodyPr wrap="none" rtlCol="0">
              <a:spAutoFit/>
            </a:bodyPr>
            <a:lstStyle/>
            <a:p>
              <a:pPr lvl="0" algn="ctr" fontAlgn="base">
                <a:spcBef>
                  <a:spcPct val="0"/>
                </a:spcBef>
                <a:spcAft>
                  <a:spcPct val="0"/>
                </a:spcAft>
              </a:pPr>
              <a:r>
                <a:rPr lang="en-US" sz="2400" b="1" dirty="0">
                  <a:solidFill>
                    <a:srgbClr val="000000"/>
                  </a:solidFill>
                  <a:latin typeface="Segoe UI" pitchFamily="34" charset="0"/>
                  <a:ea typeface="Segoe UI" pitchFamily="34" charset="0"/>
                  <a:cs typeface="Segoe UI" pitchFamily="34" charset="0"/>
                </a:rPr>
                <a:t>SCSI</a:t>
              </a:r>
            </a:p>
          </p:txBody>
        </p:sp>
        <p:sp>
          <p:nvSpPr>
            <p:cNvPr id="8" name="TextBox 7"/>
            <p:cNvSpPr txBox="1"/>
            <p:nvPr/>
          </p:nvSpPr>
          <p:spPr>
            <a:xfrm>
              <a:off x="1818772" y="4327009"/>
              <a:ext cx="928780" cy="461665"/>
            </a:xfrm>
            <a:prstGeom prst="rect">
              <a:avLst/>
            </a:prstGeom>
            <a:noFill/>
          </p:spPr>
          <p:txBody>
            <a:bodyPr wrap="none" rtlCol="0">
              <a:spAutoFit/>
            </a:bodyPr>
            <a:lstStyle/>
            <a:p>
              <a:pPr lvl="0" algn="ctr" fontAlgn="base">
                <a:spcBef>
                  <a:spcPct val="0"/>
                </a:spcBef>
                <a:spcAft>
                  <a:spcPct val="0"/>
                </a:spcAft>
              </a:pPr>
              <a:r>
                <a:rPr lang="en-US" sz="2400" b="1" dirty="0">
                  <a:solidFill>
                    <a:srgbClr val="000000"/>
                  </a:solidFill>
                  <a:latin typeface="Segoe UI" pitchFamily="34" charset="0"/>
                  <a:ea typeface="Segoe UI" pitchFamily="34" charset="0"/>
                  <a:cs typeface="Segoe UI" pitchFamily="34" charset="0"/>
                </a:rPr>
                <a:t>SATA</a:t>
              </a:r>
            </a:p>
          </p:txBody>
        </p:sp>
        <p:sp>
          <p:nvSpPr>
            <p:cNvPr id="9" name="Isosceles Triangle 8"/>
            <p:cNvSpPr/>
            <p:nvPr/>
          </p:nvSpPr>
          <p:spPr>
            <a:xfrm>
              <a:off x="779601" y="3646466"/>
              <a:ext cx="8010437" cy="2557122"/>
            </a:xfrm>
            <a:prstGeom prst="triangle">
              <a:avLst>
                <a:gd name="adj" fmla="val 100000"/>
              </a:avLst>
            </a:prstGeom>
            <a:solidFill>
              <a:srgbClr val="92D05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lvl="0" algn="ctr" fontAlgn="base">
                <a:spcBef>
                  <a:spcPct val="0"/>
                </a:spcBef>
                <a:spcAft>
                  <a:spcPct val="0"/>
                </a:spcAft>
              </a:pPr>
              <a:endParaRPr lang="en-US" sz="2000" b="1" dirty="0">
                <a:solidFill>
                  <a:srgbClr val="FFFFFF"/>
                </a:solidFill>
                <a:latin typeface="Segoe UI" pitchFamily="34" charset="0"/>
                <a:ea typeface="Segoe UI" pitchFamily="34" charset="0"/>
                <a:cs typeface="Segoe UI" pitchFamily="34" charset="0"/>
              </a:endParaRPr>
            </a:p>
          </p:txBody>
        </p:sp>
        <p:sp>
          <p:nvSpPr>
            <p:cNvPr id="10" name="TextBox 9"/>
            <p:cNvSpPr txBox="1"/>
            <p:nvPr/>
          </p:nvSpPr>
          <p:spPr>
            <a:xfrm>
              <a:off x="5008456" y="2675042"/>
              <a:ext cx="747320" cy="461665"/>
            </a:xfrm>
            <a:prstGeom prst="rect">
              <a:avLst/>
            </a:prstGeom>
            <a:noFill/>
          </p:spPr>
          <p:txBody>
            <a:bodyPr wrap="none" rtlCol="0">
              <a:spAutoFit/>
            </a:bodyPr>
            <a:lstStyle/>
            <a:p>
              <a:pPr lvl="0" algn="ctr" fontAlgn="base">
                <a:spcBef>
                  <a:spcPct val="0"/>
                </a:spcBef>
                <a:spcAft>
                  <a:spcPct val="0"/>
                </a:spcAft>
              </a:pPr>
              <a:r>
                <a:rPr lang="en-US" sz="2400" b="1" dirty="0">
                  <a:solidFill>
                    <a:srgbClr val="000000"/>
                  </a:solidFill>
                  <a:latin typeface="Segoe UI" pitchFamily="34" charset="0"/>
                  <a:ea typeface="Segoe UI" pitchFamily="34" charset="0"/>
                  <a:cs typeface="Segoe UI" pitchFamily="34" charset="0"/>
                </a:rPr>
                <a:t>SAS</a:t>
              </a:r>
            </a:p>
          </p:txBody>
        </p:sp>
        <p:sp>
          <p:nvSpPr>
            <p:cNvPr id="11" name="TextBox 10"/>
            <p:cNvSpPr txBox="1"/>
            <p:nvPr/>
          </p:nvSpPr>
          <p:spPr>
            <a:xfrm>
              <a:off x="6761246" y="5087263"/>
              <a:ext cx="1173242" cy="461665"/>
            </a:xfrm>
            <a:prstGeom prst="rect">
              <a:avLst/>
            </a:prstGeom>
            <a:noFill/>
          </p:spPr>
          <p:txBody>
            <a:bodyPr wrap="square" rtlCol="0">
              <a:spAutoFit/>
            </a:bodyPr>
            <a:lstStyle/>
            <a:p>
              <a:pPr lvl="0" algn="r" fontAlgn="base">
                <a:spcBef>
                  <a:spcPct val="0"/>
                </a:spcBef>
                <a:spcAft>
                  <a:spcPct val="0"/>
                </a:spcAft>
              </a:pPr>
              <a:r>
                <a:rPr lang="en-US" sz="2400" b="1" dirty="0">
                  <a:solidFill>
                    <a:srgbClr val="000000"/>
                  </a:solidFill>
                  <a:latin typeface="Segoe UI" pitchFamily="34" charset="0"/>
                  <a:ea typeface="Segoe UI" pitchFamily="34" charset="0"/>
                  <a:cs typeface="Segoe UI" pitchFamily="34" charset="0"/>
                </a:rPr>
                <a:t>Cost</a:t>
              </a:r>
            </a:p>
          </p:txBody>
        </p:sp>
        <p:sp>
          <p:nvSpPr>
            <p:cNvPr id="12" name="TextBox 11"/>
            <p:cNvSpPr txBox="1"/>
            <p:nvPr/>
          </p:nvSpPr>
          <p:spPr>
            <a:xfrm>
              <a:off x="5365491" y="3460776"/>
              <a:ext cx="2698778" cy="461665"/>
            </a:xfrm>
            <a:prstGeom prst="rect">
              <a:avLst/>
            </a:prstGeom>
            <a:noFill/>
          </p:spPr>
          <p:txBody>
            <a:bodyPr wrap="square" rtlCol="0">
              <a:spAutoFit/>
            </a:bodyPr>
            <a:lstStyle/>
            <a:p>
              <a:pPr lvl="0" algn="r" fontAlgn="base">
                <a:spcBef>
                  <a:spcPct val="0"/>
                </a:spcBef>
                <a:spcAft>
                  <a:spcPct val="0"/>
                </a:spcAft>
              </a:pPr>
              <a:r>
                <a:rPr lang="en-US" sz="2400" b="1" dirty="0">
                  <a:solidFill>
                    <a:srgbClr val="000000"/>
                  </a:solidFill>
                  <a:latin typeface="Segoe UI" pitchFamily="34" charset="0"/>
                  <a:ea typeface="Segoe UI" pitchFamily="34" charset="0"/>
                  <a:cs typeface="Segoe UI" pitchFamily="34" charset="0"/>
                </a:rPr>
                <a:t>Performance</a:t>
              </a:r>
            </a:p>
          </p:txBody>
        </p:sp>
        <p:sp>
          <p:nvSpPr>
            <p:cNvPr id="13" name="TextBox 12"/>
            <p:cNvSpPr txBox="1"/>
            <p:nvPr/>
          </p:nvSpPr>
          <p:spPr>
            <a:xfrm rot="19947278">
              <a:off x="-326813" y="3683431"/>
              <a:ext cx="10205660" cy="369332"/>
            </a:xfrm>
            <a:prstGeom prst="rect">
              <a:avLst/>
            </a:prstGeom>
            <a:noFill/>
          </p:spPr>
          <p:txBody>
            <a:bodyPr wrap="square" rtlCol="0">
              <a:spAutoFit/>
            </a:bodyPr>
            <a:lstStyle/>
            <a:p>
              <a:r>
                <a:rPr lang="en-US" b="1" dirty="0">
                  <a:solidFill>
                    <a:srgbClr val="000000"/>
                  </a:solidFill>
                  <a:latin typeface="Segoe UI" pitchFamily="34" charset="0"/>
                  <a:ea typeface="Segoe UI" pitchFamily="34" charset="0"/>
                  <a:cs typeface="Segoe UI" pitchFamily="34" charset="0"/>
                </a:rPr>
                <a:t> Slow                   Slow             ~ 150 IOPS          ~210 IOPS           Fast: 1.5mio IPOS </a:t>
              </a:r>
              <a:endParaRPr lang="en-US" dirty="0">
                <a:latin typeface="Segoe UI" pitchFamily="34" charset="0"/>
                <a:ea typeface="Segoe UI" pitchFamily="34" charset="0"/>
                <a:cs typeface="Segoe UI" pitchFamily="34" charset="0"/>
              </a:endParaRPr>
            </a:p>
          </p:txBody>
        </p:sp>
        <p:sp>
          <p:nvSpPr>
            <p:cNvPr id="14" name="TextBox 13"/>
            <p:cNvSpPr txBox="1"/>
            <p:nvPr/>
          </p:nvSpPr>
          <p:spPr>
            <a:xfrm>
              <a:off x="6562232" y="1746740"/>
              <a:ext cx="758541" cy="461665"/>
            </a:xfrm>
            <a:prstGeom prst="rect">
              <a:avLst/>
            </a:prstGeom>
            <a:noFill/>
          </p:spPr>
          <p:txBody>
            <a:bodyPr wrap="none" rtlCol="0">
              <a:spAutoFit/>
            </a:bodyPr>
            <a:lstStyle/>
            <a:p>
              <a:pPr lvl="0" algn="ctr" fontAlgn="base">
                <a:spcBef>
                  <a:spcPct val="0"/>
                </a:spcBef>
                <a:spcAft>
                  <a:spcPct val="0"/>
                </a:spcAft>
              </a:pPr>
              <a:r>
                <a:rPr lang="en-US" sz="2400" b="1" dirty="0">
                  <a:solidFill>
                    <a:srgbClr val="000000"/>
                  </a:solidFill>
                  <a:latin typeface="Segoe UI" pitchFamily="34" charset="0"/>
                  <a:ea typeface="Segoe UI" pitchFamily="34" charset="0"/>
                  <a:cs typeface="Segoe UI" pitchFamily="34" charset="0"/>
                </a:rPr>
                <a:t>SSD</a:t>
              </a:r>
            </a:p>
          </p:txBody>
        </p:sp>
        <p:sp>
          <p:nvSpPr>
            <p:cNvPr id="15" name="Rounded Rectangle 844806"/>
            <p:cNvSpPr>
              <a:spLocks noChangeArrowheads="1"/>
            </p:cNvSpPr>
            <p:nvPr/>
          </p:nvSpPr>
          <p:spPr bwMode="auto">
            <a:xfrm>
              <a:off x="662377" y="1060659"/>
              <a:ext cx="3158062" cy="1372162"/>
            </a:xfrm>
            <a:prstGeom prst="roundRect">
              <a:avLst>
                <a:gd name="adj" fmla="val 8866"/>
              </a:avLst>
            </a:prstGeom>
            <a:noFill/>
            <a:ln w="9525" algn="ctr">
              <a:noFill/>
              <a:round/>
              <a:headEnd/>
              <a:tailEnd/>
            </a:ln>
            <a:effectLst/>
          </p:spPr>
          <p:txBody>
            <a:bodyPr numCol="1" spcCol="274320" anchor="t" anchorCtr="0"/>
            <a:lstStyle/>
            <a:p>
              <a:pPr lvl="0" fontAlgn="base">
                <a:lnSpc>
                  <a:spcPct val="90000"/>
                </a:lnSpc>
                <a:spcBef>
                  <a:spcPct val="40000"/>
                </a:spcBef>
                <a:spcAft>
                  <a:spcPct val="0"/>
                </a:spcAft>
                <a:buClr>
                  <a:srgbClr val="006699"/>
                </a:buClr>
              </a:pPr>
              <a:r>
                <a:rPr lang="fr-FR" sz="2600" b="1" dirty="0" smtClean="0">
                  <a:solidFill>
                    <a:srgbClr val="000000"/>
                  </a:solidFill>
                  <a:latin typeface="Segoe UI" pitchFamily="34" charset="0"/>
                  <a:ea typeface="Segoe UI" pitchFamily="34" charset="0"/>
                  <a:cs typeface="Segoe UI" pitchFamily="34" charset="0"/>
                </a:rPr>
                <a:t>Les performances augmentent avec le prix !</a:t>
              </a:r>
              <a:endParaRPr lang="fr-FR" sz="2600" b="1" dirty="0">
                <a:solidFill>
                  <a:srgbClr val="000000"/>
                </a:solidFill>
                <a:latin typeface="Segoe UI" pitchFamily="34" charset="0"/>
                <a:ea typeface="Segoe UI" pitchFamily="34" charset="0"/>
                <a:cs typeface="Segoe UI" pitchFamily="34" charset="0"/>
              </a:endParaRPr>
            </a:p>
          </p:txBody>
        </p:sp>
        <p:pic>
          <p:nvPicPr>
            <p:cNvPr id="16" name="Picture 1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784819" y="1966410"/>
              <a:ext cx="998055" cy="597030"/>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3210528" y="2943645"/>
              <a:ext cx="998055" cy="597030"/>
            </a:xfrm>
            <a:prstGeom prst="rect">
              <a:avLst/>
            </a:prstGeom>
          </p:spPr>
        </p:pic>
        <p:pic>
          <p:nvPicPr>
            <p:cNvPr id="18" name="Picture 17"/>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84133" y="3627171"/>
              <a:ext cx="998055" cy="597030"/>
            </a:xfrm>
            <a:prstGeom prst="rect">
              <a:avLst/>
            </a:prstGeom>
          </p:spPr>
        </p:pic>
        <p:pic>
          <p:nvPicPr>
            <p:cNvPr id="19" name="Picture 18"/>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368497" y="4352123"/>
              <a:ext cx="998055" cy="597030"/>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127779" y="666237"/>
              <a:ext cx="1627445" cy="1356638"/>
            </a:xfrm>
            <a:prstGeom prst="rect">
              <a:avLst/>
            </a:prstGeom>
          </p:spPr>
        </p:pic>
      </p:grpSp>
    </p:spTree>
    <p:extLst>
      <p:ext uri="{BB962C8B-B14F-4D97-AF65-F5344CB8AC3E}">
        <p14:creationId xmlns:p14="http://schemas.microsoft.com/office/powerpoint/2010/main" xmlns="" val="1572142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21704dfd-f931-4e95-9756-c0baa12778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Direct Attached Storage</a:t>
            </a:r>
            <a:endParaRPr lang="en-CA" dirty="0"/>
          </a:p>
        </p:txBody>
      </p:sp>
      <p:sp>
        <p:nvSpPr>
          <p:cNvPr id="4" name="Rounded Rectangle 844803"/>
          <p:cNvSpPr>
            <a:spLocks noChangeArrowheads="1"/>
          </p:cNvSpPr>
          <p:nvPr/>
        </p:nvSpPr>
        <p:spPr bwMode="auto">
          <a:xfrm>
            <a:off x="457200" y="2069597"/>
            <a:ext cx="8199438" cy="1830049"/>
          </a:xfrm>
          <a:prstGeom prst="roundRect">
            <a:avLst>
              <a:gd name="adj" fmla="val 4167"/>
            </a:avLst>
          </a:prstGeom>
          <a:noFill/>
          <a:ln w="9525" algn="ctr">
            <a:noFill/>
            <a:round/>
            <a:headEnd/>
            <a:tailEnd/>
          </a:ln>
          <a:effectLst/>
        </p:spPr>
        <p:txBody>
          <a:bodyPr/>
          <a:lstStyle/>
          <a:p>
            <a:pPr lvl="0" eaLnBrk="0" fontAlgn="base" hangingPunct="0">
              <a:lnSpc>
                <a:spcPct val="90000"/>
              </a:lnSpc>
              <a:spcBef>
                <a:spcPct val="40000"/>
              </a:spcBef>
              <a:spcAft>
                <a:spcPct val="0"/>
              </a:spcAft>
              <a:buClr>
                <a:srgbClr val="8DACD0"/>
              </a:buClr>
              <a:buSzPct val="70000"/>
              <a:tabLst>
                <a:tab pos="3944938" algn="l"/>
              </a:tabLst>
            </a:pPr>
            <a:r>
              <a:rPr lang="fr-FR" sz="2300" b="1" dirty="0" smtClean="0">
                <a:solidFill>
                  <a:srgbClr val="000000"/>
                </a:solidFill>
                <a:latin typeface="Segoe UI" pitchFamily="34" charset="0"/>
                <a:ea typeface="Segoe UI" pitchFamily="34" charset="0"/>
                <a:cs typeface="Segoe UI" pitchFamily="34" charset="0"/>
              </a:rPr>
              <a:t>Avantages :	Désavantages :</a:t>
            </a:r>
            <a:endParaRPr lang="fr-FR" sz="2300" b="1" dirty="0">
              <a:solidFill>
                <a:srgbClr val="000000"/>
              </a:solidFill>
              <a:latin typeface="Segoe UI" pitchFamily="34" charset="0"/>
              <a:ea typeface="Segoe UI" pitchFamily="34" charset="0"/>
              <a:cs typeface="Segoe UI" pitchFamily="34" charset="0"/>
            </a:endParaRPr>
          </a:p>
        </p:txBody>
      </p:sp>
      <p:sp>
        <p:nvSpPr>
          <p:cNvPr id="5" name="Rounded Rectangle 844804"/>
          <p:cNvSpPr>
            <a:spLocks noChangeArrowheads="1"/>
          </p:cNvSpPr>
          <p:nvPr/>
        </p:nvSpPr>
        <p:spPr bwMode="auto">
          <a:xfrm>
            <a:off x="693738" y="2548462"/>
            <a:ext cx="3155591" cy="1351184"/>
          </a:xfrm>
          <a:prstGeom prst="roundRect">
            <a:avLst>
              <a:gd name="adj" fmla="val 4167"/>
            </a:avLst>
          </a:prstGeom>
          <a:noFill/>
          <a:ln w="9525" algn="ctr">
            <a:noFill/>
            <a:round/>
            <a:headEnd/>
            <a:tailEnd/>
          </a:ln>
          <a:effectLst/>
        </p:spPr>
        <p:txBody>
          <a:bodyPr anchor="t" anchorCtr="0"/>
          <a:lstStyle/>
          <a:p>
            <a:pPr marL="342900" lvl="0" indent="-342900" eaLnBrk="0" fontAlgn="base" hangingPunct="0">
              <a:lnSpc>
                <a:spcPct val="90000"/>
              </a:lnSpc>
              <a:spcBef>
                <a:spcPct val="40000"/>
              </a:spcBef>
              <a:spcAft>
                <a:spcPct val="0"/>
              </a:spcAft>
              <a:buClr>
                <a:srgbClr val="006699"/>
              </a:buClr>
              <a:buFont typeface="Wingdings" panose="05000000000000000000" pitchFamily="2" charset="2"/>
              <a:buChar char="ü"/>
            </a:pPr>
            <a:r>
              <a:rPr lang="fr-FR" sz="2300" dirty="0" smtClean="0">
                <a:solidFill>
                  <a:srgbClr val="000000"/>
                </a:solidFill>
                <a:latin typeface="Segoe UI" pitchFamily="34" charset="0"/>
                <a:ea typeface="Segoe UI" pitchFamily="34" charset="0"/>
                <a:cs typeface="Segoe UI" pitchFamily="34" charset="0"/>
              </a:rPr>
              <a:t>Facile à configurer</a:t>
            </a:r>
          </a:p>
          <a:p>
            <a:pPr marL="342900" lvl="0" indent="-342900" eaLnBrk="0" fontAlgn="base" hangingPunct="0">
              <a:lnSpc>
                <a:spcPct val="90000"/>
              </a:lnSpc>
              <a:spcBef>
                <a:spcPct val="40000"/>
              </a:spcBef>
              <a:spcAft>
                <a:spcPct val="0"/>
              </a:spcAft>
              <a:buClr>
                <a:srgbClr val="006699"/>
              </a:buClr>
              <a:buFont typeface="Wingdings" panose="05000000000000000000" pitchFamily="2" charset="2"/>
              <a:buChar char="ü"/>
            </a:pPr>
            <a:r>
              <a:rPr lang="fr-FR" sz="2300" dirty="0" smtClean="0">
                <a:solidFill>
                  <a:srgbClr val="000000"/>
                </a:solidFill>
                <a:latin typeface="Segoe UI" pitchFamily="34" charset="0"/>
                <a:ea typeface="Segoe UI" pitchFamily="34" charset="0"/>
                <a:cs typeface="Segoe UI" pitchFamily="34" charset="0"/>
              </a:rPr>
              <a:t>Solution peu chère</a:t>
            </a:r>
            <a:endParaRPr lang="fr-FR" sz="2300" dirty="0">
              <a:solidFill>
                <a:srgbClr val="000000"/>
              </a:solidFill>
              <a:latin typeface="Segoe UI" pitchFamily="34" charset="0"/>
              <a:ea typeface="Segoe UI" pitchFamily="34" charset="0"/>
              <a:cs typeface="Segoe UI" pitchFamily="34" charset="0"/>
            </a:endParaRPr>
          </a:p>
        </p:txBody>
      </p:sp>
      <p:sp>
        <p:nvSpPr>
          <p:cNvPr id="6" name="Rounded Rectangle 844804"/>
          <p:cNvSpPr>
            <a:spLocks noChangeArrowheads="1"/>
          </p:cNvSpPr>
          <p:nvPr/>
        </p:nvSpPr>
        <p:spPr bwMode="auto">
          <a:xfrm>
            <a:off x="4580963" y="2548462"/>
            <a:ext cx="3890684" cy="1573372"/>
          </a:xfrm>
          <a:prstGeom prst="roundRect">
            <a:avLst>
              <a:gd name="adj" fmla="val 4167"/>
            </a:avLst>
          </a:prstGeom>
          <a:noFill/>
          <a:ln w="9525" algn="ctr">
            <a:noFill/>
            <a:round/>
            <a:headEnd/>
            <a:tailEnd/>
          </a:ln>
          <a:effectLst/>
        </p:spPr>
        <p:txBody>
          <a:bodyPr anchor="t" anchorCtr="0"/>
          <a:lstStyle/>
          <a:p>
            <a:pPr marL="342900" lvl="0" indent="-342900" eaLnBrk="0" fontAlgn="base" hangingPunct="0">
              <a:lnSpc>
                <a:spcPct val="90000"/>
              </a:lnSpc>
              <a:spcBef>
                <a:spcPct val="40000"/>
              </a:spcBef>
              <a:spcAft>
                <a:spcPct val="0"/>
              </a:spcAft>
              <a:buClr>
                <a:srgbClr val="006699"/>
              </a:buClr>
              <a:buFont typeface="Wingdings" panose="05000000000000000000" pitchFamily="2" charset="2"/>
              <a:buChar char="ü"/>
            </a:pPr>
            <a:r>
              <a:rPr lang="fr-FR" sz="2300" dirty="0" smtClean="0">
                <a:solidFill>
                  <a:srgbClr val="000000"/>
                </a:solidFill>
                <a:latin typeface="Segoe UI" pitchFamily="34" charset="0"/>
                <a:ea typeface="Segoe UI" pitchFamily="34" charset="0"/>
                <a:cs typeface="Segoe UI" pitchFamily="34" charset="0"/>
              </a:rPr>
              <a:t>Lent</a:t>
            </a:r>
          </a:p>
          <a:p>
            <a:pPr marL="342900" lvl="0" indent="-342900" eaLnBrk="0" fontAlgn="base" hangingPunct="0">
              <a:lnSpc>
                <a:spcPct val="90000"/>
              </a:lnSpc>
              <a:spcBef>
                <a:spcPct val="40000"/>
              </a:spcBef>
              <a:spcAft>
                <a:spcPct val="0"/>
              </a:spcAft>
              <a:buClr>
                <a:srgbClr val="006699"/>
              </a:buClr>
              <a:buFont typeface="Wingdings" panose="05000000000000000000" pitchFamily="2" charset="2"/>
              <a:buChar char="ü"/>
            </a:pPr>
            <a:r>
              <a:rPr lang="fr-FR" sz="2300" dirty="0" smtClean="0">
                <a:solidFill>
                  <a:srgbClr val="000000"/>
                </a:solidFill>
                <a:latin typeface="Segoe UI" pitchFamily="34" charset="0"/>
                <a:ea typeface="Segoe UI" pitchFamily="34" charset="0"/>
                <a:cs typeface="Segoe UI" pitchFamily="34" charset="0"/>
              </a:rPr>
              <a:t>Non centralisé. </a:t>
            </a:r>
            <a:r>
              <a:rPr lang="fr-FR" sz="2300" dirty="0">
                <a:solidFill>
                  <a:srgbClr val="000000"/>
                </a:solidFill>
                <a:latin typeface="Segoe UI" pitchFamily="34" charset="0"/>
                <a:ea typeface="Segoe UI" pitchFamily="34" charset="0"/>
                <a:cs typeface="Segoe UI" pitchFamily="34" charset="0"/>
              </a:rPr>
              <a:t>Localisation des données difficile </a:t>
            </a:r>
          </a:p>
        </p:txBody>
      </p:sp>
      <p:sp>
        <p:nvSpPr>
          <p:cNvPr id="7" name="Rounded Rectangle 844803"/>
          <p:cNvSpPr>
            <a:spLocks noChangeArrowheads="1"/>
          </p:cNvSpPr>
          <p:nvPr/>
        </p:nvSpPr>
        <p:spPr bwMode="auto">
          <a:xfrm>
            <a:off x="179293" y="1005966"/>
            <a:ext cx="8803341" cy="707231"/>
          </a:xfrm>
          <a:prstGeom prst="roundRect">
            <a:avLst>
              <a:gd name="adj" fmla="val 4167"/>
            </a:avLst>
          </a:prstGeom>
          <a:noFill/>
          <a:ln w="9525" algn="ctr">
            <a:noFill/>
            <a:round/>
            <a:headEnd/>
            <a:tailEnd/>
          </a:ln>
          <a:effectLst/>
        </p:spPr>
        <p:txBody>
          <a:bodyPr anchor="ctr" anchorCtr="0"/>
          <a:lstStyle/>
          <a:p>
            <a:pPr lvl="0" algn="ctr" eaLnBrk="0" fontAlgn="base" hangingPunct="0">
              <a:lnSpc>
                <a:spcPct val="90000"/>
              </a:lnSpc>
              <a:spcBef>
                <a:spcPct val="40000"/>
              </a:spcBef>
              <a:spcAft>
                <a:spcPct val="0"/>
              </a:spcAft>
              <a:buClr>
                <a:srgbClr val="8DACD0"/>
              </a:buClr>
              <a:buSzPct val="70000"/>
            </a:pPr>
            <a:r>
              <a:rPr lang="fr-FR" sz="2300" b="1" dirty="0" smtClean="0">
                <a:solidFill>
                  <a:srgbClr val="000000"/>
                </a:solidFill>
                <a:latin typeface="Segoe UI" pitchFamily="34" charset="0"/>
                <a:ea typeface="Segoe UI" pitchFamily="34" charset="0"/>
                <a:cs typeface="Segoe UI" pitchFamily="34" charset="0"/>
              </a:rPr>
              <a:t>Connection physique avec le serveur</a:t>
            </a:r>
            <a:endParaRPr lang="fr-FR" sz="2300" b="1" dirty="0">
              <a:solidFill>
                <a:srgbClr val="000000"/>
              </a:solidFill>
              <a:latin typeface="Segoe UI" pitchFamily="34" charset="0"/>
              <a:ea typeface="Segoe UI" pitchFamily="34" charset="0"/>
              <a:cs typeface="Segoe UI" pitchFamily="34" charset="0"/>
            </a:endParaRPr>
          </a:p>
        </p:txBody>
      </p:sp>
      <p:grpSp>
        <p:nvGrpSpPr>
          <p:cNvPr id="8" name="Group 7" descr="Server with attached disks"/>
          <p:cNvGrpSpPr/>
          <p:nvPr/>
        </p:nvGrpSpPr>
        <p:grpSpPr>
          <a:xfrm>
            <a:off x="3127476" y="4228350"/>
            <a:ext cx="2906973" cy="1870427"/>
            <a:chOff x="3102638" y="4113029"/>
            <a:chExt cx="2906973" cy="1870427"/>
          </a:xfrm>
        </p:grpSpPr>
        <p:sp>
          <p:nvSpPr>
            <p:cNvPr id="9" name="AutoShape 31"/>
            <p:cNvSpPr>
              <a:spLocks noChangeArrowheads="1"/>
            </p:cNvSpPr>
            <p:nvPr/>
          </p:nvSpPr>
          <p:spPr bwMode="auto">
            <a:xfrm>
              <a:off x="3102638" y="5653440"/>
              <a:ext cx="2906973" cy="330016"/>
            </a:xfrm>
            <a:prstGeom prst="roundRect">
              <a:avLst>
                <a:gd name="adj" fmla="val 4167"/>
              </a:avLst>
            </a:prstGeom>
            <a:noFill/>
            <a:ln w="9525">
              <a:noFill/>
              <a:round/>
              <a:headEnd/>
              <a:tailEnd/>
            </a:ln>
            <a:effectLst/>
          </p:spPr>
          <p:txBody>
            <a:bodyPr wrap="none" anchor="ctr"/>
            <a:lstStyle/>
            <a:p>
              <a:pPr lvl="0" algn="ctr" eaLnBrk="0" fontAlgn="base" hangingPunct="0">
                <a:spcBef>
                  <a:spcPct val="0"/>
                </a:spcBef>
                <a:spcAft>
                  <a:spcPct val="0"/>
                </a:spcAft>
                <a:defRPr/>
              </a:pPr>
              <a:r>
                <a:rPr lang="en-US" b="1" dirty="0">
                  <a:solidFill>
                    <a:srgbClr val="000000"/>
                  </a:solidFill>
                  <a:latin typeface="Segoe UI" pitchFamily="34" charset="0"/>
                  <a:ea typeface="Segoe UI" pitchFamily="34" charset="0"/>
                  <a:cs typeface="Segoe UI" pitchFamily="34" charset="0"/>
                </a:rPr>
                <a:t>Server with attached disks</a:t>
              </a:r>
            </a:p>
          </p:txBody>
        </p:sp>
        <p:pic>
          <p:nvPicPr>
            <p:cNvPr id="10" name="Picture 18"/>
            <p:cNvPicPr>
              <a:picLocks noChangeAspect="1" noChangeArrowheads="1"/>
            </p:cNvPicPr>
            <p:nvPr/>
          </p:nvPicPr>
          <p:blipFill>
            <a:blip r:embed="rId3" cstate="print">
              <a:extLst>
                <a:ext uri="{28A0092B-C50C-407E-A947-70E740481C1C}">
                  <a14:useLocalDpi xmlns:a14="http://schemas.microsoft.com/office/drawing/2010/main" xmlns="" val="0"/>
                </a:ext>
              </a:extLst>
            </a:blip>
            <a:stretch>
              <a:fillRect/>
            </a:stretch>
          </p:blipFill>
          <p:spPr bwMode="auto">
            <a:xfrm>
              <a:off x="3916622" y="4113029"/>
              <a:ext cx="824190" cy="1463584"/>
            </a:xfrm>
            <a:prstGeom prst="rect">
              <a:avLst/>
            </a:prstGeom>
            <a:noFill/>
            <a:ln>
              <a:noFill/>
            </a:ln>
            <a:effectLst/>
            <a:extLst/>
          </p:spPr>
        </p:pic>
        <p:pic>
          <p:nvPicPr>
            <p:cNvPr id="11" name="Picture 26"/>
            <p:cNvPicPr>
              <a:picLocks noChangeAspect="1" noChangeArrowheads="1"/>
            </p:cNvPicPr>
            <p:nvPr/>
          </p:nvPicPr>
          <p:blipFill>
            <a:blip r:embed="rId4" cstate="print">
              <a:extLst>
                <a:ext uri="{28A0092B-C50C-407E-A947-70E740481C1C}">
                  <a14:useLocalDpi xmlns:a14="http://schemas.microsoft.com/office/drawing/2010/main" xmlns="" val="0"/>
                </a:ext>
              </a:extLst>
            </a:blip>
            <a:stretch>
              <a:fillRect/>
            </a:stretch>
          </p:blipFill>
          <p:spPr bwMode="auto">
            <a:xfrm>
              <a:off x="4441918" y="4584239"/>
              <a:ext cx="593160" cy="964238"/>
            </a:xfrm>
            <a:prstGeom prst="rect">
              <a:avLst/>
            </a:prstGeom>
            <a:noFill/>
            <a:ln>
              <a:noFill/>
            </a:ln>
            <a:effectLst/>
            <a:extLst/>
          </p:spPr>
        </p:pic>
      </p:grpSp>
    </p:spTree>
    <p:extLst>
      <p:ext uri="{BB962C8B-B14F-4D97-AF65-F5344CB8AC3E}">
        <p14:creationId xmlns:p14="http://schemas.microsoft.com/office/powerpoint/2010/main" xmlns="" val="3778250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89cf9005-f8ce-47ff-a8ba-fbc4c5de18b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Network Attached Storage</a:t>
            </a:r>
            <a:endParaRPr lang="en-CA" dirty="0"/>
          </a:p>
        </p:txBody>
      </p:sp>
      <p:sp>
        <p:nvSpPr>
          <p:cNvPr id="4" name="Rounded Rectangle 844803"/>
          <p:cNvSpPr>
            <a:spLocks noChangeArrowheads="1"/>
          </p:cNvSpPr>
          <p:nvPr/>
        </p:nvSpPr>
        <p:spPr bwMode="auto">
          <a:xfrm>
            <a:off x="426849" y="1913479"/>
            <a:ext cx="3573934" cy="3921264"/>
          </a:xfrm>
          <a:prstGeom prst="roundRect">
            <a:avLst>
              <a:gd name="adj" fmla="val 4167"/>
            </a:avLst>
          </a:prstGeom>
          <a:noFill/>
          <a:ln w="9525" algn="ctr">
            <a:noFill/>
            <a:round/>
            <a:headEnd/>
            <a:tailEnd/>
          </a:ln>
          <a:effectLst/>
        </p:spPr>
        <p:txBody>
          <a:bodyPr/>
          <a:lstStyle/>
          <a:p>
            <a:pPr lvl="0" eaLnBrk="0" fontAlgn="base" hangingPunct="0">
              <a:lnSpc>
                <a:spcPct val="90000"/>
              </a:lnSpc>
              <a:spcBef>
                <a:spcPct val="40000"/>
              </a:spcBef>
              <a:spcAft>
                <a:spcPct val="0"/>
              </a:spcAft>
              <a:buClr>
                <a:srgbClr val="8DACD0"/>
              </a:buClr>
              <a:buSzPct val="70000"/>
            </a:pPr>
            <a:r>
              <a:rPr lang="fr-FR" sz="2200" b="1" dirty="0" smtClean="0">
                <a:solidFill>
                  <a:srgbClr val="000000"/>
                </a:solidFill>
                <a:latin typeface="Segoe UI" pitchFamily="34" charset="0"/>
                <a:ea typeface="Segoe UI" pitchFamily="34" charset="0"/>
                <a:cs typeface="Segoe UI" pitchFamily="34" charset="0"/>
              </a:rPr>
              <a:t>Avantages :</a:t>
            </a:r>
          </a:p>
          <a:p>
            <a:pPr marL="228600" lvl="0" indent="-228600" eaLnBrk="0" fontAlgn="base" hangingPunct="0">
              <a:lnSpc>
                <a:spcPct val="90000"/>
              </a:lnSpc>
              <a:spcBef>
                <a:spcPct val="40000"/>
              </a:spcBef>
              <a:spcAft>
                <a:spcPct val="0"/>
              </a:spcAft>
              <a:buClr>
                <a:srgbClr val="006699"/>
              </a:buClr>
              <a:buFontTx/>
              <a:buChar char="•"/>
            </a:pPr>
            <a:r>
              <a:rPr lang="fr-FR" sz="2200" dirty="0" smtClean="0">
                <a:solidFill>
                  <a:srgbClr val="000000"/>
                </a:solidFill>
                <a:latin typeface="Segoe UI" pitchFamily="34" charset="0"/>
                <a:ea typeface="Segoe UI" pitchFamily="34" charset="0"/>
                <a:cs typeface="Segoe UI" pitchFamily="34" charset="0"/>
              </a:rPr>
              <a:t>Centralisation des données pour un prix acceptable</a:t>
            </a:r>
          </a:p>
          <a:p>
            <a:pPr marL="228600" indent="-228600" eaLnBrk="0" fontAlgn="base" hangingPunct="0">
              <a:lnSpc>
                <a:spcPct val="90000"/>
              </a:lnSpc>
              <a:spcBef>
                <a:spcPct val="40000"/>
              </a:spcBef>
              <a:spcAft>
                <a:spcPct val="0"/>
              </a:spcAft>
              <a:buClr>
                <a:srgbClr val="006699"/>
              </a:buClr>
              <a:buFontTx/>
              <a:buChar char="•"/>
            </a:pPr>
            <a:r>
              <a:rPr lang="fr-FR" sz="2200" dirty="0" smtClean="0">
                <a:solidFill>
                  <a:srgbClr val="000000"/>
                </a:solidFill>
                <a:latin typeface="Segoe UI" pitchFamily="34" charset="0"/>
                <a:ea typeface="Segoe UI" pitchFamily="34" charset="0"/>
                <a:cs typeface="Segoe UI" pitchFamily="34" charset="0"/>
              </a:rPr>
              <a:t>Facile à configurer</a:t>
            </a:r>
            <a:br>
              <a:rPr lang="fr-FR" sz="2200" dirty="0" smtClean="0">
                <a:solidFill>
                  <a:srgbClr val="000000"/>
                </a:solidFill>
                <a:latin typeface="Segoe UI" pitchFamily="34" charset="0"/>
                <a:ea typeface="Segoe UI" pitchFamily="34" charset="0"/>
                <a:cs typeface="Segoe UI" pitchFamily="34" charset="0"/>
              </a:rPr>
            </a:br>
            <a:endParaRPr lang="fr-FR" sz="2200" dirty="0" smtClean="0">
              <a:solidFill>
                <a:srgbClr val="000000"/>
              </a:solidFill>
              <a:latin typeface="Segoe UI" pitchFamily="34" charset="0"/>
              <a:ea typeface="Segoe UI" pitchFamily="34" charset="0"/>
              <a:cs typeface="Segoe UI" pitchFamily="34" charset="0"/>
            </a:endParaRPr>
          </a:p>
          <a:p>
            <a:pPr lvl="0" eaLnBrk="0" fontAlgn="base" hangingPunct="0">
              <a:lnSpc>
                <a:spcPct val="90000"/>
              </a:lnSpc>
              <a:spcBef>
                <a:spcPct val="40000"/>
              </a:spcBef>
              <a:spcAft>
                <a:spcPct val="0"/>
              </a:spcAft>
              <a:buClr>
                <a:srgbClr val="8DACD0"/>
              </a:buClr>
              <a:buSzPct val="70000"/>
            </a:pPr>
            <a:r>
              <a:rPr lang="fr-FR" sz="2200" b="1" dirty="0" smtClean="0">
                <a:solidFill>
                  <a:srgbClr val="000000"/>
                </a:solidFill>
                <a:latin typeface="Segoe UI" pitchFamily="34" charset="0"/>
                <a:ea typeface="Segoe UI" pitchFamily="34" charset="0"/>
                <a:cs typeface="Segoe UI" pitchFamily="34" charset="0"/>
              </a:rPr>
              <a:t>Désavantages :</a:t>
            </a:r>
          </a:p>
          <a:p>
            <a:pPr marL="228600" lvl="0" indent="-228600" eaLnBrk="0" fontAlgn="base" hangingPunct="0">
              <a:lnSpc>
                <a:spcPct val="90000"/>
              </a:lnSpc>
              <a:spcBef>
                <a:spcPct val="40000"/>
              </a:spcBef>
              <a:spcAft>
                <a:spcPct val="0"/>
              </a:spcAft>
              <a:buClr>
                <a:srgbClr val="006699"/>
              </a:buClr>
              <a:buFontTx/>
              <a:buChar char="•"/>
            </a:pPr>
            <a:r>
              <a:rPr lang="fr-FR" sz="2200" dirty="0" smtClean="0">
                <a:solidFill>
                  <a:srgbClr val="000000"/>
                </a:solidFill>
                <a:latin typeface="Segoe UI" pitchFamily="34" charset="0"/>
                <a:ea typeface="Segoe UI" pitchFamily="34" charset="0"/>
                <a:cs typeface="Segoe UI" pitchFamily="34" charset="0"/>
              </a:rPr>
              <a:t>Accès lent</a:t>
            </a:r>
          </a:p>
          <a:p>
            <a:pPr marL="228600" lvl="0" indent="-228600" eaLnBrk="0" fontAlgn="base" hangingPunct="0">
              <a:lnSpc>
                <a:spcPct val="90000"/>
              </a:lnSpc>
              <a:spcBef>
                <a:spcPct val="40000"/>
              </a:spcBef>
              <a:spcAft>
                <a:spcPct val="0"/>
              </a:spcAft>
              <a:buClr>
                <a:srgbClr val="006699"/>
              </a:buClr>
              <a:buFontTx/>
              <a:buChar char="•"/>
            </a:pPr>
            <a:r>
              <a:rPr lang="fr-FR" sz="2200" dirty="0" smtClean="0">
                <a:solidFill>
                  <a:srgbClr val="000000"/>
                </a:solidFill>
                <a:latin typeface="Segoe UI" pitchFamily="34" charset="0"/>
                <a:ea typeface="Segoe UI" pitchFamily="34" charset="0"/>
                <a:cs typeface="Segoe UI" pitchFamily="34" charset="0"/>
              </a:rPr>
              <a:t>Ce n’est pas une solution professionnelle</a:t>
            </a:r>
            <a:endParaRPr lang="fr-FR" sz="2200" dirty="0">
              <a:solidFill>
                <a:srgbClr val="000000"/>
              </a:solidFill>
              <a:latin typeface="Segoe UI" pitchFamily="34" charset="0"/>
              <a:ea typeface="Segoe UI" pitchFamily="34" charset="0"/>
              <a:cs typeface="Segoe UI" pitchFamily="34" charset="0"/>
            </a:endParaRPr>
          </a:p>
        </p:txBody>
      </p:sp>
      <p:sp>
        <p:nvSpPr>
          <p:cNvPr id="5" name="Text Box 22"/>
          <p:cNvSpPr txBox="1">
            <a:spLocks noChangeArrowheads="1"/>
          </p:cNvSpPr>
          <p:nvPr/>
        </p:nvSpPr>
        <p:spPr bwMode="auto">
          <a:xfrm>
            <a:off x="426849" y="1069241"/>
            <a:ext cx="7243897" cy="743850"/>
          </a:xfrm>
          <a:prstGeom prst="rect">
            <a:avLst/>
          </a:prstGeom>
          <a:noFill/>
          <a:ln w="9525" algn="ctr">
            <a:noFill/>
            <a:miter lim="800000"/>
            <a:headEnd/>
            <a:tailEnd/>
          </a:ln>
          <a:effectLst/>
        </p:spPr>
        <p:txBody>
          <a:bodyPr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lvl="0" algn="ctr" eaLnBrk="1" fontAlgn="base" hangingPunct="1">
              <a:lnSpc>
                <a:spcPct val="90000"/>
              </a:lnSpc>
              <a:spcBef>
                <a:spcPct val="0"/>
              </a:spcBef>
              <a:spcAft>
                <a:spcPct val="0"/>
              </a:spcAft>
            </a:pPr>
            <a:r>
              <a:rPr lang="fr-BE" sz="2200" b="1" dirty="0" smtClean="0">
                <a:solidFill>
                  <a:srgbClr val="000000"/>
                </a:solidFill>
                <a:latin typeface="Segoe UI" pitchFamily="34" charset="0"/>
                <a:ea typeface="Segoe UI" pitchFamily="34" charset="0"/>
                <a:cs typeface="Segoe UI" pitchFamily="34" charset="0"/>
              </a:rPr>
              <a:t>Connection avec </a:t>
            </a:r>
            <a:r>
              <a:rPr lang="fr-BE" sz="2200" b="1" dirty="0">
                <a:solidFill>
                  <a:srgbClr val="000000"/>
                </a:solidFill>
                <a:latin typeface="Segoe UI" pitchFamily="34" charset="0"/>
                <a:ea typeface="Segoe UI" pitchFamily="34" charset="0"/>
                <a:cs typeface="Segoe UI" pitchFamily="34" charset="0"/>
              </a:rPr>
              <a:t>un périphérique de stockage dédié et accessible par </a:t>
            </a:r>
            <a:r>
              <a:rPr lang="fr-BE" sz="2200" b="1" dirty="0" smtClean="0">
                <a:solidFill>
                  <a:srgbClr val="000000"/>
                </a:solidFill>
                <a:latin typeface="Segoe UI" pitchFamily="34" charset="0"/>
                <a:ea typeface="Segoe UI" pitchFamily="34" charset="0"/>
                <a:cs typeface="Segoe UI" pitchFamily="34" charset="0"/>
              </a:rPr>
              <a:t>le </a:t>
            </a:r>
            <a:r>
              <a:rPr lang="fr-BE" sz="2200" b="1" dirty="0">
                <a:solidFill>
                  <a:srgbClr val="000000"/>
                </a:solidFill>
                <a:latin typeface="Segoe UI" pitchFamily="34" charset="0"/>
                <a:ea typeface="Segoe UI" pitchFamily="34" charset="0"/>
                <a:cs typeface="Segoe UI" pitchFamily="34" charset="0"/>
              </a:rPr>
              <a:t>réseau</a:t>
            </a:r>
            <a:endParaRPr lang="en-US" sz="2200" b="1" dirty="0">
              <a:solidFill>
                <a:srgbClr val="000000"/>
              </a:solidFill>
              <a:latin typeface="Segoe UI" pitchFamily="34" charset="0"/>
              <a:ea typeface="Segoe UI" pitchFamily="34" charset="0"/>
              <a:cs typeface="Segoe UI" pitchFamily="34" charset="0"/>
            </a:endParaRPr>
          </a:p>
        </p:txBody>
      </p:sp>
      <p:grpSp>
        <p:nvGrpSpPr>
          <p:cNvPr id="6" name="Group 5" descr="Illustration that depicts a network attached storage (NAS) device that connects through the network to a file server. The communication between the device and the file server is through file-level access. "/>
          <p:cNvGrpSpPr/>
          <p:nvPr/>
        </p:nvGrpSpPr>
        <p:grpSpPr>
          <a:xfrm>
            <a:off x="4258088" y="1853928"/>
            <a:ext cx="4509414" cy="4225692"/>
            <a:chOff x="4258088" y="1853928"/>
            <a:chExt cx="4509414" cy="4225692"/>
          </a:xfrm>
        </p:grpSpPr>
        <p:grpSp>
          <p:nvGrpSpPr>
            <p:cNvPr id="7" name="Group 6"/>
            <p:cNvGrpSpPr/>
            <p:nvPr/>
          </p:nvGrpSpPr>
          <p:grpSpPr>
            <a:xfrm>
              <a:off x="5723884" y="1853928"/>
              <a:ext cx="3043618" cy="4225692"/>
              <a:chOff x="5593258" y="2013582"/>
              <a:chExt cx="3043618" cy="4225692"/>
            </a:xfrm>
          </p:grpSpPr>
          <p:pic>
            <p:nvPicPr>
              <p:cNvPr id="14" name="Picture 1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593258" y="3610397"/>
                <a:ext cx="1898334" cy="987133"/>
              </a:xfrm>
              <a:prstGeom prst="rect">
                <a:avLst/>
              </a:prstGeom>
            </p:spPr>
          </p:pic>
          <p:sp>
            <p:nvSpPr>
              <p:cNvPr id="15" name="AutoShape 31"/>
              <p:cNvSpPr>
                <a:spLocks noChangeArrowheads="1"/>
              </p:cNvSpPr>
              <p:nvPr/>
            </p:nvSpPr>
            <p:spPr bwMode="auto">
              <a:xfrm>
                <a:off x="7376545" y="5428244"/>
                <a:ext cx="1127919" cy="288925"/>
              </a:xfrm>
              <a:prstGeom prst="roundRect">
                <a:avLst>
                  <a:gd name="adj" fmla="val 4167"/>
                </a:avLst>
              </a:prstGeom>
              <a:solidFill>
                <a:schemeClr val="bg1"/>
              </a:solidFill>
              <a:ln w="9525">
                <a:noFill/>
                <a:round/>
                <a:headEnd/>
                <a:tailEnd/>
              </a:ln>
              <a:effectLst/>
            </p:spPr>
            <p:txBody>
              <a:bodyPr wrap="none" anchor="ctr"/>
              <a:lstStyle/>
              <a:p>
                <a:pPr lvl="0" algn="ctr" fontAlgn="base">
                  <a:spcBef>
                    <a:spcPct val="0"/>
                  </a:spcBef>
                  <a:spcAft>
                    <a:spcPct val="0"/>
                  </a:spcAft>
                  <a:defRPr/>
                </a:pPr>
                <a:r>
                  <a:rPr lang="en-US" b="1" dirty="0">
                    <a:solidFill>
                      <a:srgbClr val="000000"/>
                    </a:solidFill>
                    <a:latin typeface="Segoe UI" pitchFamily="34" charset="0"/>
                    <a:ea typeface="Segoe UI" pitchFamily="34" charset="0"/>
                    <a:cs typeface="Segoe UI" pitchFamily="34" charset="0"/>
                  </a:rPr>
                  <a:t>File server</a:t>
                </a:r>
              </a:p>
            </p:txBody>
          </p:sp>
          <p:sp>
            <p:nvSpPr>
              <p:cNvPr id="16" name="Rectangle 16415"/>
              <p:cNvSpPr>
                <a:spLocks noChangeArrowheads="1"/>
              </p:cNvSpPr>
              <p:nvPr/>
            </p:nvSpPr>
            <p:spPr bwMode="auto">
              <a:xfrm>
                <a:off x="7540120" y="3519502"/>
                <a:ext cx="1096756" cy="738664"/>
              </a:xfrm>
              <a:prstGeom prst="rect">
                <a:avLst/>
              </a:prstGeom>
              <a:noFill/>
              <a:ln w="9525">
                <a:noFill/>
                <a:miter lim="800000"/>
                <a:headEnd/>
                <a:tailEnd/>
              </a:ln>
            </p:spPr>
            <p:txBody>
              <a:bodyPr wrap="square" lIns="0" tIns="0" rIns="0" bIns="0">
                <a:spAutoFit/>
              </a:bodyPr>
              <a:lstStyle/>
              <a:p>
                <a:pPr lvl="0" fontAlgn="base">
                  <a:spcBef>
                    <a:spcPct val="0"/>
                  </a:spcBef>
                  <a:spcAft>
                    <a:spcPct val="0"/>
                  </a:spcAft>
                  <a:defRPr/>
                </a:pPr>
                <a:r>
                  <a:rPr lang="en-US" sz="1600" b="1" dirty="0">
                    <a:solidFill>
                      <a:srgbClr val="000000"/>
                    </a:solidFill>
                    <a:latin typeface="Segoe UI" pitchFamily="34" charset="0"/>
                    <a:ea typeface="Segoe UI" pitchFamily="34" charset="0"/>
                    <a:cs typeface="Segoe UI" pitchFamily="34" charset="0"/>
                  </a:rPr>
                  <a:t>Local Area </a:t>
                </a:r>
              </a:p>
              <a:p>
                <a:pPr lvl="0" fontAlgn="base">
                  <a:spcBef>
                    <a:spcPct val="0"/>
                  </a:spcBef>
                  <a:spcAft>
                    <a:spcPct val="0"/>
                  </a:spcAft>
                  <a:defRPr/>
                </a:pPr>
                <a:r>
                  <a:rPr lang="en-US" sz="1600" b="1" dirty="0">
                    <a:solidFill>
                      <a:srgbClr val="000000"/>
                    </a:solidFill>
                    <a:latin typeface="Segoe UI" pitchFamily="34" charset="0"/>
                    <a:ea typeface="Segoe UI" pitchFamily="34" charset="0"/>
                    <a:cs typeface="Segoe UI" pitchFamily="34" charset="0"/>
                  </a:rPr>
                  <a:t>Network </a:t>
                </a:r>
              </a:p>
              <a:p>
                <a:pPr lvl="0" fontAlgn="base">
                  <a:spcBef>
                    <a:spcPct val="0"/>
                  </a:spcBef>
                  <a:spcAft>
                    <a:spcPct val="0"/>
                  </a:spcAft>
                  <a:defRPr/>
                </a:pPr>
                <a:r>
                  <a:rPr lang="en-US" sz="1600" b="1" dirty="0">
                    <a:solidFill>
                      <a:srgbClr val="000000"/>
                    </a:solidFill>
                    <a:latin typeface="Segoe UI" pitchFamily="34" charset="0"/>
                    <a:ea typeface="Segoe UI" pitchFamily="34" charset="0"/>
                    <a:cs typeface="Segoe UI" pitchFamily="34" charset="0"/>
                  </a:rPr>
                  <a:t>(Ethernet)</a:t>
                </a:r>
                <a:endParaRPr lang="en-US" sz="1600" b="1" dirty="0">
                  <a:solidFill>
                    <a:srgbClr val="000000"/>
                  </a:solidFill>
                  <a:effectLst>
                    <a:outerShdw blurRad="38100" dist="38100" dir="2700000" algn="tl">
                      <a:srgbClr val="C0C0C0"/>
                    </a:outerShdw>
                  </a:effectLst>
                  <a:latin typeface="Segoe UI" pitchFamily="34" charset="0"/>
                  <a:ea typeface="Segoe UI" pitchFamily="34" charset="0"/>
                  <a:cs typeface="Segoe UI" pitchFamily="34" charset="0"/>
                </a:endParaRPr>
              </a:p>
            </p:txBody>
          </p:sp>
          <p:sp>
            <p:nvSpPr>
              <p:cNvPr id="17" name="AutoShape 31"/>
              <p:cNvSpPr>
                <a:spLocks noChangeArrowheads="1"/>
              </p:cNvSpPr>
              <p:nvPr/>
            </p:nvSpPr>
            <p:spPr bwMode="auto">
              <a:xfrm>
                <a:off x="6767965" y="2456136"/>
                <a:ext cx="1282700" cy="336544"/>
              </a:xfrm>
              <a:prstGeom prst="roundRect">
                <a:avLst>
                  <a:gd name="adj" fmla="val 4167"/>
                </a:avLst>
              </a:prstGeom>
              <a:solidFill>
                <a:schemeClr val="bg1"/>
              </a:solidFill>
              <a:ln w="9525">
                <a:noFill/>
                <a:round/>
                <a:headEnd/>
                <a:tailEnd/>
              </a:ln>
              <a:effectLst/>
            </p:spPr>
            <p:txBody>
              <a:bodyPr wrap="none" anchor="ctr"/>
              <a:lstStyle/>
              <a:p>
                <a:pPr lvl="0" algn="ctr" fontAlgn="base">
                  <a:spcBef>
                    <a:spcPct val="0"/>
                  </a:spcBef>
                  <a:spcAft>
                    <a:spcPct val="0"/>
                  </a:spcAft>
                  <a:defRPr/>
                </a:pPr>
                <a:r>
                  <a:rPr lang="en-US" b="1" dirty="0">
                    <a:solidFill>
                      <a:srgbClr val="000000"/>
                    </a:solidFill>
                    <a:latin typeface="Segoe UI" pitchFamily="34" charset="0"/>
                    <a:ea typeface="Segoe UI" pitchFamily="34" charset="0"/>
                    <a:cs typeface="Segoe UI" pitchFamily="34" charset="0"/>
                  </a:rPr>
                  <a:t>NAS device</a:t>
                </a:r>
              </a:p>
            </p:txBody>
          </p:sp>
          <p:cxnSp>
            <p:nvCxnSpPr>
              <p:cNvPr id="18" name="Elbow Connector 17"/>
              <p:cNvCxnSpPr/>
              <p:nvPr/>
            </p:nvCxnSpPr>
            <p:spPr bwMode="auto">
              <a:xfrm rot="16200000" flipH="1">
                <a:off x="5438764" y="3537392"/>
                <a:ext cx="2335148" cy="953272"/>
              </a:xfrm>
              <a:prstGeom prst="bentConnector3">
                <a:avLst>
                  <a:gd name="adj1" fmla="val 38812"/>
                </a:avLst>
              </a:prstGeom>
              <a:gradFill rotWithShape="1">
                <a:gsLst>
                  <a:gs pos="0">
                    <a:srgbClr val="E4CD9A"/>
                  </a:gs>
                  <a:gs pos="100000">
                    <a:srgbClr val="EEEFD7"/>
                  </a:gs>
                </a:gsLst>
                <a:lin ang="2700000" scaled="1"/>
              </a:gradFill>
              <a:ln w="28575" cap="flat" cmpd="sng" algn="ctr">
                <a:solidFill>
                  <a:schemeClr val="accent6">
                    <a:lumMod val="50000"/>
                  </a:schemeClr>
                </a:solidFill>
                <a:prstDash val="solid"/>
                <a:round/>
                <a:headEnd type="none" w="med" len="med"/>
                <a:tailEnd type="none" w="med" len="med"/>
              </a:ln>
              <a:effectLst/>
            </p:spPr>
          </p:cxnSp>
          <p:pic>
            <p:nvPicPr>
              <p:cNvPr id="19" name="Picture 18"/>
              <p:cNvPicPr>
                <a:picLocks noChangeAspect="1" noChangeArrowheads="1"/>
              </p:cNvPicPr>
              <p:nvPr/>
            </p:nvPicPr>
            <p:blipFill>
              <a:blip r:embed="rId4" cstate="print">
                <a:extLst>
                  <a:ext uri="{28A0092B-C50C-407E-A947-70E740481C1C}">
                    <a14:useLocalDpi xmlns:a14="http://schemas.microsoft.com/office/drawing/2010/main" xmlns="" val="0"/>
                  </a:ext>
                </a:extLst>
              </a:blip>
              <a:stretch>
                <a:fillRect/>
              </a:stretch>
            </p:blipFill>
            <p:spPr bwMode="auto">
              <a:xfrm>
                <a:off x="5810968" y="2013582"/>
                <a:ext cx="727819" cy="1292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20" name="Curved Connector 19"/>
              <p:cNvCxnSpPr>
                <a:endCxn id="21" idx="0"/>
              </p:cNvCxnSpPr>
              <p:nvPr/>
            </p:nvCxnSpPr>
            <p:spPr bwMode="auto">
              <a:xfrm rot="16200000" flipH="1">
                <a:off x="5633149" y="3699027"/>
                <a:ext cx="1640789" cy="854802"/>
              </a:xfrm>
              <a:prstGeom prst="curvedConnector3">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a:tailEnd type="arrow"/>
              </a:ln>
              <a:effectLst/>
            </p:spPr>
          </p:cxnSp>
          <p:pic>
            <p:nvPicPr>
              <p:cNvPr id="21" name="Picture 18"/>
              <p:cNvPicPr>
                <a:picLocks noChangeAspect="1" noChangeArrowheads="1"/>
              </p:cNvPicPr>
              <p:nvPr/>
            </p:nvPicPr>
            <p:blipFill>
              <a:blip r:embed="rId4" cstate="print">
                <a:extLst>
                  <a:ext uri="{28A0092B-C50C-407E-A947-70E740481C1C}">
                    <a14:useLocalDpi xmlns:a14="http://schemas.microsoft.com/office/drawing/2010/main" xmlns="" val="0"/>
                  </a:ext>
                </a:extLst>
              </a:blip>
              <a:stretch>
                <a:fillRect/>
              </a:stretch>
            </p:blipFill>
            <p:spPr bwMode="auto">
              <a:xfrm>
                <a:off x="6517034" y="4946823"/>
                <a:ext cx="727820" cy="12924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grpSp>
          <p:nvGrpSpPr>
            <p:cNvPr id="8" name="Group 7"/>
            <p:cNvGrpSpPr/>
            <p:nvPr/>
          </p:nvGrpSpPr>
          <p:grpSpPr>
            <a:xfrm>
              <a:off x="4258088" y="4443358"/>
              <a:ext cx="1973212" cy="1517059"/>
              <a:chOff x="4339769" y="4374278"/>
              <a:chExt cx="1973212" cy="1517059"/>
            </a:xfrm>
          </p:grpSpPr>
          <p:sp>
            <p:nvSpPr>
              <p:cNvPr id="9" name="Rectangle 8"/>
              <p:cNvSpPr/>
              <p:nvPr/>
            </p:nvSpPr>
            <p:spPr bwMode="auto">
              <a:xfrm>
                <a:off x="4339769" y="4374278"/>
                <a:ext cx="1973212" cy="1517059"/>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dirty="0">
                  <a:solidFill>
                    <a:srgbClr val="000000"/>
                  </a:solidFill>
                  <a:latin typeface="Verdana" pitchFamily="34" charset="0"/>
                </a:endParaRPr>
              </a:p>
            </p:txBody>
          </p:sp>
          <p:sp>
            <p:nvSpPr>
              <p:cNvPr id="10" name="AutoShape 31"/>
              <p:cNvSpPr>
                <a:spLocks noChangeArrowheads="1"/>
              </p:cNvSpPr>
              <p:nvPr/>
            </p:nvSpPr>
            <p:spPr bwMode="auto">
              <a:xfrm>
                <a:off x="4401198" y="4619843"/>
                <a:ext cx="1810185" cy="646228"/>
              </a:xfrm>
              <a:prstGeom prst="roundRect">
                <a:avLst>
                  <a:gd name="adj" fmla="val 4167"/>
                </a:avLst>
              </a:prstGeom>
              <a:noFill/>
              <a:ln w="9525">
                <a:noFill/>
                <a:round/>
                <a:headEnd/>
                <a:tailEnd/>
              </a:ln>
              <a:effectLst/>
            </p:spPr>
            <p:txBody>
              <a:bodyPr wrap="none" anchor="ctr"/>
              <a:lstStyle/>
              <a:p>
                <a:pPr lvl="0" algn="ctr" fontAlgn="base">
                  <a:spcBef>
                    <a:spcPct val="0"/>
                  </a:spcBef>
                  <a:spcAft>
                    <a:spcPct val="0"/>
                  </a:spcAft>
                  <a:defRPr/>
                </a:pPr>
                <a:r>
                  <a:rPr lang="en-US" sz="1600" b="1" dirty="0">
                    <a:solidFill>
                      <a:srgbClr val="000000"/>
                    </a:solidFill>
                    <a:latin typeface="Segoe UI" pitchFamily="34" charset="0"/>
                    <a:ea typeface="Segoe UI" pitchFamily="34" charset="0"/>
                    <a:cs typeface="Segoe UI" pitchFamily="34" charset="0"/>
                  </a:rPr>
                  <a:t>File-level access </a:t>
                </a:r>
              </a:p>
              <a:p>
                <a:pPr lvl="0" algn="ctr" fontAlgn="base">
                  <a:spcBef>
                    <a:spcPct val="0"/>
                  </a:spcBef>
                  <a:spcAft>
                    <a:spcPct val="0"/>
                  </a:spcAft>
                  <a:defRPr/>
                </a:pPr>
                <a:r>
                  <a:rPr lang="en-US" sz="1600" b="1" dirty="0">
                    <a:solidFill>
                      <a:srgbClr val="000000"/>
                    </a:solidFill>
                    <a:latin typeface="Segoe UI" pitchFamily="34" charset="0"/>
                    <a:ea typeface="Segoe UI" pitchFamily="34" charset="0"/>
                    <a:cs typeface="Segoe UI" pitchFamily="34" charset="0"/>
                  </a:rPr>
                  <a:t>(CIFS, NFS)</a:t>
                </a:r>
              </a:p>
            </p:txBody>
          </p:sp>
          <p:cxnSp>
            <p:nvCxnSpPr>
              <p:cNvPr id="11" name="Straight Connector 10"/>
              <p:cNvCxnSpPr/>
              <p:nvPr/>
            </p:nvCxnSpPr>
            <p:spPr bwMode="auto">
              <a:xfrm>
                <a:off x="4554746" y="4605698"/>
                <a:ext cx="1503089" cy="0"/>
              </a:xfrm>
              <a:prstGeom prst="line">
                <a:avLst/>
              </a:prstGeom>
              <a:gradFill rotWithShape="1">
                <a:gsLst>
                  <a:gs pos="0">
                    <a:srgbClr val="E4CD9A"/>
                  </a:gs>
                  <a:gs pos="100000">
                    <a:srgbClr val="EEEFD7"/>
                  </a:gs>
                </a:gsLst>
                <a:lin ang="2700000" scaled="1"/>
              </a:gradFill>
              <a:ln w="28575" cap="flat" cmpd="sng" algn="ctr">
                <a:solidFill>
                  <a:srgbClr val="FF0000"/>
                </a:solidFill>
                <a:prstDash val="sysDash"/>
                <a:round/>
                <a:headEnd type="arrow" w="med" len="med"/>
                <a:tailEnd type="arrow" w="med" len="med"/>
              </a:ln>
              <a:effectLst/>
            </p:spPr>
          </p:cxnSp>
          <p:sp>
            <p:nvSpPr>
              <p:cNvPr id="12" name="AutoShape 31"/>
              <p:cNvSpPr>
                <a:spLocks noChangeArrowheads="1"/>
              </p:cNvSpPr>
              <p:nvPr/>
            </p:nvSpPr>
            <p:spPr bwMode="auto">
              <a:xfrm>
                <a:off x="4401198" y="5468528"/>
                <a:ext cx="1810185" cy="323114"/>
              </a:xfrm>
              <a:prstGeom prst="roundRect">
                <a:avLst>
                  <a:gd name="adj" fmla="val 4167"/>
                </a:avLst>
              </a:prstGeom>
              <a:noFill/>
              <a:ln w="9525">
                <a:noFill/>
                <a:round/>
                <a:headEnd/>
                <a:tailEnd/>
              </a:ln>
              <a:effectLst/>
            </p:spPr>
            <p:txBody>
              <a:bodyPr wrap="none" anchor="ctr"/>
              <a:lstStyle/>
              <a:p>
                <a:pPr lvl="0" algn="ctr" fontAlgn="base">
                  <a:spcBef>
                    <a:spcPct val="0"/>
                  </a:spcBef>
                  <a:spcAft>
                    <a:spcPct val="0"/>
                  </a:spcAft>
                  <a:defRPr/>
                </a:pPr>
                <a:r>
                  <a:rPr lang="en-US" sz="1600" b="1" dirty="0">
                    <a:solidFill>
                      <a:srgbClr val="000000"/>
                    </a:solidFill>
                    <a:latin typeface="Segoe UI" pitchFamily="34" charset="0"/>
                    <a:ea typeface="Segoe UI" pitchFamily="34" charset="0"/>
                    <a:cs typeface="Segoe UI" pitchFamily="34" charset="0"/>
                  </a:rPr>
                  <a:t>Network</a:t>
                </a:r>
              </a:p>
            </p:txBody>
          </p:sp>
          <p:cxnSp>
            <p:nvCxnSpPr>
              <p:cNvPr id="13" name="Straight Connector 12"/>
              <p:cNvCxnSpPr/>
              <p:nvPr/>
            </p:nvCxnSpPr>
            <p:spPr bwMode="auto">
              <a:xfrm>
                <a:off x="4554746" y="5454384"/>
                <a:ext cx="1503089" cy="0"/>
              </a:xfrm>
              <a:prstGeom prst="line">
                <a:avLst/>
              </a:prstGeom>
              <a:gradFill rotWithShape="1">
                <a:gsLst>
                  <a:gs pos="0">
                    <a:srgbClr val="E4CD9A"/>
                  </a:gs>
                  <a:gs pos="100000">
                    <a:srgbClr val="EEEFD7"/>
                  </a:gs>
                </a:gsLst>
                <a:lin ang="2700000" scaled="1"/>
              </a:gradFill>
              <a:ln w="28575" cap="flat" cmpd="sng" algn="ctr">
                <a:solidFill>
                  <a:schemeClr val="accent6">
                    <a:lumMod val="50000"/>
                  </a:schemeClr>
                </a:solidFill>
                <a:prstDash val="solid"/>
                <a:round/>
                <a:headEnd type="none" w="med" len="med"/>
                <a:tailEnd type="none" w="med" len="med"/>
              </a:ln>
              <a:effectLst/>
            </p:spPr>
          </p:cxnSp>
        </p:grpSp>
      </p:grpSp>
    </p:spTree>
    <p:extLst>
      <p:ext uri="{BB962C8B-B14F-4D97-AF65-F5344CB8AC3E}">
        <p14:creationId xmlns:p14="http://schemas.microsoft.com/office/powerpoint/2010/main" xmlns="" val="4288363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c015ca23-3bfe-48d3-91c1-9c19ece6de0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Storage Area Network</a:t>
            </a:r>
          </a:p>
        </p:txBody>
      </p:sp>
      <p:sp>
        <p:nvSpPr>
          <p:cNvPr id="4" name="Rounded Rectangle 844803"/>
          <p:cNvSpPr>
            <a:spLocks noChangeArrowheads="1"/>
          </p:cNvSpPr>
          <p:nvPr/>
        </p:nvSpPr>
        <p:spPr bwMode="auto">
          <a:xfrm>
            <a:off x="3228724" y="1677238"/>
            <a:ext cx="5787890" cy="2124075"/>
          </a:xfrm>
          <a:prstGeom prst="roundRect">
            <a:avLst>
              <a:gd name="adj" fmla="val 4167"/>
            </a:avLst>
          </a:prstGeom>
          <a:noFill/>
          <a:ln w="9525" algn="ctr">
            <a:noFill/>
            <a:round/>
            <a:headEnd/>
            <a:tailEnd/>
          </a:ln>
          <a:effectLst/>
        </p:spPr>
        <p:txBody>
          <a:bodyPr/>
          <a:lstStyle/>
          <a:p>
            <a:pPr lvl="0" eaLnBrk="0" fontAlgn="base" hangingPunct="0">
              <a:lnSpc>
                <a:spcPct val="90000"/>
              </a:lnSpc>
              <a:spcBef>
                <a:spcPct val="40000"/>
              </a:spcBef>
              <a:spcAft>
                <a:spcPct val="0"/>
              </a:spcAft>
              <a:buClr>
                <a:srgbClr val="8DACD0"/>
              </a:buClr>
              <a:buSzPct val="70000"/>
            </a:pPr>
            <a:r>
              <a:rPr lang="fr-FR" sz="2200" b="1" dirty="0" smtClean="0">
                <a:solidFill>
                  <a:srgbClr val="000000"/>
                </a:solidFill>
                <a:latin typeface="Segoe UI" pitchFamily="34" charset="0"/>
                <a:ea typeface="Segoe UI" pitchFamily="34" charset="0"/>
                <a:cs typeface="Segoe UI" pitchFamily="34" charset="0"/>
              </a:rPr>
              <a:t>Avantages :</a:t>
            </a:r>
            <a:endParaRPr lang="fr-FR" sz="2200" b="1" dirty="0">
              <a:solidFill>
                <a:srgbClr val="000000"/>
              </a:solidFill>
              <a:latin typeface="Segoe UI" pitchFamily="34" charset="0"/>
              <a:ea typeface="Segoe UI" pitchFamily="34" charset="0"/>
              <a:cs typeface="Segoe UI" pitchFamily="34" charset="0"/>
            </a:endParaRPr>
          </a:p>
        </p:txBody>
      </p:sp>
      <p:sp>
        <p:nvSpPr>
          <p:cNvPr id="5" name="Rounded Rectangle 844804"/>
          <p:cNvSpPr>
            <a:spLocks noChangeArrowheads="1"/>
          </p:cNvSpPr>
          <p:nvPr/>
        </p:nvSpPr>
        <p:spPr bwMode="auto">
          <a:xfrm>
            <a:off x="3465262" y="1991235"/>
            <a:ext cx="5065668" cy="1504950"/>
          </a:xfrm>
          <a:prstGeom prst="roundRect">
            <a:avLst>
              <a:gd name="adj" fmla="val 4167"/>
            </a:avLst>
          </a:prstGeom>
          <a:noFill/>
          <a:ln w="9525" algn="ctr">
            <a:noFill/>
            <a:round/>
            <a:headEnd/>
            <a:tailEnd/>
          </a:ln>
          <a:effectLst/>
        </p:spPr>
        <p:txBody>
          <a:bodyPr anchor="ctr"/>
          <a:lstStyle/>
          <a:p>
            <a:pPr marL="228600" indent="-228600" eaLnBrk="0" hangingPunct="0">
              <a:lnSpc>
                <a:spcPct val="90000"/>
              </a:lnSpc>
              <a:spcBef>
                <a:spcPct val="40000"/>
              </a:spcBef>
              <a:buClr>
                <a:srgbClr val="006699"/>
              </a:buClr>
              <a:buFontTx/>
              <a:buChar char="•"/>
            </a:pPr>
            <a:r>
              <a:rPr lang="fr-FR" sz="2200" dirty="0" smtClean="0">
                <a:latin typeface="Segoe UI" pitchFamily="34" charset="0"/>
                <a:ea typeface="Segoe UI" pitchFamily="34" charset="0"/>
                <a:cs typeface="Segoe UI" pitchFamily="34" charset="0"/>
              </a:rPr>
              <a:t>Délais d'accès plus rapides</a:t>
            </a:r>
            <a:r>
              <a:rPr lang="fr-FR" sz="2200" b="0" dirty="0" smtClean="0">
                <a:latin typeface="Segoe UI" pitchFamily="34" charset="0"/>
                <a:ea typeface="Segoe UI" pitchFamily="34" charset="0"/>
                <a:cs typeface="Segoe UI" pitchFamily="34" charset="0"/>
              </a:rPr>
              <a:t> </a:t>
            </a:r>
          </a:p>
          <a:p>
            <a:pPr marL="228600" indent="-228600" eaLnBrk="0" hangingPunct="0">
              <a:lnSpc>
                <a:spcPct val="90000"/>
              </a:lnSpc>
              <a:spcBef>
                <a:spcPct val="40000"/>
              </a:spcBef>
              <a:buClr>
                <a:srgbClr val="006699"/>
              </a:buClr>
              <a:buFontTx/>
              <a:buChar char="•"/>
            </a:pPr>
            <a:r>
              <a:rPr lang="fr-FR" sz="2200" dirty="0" smtClean="0">
                <a:latin typeface="Segoe UI" pitchFamily="34" charset="0"/>
                <a:ea typeface="Segoe UI" pitchFamily="34" charset="0"/>
                <a:cs typeface="Segoe UI" pitchFamily="34" charset="0"/>
              </a:rPr>
              <a:t>Stockage centralisé</a:t>
            </a:r>
            <a:endParaRPr lang="fr-FR" sz="2200" b="0" dirty="0" smtClean="0">
              <a:latin typeface="Segoe UI" pitchFamily="34" charset="0"/>
              <a:ea typeface="Segoe UI" pitchFamily="34" charset="0"/>
              <a:cs typeface="Segoe UI" pitchFamily="34" charset="0"/>
            </a:endParaRPr>
          </a:p>
          <a:p>
            <a:pPr marL="228600" indent="-228600" eaLnBrk="0" hangingPunct="0">
              <a:lnSpc>
                <a:spcPct val="90000"/>
              </a:lnSpc>
              <a:spcBef>
                <a:spcPct val="40000"/>
              </a:spcBef>
              <a:buClr>
                <a:srgbClr val="006699"/>
              </a:buClr>
              <a:buFontTx/>
              <a:buChar char="•"/>
            </a:pPr>
            <a:r>
              <a:rPr lang="fr-FR" sz="2200" b="0" dirty="0" smtClean="0">
                <a:latin typeface="Segoe UI" pitchFamily="34" charset="0"/>
                <a:ea typeface="Segoe UI" pitchFamily="34" charset="0"/>
                <a:cs typeface="Segoe UI" pitchFamily="34" charset="0"/>
              </a:rPr>
              <a:t>Haut niveau de redondance</a:t>
            </a:r>
            <a:endParaRPr lang="fr-FR" sz="2200" b="0" dirty="0">
              <a:latin typeface="Segoe UI" pitchFamily="34" charset="0"/>
              <a:ea typeface="Segoe UI" pitchFamily="34" charset="0"/>
              <a:cs typeface="Segoe UI" pitchFamily="34" charset="0"/>
            </a:endParaRPr>
          </a:p>
        </p:txBody>
      </p:sp>
      <p:sp>
        <p:nvSpPr>
          <p:cNvPr id="6" name="Rounded Rectangle 844803"/>
          <p:cNvSpPr>
            <a:spLocks noChangeArrowheads="1"/>
          </p:cNvSpPr>
          <p:nvPr/>
        </p:nvSpPr>
        <p:spPr bwMode="auto">
          <a:xfrm>
            <a:off x="3228723" y="3944564"/>
            <a:ext cx="5828351" cy="1465263"/>
          </a:xfrm>
          <a:prstGeom prst="roundRect">
            <a:avLst>
              <a:gd name="adj" fmla="val 4167"/>
            </a:avLst>
          </a:prstGeom>
          <a:noFill/>
          <a:ln w="9525" algn="ctr">
            <a:noFill/>
            <a:round/>
            <a:headEnd/>
            <a:tailEnd/>
          </a:ln>
          <a:effectLst/>
        </p:spPr>
        <p:txBody>
          <a:bodyPr/>
          <a:lstStyle/>
          <a:p>
            <a:pPr lvl="0" eaLnBrk="0" fontAlgn="base" hangingPunct="0">
              <a:lnSpc>
                <a:spcPct val="90000"/>
              </a:lnSpc>
              <a:spcBef>
                <a:spcPct val="40000"/>
              </a:spcBef>
              <a:spcAft>
                <a:spcPct val="0"/>
              </a:spcAft>
              <a:buClr>
                <a:srgbClr val="8DACD0"/>
              </a:buClr>
              <a:buSzPct val="70000"/>
            </a:pPr>
            <a:r>
              <a:rPr lang="fr-FR" sz="2200" b="1" dirty="0" smtClean="0">
                <a:solidFill>
                  <a:srgbClr val="000000"/>
                </a:solidFill>
                <a:latin typeface="Segoe UI" pitchFamily="34" charset="0"/>
                <a:ea typeface="Segoe UI" pitchFamily="34" charset="0"/>
                <a:cs typeface="Segoe UI" pitchFamily="34" charset="0"/>
              </a:rPr>
              <a:t>Désavantages :</a:t>
            </a:r>
            <a:br>
              <a:rPr lang="fr-FR" sz="2200" b="1" dirty="0" smtClean="0">
                <a:solidFill>
                  <a:srgbClr val="000000"/>
                </a:solidFill>
                <a:latin typeface="Segoe UI" pitchFamily="34" charset="0"/>
                <a:ea typeface="Segoe UI" pitchFamily="34" charset="0"/>
                <a:cs typeface="Segoe UI" pitchFamily="34" charset="0"/>
              </a:rPr>
            </a:br>
            <a:endParaRPr lang="fr-FR" sz="2200" b="1" dirty="0">
              <a:solidFill>
                <a:srgbClr val="000000"/>
              </a:solidFill>
              <a:latin typeface="Segoe UI" pitchFamily="34" charset="0"/>
              <a:ea typeface="Segoe UI" pitchFamily="34" charset="0"/>
              <a:cs typeface="Segoe UI" pitchFamily="34" charset="0"/>
            </a:endParaRPr>
          </a:p>
        </p:txBody>
      </p:sp>
      <p:sp>
        <p:nvSpPr>
          <p:cNvPr id="7" name="Rounded Rectangle 844804"/>
          <p:cNvSpPr>
            <a:spLocks noChangeArrowheads="1"/>
          </p:cNvSpPr>
          <p:nvPr/>
        </p:nvSpPr>
        <p:spPr bwMode="auto">
          <a:xfrm>
            <a:off x="3465262" y="4255715"/>
            <a:ext cx="5083874" cy="1293943"/>
          </a:xfrm>
          <a:prstGeom prst="roundRect">
            <a:avLst>
              <a:gd name="adj" fmla="val 4167"/>
            </a:avLst>
          </a:prstGeom>
          <a:noFill/>
          <a:ln w="9525" algn="ctr">
            <a:noFill/>
            <a:round/>
            <a:headEnd/>
            <a:tailEnd/>
          </a:ln>
          <a:effectLst/>
        </p:spPr>
        <p:txBody>
          <a:bodyPr anchor="ctr"/>
          <a:lstStyle/>
          <a:p>
            <a:pPr marL="228600" indent="-228600" eaLnBrk="0" hangingPunct="0">
              <a:lnSpc>
                <a:spcPct val="90000"/>
              </a:lnSpc>
              <a:spcBef>
                <a:spcPct val="40000"/>
              </a:spcBef>
              <a:buClr>
                <a:srgbClr val="006699"/>
              </a:buClr>
              <a:buFontTx/>
              <a:buChar char="•"/>
            </a:pPr>
            <a:r>
              <a:rPr lang="fr-FR" sz="2200" dirty="0" smtClean="0">
                <a:latin typeface="Segoe UI" pitchFamily="34" charset="0"/>
                <a:ea typeface="Segoe UI" pitchFamily="34" charset="0"/>
                <a:cs typeface="Segoe UI" pitchFamily="34" charset="0"/>
              </a:rPr>
              <a:t>Peut vite devenir très cher</a:t>
            </a:r>
          </a:p>
          <a:p>
            <a:pPr marL="228600" lvl="0" indent="-228600" eaLnBrk="0" fontAlgn="base" hangingPunct="0">
              <a:lnSpc>
                <a:spcPct val="90000"/>
              </a:lnSpc>
              <a:spcBef>
                <a:spcPct val="40000"/>
              </a:spcBef>
              <a:spcAft>
                <a:spcPct val="0"/>
              </a:spcAft>
              <a:buClr>
                <a:srgbClr val="006699"/>
              </a:buClr>
              <a:buFontTx/>
              <a:buChar char="•"/>
            </a:pPr>
            <a:r>
              <a:rPr lang="fr-FR" sz="2200" dirty="0" smtClean="0">
                <a:solidFill>
                  <a:srgbClr val="000000"/>
                </a:solidFill>
                <a:latin typeface="Segoe UI" pitchFamily="34" charset="0"/>
                <a:ea typeface="Segoe UI" pitchFamily="34" charset="0"/>
                <a:cs typeface="Segoe UI" pitchFamily="34" charset="0"/>
              </a:rPr>
              <a:t>Demande des compétences de gestion et configuration</a:t>
            </a:r>
            <a:endParaRPr lang="fr-FR" sz="2200" dirty="0">
              <a:solidFill>
                <a:srgbClr val="000000"/>
              </a:solidFill>
              <a:latin typeface="Segoe UI" pitchFamily="34" charset="0"/>
              <a:ea typeface="Segoe UI" pitchFamily="34" charset="0"/>
              <a:cs typeface="Segoe UI" pitchFamily="34" charset="0"/>
            </a:endParaRPr>
          </a:p>
        </p:txBody>
      </p:sp>
      <p:sp>
        <p:nvSpPr>
          <p:cNvPr id="8" name="Text Box 22"/>
          <p:cNvSpPr txBox="1">
            <a:spLocks noChangeArrowheads="1"/>
          </p:cNvSpPr>
          <p:nvPr/>
        </p:nvSpPr>
        <p:spPr bwMode="auto">
          <a:xfrm>
            <a:off x="120771" y="866775"/>
            <a:ext cx="8919655" cy="612775"/>
          </a:xfrm>
          <a:prstGeom prst="rect">
            <a:avLst/>
          </a:prstGeom>
          <a:noFill/>
          <a:ln w="9525" algn="ctr">
            <a:noFill/>
            <a:miter lim="800000"/>
            <a:headEnd/>
            <a:tailEnd/>
          </a:ln>
          <a:effectLst/>
        </p:spPr>
        <p:txBody>
          <a:bodyPr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lvl="0" algn="ctr" eaLnBrk="1" fontAlgn="base" hangingPunct="1">
              <a:lnSpc>
                <a:spcPct val="90000"/>
              </a:lnSpc>
              <a:spcBef>
                <a:spcPct val="0"/>
              </a:spcBef>
              <a:spcAft>
                <a:spcPct val="0"/>
              </a:spcAft>
            </a:pPr>
            <a:r>
              <a:rPr lang="fr-BE" sz="2200" b="1" dirty="0" smtClean="0">
                <a:solidFill>
                  <a:srgbClr val="000000"/>
                </a:solidFill>
                <a:latin typeface="Segoe UI" pitchFamily="34" charset="0"/>
                <a:ea typeface="Segoe UI" pitchFamily="34" charset="0"/>
                <a:cs typeface="Segoe UI" pitchFamily="34" charset="0"/>
              </a:rPr>
              <a:t>Réseau </a:t>
            </a:r>
            <a:r>
              <a:rPr lang="fr-BE" sz="2200" b="1" dirty="0">
                <a:solidFill>
                  <a:srgbClr val="000000"/>
                </a:solidFill>
                <a:latin typeface="Segoe UI" pitchFamily="34" charset="0"/>
                <a:ea typeface="Segoe UI" pitchFamily="34" charset="0"/>
                <a:cs typeface="Segoe UI" pitchFamily="34" charset="0"/>
              </a:rPr>
              <a:t>spécialisé permettant de mutualiser des ressources de stockage.</a:t>
            </a:r>
            <a:endParaRPr lang="en-US" sz="2200" b="1" dirty="0">
              <a:solidFill>
                <a:srgbClr val="000000"/>
              </a:solidFill>
              <a:latin typeface="Segoe UI" pitchFamily="34" charset="0"/>
              <a:ea typeface="Segoe UI" pitchFamily="34" charset="0"/>
              <a:cs typeface="Segoe UI" pitchFamily="34" charset="0"/>
            </a:endParaRPr>
          </a:p>
        </p:txBody>
      </p:sp>
      <p:sp>
        <p:nvSpPr>
          <p:cNvPr id="9" name="Text Box 22"/>
          <p:cNvSpPr txBox="1">
            <a:spLocks noChangeArrowheads="1"/>
          </p:cNvSpPr>
          <p:nvPr/>
        </p:nvSpPr>
        <p:spPr bwMode="auto">
          <a:xfrm>
            <a:off x="96959" y="5776913"/>
            <a:ext cx="8919655" cy="612775"/>
          </a:xfrm>
          <a:prstGeom prst="rect">
            <a:avLst/>
          </a:prstGeom>
          <a:noFill/>
          <a:ln w="9525" algn="ctr">
            <a:noFill/>
            <a:miter lim="800000"/>
            <a:headEnd/>
            <a:tailEnd/>
          </a:ln>
          <a:effectLst/>
        </p:spPr>
        <p:txBody>
          <a:bodyPr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lvl="0" algn="ctr" eaLnBrk="1" fontAlgn="base" hangingPunct="1">
              <a:lnSpc>
                <a:spcPct val="90000"/>
              </a:lnSpc>
              <a:spcBef>
                <a:spcPct val="0"/>
              </a:spcBef>
              <a:spcAft>
                <a:spcPct val="0"/>
              </a:spcAft>
            </a:pPr>
            <a:r>
              <a:rPr lang="fr-FR" sz="2200" b="1" dirty="0" smtClean="0">
                <a:solidFill>
                  <a:srgbClr val="000000"/>
                </a:solidFill>
                <a:latin typeface="Segoe UI" pitchFamily="34" charset="0"/>
                <a:ea typeface="Segoe UI" pitchFamily="34" charset="0"/>
                <a:cs typeface="Segoe UI" pitchFamily="34" charset="0"/>
              </a:rPr>
              <a:t>Implémentation par Fibre Channel ou </a:t>
            </a:r>
            <a:r>
              <a:rPr lang="fr-FR" sz="2200" b="1" dirty="0" err="1" smtClean="0">
                <a:solidFill>
                  <a:srgbClr val="000000"/>
                </a:solidFill>
                <a:latin typeface="Segoe UI" pitchFamily="34" charset="0"/>
                <a:ea typeface="Segoe UI" pitchFamily="34" charset="0"/>
                <a:cs typeface="Segoe UI" pitchFamily="34" charset="0"/>
              </a:rPr>
              <a:t>iSCSI</a:t>
            </a:r>
            <a:r>
              <a:rPr lang="fr-FR" sz="2200" b="1" dirty="0" smtClean="0">
                <a:solidFill>
                  <a:srgbClr val="000000"/>
                </a:solidFill>
                <a:latin typeface="Segoe UI" pitchFamily="34" charset="0"/>
                <a:ea typeface="Segoe UI" pitchFamily="34" charset="0"/>
                <a:cs typeface="Segoe UI" pitchFamily="34" charset="0"/>
              </a:rPr>
              <a:t> </a:t>
            </a:r>
            <a:endParaRPr lang="fr-FR" sz="2200" b="1" dirty="0">
              <a:solidFill>
                <a:srgbClr val="000000"/>
              </a:solidFill>
              <a:latin typeface="Segoe UI" pitchFamily="34" charset="0"/>
              <a:ea typeface="Segoe UI" pitchFamily="34" charset="0"/>
              <a:cs typeface="Segoe UI" pitchFamily="34" charset="0"/>
            </a:endParaRPr>
          </a:p>
        </p:txBody>
      </p:sp>
      <p:grpSp>
        <p:nvGrpSpPr>
          <p:cNvPr id="10" name="Group 9" descr="Graphic depicting two servers connected to two switches, which are connected to one or more storage devices. This illustrates how you can provide redundant access to the storage area networks (SANs).&#10;&#10;"/>
          <p:cNvGrpSpPr/>
          <p:nvPr/>
        </p:nvGrpSpPr>
        <p:grpSpPr>
          <a:xfrm>
            <a:off x="656582" y="1546588"/>
            <a:ext cx="2535219" cy="3884631"/>
            <a:chOff x="440682" y="1546588"/>
            <a:chExt cx="2535219" cy="3884631"/>
          </a:xfrm>
        </p:grpSpPr>
        <p:pic>
          <p:nvPicPr>
            <p:cNvPr id="11" name="Picture 10"/>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154322" y="3290711"/>
              <a:ext cx="821579" cy="559857"/>
            </a:xfrm>
            <a:prstGeom prst="rect">
              <a:avLst/>
            </a:prstGeom>
          </p:spPr>
        </p:pic>
        <p:grpSp>
          <p:nvGrpSpPr>
            <p:cNvPr id="12" name="Group 11"/>
            <p:cNvGrpSpPr/>
            <p:nvPr/>
          </p:nvGrpSpPr>
          <p:grpSpPr>
            <a:xfrm>
              <a:off x="440682" y="1546588"/>
              <a:ext cx="2371443" cy="3884631"/>
              <a:chOff x="440682" y="1546588"/>
              <a:chExt cx="2371443" cy="3884631"/>
            </a:xfrm>
          </p:grpSpPr>
          <p:sp>
            <p:nvSpPr>
              <p:cNvPr id="13" name="AutoShape 31"/>
              <p:cNvSpPr>
                <a:spLocks noChangeArrowheads="1"/>
              </p:cNvSpPr>
              <p:nvPr/>
            </p:nvSpPr>
            <p:spPr bwMode="auto">
              <a:xfrm>
                <a:off x="1078383" y="1981143"/>
                <a:ext cx="1152525" cy="274638"/>
              </a:xfrm>
              <a:prstGeom prst="roundRect">
                <a:avLst>
                  <a:gd name="adj" fmla="val 4167"/>
                </a:avLst>
              </a:prstGeom>
              <a:noFill/>
              <a:ln w="9525">
                <a:noFill/>
                <a:round/>
                <a:headEnd/>
                <a:tailEnd/>
              </a:ln>
              <a:effectLst/>
            </p:spPr>
            <p:txBody>
              <a:bodyPr wrap="none" anchor="ctr"/>
              <a:lstStyle/>
              <a:p>
                <a:pPr lvl="0" algn="ctr" eaLnBrk="0" fontAlgn="base" hangingPunct="0">
                  <a:spcBef>
                    <a:spcPct val="0"/>
                  </a:spcBef>
                  <a:spcAft>
                    <a:spcPct val="0"/>
                  </a:spcAft>
                  <a:defRPr/>
                </a:pPr>
                <a:r>
                  <a:rPr lang="en-US" sz="1600" b="1" dirty="0">
                    <a:solidFill>
                      <a:srgbClr val="000000"/>
                    </a:solidFill>
                    <a:latin typeface="Segoe UI" pitchFamily="34" charset="0"/>
                    <a:ea typeface="Segoe UI" pitchFamily="34" charset="0"/>
                    <a:cs typeface="Segoe UI" pitchFamily="34" charset="0"/>
                  </a:rPr>
                  <a:t>Servers</a:t>
                </a:r>
              </a:p>
            </p:txBody>
          </p:sp>
          <p:sp>
            <p:nvSpPr>
              <p:cNvPr id="14" name="AutoShape 31"/>
              <p:cNvSpPr>
                <a:spLocks noChangeArrowheads="1"/>
              </p:cNvSpPr>
              <p:nvPr/>
            </p:nvSpPr>
            <p:spPr bwMode="auto">
              <a:xfrm>
                <a:off x="1146623" y="3549739"/>
                <a:ext cx="1152525" cy="274638"/>
              </a:xfrm>
              <a:prstGeom prst="roundRect">
                <a:avLst>
                  <a:gd name="adj" fmla="val 4167"/>
                </a:avLst>
              </a:prstGeom>
              <a:noFill/>
              <a:ln w="9525">
                <a:noFill/>
                <a:round/>
                <a:headEnd/>
                <a:tailEnd/>
              </a:ln>
              <a:effectLst/>
            </p:spPr>
            <p:txBody>
              <a:bodyPr wrap="none" anchor="ctr"/>
              <a:lstStyle/>
              <a:p>
                <a:pPr lvl="0" algn="ctr" eaLnBrk="0" fontAlgn="base" hangingPunct="0">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Switches</a:t>
                </a:r>
              </a:p>
            </p:txBody>
          </p:sp>
          <p:grpSp>
            <p:nvGrpSpPr>
              <p:cNvPr id="15" name="Group 14"/>
              <p:cNvGrpSpPr/>
              <p:nvPr/>
            </p:nvGrpSpPr>
            <p:grpSpPr>
              <a:xfrm>
                <a:off x="841063" y="4324528"/>
                <a:ext cx="1627164" cy="1106691"/>
                <a:chOff x="841063" y="4324528"/>
                <a:chExt cx="1627164" cy="1106691"/>
              </a:xfrm>
            </p:grpSpPr>
            <p:sp>
              <p:nvSpPr>
                <p:cNvPr id="25" name="AutoShape 31"/>
                <p:cNvSpPr>
                  <a:spLocks noChangeArrowheads="1"/>
                </p:cNvSpPr>
                <p:nvPr/>
              </p:nvSpPr>
              <p:spPr bwMode="auto">
                <a:xfrm>
                  <a:off x="841063" y="5227384"/>
                  <a:ext cx="1627164" cy="203835"/>
                </a:xfrm>
                <a:prstGeom prst="roundRect">
                  <a:avLst>
                    <a:gd name="adj" fmla="val 4167"/>
                  </a:avLst>
                </a:prstGeom>
                <a:noFill/>
                <a:ln w="9525">
                  <a:noFill/>
                  <a:round/>
                  <a:headEnd/>
                  <a:tailEnd/>
                </a:ln>
                <a:effectLst/>
              </p:spPr>
              <p:txBody>
                <a:bodyPr wrap="none" anchor="ctr"/>
                <a:lstStyle/>
                <a:p>
                  <a:pPr lvl="0" algn="ctr" eaLnBrk="0" fontAlgn="base" hangingPunct="0">
                    <a:spcBef>
                      <a:spcPct val="0"/>
                    </a:spcBef>
                    <a:spcAft>
                      <a:spcPct val="0"/>
                    </a:spcAft>
                  </a:pPr>
                  <a:r>
                    <a:rPr lang="en-US" sz="1600" b="1" dirty="0">
                      <a:solidFill>
                        <a:srgbClr val="000000"/>
                      </a:solidFill>
                      <a:latin typeface="Segoe UI" pitchFamily="34" charset="0"/>
                      <a:ea typeface="Segoe UI" pitchFamily="34" charset="0"/>
                      <a:cs typeface="Segoe UI" pitchFamily="34" charset="0"/>
                    </a:rPr>
                    <a:t>Storage Devices</a:t>
                  </a:r>
                </a:p>
              </p:txBody>
            </p:sp>
            <p:grpSp>
              <p:nvGrpSpPr>
                <p:cNvPr id="26" name="Group 25"/>
                <p:cNvGrpSpPr/>
                <p:nvPr/>
              </p:nvGrpSpPr>
              <p:grpSpPr>
                <a:xfrm>
                  <a:off x="1115934" y="4324528"/>
                  <a:ext cx="1077422" cy="803694"/>
                  <a:chOff x="1068701" y="4324528"/>
                  <a:chExt cx="1077422" cy="803694"/>
                </a:xfrm>
              </p:grpSpPr>
              <p:pic>
                <p:nvPicPr>
                  <p:cNvPr id="27" name="Picture 26"/>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068701" y="4324528"/>
                    <a:ext cx="713173" cy="469353"/>
                  </a:xfrm>
                  <a:prstGeom prst="rect">
                    <a:avLst/>
                  </a:prstGeom>
                </p:spPr>
              </p:pic>
              <p:pic>
                <p:nvPicPr>
                  <p:cNvPr id="28" name="Picture 27"/>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432950" y="4426210"/>
                    <a:ext cx="713173" cy="469353"/>
                  </a:xfrm>
                  <a:prstGeom prst="rect">
                    <a:avLst/>
                  </a:prstGeom>
                </p:spPr>
              </p:pic>
              <p:pic>
                <p:nvPicPr>
                  <p:cNvPr id="29" name="Picture 28"/>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177200" y="4658869"/>
                    <a:ext cx="713173" cy="469353"/>
                  </a:xfrm>
                  <a:prstGeom prst="rect">
                    <a:avLst/>
                  </a:prstGeom>
                </p:spPr>
              </p:pic>
            </p:grpSp>
          </p:grpSp>
          <p:cxnSp>
            <p:nvCxnSpPr>
              <p:cNvPr id="16" name="Straight Arrow Connector 15"/>
              <p:cNvCxnSpPr/>
              <p:nvPr/>
            </p:nvCxnSpPr>
            <p:spPr bwMode="auto">
              <a:xfrm>
                <a:off x="848409" y="2402006"/>
                <a:ext cx="1447844" cy="88870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17" name="Straight Arrow Connector 16"/>
              <p:cNvCxnSpPr/>
              <p:nvPr/>
            </p:nvCxnSpPr>
            <p:spPr bwMode="auto">
              <a:xfrm flipH="1">
                <a:off x="1181074" y="2402006"/>
                <a:ext cx="1270026" cy="79584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18" name="Straight Arrow Connector 17"/>
              <p:cNvCxnSpPr/>
              <p:nvPr/>
            </p:nvCxnSpPr>
            <p:spPr bwMode="auto">
              <a:xfrm flipH="1">
                <a:off x="2451100" y="2402006"/>
                <a:ext cx="1" cy="88870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19" name="Straight Arrow Connector 18"/>
              <p:cNvCxnSpPr/>
              <p:nvPr/>
            </p:nvCxnSpPr>
            <p:spPr bwMode="auto">
              <a:xfrm flipH="1">
                <a:off x="848409" y="2402006"/>
                <a:ext cx="1" cy="88870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20" name="Straight Arrow Connector 19"/>
              <p:cNvCxnSpPr/>
              <p:nvPr/>
            </p:nvCxnSpPr>
            <p:spPr bwMode="auto">
              <a:xfrm>
                <a:off x="780506" y="3570639"/>
                <a:ext cx="407728" cy="753889"/>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21" name="Straight Arrow Connector 20"/>
              <p:cNvCxnSpPr/>
              <p:nvPr/>
            </p:nvCxnSpPr>
            <p:spPr bwMode="auto">
              <a:xfrm flipH="1">
                <a:off x="1957175" y="3760731"/>
                <a:ext cx="493926" cy="563797"/>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pic>
            <p:nvPicPr>
              <p:cNvPr id="22" name="Picture 21"/>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536218" y="1546588"/>
                <a:ext cx="679648" cy="1206909"/>
              </a:xfrm>
              <a:prstGeom prst="rect">
                <a:avLst/>
              </a:prstGeom>
            </p:spPr>
          </p:pic>
          <p:pic>
            <p:nvPicPr>
              <p:cNvPr id="23" name="Picture 22"/>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40682" y="3290711"/>
                <a:ext cx="821579" cy="559857"/>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2132477" y="1546588"/>
                <a:ext cx="679648" cy="1206909"/>
              </a:xfrm>
              <a:prstGeom prst="rect">
                <a:avLst/>
              </a:prstGeom>
            </p:spPr>
          </p:pic>
        </p:grpSp>
      </p:grpSp>
    </p:spTree>
    <p:extLst>
      <p:ext uri="{BB962C8B-B14F-4D97-AF65-F5344CB8AC3E}">
        <p14:creationId xmlns:p14="http://schemas.microsoft.com/office/powerpoint/2010/main" xmlns="" val="2031884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RAID (</a:t>
            </a:r>
            <a:r>
              <a:rPr lang="en-US" dirty="0" smtClean="0"/>
              <a:t>Redundant </a:t>
            </a:r>
            <a:r>
              <a:rPr lang="en-US" dirty="0"/>
              <a:t>Array of Independent </a:t>
            </a:r>
            <a:r>
              <a:rPr lang="en-US" dirty="0" smtClean="0"/>
              <a:t>Disks)</a:t>
            </a:r>
            <a:endParaRPr lang="en-CA" dirty="0"/>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gn="just">
              <a:buNone/>
            </a:pPr>
            <a:r>
              <a:rPr lang="fr-BE" sz="4000" kern="0" dirty="0" smtClean="0">
                <a:solidFill>
                  <a:srgbClr val="000000"/>
                </a:solidFill>
              </a:rPr>
              <a:t>Le </a:t>
            </a:r>
            <a:r>
              <a:rPr lang="fr-BE" sz="4000" b="1" kern="0" dirty="0">
                <a:solidFill>
                  <a:srgbClr val="000000"/>
                </a:solidFill>
              </a:rPr>
              <a:t>RAID</a:t>
            </a:r>
            <a:r>
              <a:rPr lang="fr-BE" sz="4000" kern="0" dirty="0">
                <a:solidFill>
                  <a:srgbClr val="000000"/>
                </a:solidFill>
              </a:rPr>
              <a:t> est un ensemble de techniques </a:t>
            </a:r>
            <a:r>
              <a:rPr lang="fr-BE" sz="4000" kern="0" dirty="0" smtClean="0">
                <a:solidFill>
                  <a:srgbClr val="000000"/>
                </a:solidFill>
              </a:rPr>
              <a:t>de </a:t>
            </a:r>
            <a:r>
              <a:rPr lang="fr-BE" sz="4000" u="sng" kern="0" dirty="0" smtClean="0">
                <a:solidFill>
                  <a:srgbClr val="000000"/>
                </a:solidFill>
              </a:rPr>
              <a:t>virtualisation</a:t>
            </a:r>
            <a:r>
              <a:rPr lang="fr-BE" sz="4000" kern="0" dirty="0" smtClean="0">
                <a:solidFill>
                  <a:srgbClr val="000000"/>
                </a:solidFill>
              </a:rPr>
              <a:t> </a:t>
            </a:r>
            <a:r>
              <a:rPr lang="fr-BE" sz="4000" kern="0" dirty="0">
                <a:solidFill>
                  <a:srgbClr val="000000"/>
                </a:solidFill>
              </a:rPr>
              <a:t>du stockage permettant de répartir des données sur plusieurs disques durs afin d'améliorer soit les </a:t>
            </a:r>
            <a:r>
              <a:rPr lang="fr-BE" sz="4000" u="sng" kern="0" dirty="0">
                <a:solidFill>
                  <a:srgbClr val="000000"/>
                </a:solidFill>
              </a:rPr>
              <a:t>performances</a:t>
            </a:r>
            <a:r>
              <a:rPr lang="fr-BE" sz="4000" kern="0" dirty="0">
                <a:solidFill>
                  <a:srgbClr val="000000"/>
                </a:solidFill>
              </a:rPr>
              <a:t>, soit la </a:t>
            </a:r>
            <a:r>
              <a:rPr lang="fr-BE" sz="4000" u="sng" kern="0" dirty="0">
                <a:solidFill>
                  <a:srgbClr val="000000"/>
                </a:solidFill>
              </a:rPr>
              <a:t>sécurité</a:t>
            </a:r>
            <a:r>
              <a:rPr lang="fr-BE" sz="4000" kern="0" dirty="0">
                <a:solidFill>
                  <a:srgbClr val="000000"/>
                </a:solidFill>
              </a:rPr>
              <a:t> ou la </a:t>
            </a:r>
            <a:r>
              <a:rPr lang="fr-BE" sz="4000" u="sng" kern="0" dirty="0">
                <a:solidFill>
                  <a:srgbClr val="000000"/>
                </a:solidFill>
              </a:rPr>
              <a:t>tolérance aux pannes</a:t>
            </a:r>
            <a:r>
              <a:rPr lang="fr-BE" sz="4000" kern="0" dirty="0">
                <a:solidFill>
                  <a:srgbClr val="000000"/>
                </a:solidFill>
              </a:rPr>
              <a:t> de l'ensemble du ou des systèmes.</a:t>
            </a:r>
            <a:endParaRPr lang="en-US" sz="4000" kern="0" dirty="0">
              <a:solidFill>
                <a:srgbClr val="000000"/>
              </a:solidFill>
            </a:endParaRPr>
          </a:p>
        </p:txBody>
      </p:sp>
    </p:spTree>
    <p:extLst>
      <p:ext uri="{BB962C8B-B14F-4D97-AF65-F5344CB8AC3E}">
        <p14:creationId xmlns:p14="http://schemas.microsoft.com/office/powerpoint/2010/main" xmlns="" val="21526191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258954db-8a10-4cd9-ad54-a715042151c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RAID </a:t>
            </a:r>
            <a:r>
              <a:rPr lang="en-CA" dirty="0"/>
              <a:t>0</a:t>
            </a:r>
          </a:p>
        </p:txBody>
      </p:sp>
      <p:grpSp>
        <p:nvGrpSpPr>
          <p:cNvPr id="4" name="Group 3" descr="A diagram that depicts Redundant Array of Independent Disks (RAID) 0 with two disks. The data is written with the first block on one disk, the second block on the second disk, and similar. "/>
          <p:cNvGrpSpPr/>
          <p:nvPr/>
        </p:nvGrpSpPr>
        <p:grpSpPr>
          <a:xfrm>
            <a:off x="574675" y="1408617"/>
            <a:ext cx="8035925" cy="3620908"/>
            <a:chOff x="574675" y="1885950"/>
            <a:chExt cx="8035925" cy="3620908"/>
          </a:xfrm>
        </p:grpSpPr>
        <p:sp>
          <p:nvSpPr>
            <p:cNvPr id="5" name="Text Box 22"/>
            <p:cNvSpPr txBox="1">
              <a:spLocks noChangeArrowheads="1"/>
            </p:cNvSpPr>
            <p:nvPr/>
          </p:nvSpPr>
          <p:spPr bwMode="auto">
            <a:xfrm>
              <a:off x="574675" y="1885950"/>
              <a:ext cx="8035925" cy="400050"/>
            </a:xfrm>
            <a:prstGeom prst="rect">
              <a:avLst/>
            </a:prstGeom>
            <a:noFill/>
            <a:ln w="9525" algn="ctr">
              <a:noFill/>
              <a:miter lim="800000"/>
              <a:headEnd/>
              <a:tailEnd/>
            </a:ln>
            <a:effectLst/>
          </p:spPr>
          <p:txBody>
            <a:bodyPr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lvl="0" algn="ctr" eaLnBrk="1" fontAlgn="base" hangingPunct="1">
                <a:lnSpc>
                  <a:spcPct val="90000"/>
                </a:lnSpc>
                <a:spcBef>
                  <a:spcPct val="0"/>
                </a:spcBef>
                <a:spcAft>
                  <a:spcPct val="0"/>
                </a:spcAft>
              </a:pPr>
              <a:r>
                <a:rPr lang="fr-FR" b="1" dirty="0" smtClean="0">
                  <a:solidFill>
                    <a:srgbClr val="000000"/>
                  </a:solidFill>
                  <a:latin typeface="Segoe UI" pitchFamily="34" charset="0"/>
                  <a:ea typeface="Segoe UI" pitchFamily="34" charset="0"/>
                  <a:cs typeface="Segoe UI" pitchFamily="34" charset="0"/>
                </a:rPr>
                <a:t>Entrelacement de disques afin d’augmenter les performances</a:t>
              </a:r>
              <a:endParaRPr lang="fr-FR" b="1" dirty="0">
                <a:solidFill>
                  <a:srgbClr val="000000"/>
                </a:solidFill>
                <a:latin typeface="Segoe UI" pitchFamily="34" charset="0"/>
                <a:ea typeface="Segoe UI" pitchFamily="34" charset="0"/>
                <a:cs typeface="Segoe UI"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122600" y="2912918"/>
              <a:ext cx="1286150" cy="2090755"/>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725947" y="2943044"/>
              <a:ext cx="1286150" cy="2090755"/>
            </a:xfrm>
            <a:prstGeom prst="rect">
              <a:avLst/>
            </a:prstGeom>
          </p:spPr>
        </p:pic>
        <p:sp>
          <p:nvSpPr>
            <p:cNvPr id="9" name="TextBox 8"/>
            <p:cNvSpPr txBox="1"/>
            <p:nvPr/>
          </p:nvSpPr>
          <p:spPr>
            <a:xfrm>
              <a:off x="5608676" y="3456799"/>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A2</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0" name="TextBox 9"/>
            <p:cNvSpPr txBox="1"/>
            <p:nvPr/>
          </p:nvSpPr>
          <p:spPr>
            <a:xfrm>
              <a:off x="3212023" y="3456799"/>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A1</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1" name="TextBox 10"/>
            <p:cNvSpPr txBox="1"/>
            <p:nvPr/>
          </p:nvSpPr>
          <p:spPr>
            <a:xfrm>
              <a:off x="5608676" y="3848549"/>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A4</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2" name="TextBox 11"/>
            <p:cNvSpPr txBox="1"/>
            <p:nvPr/>
          </p:nvSpPr>
          <p:spPr>
            <a:xfrm>
              <a:off x="5608676" y="4295000"/>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A6</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3" name="TextBox 12"/>
            <p:cNvSpPr txBox="1"/>
            <p:nvPr/>
          </p:nvSpPr>
          <p:spPr>
            <a:xfrm>
              <a:off x="5608676" y="4682988"/>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A8</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4" name="TextBox 13"/>
            <p:cNvSpPr txBox="1"/>
            <p:nvPr/>
          </p:nvSpPr>
          <p:spPr>
            <a:xfrm>
              <a:off x="3212022" y="3848549"/>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A3</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5" name="TextBox 14"/>
            <p:cNvSpPr txBox="1"/>
            <p:nvPr/>
          </p:nvSpPr>
          <p:spPr>
            <a:xfrm>
              <a:off x="3212022" y="4295000"/>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A5</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6" name="TextBox 15"/>
            <p:cNvSpPr txBox="1"/>
            <p:nvPr/>
          </p:nvSpPr>
          <p:spPr>
            <a:xfrm>
              <a:off x="3212022" y="4677237"/>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A7</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7" name="TextBox 16"/>
            <p:cNvSpPr txBox="1"/>
            <p:nvPr/>
          </p:nvSpPr>
          <p:spPr>
            <a:xfrm>
              <a:off x="2944865" y="5137526"/>
              <a:ext cx="848309" cy="369332"/>
            </a:xfrm>
            <a:prstGeom prst="rect">
              <a:avLst/>
            </a:prstGeom>
            <a:noFill/>
          </p:spPr>
          <p:txBody>
            <a:bodyPr wrap="none" rtlCol="0">
              <a:spAutoFit/>
            </a:bodyPr>
            <a:lstStyle/>
            <a:p>
              <a:pPr lvl="0"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0</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8" name="TextBox 17"/>
            <p:cNvSpPr txBox="1"/>
            <p:nvPr/>
          </p:nvSpPr>
          <p:spPr>
            <a:xfrm>
              <a:off x="5341519" y="5137526"/>
              <a:ext cx="848309" cy="369332"/>
            </a:xfrm>
            <a:prstGeom prst="rect">
              <a:avLst/>
            </a:prstGeom>
            <a:noFill/>
          </p:spPr>
          <p:txBody>
            <a:bodyPr wrap="none" rtlCol="0">
              <a:spAutoFit/>
            </a:bodyPr>
            <a:lstStyle/>
            <a:p>
              <a:pPr lvl="0"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1</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sp>
        <p:nvSpPr>
          <p:cNvPr id="3" name="Rectangle 2"/>
          <p:cNvSpPr/>
          <p:nvPr/>
        </p:nvSpPr>
        <p:spPr>
          <a:xfrm>
            <a:off x="529088" y="5559414"/>
            <a:ext cx="8081512" cy="590931"/>
          </a:xfrm>
          <a:prstGeom prst="rect">
            <a:avLst/>
          </a:prstGeom>
        </p:spPr>
        <p:txBody>
          <a:bodyPr wrap="square">
            <a:spAutoFit/>
          </a:bodyPr>
          <a:lstStyle/>
          <a:p>
            <a:pPr lvl="0" algn="ctr" fontAlgn="base">
              <a:lnSpc>
                <a:spcPct val="90000"/>
              </a:lnSpc>
              <a:spcBef>
                <a:spcPct val="0"/>
              </a:spcBef>
              <a:spcAft>
                <a:spcPct val="0"/>
              </a:spcAft>
            </a:pPr>
            <a:r>
              <a:rPr lang="fr-FR" b="1" u="sng" dirty="0">
                <a:solidFill>
                  <a:srgbClr val="000000"/>
                </a:solidFill>
                <a:latin typeface="Segoe UI" pitchFamily="34" charset="0"/>
                <a:ea typeface="Segoe UI" pitchFamily="34" charset="0"/>
                <a:cs typeface="Segoe UI" pitchFamily="34" charset="0"/>
              </a:rPr>
              <a:t>Capacité totale</a:t>
            </a:r>
            <a:r>
              <a:rPr lang="fr-FR" b="1" dirty="0">
                <a:solidFill>
                  <a:srgbClr val="000000"/>
                </a:solidFill>
                <a:latin typeface="Segoe UI" pitchFamily="34" charset="0"/>
                <a:ea typeface="Segoe UI" pitchFamily="34" charset="0"/>
                <a:cs typeface="Segoe UI" pitchFamily="34" charset="0"/>
              </a:rPr>
              <a:t> : </a:t>
            </a:r>
            <a:r>
              <a:rPr lang="fr-FR" b="1" dirty="0" smtClean="0">
                <a:solidFill>
                  <a:srgbClr val="000000"/>
                </a:solidFill>
                <a:latin typeface="Segoe UI" pitchFamily="34" charset="0"/>
                <a:ea typeface="Segoe UI" pitchFamily="34" charset="0"/>
                <a:cs typeface="Segoe UI" pitchFamily="34" charset="0"/>
              </a:rPr>
              <a:t>la plus </a:t>
            </a:r>
            <a:r>
              <a:rPr lang="fr-FR" b="1" dirty="0">
                <a:solidFill>
                  <a:srgbClr val="000000"/>
                </a:solidFill>
                <a:latin typeface="Segoe UI" pitchFamily="34" charset="0"/>
                <a:ea typeface="Segoe UI" pitchFamily="34" charset="0"/>
                <a:cs typeface="Segoe UI" pitchFamily="34" charset="0"/>
              </a:rPr>
              <a:t>petite capacité </a:t>
            </a:r>
            <a:r>
              <a:rPr lang="fr-FR" b="1" dirty="0" smtClean="0">
                <a:solidFill>
                  <a:srgbClr val="000000"/>
                </a:solidFill>
                <a:latin typeface="Segoe UI" pitchFamily="34" charset="0"/>
                <a:ea typeface="Segoe UI" pitchFamily="34" charset="0"/>
                <a:cs typeface="Segoe UI" pitchFamily="34" charset="0"/>
              </a:rPr>
              <a:t>multipliée </a:t>
            </a:r>
            <a:r>
              <a:rPr lang="fr-FR" b="1" dirty="0">
                <a:solidFill>
                  <a:srgbClr val="000000"/>
                </a:solidFill>
                <a:latin typeface="Segoe UI" pitchFamily="34" charset="0"/>
                <a:ea typeface="Segoe UI" pitchFamily="34" charset="0"/>
                <a:cs typeface="Segoe UI" pitchFamily="34" charset="0"/>
              </a:rPr>
              <a:t>par le nombre de </a:t>
            </a:r>
            <a:r>
              <a:rPr lang="fr-FR" b="1" dirty="0" smtClean="0">
                <a:solidFill>
                  <a:srgbClr val="000000"/>
                </a:solidFill>
                <a:latin typeface="Segoe UI" pitchFamily="34" charset="0"/>
                <a:ea typeface="Segoe UI" pitchFamily="34" charset="0"/>
                <a:cs typeface="Segoe UI" pitchFamily="34" charset="0"/>
              </a:rPr>
              <a:t>disques</a:t>
            </a:r>
            <a:endParaRPr lang="fr-FR"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1342582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2d291599-d999-431f-9930-343c8d9b10e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RAID </a:t>
            </a:r>
            <a:r>
              <a:rPr lang="en-CA" dirty="0"/>
              <a:t>1</a:t>
            </a:r>
          </a:p>
        </p:txBody>
      </p:sp>
      <p:grpSp>
        <p:nvGrpSpPr>
          <p:cNvPr id="4" name="Group 3" descr="A diagram that depicts two disks with the same data blocks written to both disks."/>
          <p:cNvGrpSpPr/>
          <p:nvPr/>
        </p:nvGrpSpPr>
        <p:grpSpPr>
          <a:xfrm>
            <a:off x="574675" y="1397115"/>
            <a:ext cx="8035925" cy="3649663"/>
            <a:chOff x="574675" y="1885950"/>
            <a:chExt cx="8035925" cy="3649663"/>
          </a:xfrm>
        </p:grpSpPr>
        <p:sp>
          <p:nvSpPr>
            <p:cNvPr id="5" name="Text Box 22"/>
            <p:cNvSpPr txBox="1">
              <a:spLocks noChangeArrowheads="1"/>
            </p:cNvSpPr>
            <p:nvPr/>
          </p:nvSpPr>
          <p:spPr bwMode="auto">
            <a:xfrm>
              <a:off x="574675" y="1885950"/>
              <a:ext cx="8035925" cy="400050"/>
            </a:xfrm>
            <a:prstGeom prst="rect">
              <a:avLst/>
            </a:prstGeom>
            <a:noFill/>
            <a:ln w="9525" algn="ctr">
              <a:noFill/>
              <a:miter lim="800000"/>
              <a:headEnd/>
              <a:tailEnd/>
            </a:ln>
            <a:effectLst/>
          </p:spPr>
          <p:txBody>
            <a:bodyPr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lvl="0" algn="ctr" eaLnBrk="1" fontAlgn="base" hangingPunct="1">
                <a:lnSpc>
                  <a:spcPct val="90000"/>
                </a:lnSpc>
                <a:spcBef>
                  <a:spcPct val="0"/>
                </a:spcBef>
                <a:spcAft>
                  <a:spcPct val="0"/>
                </a:spcAft>
              </a:pPr>
              <a:r>
                <a:rPr lang="fr-FR" b="1" dirty="0" smtClean="0">
                  <a:solidFill>
                    <a:srgbClr val="000000"/>
                  </a:solidFill>
                  <a:latin typeface="Segoe UI" pitchFamily="34" charset="0"/>
                  <a:ea typeface="Segoe UI" pitchFamily="34" charset="0"/>
                  <a:cs typeface="Segoe UI" pitchFamily="34" charset="0"/>
                </a:rPr>
                <a:t>Disques en miroir afin d’augmenter la redondance </a:t>
              </a:r>
              <a:endParaRPr lang="fr-FR" b="1" dirty="0">
                <a:solidFill>
                  <a:srgbClr val="000000"/>
                </a:solidFill>
                <a:latin typeface="Segoe UI" pitchFamily="34" charset="0"/>
                <a:ea typeface="Segoe UI" pitchFamily="34" charset="0"/>
                <a:cs typeface="Segoe UI"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5139853" y="2941673"/>
              <a:ext cx="1286150" cy="2090755"/>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743200" y="2971799"/>
              <a:ext cx="1286150" cy="2090755"/>
            </a:xfrm>
            <a:prstGeom prst="rect">
              <a:avLst/>
            </a:prstGeom>
          </p:spPr>
        </p:pic>
        <p:sp>
          <p:nvSpPr>
            <p:cNvPr id="9" name="TextBox 8"/>
            <p:cNvSpPr txBox="1"/>
            <p:nvPr/>
          </p:nvSpPr>
          <p:spPr>
            <a:xfrm>
              <a:off x="5608676" y="3456799"/>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A1</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0" name="TextBox 9"/>
            <p:cNvSpPr txBox="1"/>
            <p:nvPr/>
          </p:nvSpPr>
          <p:spPr>
            <a:xfrm>
              <a:off x="3212023" y="3456799"/>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A1</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1" name="TextBox 10"/>
            <p:cNvSpPr txBox="1"/>
            <p:nvPr/>
          </p:nvSpPr>
          <p:spPr>
            <a:xfrm>
              <a:off x="5608676" y="3848549"/>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A2</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2" name="TextBox 11"/>
            <p:cNvSpPr txBox="1"/>
            <p:nvPr/>
          </p:nvSpPr>
          <p:spPr>
            <a:xfrm>
              <a:off x="5608676" y="4295000"/>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A3</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3" name="TextBox 12"/>
            <p:cNvSpPr txBox="1"/>
            <p:nvPr/>
          </p:nvSpPr>
          <p:spPr>
            <a:xfrm>
              <a:off x="5608676" y="4677237"/>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A4</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4" name="TextBox 13"/>
            <p:cNvSpPr txBox="1"/>
            <p:nvPr/>
          </p:nvSpPr>
          <p:spPr>
            <a:xfrm>
              <a:off x="3212022" y="3848549"/>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A2</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5" name="TextBox 14"/>
            <p:cNvSpPr txBox="1"/>
            <p:nvPr/>
          </p:nvSpPr>
          <p:spPr>
            <a:xfrm>
              <a:off x="3212022" y="4295000"/>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A3</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6" name="TextBox 15"/>
            <p:cNvSpPr txBox="1"/>
            <p:nvPr/>
          </p:nvSpPr>
          <p:spPr>
            <a:xfrm>
              <a:off x="3212022" y="4677237"/>
              <a:ext cx="348503" cy="274320"/>
            </a:xfrm>
            <a:prstGeom prst="rect">
              <a:avLst/>
            </a:prstGeom>
            <a:noFill/>
          </p:spPr>
          <p:txBody>
            <a:bodyPr wrap="square" lIns="0" tIns="0" rIns="0" bIns="0" rtlCol="0">
              <a:spAutoFit/>
            </a:bodyPr>
            <a:lstStyle/>
            <a:p>
              <a:pPr lvl="0" algn="ctr"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A4</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7" name="TextBox 16"/>
            <p:cNvSpPr txBox="1"/>
            <p:nvPr/>
          </p:nvSpPr>
          <p:spPr>
            <a:xfrm>
              <a:off x="2962118" y="5166281"/>
              <a:ext cx="848309" cy="369332"/>
            </a:xfrm>
            <a:prstGeom prst="rect">
              <a:avLst/>
            </a:prstGeom>
            <a:noFill/>
          </p:spPr>
          <p:txBody>
            <a:bodyPr wrap="none" rtlCol="0">
              <a:spAutoFit/>
            </a:bodyPr>
            <a:lstStyle/>
            <a:p>
              <a:pPr lvl="0"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0</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8" name="TextBox 17"/>
            <p:cNvSpPr txBox="1"/>
            <p:nvPr/>
          </p:nvSpPr>
          <p:spPr>
            <a:xfrm>
              <a:off x="5358772" y="5166281"/>
              <a:ext cx="848309" cy="369332"/>
            </a:xfrm>
            <a:prstGeom prst="rect">
              <a:avLst/>
            </a:prstGeom>
            <a:noFill/>
          </p:spPr>
          <p:txBody>
            <a:bodyPr wrap="none" rtlCol="0">
              <a:spAutoFit/>
            </a:bodyPr>
            <a:lstStyle/>
            <a:p>
              <a:pPr lvl="0" fontAlgn="base">
                <a:spcBef>
                  <a:spcPct val="0"/>
                </a:spcBef>
                <a:spcAft>
                  <a:spcPct val="0"/>
                </a:spcAft>
              </a:pPr>
              <a:r>
                <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1</a:t>
              </a:r>
              <a:endPar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sp>
        <p:nvSpPr>
          <p:cNvPr id="20" name="Rectangle 19"/>
          <p:cNvSpPr/>
          <p:nvPr/>
        </p:nvSpPr>
        <p:spPr>
          <a:xfrm>
            <a:off x="529088" y="5547912"/>
            <a:ext cx="8081512" cy="341632"/>
          </a:xfrm>
          <a:prstGeom prst="rect">
            <a:avLst/>
          </a:prstGeom>
        </p:spPr>
        <p:txBody>
          <a:bodyPr wrap="square">
            <a:spAutoFit/>
          </a:bodyPr>
          <a:lstStyle/>
          <a:p>
            <a:pPr lvl="0" algn="ctr" fontAlgn="base">
              <a:lnSpc>
                <a:spcPct val="90000"/>
              </a:lnSpc>
              <a:spcBef>
                <a:spcPct val="0"/>
              </a:spcBef>
              <a:spcAft>
                <a:spcPct val="0"/>
              </a:spcAft>
            </a:pPr>
            <a:r>
              <a:rPr lang="fr-FR" b="1" u="sng" dirty="0">
                <a:solidFill>
                  <a:srgbClr val="000000"/>
                </a:solidFill>
                <a:latin typeface="Segoe UI" pitchFamily="34" charset="0"/>
                <a:ea typeface="Segoe UI" pitchFamily="34" charset="0"/>
                <a:cs typeface="Segoe UI" pitchFamily="34" charset="0"/>
              </a:rPr>
              <a:t>Capacité totale</a:t>
            </a:r>
            <a:r>
              <a:rPr lang="fr-FR" b="1" dirty="0">
                <a:solidFill>
                  <a:srgbClr val="000000"/>
                </a:solidFill>
                <a:latin typeface="Segoe UI" pitchFamily="34" charset="0"/>
                <a:ea typeface="Segoe UI" pitchFamily="34" charset="0"/>
                <a:cs typeface="Segoe UI" pitchFamily="34" charset="0"/>
              </a:rPr>
              <a:t> : </a:t>
            </a:r>
            <a:r>
              <a:rPr lang="fr-BE" b="1" dirty="0">
                <a:solidFill>
                  <a:srgbClr val="000000"/>
                </a:solidFill>
                <a:latin typeface="Segoe UI" pitchFamily="34" charset="0"/>
                <a:ea typeface="Segoe UI" pitchFamily="34" charset="0"/>
                <a:cs typeface="Segoe UI" pitchFamily="34" charset="0"/>
              </a:rPr>
              <a:t>est égale à celle du plus petit élément de la grappe</a:t>
            </a:r>
            <a:endParaRPr lang="fr-FR"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38865629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edf6ebd3-8033-45b6-8248-584eddcc5d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RAID </a:t>
            </a:r>
            <a:r>
              <a:rPr lang="en-CA" dirty="0"/>
              <a:t>5</a:t>
            </a:r>
          </a:p>
        </p:txBody>
      </p:sp>
      <p:grpSp>
        <p:nvGrpSpPr>
          <p:cNvPr id="4" name="Group 3" descr="A diagram that depicts five disks with blocks of data written to the five disks. For each block of data, one disk contains the parity information. The disk containing the parity information changes for each block of data."/>
          <p:cNvGrpSpPr/>
          <p:nvPr/>
        </p:nvGrpSpPr>
        <p:grpSpPr>
          <a:xfrm>
            <a:off x="574675" y="1512135"/>
            <a:ext cx="8035925" cy="3192393"/>
            <a:chOff x="574675" y="1885950"/>
            <a:chExt cx="8035925" cy="3192393"/>
          </a:xfrm>
        </p:grpSpPr>
        <p:sp>
          <p:nvSpPr>
            <p:cNvPr id="5" name="Text Box 22"/>
            <p:cNvSpPr txBox="1">
              <a:spLocks noChangeArrowheads="1"/>
            </p:cNvSpPr>
            <p:nvPr/>
          </p:nvSpPr>
          <p:spPr bwMode="auto">
            <a:xfrm>
              <a:off x="574675" y="1885950"/>
              <a:ext cx="8035925" cy="400050"/>
            </a:xfrm>
            <a:prstGeom prst="rect">
              <a:avLst/>
            </a:prstGeom>
            <a:noFill/>
            <a:ln w="9525" algn="ctr">
              <a:noFill/>
              <a:miter lim="800000"/>
              <a:headEnd/>
              <a:tailEnd/>
            </a:ln>
            <a:effectLst/>
          </p:spPr>
          <p:txBody>
            <a:bodyPr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lvl="0" algn="ctr" eaLnBrk="1" fontAlgn="base" hangingPunct="1">
                <a:lnSpc>
                  <a:spcPct val="90000"/>
                </a:lnSpc>
                <a:spcBef>
                  <a:spcPct val="0"/>
                </a:spcBef>
                <a:spcAft>
                  <a:spcPct val="0"/>
                </a:spcAft>
              </a:pPr>
              <a:r>
                <a:rPr lang="fr-FR" b="1" dirty="0">
                  <a:solidFill>
                    <a:srgbClr val="000000"/>
                  </a:solidFill>
                  <a:latin typeface="Segoe UI" pitchFamily="34" charset="0"/>
                  <a:ea typeface="Segoe UI" pitchFamily="34" charset="0"/>
                  <a:cs typeface="Segoe UI" pitchFamily="34" charset="0"/>
                </a:rPr>
                <a:t>Entrelacement de disques </a:t>
              </a:r>
              <a:r>
                <a:rPr lang="fr-FR" b="1" dirty="0" smtClean="0">
                  <a:solidFill>
                    <a:srgbClr val="000000"/>
                  </a:solidFill>
                  <a:latin typeface="Segoe UI" pitchFamily="34" charset="0"/>
                  <a:ea typeface="Segoe UI" pitchFamily="34" charset="0"/>
                  <a:cs typeface="Segoe UI" pitchFamily="34" charset="0"/>
                </a:rPr>
                <a:t>à parité répartie afin </a:t>
              </a:r>
              <a:r>
                <a:rPr lang="fr-FR" b="1" dirty="0">
                  <a:solidFill>
                    <a:srgbClr val="000000"/>
                  </a:solidFill>
                  <a:latin typeface="Segoe UI" pitchFamily="34" charset="0"/>
                  <a:ea typeface="Segoe UI" pitchFamily="34" charset="0"/>
                  <a:cs typeface="Segoe UI" pitchFamily="34" charset="0"/>
                </a:rPr>
                <a:t>d’augmenter les </a:t>
              </a:r>
              <a:r>
                <a:rPr lang="fr-FR" b="1" dirty="0" smtClean="0">
                  <a:solidFill>
                    <a:srgbClr val="000000"/>
                  </a:solidFill>
                  <a:latin typeface="Segoe UI" pitchFamily="34" charset="0"/>
                  <a:ea typeface="Segoe UI" pitchFamily="34" charset="0"/>
                  <a:cs typeface="Segoe UI" pitchFamily="34" charset="0"/>
                </a:rPr>
                <a:t>performances et la redondance (ne tolère la perte que d’un seul disque à la fois)</a:t>
              </a:r>
              <a:endParaRPr lang="fr-FR" b="1" dirty="0">
                <a:solidFill>
                  <a:srgbClr val="000000"/>
                </a:solidFill>
                <a:latin typeface="Segoe UI" pitchFamily="34" charset="0"/>
                <a:ea typeface="Segoe UI" pitchFamily="34" charset="0"/>
                <a:cs typeface="Segoe UI" pitchFamily="34" charset="0"/>
              </a:endParaRPr>
            </a:p>
          </p:txBody>
        </p:sp>
        <p:grpSp>
          <p:nvGrpSpPr>
            <p:cNvPr id="7" name="Group 6"/>
            <p:cNvGrpSpPr/>
            <p:nvPr/>
          </p:nvGrpSpPr>
          <p:grpSpPr>
            <a:xfrm>
              <a:off x="1143000" y="3072571"/>
              <a:ext cx="969265" cy="1575629"/>
              <a:chOff x="1791037" y="3144912"/>
              <a:chExt cx="969265" cy="1575629"/>
            </a:xfrm>
          </p:grpSpPr>
          <p:pic>
            <p:nvPicPr>
              <p:cNvPr id="42" name="Picture 41"/>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43" name="Group 42"/>
              <p:cNvGrpSpPr/>
              <p:nvPr/>
            </p:nvGrpSpPr>
            <p:grpSpPr>
              <a:xfrm>
                <a:off x="2101417" y="3529588"/>
                <a:ext cx="348503" cy="1164372"/>
                <a:chOff x="851999" y="3487579"/>
                <a:chExt cx="348503" cy="1164372"/>
              </a:xfrm>
            </p:grpSpPr>
            <p:sp>
              <p:nvSpPr>
                <p:cNvPr id="44" name="TextBox 43"/>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A1</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5" name="TextBox 44"/>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B1</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6" name="TextBox 45"/>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C1</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7" name="TextBox 46"/>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D1</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grpSp>
          <p:nvGrpSpPr>
            <p:cNvPr id="8" name="Group 7"/>
            <p:cNvGrpSpPr/>
            <p:nvPr/>
          </p:nvGrpSpPr>
          <p:grpSpPr>
            <a:xfrm>
              <a:off x="2628900" y="3072571"/>
              <a:ext cx="969265" cy="1575629"/>
              <a:chOff x="1791037" y="3144912"/>
              <a:chExt cx="969265" cy="1575629"/>
            </a:xfrm>
          </p:grpSpPr>
          <p:pic>
            <p:nvPicPr>
              <p:cNvPr id="36" name="Picture 3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37" name="Group 36"/>
              <p:cNvGrpSpPr/>
              <p:nvPr/>
            </p:nvGrpSpPr>
            <p:grpSpPr>
              <a:xfrm>
                <a:off x="2101417" y="3529588"/>
                <a:ext cx="348503" cy="1164372"/>
                <a:chOff x="851999" y="3487579"/>
                <a:chExt cx="348503" cy="1164372"/>
              </a:xfrm>
            </p:grpSpPr>
            <p:sp>
              <p:nvSpPr>
                <p:cNvPr id="38" name="TextBox 37"/>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A2</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9" name="TextBox 38"/>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B2</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0" name="TextBox 39"/>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C2</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1" name="TextBox 40"/>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grpSp>
          <p:nvGrpSpPr>
            <p:cNvPr id="9" name="Group 8"/>
            <p:cNvGrpSpPr/>
            <p:nvPr/>
          </p:nvGrpSpPr>
          <p:grpSpPr>
            <a:xfrm>
              <a:off x="4114800" y="3072571"/>
              <a:ext cx="969265" cy="1575629"/>
              <a:chOff x="1791037" y="3144912"/>
              <a:chExt cx="969265" cy="1575629"/>
            </a:xfrm>
          </p:grpSpPr>
          <p:pic>
            <p:nvPicPr>
              <p:cNvPr id="30" name="Picture 29"/>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31" name="Group 30"/>
              <p:cNvGrpSpPr/>
              <p:nvPr/>
            </p:nvGrpSpPr>
            <p:grpSpPr>
              <a:xfrm>
                <a:off x="2101417" y="3529588"/>
                <a:ext cx="348503" cy="1164372"/>
                <a:chOff x="851999" y="3487579"/>
                <a:chExt cx="348503" cy="1164372"/>
              </a:xfrm>
            </p:grpSpPr>
            <p:sp>
              <p:nvSpPr>
                <p:cNvPr id="32" name="TextBox 31"/>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A3</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3" name="TextBox 32"/>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B3</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4" name="TextBox 33"/>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5" name="TextBox 34"/>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D2</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grpSp>
          <p:nvGrpSpPr>
            <p:cNvPr id="10" name="Group 9"/>
            <p:cNvGrpSpPr/>
            <p:nvPr/>
          </p:nvGrpSpPr>
          <p:grpSpPr>
            <a:xfrm>
              <a:off x="5600700" y="3072571"/>
              <a:ext cx="969265" cy="1575629"/>
              <a:chOff x="1791037" y="3144912"/>
              <a:chExt cx="969265" cy="1575629"/>
            </a:xfrm>
          </p:grpSpPr>
          <p:pic>
            <p:nvPicPr>
              <p:cNvPr id="24" name="Picture 2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25" name="Group 24"/>
              <p:cNvGrpSpPr/>
              <p:nvPr/>
            </p:nvGrpSpPr>
            <p:grpSpPr>
              <a:xfrm>
                <a:off x="2101417" y="3529588"/>
                <a:ext cx="348503" cy="1164372"/>
                <a:chOff x="851999" y="3487579"/>
                <a:chExt cx="348503" cy="1164372"/>
              </a:xfrm>
            </p:grpSpPr>
            <p:sp>
              <p:nvSpPr>
                <p:cNvPr id="26" name="TextBox 25"/>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A4</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7" name="TextBox 26"/>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8" name="TextBox 27"/>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C3</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9" name="TextBox 28"/>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D3</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grpSp>
          <p:nvGrpSpPr>
            <p:cNvPr id="11" name="Group 10"/>
            <p:cNvGrpSpPr/>
            <p:nvPr/>
          </p:nvGrpSpPr>
          <p:grpSpPr>
            <a:xfrm>
              <a:off x="7086600" y="3072571"/>
              <a:ext cx="969265" cy="1575629"/>
              <a:chOff x="1791037" y="3144912"/>
              <a:chExt cx="969265" cy="1575629"/>
            </a:xfrm>
          </p:grpSpPr>
          <p:pic>
            <p:nvPicPr>
              <p:cNvPr id="18" name="Picture 17"/>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19" name="Group 18"/>
              <p:cNvGrpSpPr/>
              <p:nvPr/>
            </p:nvGrpSpPr>
            <p:grpSpPr>
              <a:xfrm>
                <a:off x="2101417" y="3529588"/>
                <a:ext cx="348503" cy="1164372"/>
                <a:chOff x="851999" y="3487579"/>
                <a:chExt cx="348503" cy="1164372"/>
              </a:xfrm>
            </p:grpSpPr>
            <p:sp>
              <p:nvSpPr>
                <p:cNvPr id="20" name="TextBox 19"/>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1" name="TextBox 20"/>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B4</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2" name="TextBox 21"/>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C4</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3" name="TextBox 22"/>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D4</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12" name="TextBox 11"/>
            <p:cNvSpPr txBox="1"/>
            <p:nvPr/>
          </p:nvSpPr>
          <p:spPr>
            <a:xfrm>
              <a:off x="1221912"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0</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3" name="TextBox 12"/>
            <p:cNvSpPr txBox="1"/>
            <p:nvPr/>
          </p:nvSpPr>
          <p:spPr>
            <a:xfrm>
              <a:off x="2707812"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1</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4" name="TextBox 13"/>
            <p:cNvSpPr txBox="1"/>
            <p:nvPr/>
          </p:nvSpPr>
          <p:spPr>
            <a:xfrm>
              <a:off x="4193712"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2</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5" name="TextBox 14"/>
            <p:cNvSpPr txBox="1"/>
            <p:nvPr/>
          </p:nvSpPr>
          <p:spPr>
            <a:xfrm>
              <a:off x="5600700"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3</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6" name="TextBox 15"/>
            <p:cNvSpPr txBox="1"/>
            <p:nvPr/>
          </p:nvSpPr>
          <p:spPr>
            <a:xfrm>
              <a:off x="7165512"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4</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sp>
        <p:nvSpPr>
          <p:cNvPr id="48" name="Rectangle 47"/>
          <p:cNvSpPr/>
          <p:nvPr/>
        </p:nvSpPr>
        <p:spPr>
          <a:xfrm>
            <a:off x="529088" y="5547912"/>
            <a:ext cx="8081512" cy="590931"/>
          </a:xfrm>
          <a:prstGeom prst="rect">
            <a:avLst/>
          </a:prstGeom>
        </p:spPr>
        <p:txBody>
          <a:bodyPr wrap="square">
            <a:spAutoFit/>
          </a:bodyPr>
          <a:lstStyle/>
          <a:p>
            <a:pPr lvl="0" algn="ctr" fontAlgn="base">
              <a:lnSpc>
                <a:spcPct val="90000"/>
              </a:lnSpc>
              <a:spcBef>
                <a:spcPct val="0"/>
              </a:spcBef>
              <a:spcAft>
                <a:spcPct val="0"/>
              </a:spcAft>
            </a:pPr>
            <a:r>
              <a:rPr lang="fr-FR" b="1" u="sng" dirty="0" smtClean="0">
                <a:solidFill>
                  <a:srgbClr val="000000"/>
                </a:solidFill>
                <a:latin typeface="Segoe UI" pitchFamily="34" charset="0"/>
                <a:ea typeface="Segoe UI" pitchFamily="34" charset="0"/>
                <a:cs typeface="Segoe UI" pitchFamily="34" charset="0"/>
              </a:rPr>
              <a:t>Capacité totale</a:t>
            </a:r>
            <a:r>
              <a:rPr lang="fr-FR" b="1" dirty="0" smtClean="0">
                <a:solidFill>
                  <a:srgbClr val="000000"/>
                </a:solidFill>
                <a:latin typeface="Segoe UI" pitchFamily="34" charset="0"/>
                <a:ea typeface="Segoe UI" pitchFamily="34" charset="0"/>
                <a:cs typeface="Segoe UI" pitchFamily="34" charset="0"/>
              </a:rPr>
              <a:t> : </a:t>
            </a:r>
            <a:r>
              <a:rPr lang="fr-BE" b="1" dirty="0">
                <a:solidFill>
                  <a:srgbClr val="000000"/>
                </a:solidFill>
                <a:latin typeface="Segoe UI" pitchFamily="34" charset="0"/>
                <a:ea typeface="Segoe UI" pitchFamily="34" charset="0"/>
                <a:cs typeface="Segoe UI" pitchFamily="34" charset="0"/>
              </a:rPr>
              <a:t>Pour un système de X disques de capacité c identiques, elle est </a:t>
            </a:r>
            <a:r>
              <a:rPr lang="fr-BE" b="1" dirty="0" smtClean="0">
                <a:solidFill>
                  <a:srgbClr val="000000"/>
                </a:solidFill>
                <a:latin typeface="Segoe UI" pitchFamily="34" charset="0"/>
                <a:ea typeface="Segoe UI" pitchFamily="34" charset="0"/>
                <a:cs typeface="Segoe UI" pitchFamily="34" charset="0"/>
              </a:rPr>
              <a:t>égale à (X-1)*c</a:t>
            </a:r>
            <a:endParaRPr lang="fr-FR"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42854664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bf325968-c101-4cc0-85aa-62f7338813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RAID </a:t>
            </a:r>
            <a:r>
              <a:rPr lang="en-CA" dirty="0"/>
              <a:t>6</a:t>
            </a:r>
          </a:p>
        </p:txBody>
      </p:sp>
      <p:grpSp>
        <p:nvGrpSpPr>
          <p:cNvPr id="4" name="Group 3" descr="A diagram that depicts six disks with blocks of data written to the six disks. For each block of data, two disks contain the parity information. The disks that contain containing the parity information change for each block of data."/>
          <p:cNvGrpSpPr/>
          <p:nvPr/>
        </p:nvGrpSpPr>
        <p:grpSpPr>
          <a:xfrm>
            <a:off x="574675" y="1420119"/>
            <a:ext cx="8035925" cy="3192393"/>
            <a:chOff x="574675" y="1885950"/>
            <a:chExt cx="8035925" cy="3192393"/>
          </a:xfrm>
        </p:grpSpPr>
        <p:sp>
          <p:nvSpPr>
            <p:cNvPr id="5" name="Text Box 22"/>
            <p:cNvSpPr txBox="1">
              <a:spLocks noChangeArrowheads="1"/>
            </p:cNvSpPr>
            <p:nvPr/>
          </p:nvSpPr>
          <p:spPr bwMode="auto">
            <a:xfrm>
              <a:off x="574675" y="1885950"/>
              <a:ext cx="8035925" cy="400050"/>
            </a:xfrm>
            <a:prstGeom prst="rect">
              <a:avLst/>
            </a:prstGeom>
            <a:noFill/>
            <a:ln w="9525" algn="ctr">
              <a:noFill/>
              <a:miter lim="800000"/>
              <a:headEnd/>
              <a:tailEnd/>
            </a:ln>
            <a:effectLst/>
          </p:spPr>
          <p:txBody>
            <a:bodyPr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lvl="0" algn="ctr" eaLnBrk="1" fontAlgn="base" hangingPunct="1">
                <a:lnSpc>
                  <a:spcPct val="90000"/>
                </a:lnSpc>
                <a:spcBef>
                  <a:spcPct val="0"/>
                </a:spcBef>
                <a:spcAft>
                  <a:spcPct val="0"/>
                </a:spcAft>
              </a:pPr>
              <a:r>
                <a:rPr lang="fr-FR" b="1" dirty="0">
                  <a:solidFill>
                    <a:srgbClr val="000000"/>
                  </a:solidFill>
                  <a:latin typeface="Segoe UI" pitchFamily="34" charset="0"/>
                  <a:ea typeface="Segoe UI" pitchFamily="34" charset="0"/>
                  <a:cs typeface="Segoe UI" pitchFamily="34" charset="0"/>
                </a:rPr>
                <a:t>Entrelacement de disques à </a:t>
              </a:r>
              <a:r>
                <a:rPr lang="fr-FR" b="1" dirty="0" smtClean="0">
                  <a:solidFill>
                    <a:srgbClr val="000000"/>
                  </a:solidFill>
                  <a:latin typeface="Segoe UI" pitchFamily="34" charset="0"/>
                  <a:ea typeface="Segoe UI" pitchFamily="34" charset="0"/>
                  <a:cs typeface="Segoe UI" pitchFamily="34" charset="0"/>
                </a:rPr>
                <a:t>parité multiple répartie </a:t>
              </a:r>
              <a:r>
                <a:rPr lang="fr-FR" b="1" dirty="0">
                  <a:solidFill>
                    <a:srgbClr val="000000"/>
                  </a:solidFill>
                  <a:latin typeface="Segoe UI" pitchFamily="34" charset="0"/>
                  <a:ea typeface="Segoe UI" pitchFamily="34" charset="0"/>
                  <a:cs typeface="Segoe UI" pitchFamily="34" charset="0"/>
                </a:rPr>
                <a:t>afin d’augmenter les performances et la redondance </a:t>
              </a:r>
              <a:r>
                <a:rPr lang="fr-FR" b="1" dirty="0" smtClean="0">
                  <a:solidFill>
                    <a:srgbClr val="000000"/>
                  </a:solidFill>
                  <a:latin typeface="Segoe UI" pitchFamily="34" charset="0"/>
                  <a:ea typeface="Segoe UI" pitchFamily="34" charset="0"/>
                  <a:cs typeface="Segoe UI" pitchFamily="34" charset="0"/>
                </a:rPr>
                <a:t>(tolère la perte d’autant de disques que le nombre de ceux-ci réservés pour la tolérance)</a:t>
              </a:r>
              <a:endParaRPr lang="fr-FR" b="1" dirty="0">
                <a:solidFill>
                  <a:srgbClr val="000000"/>
                </a:solidFill>
                <a:latin typeface="Segoe UI" pitchFamily="34" charset="0"/>
                <a:ea typeface="Segoe UI" pitchFamily="34" charset="0"/>
                <a:cs typeface="Segoe UI" pitchFamily="34" charset="0"/>
              </a:endParaRPr>
            </a:p>
          </p:txBody>
        </p:sp>
        <p:grpSp>
          <p:nvGrpSpPr>
            <p:cNvPr id="7" name="Group 6"/>
            <p:cNvGrpSpPr/>
            <p:nvPr/>
          </p:nvGrpSpPr>
          <p:grpSpPr>
            <a:xfrm>
              <a:off x="609600" y="3072571"/>
              <a:ext cx="969265" cy="2005772"/>
              <a:chOff x="228600" y="3072571"/>
              <a:chExt cx="969265" cy="2005772"/>
            </a:xfrm>
          </p:grpSpPr>
          <p:grpSp>
            <p:nvGrpSpPr>
              <p:cNvPr id="54" name="Group 53"/>
              <p:cNvGrpSpPr/>
              <p:nvPr/>
            </p:nvGrpSpPr>
            <p:grpSpPr>
              <a:xfrm>
                <a:off x="228600" y="3072571"/>
                <a:ext cx="969265" cy="1575629"/>
                <a:chOff x="1791037" y="3144912"/>
                <a:chExt cx="969265" cy="1575629"/>
              </a:xfrm>
            </p:grpSpPr>
            <p:pic>
              <p:nvPicPr>
                <p:cNvPr id="56" name="Picture 5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57" name="Group 56"/>
                <p:cNvGrpSpPr/>
                <p:nvPr/>
              </p:nvGrpSpPr>
              <p:grpSpPr>
                <a:xfrm>
                  <a:off x="2101417" y="3529588"/>
                  <a:ext cx="348503" cy="1164372"/>
                  <a:chOff x="851999" y="3487579"/>
                  <a:chExt cx="348503" cy="1164372"/>
                </a:xfrm>
              </p:grpSpPr>
              <p:sp>
                <p:nvSpPr>
                  <p:cNvPr id="58" name="TextBox 57"/>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A1</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59" name="TextBox 58"/>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B1</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60" name="TextBox 59"/>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C1</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61" name="TextBox 60"/>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D1</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55" name="TextBox 54"/>
              <p:cNvSpPr txBox="1"/>
              <p:nvPr/>
            </p:nvSpPr>
            <p:spPr>
              <a:xfrm>
                <a:off x="307512"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0</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nvGrpSpPr>
            <p:cNvPr id="8" name="Group 7"/>
            <p:cNvGrpSpPr/>
            <p:nvPr/>
          </p:nvGrpSpPr>
          <p:grpSpPr>
            <a:xfrm>
              <a:off x="2015947" y="3072571"/>
              <a:ext cx="969265" cy="2005772"/>
              <a:chOff x="1714500" y="3072571"/>
              <a:chExt cx="969265" cy="2005772"/>
            </a:xfrm>
          </p:grpSpPr>
          <p:grpSp>
            <p:nvGrpSpPr>
              <p:cNvPr id="46" name="Group 45"/>
              <p:cNvGrpSpPr/>
              <p:nvPr/>
            </p:nvGrpSpPr>
            <p:grpSpPr>
              <a:xfrm>
                <a:off x="1714500" y="3072571"/>
                <a:ext cx="969265" cy="1575629"/>
                <a:chOff x="1791037" y="3144912"/>
                <a:chExt cx="969265" cy="1575629"/>
              </a:xfrm>
            </p:grpSpPr>
            <p:pic>
              <p:nvPicPr>
                <p:cNvPr id="48" name="Picture 47"/>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49" name="Group 48"/>
                <p:cNvGrpSpPr/>
                <p:nvPr/>
              </p:nvGrpSpPr>
              <p:grpSpPr>
                <a:xfrm>
                  <a:off x="2101417" y="3529588"/>
                  <a:ext cx="348503" cy="1164372"/>
                  <a:chOff x="851999" y="3487579"/>
                  <a:chExt cx="348503" cy="1164372"/>
                </a:xfrm>
              </p:grpSpPr>
              <p:sp>
                <p:nvSpPr>
                  <p:cNvPr id="50" name="TextBox 49"/>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A2</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51" name="TextBox 50"/>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B2</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52" name="TextBox 51"/>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C2</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53" name="TextBox 52"/>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47" name="TextBox 46"/>
              <p:cNvSpPr txBox="1"/>
              <p:nvPr/>
            </p:nvSpPr>
            <p:spPr>
              <a:xfrm>
                <a:off x="1793412"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1</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nvGrpSpPr>
            <p:cNvPr id="9" name="Group 8"/>
            <p:cNvGrpSpPr/>
            <p:nvPr/>
          </p:nvGrpSpPr>
          <p:grpSpPr>
            <a:xfrm>
              <a:off x="3422294" y="3072571"/>
              <a:ext cx="969265" cy="2005772"/>
              <a:chOff x="3200400" y="3072571"/>
              <a:chExt cx="969265" cy="2005772"/>
            </a:xfrm>
          </p:grpSpPr>
          <p:grpSp>
            <p:nvGrpSpPr>
              <p:cNvPr id="38" name="Group 37"/>
              <p:cNvGrpSpPr/>
              <p:nvPr/>
            </p:nvGrpSpPr>
            <p:grpSpPr>
              <a:xfrm>
                <a:off x="3200400" y="3072571"/>
                <a:ext cx="969265" cy="1575629"/>
                <a:chOff x="1791037" y="3144912"/>
                <a:chExt cx="969265" cy="1575629"/>
              </a:xfrm>
            </p:grpSpPr>
            <p:pic>
              <p:nvPicPr>
                <p:cNvPr id="40" name="Picture 39"/>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41" name="Group 40"/>
                <p:cNvGrpSpPr/>
                <p:nvPr/>
              </p:nvGrpSpPr>
              <p:grpSpPr>
                <a:xfrm>
                  <a:off x="2101417" y="3529588"/>
                  <a:ext cx="348503" cy="1164372"/>
                  <a:chOff x="851999" y="3487579"/>
                  <a:chExt cx="348503" cy="1164372"/>
                </a:xfrm>
              </p:grpSpPr>
              <p:sp>
                <p:nvSpPr>
                  <p:cNvPr id="42" name="TextBox 41"/>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A3</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3" name="TextBox 42"/>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B3</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4" name="TextBox 43"/>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5" name="TextBox 44"/>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39" name="TextBox 38"/>
              <p:cNvSpPr txBox="1"/>
              <p:nvPr/>
            </p:nvSpPr>
            <p:spPr>
              <a:xfrm>
                <a:off x="3279312"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2</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nvGrpSpPr>
            <p:cNvPr id="10" name="Group 9"/>
            <p:cNvGrpSpPr/>
            <p:nvPr/>
          </p:nvGrpSpPr>
          <p:grpSpPr>
            <a:xfrm>
              <a:off x="4828641" y="3072571"/>
              <a:ext cx="969265" cy="2005772"/>
              <a:chOff x="4686300" y="3072571"/>
              <a:chExt cx="969265" cy="2005772"/>
            </a:xfrm>
          </p:grpSpPr>
          <p:grpSp>
            <p:nvGrpSpPr>
              <p:cNvPr id="30" name="Group 29"/>
              <p:cNvGrpSpPr/>
              <p:nvPr/>
            </p:nvGrpSpPr>
            <p:grpSpPr>
              <a:xfrm>
                <a:off x="4686300" y="3072571"/>
                <a:ext cx="969265" cy="1575629"/>
                <a:chOff x="1791037" y="3144912"/>
                <a:chExt cx="969265" cy="1575629"/>
              </a:xfrm>
            </p:grpSpPr>
            <p:pic>
              <p:nvPicPr>
                <p:cNvPr id="32" name="Picture 31"/>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33" name="Group 32"/>
                <p:cNvGrpSpPr/>
                <p:nvPr/>
              </p:nvGrpSpPr>
              <p:grpSpPr>
                <a:xfrm>
                  <a:off x="2101417" y="3529588"/>
                  <a:ext cx="348503" cy="1164372"/>
                  <a:chOff x="851999" y="3487579"/>
                  <a:chExt cx="348503" cy="1164372"/>
                </a:xfrm>
              </p:grpSpPr>
              <p:sp>
                <p:nvSpPr>
                  <p:cNvPr id="34" name="TextBox 33"/>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A4</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5" name="TextBox 34"/>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6" name="TextBox 35"/>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7" name="TextBox 36"/>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D2</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31" name="TextBox 30"/>
              <p:cNvSpPr txBox="1"/>
              <p:nvPr/>
            </p:nvSpPr>
            <p:spPr>
              <a:xfrm>
                <a:off x="4765212"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3</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nvGrpSpPr>
            <p:cNvPr id="11" name="Group 10"/>
            <p:cNvGrpSpPr/>
            <p:nvPr/>
          </p:nvGrpSpPr>
          <p:grpSpPr>
            <a:xfrm>
              <a:off x="6234988" y="3072571"/>
              <a:ext cx="969265" cy="2005772"/>
              <a:chOff x="6172200" y="3072571"/>
              <a:chExt cx="969265" cy="2005772"/>
            </a:xfrm>
          </p:grpSpPr>
          <p:grpSp>
            <p:nvGrpSpPr>
              <p:cNvPr id="22" name="Group 21"/>
              <p:cNvGrpSpPr/>
              <p:nvPr/>
            </p:nvGrpSpPr>
            <p:grpSpPr>
              <a:xfrm>
                <a:off x="6172200" y="3072571"/>
                <a:ext cx="969265" cy="1575629"/>
                <a:chOff x="1791037" y="3144912"/>
                <a:chExt cx="969265" cy="1575629"/>
              </a:xfrm>
            </p:grpSpPr>
            <p:pic>
              <p:nvPicPr>
                <p:cNvPr id="24" name="Picture 23"/>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25" name="Group 24"/>
                <p:cNvGrpSpPr/>
                <p:nvPr/>
              </p:nvGrpSpPr>
              <p:grpSpPr>
                <a:xfrm>
                  <a:off x="2101417" y="3529588"/>
                  <a:ext cx="348503" cy="1164372"/>
                  <a:chOff x="851999" y="3487579"/>
                  <a:chExt cx="348503" cy="1164372"/>
                </a:xfrm>
              </p:grpSpPr>
              <p:sp>
                <p:nvSpPr>
                  <p:cNvPr id="26" name="TextBox 25"/>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7" name="TextBox 26"/>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8" name="TextBox 27"/>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C3</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9" name="TextBox 28"/>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D3</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23" name="TextBox 22"/>
              <p:cNvSpPr txBox="1"/>
              <p:nvPr/>
            </p:nvSpPr>
            <p:spPr>
              <a:xfrm>
                <a:off x="6251112"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4</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nvGrpSpPr>
            <p:cNvPr id="12" name="Group 11"/>
            <p:cNvGrpSpPr/>
            <p:nvPr/>
          </p:nvGrpSpPr>
          <p:grpSpPr>
            <a:xfrm>
              <a:off x="7641335" y="3072571"/>
              <a:ext cx="969265" cy="2005772"/>
              <a:chOff x="7641335" y="3072571"/>
              <a:chExt cx="969265" cy="2005772"/>
            </a:xfrm>
          </p:grpSpPr>
          <p:grpSp>
            <p:nvGrpSpPr>
              <p:cNvPr id="14" name="Group 13"/>
              <p:cNvGrpSpPr/>
              <p:nvPr/>
            </p:nvGrpSpPr>
            <p:grpSpPr>
              <a:xfrm>
                <a:off x="7641335" y="3072571"/>
                <a:ext cx="969265" cy="1575629"/>
                <a:chOff x="1791037" y="3144912"/>
                <a:chExt cx="969265" cy="1575629"/>
              </a:xfrm>
            </p:grpSpPr>
            <p:pic>
              <p:nvPicPr>
                <p:cNvPr id="16" name="Picture 1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17" name="Group 16"/>
                <p:cNvGrpSpPr/>
                <p:nvPr/>
              </p:nvGrpSpPr>
              <p:grpSpPr>
                <a:xfrm>
                  <a:off x="2101417" y="3529588"/>
                  <a:ext cx="348503" cy="1164372"/>
                  <a:chOff x="851999" y="3487579"/>
                  <a:chExt cx="348503" cy="1164372"/>
                </a:xfrm>
              </p:grpSpPr>
              <p:sp>
                <p:nvSpPr>
                  <p:cNvPr id="18" name="TextBox 17"/>
                  <p:cNvSpPr txBox="1"/>
                  <p:nvPr/>
                </p:nvSpPr>
                <p:spPr>
                  <a:xfrm>
                    <a:off x="851999" y="34875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Ap</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9" name="TextBox 18"/>
                  <p:cNvSpPr txBox="1"/>
                  <p:nvPr/>
                </p:nvSpPr>
                <p:spPr>
                  <a:xfrm>
                    <a:off x="851999" y="3792379"/>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B4</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0" name="TextBox 19"/>
                  <p:cNvSpPr txBox="1"/>
                  <p:nvPr/>
                </p:nvSpPr>
                <p:spPr>
                  <a:xfrm>
                    <a:off x="851999" y="411480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C4</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1" name="TextBox 20"/>
                  <p:cNvSpPr txBox="1"/>
                  <p:nvPr/>
                </p:nvSpPr>
                <p:spPr>
                  <a:xfrm>
                    <a:off x="851999" y="4405730"/>
                    <a:ext cx="348503" cy="246221"/>
                  </a:xfrm>
                  <a:prstGeom prst="rect">
                    <a:avLst/>
                  </a:prstGeom>
                  <a:noFill/>
                </p:spPr>
                <p:txBody>
                  <a:bodyPr wrap="square" lIns="0" tIns="0" rIns="0" bIns="0" rtlCol="0">
                    <a:spAutoFit/>
                  </a:bodyPr>
                  <a:lstStyle/>
                  <a:p>
                    <a:pPr lvl="0" algn="ctr" fontAlgn="base">
                      <a:spcBef>
                        <a:spcPct val="0"/>
                      </a:spcBef>
                      <a:spcAft>
                        <a:spcPct val="0"/>
                      </a:spcAft>
                    </a:pPr>
                    <a:r>
                      <a:rPr lang="en-CA"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D4</a:t>
                    </a:r>
                    <a:endPar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15" name="TextBox 14"/>
              <p:cNvSpPr txBox="1"/>
              <p:nvPr/>
            </p:nvSpPr>
            <p:spPr>
              <a:xfrm>
                <a:off x="7720247" y="4724400"/>
                <a:ext cx="811441" cy="353943"/>
              </a:xfrm>
              <a:prstGeom prst="rect">
                <a:avLst/>
              </a:prstGeom>
              <a:noFill/>
            </p:spPr>
            <p:txBody>
              <a:bodyPr wrap="none" rtlCol="0">
                <a:spAutoFit/>
              </a:bodyPr>
              <a:lstStyle/>
              <a:p>
                <a:pPr lvl="0" fontAlgn="base">
                  <a:spcBef>
                    <a:spcPct val="0"/>
                  </a:spcBef>
                  <a:spcAft>
                    <a:spcPct val="0"/>
                  </a:spcAft>
                </a:pPr>
                <a:r>
                  <a:rPr lang="en-CA" sz="17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5</a:t>
                </a:r>
                <a:endParaRPr lang="en-US" sz="17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62" name="Rectangle 61"/>
          <p:cNvSpPr/>
          <p:nvPr/>
        </p:nvSpPr>
        <p:spPr>
          <a:xfrm>
            <a:off x="529088" y="5547912"/>
            <a:ext cx="8081512" cy="590931"/>
          </a:xfrm>
          <a:prstGeom prst="rect">
            <a:avLst/>
          </a:prstGeom>
        </p:spPr>
        <p:txBody>
          <a:bodyPr wrap="square">
            <a:spAutoFit/>
          </a:bodyPr>
          <a:lstStyle/>
          <a:p>
            <a:pPr lvl="0" algn="ctr" fontAlgn="base">
              <a:lnSpc>
                <a:spcPct val="90000"/>
              </a:lnSpc>
              <a:spcBef>
                <a:spcPct val="0"/>
              </a:spcBef>
              <a:spcAft>
                <a:spcPct val="0"/>
              </a:spcAft>
            </a:pPr>
            <a:r>
              <a:rPr lang="fr-FR" b="1" u="sng" dirty="0" smtClean="0">
                <a:solidFill>
                  <a:srgbClr val="000000"/>
                </a:solidFill>
                <a:latin typeface="Segoe UI" pitchFamily="34" charset="0"/>
                <a:ea typeface="Segoe UI" pitchFamily="34" charset="0"/>
                <a:cs typeface="Segoe UI" pitchFamily="34" charset="0"/>
              </a:rPr>
              <a:t>Capacité totale</a:t>
            </a:r>
            <a:r>
              <a:rPr lang="fr-FR" b="1" dirty="0" smtClean="0">
                <a:solidFill>
                  <a:srgbClr val="000000"/>
                </a:solidFill>
                <a:latin typeface="Segoe UI" pitchFamily="34" charset="0"/>
                <a:ea typeface="Segoe UI" pitchFamily="34" charset="0"/>
                <a:cs typeface="Segoe UI" pitchFamily="34" charset="0"/>
              </a:rPr>
              <a:t> : </a:t>
            </a:r>
            <a:r>
              <a:rPr lang="fr-BE" b="1" dirty="0">
                <a:solidFill>
                  <a:srgbClr val="000000"/>
                </a:solidFill>
                <a:latin typeface="Segoe UI" pitchFamily="34" charset="0"/>
                <a:ea typeface="Segoe UI" pitchFamily="34" charset="0"/>
                <a:cs typeface="Segoe UI" pitchFamily="34" charset="0"/>
              </a:rPr>
              <a:t>Pour un système de X </a:t>
            </a:r>
            <a:r>
              <a:rPr lang="fr-BE" b="1" dirty="0" smtClean="0">
                <a:solidFill>
                  <a:srgbClr val="000000"/>
                </a:solidFill>
                <a:latin typeface="Segoe UI" pitchFamily="34" charset="0"/>
                <a:ea typeface="Segoe UI" pitchFamily="34" charset="0"/>
                <a:cs typeface="Segoe UI" pitchFamily="34" charset="0"/>
              </a:rPr>
              <a:t>disques </a:t>
            </a:r>
            <a:r>
              <a:rPr lang="fr-BE" b="1" dirty="0">
                <a:solidFill>
                  <a:srgbClr val="000000"/>
                </a:solidFill>
                <a:latin typeface="Segoe UI" pitchFamily="34" charset="0"/>
                <a:ea typeface="Segoe UI" pitchFamily="34" charset="0"/>
                <a:cs typeface="Segoe UI" pitchFamily="34" charset="0"/>
              </a:rPr>
              <a:t>de capacité c identiques</a:t>
            </a:r>
            <a:r>
              <a:rPr lang="fr-BE" b="1" dirty="0" smtClean="0">
                <a:solidFill>
                  <a:srgbClr val="000000"/>
                </a:solidFill>
                <a:latin typeface="Segoe UI" pitchFamily="34" charset="0"/>
                <a:ea typeface="Segoe UI" pitchFamily="34" charset="0"/>
                <a:cs typeface="Segoe UI" pitchFamily="34" charset="0"/>
              </a:rPr>
              <a:t>, dont n réservés pour la tolérance, </a:t>
            </a:r>
            <a:r>
              <a:rPr lang="fr-BE" b="1" dirty="0">
                <a:solidFill>
                  <a:srgbClr val="000000"/>
                </a:solidFill>
                <a:latin typeface="Segoe UI" pitchFamily="34" charset="0"/>
                <a:ea typeface="Segoe UI" pitchFamily="34" charset="0"/>
                <a:cs typeface="Segoe UI" pitchFamily="34" charset="0"/>
              </a:rPr>
              <a:t>elle est </a:t>
            </a:r>
            <a:r>
              <a:rPr lang="fr-BE" b="1" dirty="0" smtClean="0">
                <a:solidFill>
                  <a:srgbClr val="000000"/>
                </a:solidFill>
                <a:latin typeface="Segoe UI" pitchFamily="34" charset="0"/>
                <a:ea typeface="Segoe UI" pitchFamily="34" charset="0"/>
                <a:cs typeface="Segoe UI" pitchFamily="34" charset="0"/>
              </a:rPr>
              <a:t>égale à (X-n)*c</a:t>
            </a:r>
            <a:endParaRPr lang="fr-FR"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284119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212378e1-e4a0-4177-86f2-8f1388eae4b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RAID 1+0</a:t>
            </a:r>
            <a:endParaRPr lang="en-CA" dirty="0"/>
          </a:p>
        </p:txBody>
      </p:sp>
      <p:grpSp>
        <p:nvGrpSpPr>
          <p:cNvPr id="4" name="Group 3" descr="A diagram that depicts eight disks in two groups. Each disk from the first group is mirrored to a disk in the second group. Data is written in strip sets across the four disks in the first group, and the data is mirrored on the disks in the second group.&#10;&#10;"/>
          <p:cNvGrpSpPr/>
          <p:nvPr/>
        </p:nvGrpSpPr>
        <p:grpSpPr>
          <a:xfrm>
            <a:off x="574675" y="1581147"/>
            <a:ext cx="8035925" cy="3984427"/>
            <a:chOff x="574675" y="1885950"/>
            <a:chExt cx="8035925" cy="3984427"/>
          </a:xfrm>
        </p:grpSpPr>
        <p:sp>
          <p:nvSpPr>
            <p:cNvPr id="5" name="Text Box 22"/>
            <p:cNvSpPr txBox="1">
              <a:spLocks noChangeArrowheads="1"/>
            </p:cNvSpPr>
            <p:nvPr/>
          </p:nvSpPr>
          <p:spPr bwMode="auto">
            <a:xfrm>
              <a:off x="574675" y="1885950"/>
              <a:ext cx="8035925" cy="400050"/>
            </a:xfrm>
            <a:prstGeom prst="rect">
              <a:avLst/>
            </a:prstGeom>
            <a:noFill/>
            <a:ln w="9525" algn="ctr">
              <a:noFill/>
              <a:miter lim="800000"/>
              <a:headEnd/>
              <a:tailEnd/>
            </a:ln>
            <a:effectLst/>
          </p:spPr>
          <p:txBody>
            <a:bodyPr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lvl="0" algn="ctr" eaLnBrk="1" fontAlgn="base" hangingPunct="1">
                <a:lnSpc>
                  <a:spcPct val="90000"/>
                </a:lnSpc>
                <a:spcBef>
                  <a:spcPct val="0"/>
                </a:spcBef>
                <a:spcAft>
                  <a:spcPct val="0"/>
                </a:spcAft>
              </a:pPr>
              <a:r>
                <a:rPr lang="fr-FR" b="1" dirty="0" smtClean="0">
                  <a:solidFill>
                    <a:srgbClr val="000000"/>
                  </a:solidFill>
                  <a:latin typeface="Segoe UI" pitchFamily="34" charset="0"/>
                  <a:ea typeface="Segoe UI" pitchFamily="34" charset="0"/>
                  <a:cs typeface="Segoe UI" pitchFamily="34" charset="0"/>
                </a:rPr>
                <a:t>Entrelacement </a:t>
              </a:r>
              <a:r>
                <a:rPr lang="fr-FR" b="1" dirty="0">
                  <a:solidFill>
                    <a:srgbClr val="000000"/>
                  </a:solidFill>
                  <a:latin typeface="Segoe UI" pitchFamily="34" charset="0"/>
                  <a:ea typeface="Segoe UI" pitchFamily="34" charset="0"/>
                  <a:cs typeface="Segoe UI" pitchFamily="34" charset="0"/>
                </a:rPr>
                <a:t>de disques </a:t>
              </a:r>
              <a:r>
                <a:rPr lang="fr-FR" b="1" dirty="0" smtClean="0">
                  <a:solidFill>
                    <a:srgbClr val="000000"/>
                  </a:solidFill>
                  <a:latin typeface="Segoe UI" pitchFamily="34" charset="0"/>
                  <a:ea typeface="Segoe UI" pitchFamily="34" charset="0"/>
                  <a:cs typeface="Segoe UI" pitchFamily="34" charset="0"/>
                </a:rPr>
                <a:t>répliqués afin </a:t>
              </a:r>
              <a:r>
                <a:rPr lang="fr-FR" b="1" dirty="0">
                  <a:solidFill>
                    <a:srgbClr val="000000"/>
                  </a:solidFill>
                  <a:latin typeface="Segoe UI" pitchFamily="34" charset="0"/>
                  <a:ea typeface="Segoe UI" pitchFamily="34" charset="0"/>
                  <a:cs typeface="Segoe UI" pitchFamily="34" charset="0"/>
                </a:rPr>
                <a:t>d’augmenter les performances </a:t>
              </a:r>
              <a:r>
                <a:rPr lang="fr-FR" b="1" dirty="0" smtClean="0">
                  <a:solidFill>
                    <a:srgbClr val="000000"/>
                  </a:solidFill>
                  <a:latin typeface="Segoe UI" pitchFamily="34" charset="0"/>
                  <a:ea typeface="Segoe UI" pitchFamily="34" charset="0"/>
                  <a:cs typeface="Segoe UI" pitchFamily="34" charset="0"/>
                </a:rPr>
                <a:t>et la redondance</a:t>
              </a:r>
              <a:endParaRPr lang="en-CA" b="1" dirty="0">
                <a:solidFill>
                  <a:srgbClr val="000000"/>
                </a:solidFill>
                <a:latin typeface="Segoe UI" pitchFamily="34" charset="0"/>
                <a:ea typeface="Segoe UI" pitchFamily="34" charset="0"/>
                <a:cs typeface="Segoe UI" pitchFamily="34" charset="0"/>
              </a:endParaRPr>
            </a:p>
          </p:txBody>
        </p:sp>
        <p:grpSp>
          <p:nvGrpSpPr>
            <p:cNvPr id="7" name="Group 6"/>
            <p:cNvGrpSpPr/>
            <p:nvPr/>
          </p:nvGrpSpPr>
          <p:grpSpPr>
            <a:xfrm>
              <a:off x="1371600" y="4346895"/>
              <a:ext cx="742093" cy="1215705"/>
              <a:chOff x="1791037" y="3144911"/>
              <a:chExt cx="969265" cy="1587860"/>
            </a:xfrm>
          </p:grpSpPr>
          <p:pic>
            <p:nvPicPr>
              <p:cNvPr id="79" name="Picture 78"/>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1"/>
                <a:ext cx="969265" cy="1575628"/>
              </a:xfrm>
              <a:prstGeom prst="rect">
                <a:avLst/>
              </a:prstGeom>
            </p:spPr>
          </p:pic>
          <p:grpSp>
            <p:nvGrpSpPr>
              <p:cNvPr id="80" name="Group 79"/>
              <p:cNvGrpSpPr/>
              <p:nvPr/>
            </p:nvGrpSpPr>
            <p:grpSpPr>
              <a:xfrm>
                <a:off x="2101417" y="3529588"/>
                <a:ext cx="348503" cy="1203183"/>
                <a:chOff x="851999" y="3487579"/>
                <a:chExt cx="348503" cy="1203183"/>
              </a:xfrm>
            </p:grpSpPr>
            <p:sp>
              <p:nvSpPr>
                <p:cNvPr id="81" name="TextBox 80"/>
                <p:cNvSpPr txBox="1"/>
                <p:nvPr/>
              </p:nvSpPr>
              <p:spPr>
                <a:xfrm>
                  <a:off x="851999" y="3487579"/>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82" name="TextBox 81"/>
                <p:cNvSpPr txBox="1"/>
                <p:nvPr/>
              </p:nvSpPr>
              <p:spPr>
                <a:xfrm>
                  <a:off x="851999" y="3792379"/>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A2</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83" name="TextBox 82"/>
                <p:cNvSpPr txBox="1"/>
                <p:nvPr/>
              </p:nvSpPr>
              <p:spPr>
                <a:xfrm>
                  <a:off x="851999" y="4114800"/>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A3</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84" name="TextBox 83"/>
                <p:cNvSpPr txBox="1"/>
                <p:nvPr/>
              </p:nvSpPr>
              <p:spPr>
                <a:xfrm>
                  <a:off x="851999" y="4405730"/>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A4</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grpSp>
          <p:nvGrpSpPr>
            <p:cNvPr id="8" name="Group 7"/>
            <p:cNvGrpSpPr/>
            <p:nvPr/>
          </p:nvGrpSpPr>
          <p:grpSpPr>
            <a:xfrm>
              <a:off x="3276600" y="4346896"/>
              <a:ext cx="742093" cy="1215704"/>
              <a:chOff x="1791037" y="3144912"/>
              <a:chExt cx="969265" cy="1587859"/>
            </a:xfrm>
          </p:grpSpPr>
          <p:pic>
            <p:nvPicPr>
              <p:cNvPr id="73" name="Picture 72"/>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74" name="Group 73"/>
              <p:cNvGrpSpPr/>
              <p:nvPr/>
            </p:nvGrpSpPr>
            <p:grpSpPr>
              <a:xfrm>
                <a:off x="2101417" y="3529588"/>
                <a:ext cx="348503" cy="1203183"/>
                <a:chOff x="851999" y="3487579"/>
                <a:chExt cx="348503" cy="1203183"/>
              </a:xfrm>
            </p:grpSpPr>
            <p:sp>
              <p:nvSpPr>
                <p:cNvPr id="75" name="TextBox 74"/>
                <p:cNvSpPr txBox="1"/>
                <p:nvPr/>
              </p:nvSpPr>
              <p:spPr>
                <a:xfrm>
                  <a:off x="851999" y="3487579"/>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A5</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76" name="TextBox 75"/>
                <p:cNvSpPr txBox="1"/>
                <p:nvPr/>
              </p:nvSpPr>
              <p:spPr>
                <a:xfrm>
                  <a:off x="851999" y="3792379"/>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A6</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77" name="TextBox 76"/>
                <p:cNvSpPr txBox="1"/>
                <p:nvPr/>
              </p:nvSpPr>
              <p:spPr>
                <a:xfrm>
                  <a:off x="851999" y="4114800"/>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A7</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78" name="TextBox 77"/>
                <p:cNvSpPr txBox="1"/>
                <p:nvPr/>
              </p:nvSpPr>
              <p:spPr>
                <a:xfrm>
                  <a:off x="851999" y="4405730"/>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A8</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grpSp>
          <p:nvGrpSpPr>
            <p:cNvPr id="9" name="Group 8"/>
            <p:cNvGrpSpPr/>
            <p:nvPr/>
          </p:nvGrpSpPr>
          <p:grpSpPr>
            <a:xfrm>
              <a:off x="5181600" y="4346896"/>
              <a:ext cx="742093" cy="1215704"/>
              <a:chOff x="1791037" y="3144912"/>
              <a:chExt cx="969265" cy="1587859"/>
            </a:xfrm>
          </p:grpSpPr>
          <p:pic>
            <p:nvPicPr>
              <p:cNvPr id="67" name="Picture 6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68" name="Group 67"/>
              <p:cNvGrpSpPr/>
              <p:nvPr/>
            </p:nvGrpSpPr>
            <p:grpSpPr>
              <a:xfrm>
                <a:off x="1990090" y="3529588"/>
                <a:ext cx="597160" cy="1203183"/>
                <a:chOff x="740672" y="3487579"/>
                <a:chExt cx="597160" cy="1203183"/>
              </a:xfrm>
            </p:grpSpPr>
            <p:sp>
              <p:nvSpPr>
                <p:cNvPr id="69" name="TextBox 68"/>
                <p:cNvSpPr txBox="1"/>
                <p:nvPr/>
              </p:nvSpPr>
              <p:spPr>
                <a:xfrm>
                  <a:off x="740672" y="3487579"/>
                  <a:ext cx="597160"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A9</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70" name="TextBox 69"/>
                <p:cNvSpPr txBox="1"/>
                <p:nvPr/>
              </p:nvSpPr>
              <p:spPr>
                <a:xfrm>
                  <a:off x="740672" y="3792380"/>
                  <a:ext cx="597160"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A10</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71" name="TextBox 70"/>
                <p:cNvSpPr txBox="1"/>
                <p:nvPr/>
              </p:nvSpPr>
              <p:spPr>
                <a:xfrm>
                  <a:off x="740672" y="4114800"/>
                  <a:ext cx="597160"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A11</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72" name="TextBox 71"/>
                <p:cNvSpPr txBox="1"/>
                <p:nvPr/>
              </p:nvSpPr>
              <p:spPr>
                <a:xfrm>
                  <a:off x="740672" y="4405730"/>
                  <a:ext cx="597160"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A12</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grpSp>
          <p:nvGrpSpPr>
            <p:cNvPr id="10" name="Group 9"/>
            <p:cNvGrpSpPr/>
            <p:nvPr/>
          </p:nvGrpSpPr>
          <p:grpSpPr>
            <a:xfrm>
              <a:off x="7086600" y="4346896"/>
              <a:ext cx="742093" cy="1215704"/>
              <a:chOff x="1791037" y="3144912"/>
              <a:chExt cx="969265" cy="1587859"/>
            </a:xfrm>
          </p:grpSpPr>
          <p:pic>
            <p:nvPicPr>
              <p:cNvPr id="61" name="Picture 60"/>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62" name="Group 61"/>
              <p:cNvGrpSpPr/>
              <p:nvPr/>
            </p:nvGrpSpPr>
            <p:grpSpPr>
              <a:xfrm>
                <a:off x="1990089" y="3529588"/>
                <a:ext cx="597161" cy="1203183"/>
                <a:chOff x="740671" y="3487579"/>
                <a:chExt cx="597161" cy="1203183"/>
              </a:xfrm>
            </p:grpSpPr>
            <p:sp>
              <p:nvSpPr>
                <p:cNvPr id="63" name="TextBox 62"/>
                <p:cNvSpPr txBox="1"/>
                <p:nvPr/>
              </p:nvSpPr>
              <p:spPr>
                <a:xfrm>
                  <a:off x="740671" y="3487579"/>
                  <a:ext cx="597161"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A13</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64" name="TextBox 63"/>
                <p:cNvSpPr txBox="1"/>
                <p:nvPr/>
              </p:nvSpPr>
              <p:spPr>
                <a:xfrm>
                  <a:off x="740671" y="3792380"/>
                  <a:ext cx="597158"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A14</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65" name="TextBox 64"/>
                <p:cNvSpPr txBox="1"/>
                <p:nvPr/>
              </p:nvSpPr>
              <p:spPr>
                <a:xfrm>
                  <a:off x="740671" y="4114800"/>
                  <a:ext cx="597158"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A15</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66" name="TextBox 65"/>
                <p:cNvSpPr txBox="1"/>
                <p:nvPr/>
              </p:nvSpPr>
              <p:spPr>
                <a:xfrm>
                  <a:off x="740671" y="4405730"/>
                  <a:ext cx="597158"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A16</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11" name="TextBox 10"/>
            <p:cNvSpPr txBox="1"/>
            <p:nvPr/>
          </p:nvSpPr>
          <p:spPr>
            <a:xfrm rot="16200000">
              <a:off x="442975" y="4026257"/>
              <a:ext cx="93987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Mirrored</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nvGrpSpPr>
            <p:cNvPr id="12" name="Group 11"/>
            <p:cNvGrpSpPr/>
            <p:nvPr/>
          </p:nvGrpSpPr>
          <p:grpSpPr>
            <a:xfrm>
              <a:off x="1371600" y="2667000"/>
              <a:ext cx="742093" cy="1518076"/>
              <a:chOff x="1371600" y="2667000"/>
              <a:chExt cx="742093" cy="1518076"/>
            </a:xfrm>
          </p:grpSpPr>
          <p:grpSp>
            <p:nvGrpSpPr>
              <p:cNvPr id="53" name="Group 52"/>
              <p:cNvGrpSpPr/>
              <p:nvPr/>
            </p:nvGrpSpPr>
            <p:grpSpPr>
              <a:xfrm>
                <a:off x="1371600" y="2667000"/>
                <a:ext cx="742093" cy="1215704"/>
                <a:chOff x="1791037" y="3144912"/>
                <a:chExt cx="969265" cy="1587859"/>
              </a:xfrm>
            </p:grpSpPr>
            <p:pic>
              <p:nvPicPr>
                <p:cNvPr id="55" name="Picture 5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56" name="Group 55"/>
                <p:cNvGrpSpPr/>
                <p:nvPr/>
              </p:nvGrpSpPr>
              <p:grpSpPr>
                <a:xfrm>
                  <a:off x="2101417" y="3529588"/>
                  <a:ext cx="348503" cy="1203183"/>
                  <a:chOff x="851999" y="3487579"/>
                  <a:chExt cx="348503" cy="1203183"/>
                </a:xfrm>
              </p:grpSpPr>
              <p:sp>
                <p:nvSpPr>
                  <p:cNvPr id="57" name="TextBox 56"/>
                  <p:cNvSpPr txBox="1"/>
                  <p:nvPr/>
                </p:nvSpPr>
                <p:spPr>
                  <a:xfrm>
                    <a:off x="851999" y="3487579"/>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58" name="TextBox 57"/>
                  <p:cNvSpPr txBox="1"/>
                  <p:nvPr/>
                </p:nvSpPr>
                <p:spPr>
                  <a:xfrm>
                    <a:off x="851999" y="3792379"/>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A2</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59" name="TextBox 58"/>
                  <p:cNvSpPr txBox="1"/>
                  <p:nvPr/>
                </p:nvSpPr>
                <p:spPr>
                  <a:xfrm>
                    <a:off x="851999" y="4114800"/>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A3</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60" name="TextBox 59"/>
                  <p:cNvSpPr txBox="1"/>
                  <p:nvPr/>
                </p:nvSpPr>
                <p:spPr>
                  <a:xfrm>
                    <a:off x="851999" y="4405730"/>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A4</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54" name="TextBox 53"/>
              <p:cNvSpPr txBox="1"/>
              <p:nvPr/>
            </p:nvSpPr>
            <p:spPr>
              <a:xfrm>
                <a:off x="1392230" y="3877299"/>
                <a:ext cx="70083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0</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nvGrpSpPr>
            <p:cNvPr id="13" name="Group 12"/>
            <p:cNvGrpSpPr/>
            <p:nvPr/>
          </p:nvGrpSpPr>
          <p:grpSpPr>
            <a:xfrm>
              <a:off x="3276600" y="2667000"/>
              <a:ext cx="742093" cy="1518076"/>
              <a:chOff x="3276600" y="2667000"/>
              <a:chExt cx="742093" cy="1518076"/>
            </a:xfrm>
          </p:grpSpPr>
          <p:grpSp>
            <p:nvGrpSpPr>
              <p:cNvPr id="45" name="Group 44"/>
              <p:cNvGrpSpPr/>
              <p:nvPr/>
            </p:nvGrpSpPr>
            <p:grpSpPr>
              <a:xfrm>
                <a:off x="3276600" y="2667000"/>
                <a:ext cx="742093" cy="1215704"/>
                <a:chOff x="1791037" y="3144912"/>
                <a:chExt cx="969265" cy="1587859"/>
              </a:xfrm>
            </p:grpSpPr>
            <p:pic>
              <p:nvPicPr>
                <p:cNvPr id="47" name="Picture 4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48" name="Group 47"/>
                <p:cNvGrpSpPr/>
                <p:nvPr/>
              </p:nvGrpSpPr>
              <p:grpSpPr>
                <a:xfrm>
                  <a:off x="2101417" y="3529588"/>
                  <a:ext cx="348503" cy="1203183"/>
                  <a:chOff x="851999" y="3487579"/>
                  <a:chExt cx="348503" cy="1203183"/>
                </a:xfrm>
              </p:grpSpPr>
              <p:sp>
                <p:nvSpPr>
                  <p:cNvPr id="49" name="TextBox 48"/>
                  <p:cNvSpPr txBox="1"/>
                  <p:nvPr/>
                </p:nvSpPr>
                <p:spPr>
                  <a:xfrm>
                    <a:off x="851999" y="3487579"/>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A5</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50" name="TextBox 49"/>
                  <p:cNvSpPr txBox="1"/>
                  <p:nvPr/>
                </p:nvSpPr>
                <p:spPr>
                  <a:xfrm>
                    <a:off x="851999" y="3792379"/>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A6</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51" name="TextBox 50"/>
                  <p:cNvSpPr txBox="1"/>
                  <p:nvPr/>
                </p:nvSpPr>
                <p:spPr>
                  <a:xfrm>
                    <a:off x="851999" y="4114800"/>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A7</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52" name="TextBox 51"/>
                  <p:cNvSpPr txBox="1"/>
                  <p:nvPr/>
                </p:nvSpPr>
                <p:spPr>
                  <a:xfrm>
                    <a:off x="851999" y="4405730"/>
                    <a:ext cx="348503"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A8</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46" name="TextBox 45"/>
              <p:cNvSpPr txBox="1"/>
              <p:nvPr/>
            </p:nvSpPr>
            <p:spPr>
              <a:xfrm>
                <a:off x="3297230" y="3877299"/>
                <a:ext cx="70083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1</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nvGrpSpPr>
            <p:cNvPr id="14" name="Group 13"/>
            <p:cNvGrpSpPr/>
            <p:nvPr/>
          </p:nvGrpSpPr>
          <p:grpSpPr>
            <a:xfrm>
              <a:off x="5181600" y="2667000"/>
              <a:ext cx="742093" cy="1518076"/>
              <a:chOff x="5181600" y="2667000"/>
              <a:chExt cx="742093" cy="1518076"/>
            </a:xfrm>
          </p:grpSpPr>
          <p:grpSp>
            <p:nvGrpSpPr>
              <p:cNvPr id="37" name="Group 36"/>
              <p:cNvGrpSpPr/>
              <p:nvPr/>
            </p:nvGrpSpPr>
            <p:grpSpPr>
              <a:xfrm>
                <a:off x="5181600" y="2667000"/>
                <a:ext cx="742093" cy="1215704"/>
                <a:chOff x="1791037" y="3144912"/>
                <a:chExt cx="969265" cy="1587859"/>
              </a:xfrm>
            </p:grpSpPr>
            <p:pic>
              <p:nvPicPr>
                <p:cNvPr id="39" name="Picture 38"/>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40" name="Group 39"/>
                <p:cNvGrpSpPr/>
                <p:nvPr/>
              </p:nvGrpSpPr>
              <p:grpSpPr>
                <a:xfrm>
                  <a:off x="1990090" y="3529588"/>
                  <a:ext cx="597161" cy="1203183"/>
                  <a:chOff x="740672" y="3487579"/>
                  <a:chExt cx="597161" cy="1203183"/>
                </a:xfrm>
              </p:grpSpPr>
              <p:sp>
                <p:nvSpPr>
                  <p:cNvPr id="41" name="TextBox 40"/>
                  <p:cNvSpPr txBox="1"/>
                  <p:nvPr/>
                </p:nvSpPr>
                <p:spPr>
                  <a:xfrm>
                    <a:off x="740672" y="3487579"/>
                    <a:ext cx="597158"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A9</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2" name="TextBox 41"/>
                  <p:cNvSpPr txBox="1"/>
                  <p:nvPr/>
                </p:nvSpPr>
                <p:spPr>
                  <a:xfrm>
                    <a:off x="740672" y="3792380"/>
                    <a:ext cx="597161" cy="281396"/>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A10</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3" name="TextBox 42"/>
                  <p:cNvSpPr txBox="1"/>
                  <p:nvPr/>
                </p:nvSpPr>
                <p:spPr>
                  <a:xfrm>
                    <a:off x="740672" y="4114800"/>
                    <a:ext cx="597160"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A11</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4" name="TextBox 43"/>
                  <p:cNvSpPr txBox="1"/>
                  <p:nvPr/>
                </p:nvSpPr>
                <p:spPr>
                  <a:xfrm>
                    <a:off x="740672" y="4405730"/>
                    <a:ext cx="597160"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A12</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38" name="TextBox 37"/>
              <p:cNvSpPr txBox="1"/>
              <p:nvPr/>
            </p:nvSpPr>
            <p:spPr>
              <a:xfrm>
                <a:off x="5202230" y="3877299"/>
                <a:ext cx="70083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2</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nvGrpSpPr>
            <p:cNvPr id="15" name="Group 14"/>
            <p:cNvGrpSpPr/>
            <p:nvPr/>
          </p:nvGrpSpPr>
          <p:grpSpPr>
            <a:xfrm>
              <a:off x="7086600" y="2667000"/>
              <a:ext cx="742093" cy="1518076"/>
              <a:chOff x="7086600" y="2667000"/>
              <a:chExt cx="742093" cy="1518076"/>
            </a:xfrm>
          </p:grpSpPr>
          <p:grpSp>
            <p:nvGrpSpPr>
              <p:cNvPr id="29" name="Group 28"/>
              <p:cNvGrpSpPr/>
              <p:nvPr/>
            </p:nvGrpSpPr>
            <p:grpSpPr>
              <a:xfrm>
                <a:off x="7086600" y="2667000"/>
                <a:ext cx="742093" cy="1215704"/>
                <a:chOff x="1791037" y="3144912"/>
                <a:chExt cx="969265" cy="1587859"/>
              </a:xfrm>
            </p:grpSpPr>
            <p:pic>
              <p:nvPicPr>
                <p:cNvPr id="31" name="Picture 30"/>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791037" y="3144912"/>
                  <a:ext cx="969265" cy="1575629"/>
                </a:xfrm>
                <a:prstGeom prst="rect">
                  <a:avLst/>
                </a:prstGeom>
              </p:spPr>
            </p:pic>
            <p:grpSp>
              <p:nvGrpSpPr>
                <p:cNvPr id="32" name="Group 31"/>
                <p:cNvGrpSpPr/>
                <p:nvPr/>
              </p:nvGrpSpPr>
              <p:grpSpPr>
                <a:xfrm>
                  <a:off x="1990089" y="3529588"/>
                  <a:ext cx="597161" cy="1203183"/>
                  <a:chOff x="740671" y="3487579"/>
                  <a:chExt cx="597161" cy="1203183"/>
                </a:xfrm>
              </p:grpSpPr>
              <p:sp>
                <p:nvSpPr>
                  <p:cNvPr id="33" name="TextBox 32"/>
                  <p:cNvSpPr txBox="1"/>
                  <p:nvPr/>
                </p:nvSpPr>
                <p:spPr>
                  <a:xfrm>
                    <a:off x="740671" y="3487579"/>
                    <a:ext cx="597161"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A13</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4" name="TextBox 33"/>
                  <p:cNvSpPr txBox="1"/>
                  <p:nvPr/>
                </p:nvSpPr>
                <p:spPr>
                  <a:xfrm>
                    <a:off x="740671" y="3792380"/>
                    <a:ext cx="597158"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A14</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5" name="TextBox 34"/>
                  <p:cNvSpPr txBox="1"/>
                  <p:nvPr/>
                </p:nvSpPr>
                <p:spPr>
                  <a:xfrm>
                    <a:off x="740671" y="4114800"/>
                    <a:ext cx="597158"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A15</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6" name="TextBox 35"/>
                  <p:cNvSpPr txBox="1"/>
                  <p:nvPr/>
                </p:nvSpPr>
                <p:spPr>
                  <a:xfrm>
                    <a:off x="740671" y="4405730"/>
                    <a:ext cx="597158" cy="285032"/>
                  </a:xfrm>
                  <a:prstGeom prst="rect">
                    <a:avLst/>
                  </a:prstGeom>
                  <a:noFill/>
                </p:spPr>
                <p:txBody>
                  <a:bodyPr wrap="square" lIns="0" tIns="0" rIns="0" bIns="0" rtlCol="0">
                    <a:spAutoFit/>
                  </a:bodyPr>
                  <a:lstStyle/>
                  <a:p>
                    <a:pPr lvl="0" algn="ctr"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A16</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sp>
            <p:nvSpPr>
              <p:cNvPr id="30" name="TextBox 29"/>
              <p:cNvSpPr txBox="1"/>
              <p:nvPr/>
            </p:nvSpPr>
            <p:spPr>
              <a:xfrm>
                <a:off x="7107230" y="3877299"/>
                <a:ext cx="70083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3</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sp>
          <p:nvSpPr>
            <p:cNvPr id="16" name="TextBox 15"/>
            <p:cNvSpPr txBox="1"/>
            <p:nvPr/>
          </p:nvSpPr>
          <p:spPr>
            <a:xfrm>
              <a:off x="1386289" y="5562600"/>
              <a:ext cx="70083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4</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7" name="TextBox 16"/>
            <p:cNvSpPr txBox="1"/>
            <p:nvPr/>
          </p:nvSpPr>
          <p:spPr>
            <a:xfrm>
              <a:off x="3275768" y="5562600"/>
              <a:ext cx="70083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5</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8" name="TextBox 17"/>
            <p:cNvSpPr txBox="1"/>
            <p:nvPr/>
          </p:nvSpPr>
          <p:spPr>
            <a:xfrm>
              <a:off x="5238381" y="5562600"/>
              <a:ext cx="70083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6</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9" name="TextBox 18"/>
            <p:cNvSpPr txBox="1"/>
            <p:nvPr/>
          </p:nvSpPr>
          <p:spPr>
            <a:xfrm>
              <a:off x="7127860" y="5562600"/>
              <a:ext cx="70083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Disk 7</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0" name="Left Bracket 19"/>
            <p:cNvSpPr/>
            <p:nvPr/>
          </p:nvSpPr>
          <p:spPr bwMode="auto">
            <a:xfrm>
              <a:off x="1044611" y="2743200"/>
              <a:ext cx="215124" cy="2810035"/>
            </a:xfrm>
            <a:prstGeom prst="leftBracket">
              <a:avLst/>
            </a:prstGeom>
            <a:noFill/>
            <a:ln w="38100" cap="flat" cmpd="sng" algn="ctr">
              <a:solidFill>
                <a:srgbClr val="92D050"/>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US" b="1" dirty="0">
                <a:solidFill>
                  <a:srgbClr val="000000"/>
                </a:solidFill>
                <a:latin typeface="Verdana" pitchFamily="34" charset="0"/>
                <a:cs typeface="Arial" charset="0"/>
              </a:endParaRPr>
            </a:p>
          </p:txBody>
        </p:sp>
        <p:cxnSp>
          <p:nvCxnSpPr>
            <p:cNvPr id="21" name="Straight Arrow Connector 20"/>
            <p:cNvCxnSpPr/>
            <p:nvPr/>
          </p:nvCxnSpPr>
          <p:spPr bwMode="auto">
            <a:xfrm flipV="1">
              <a:off x="2223477" y="3306607"/>
              <a:ext cx="934305" cy="1513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triangle" w="med" len="med"/>
              <a:tailEnd type="triangle" w="med" len="med"/>
            </a:ln>
            <a:effectLst/>
          </p:spPr>
        </p:cxnSp>
        <p:cxnSp>
          <p:nvCxnSpPr>
            <p:cNvPr id="22" name="Straight Arrow Connector 21"/>
            <p:cNvCxnSpPr/>
            <p:nvPr/>
          </p:nvCxnSpPr>
          <p:spPr bwMode="auto">
            <a:xfrm flipV="1">
              <a:off x="2223477" y="4942497"/>
              <a:ext cx="934305" cy="1513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triangle" w="med" len="med"/>
              <a:tailEnd type="triangle" w="med" len="med"/>
            </a:ln>
            <a:effectLst/>
          </p:spPr>
        </p:cxnSp>
        <p:cxnSp>
          <p:nvCxnSpPr>
            <p:cNvPr id="23" name="Straight Arrow Connector 22"/>
            <p:cNvCxnSpPr/>
            <p:nvPr/>
          </p:nvCxnSpPr>
          <p:spPr bwMode="auto">
            <a:xfrm flipV="1">
              <a:off x="4125484" y="4942497"/>
              <a:ext cx="934305" cy="1513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triangle" w="med" len="med"/>
              <a:tailEnd type="triangle" w="med" len="med"/>
            </a:ln>
            <a:effectLst/>
          </p:spPr>
        </p:cxnSp>
        <p:cxnSp>
          <p:nvCxnSpPr>
            <p:cNvPr id="24" name="Straight Arrow Connector 23"/>
            <p:cNvCxnSpPr/>
            <p:nvPr/>
          </p:nvCxnSpPr>
          <p:spPr bwMode="auto">
            <a:xfrm flipV="1">
              <a:off x="4125484" y="3305629"/>
              <a:ext cx="934305" cy="1513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triangle" w="med" len="med"/>
              <a:tailEnd type="triangle" w="med" len="med"/>
            </a:ln>
            <a:effectLst/>
          </p:spPr>
        </p:cxnSp>
        <p:cxnSp>
          <p:nvCxnSpPr>
            <p:cNvPr id="25" name="Straight Arrow Connector 24"/>
            <p:cNvCxnSpPr/>
            <p:nvPr/>
          </p:nvCxnSpPr>
          <p:spPr bwMode="auto">
            <a:xfrm flipV="1">
              <a:off x="6076095" y="3305629"/>
              <a:ext cx="934305" cy="1513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triangle" w="med" len="med"/>
              <a:tailEnd type="triangle" w="med" len="med"/>
            </a:ln>
            <a:effectLst/>
          </p:spPr>
        </p:cxnSp>
        <p:cxnSp>
          <p:nvCxnSpPr>
            <p:cNvPr id="26" name="Straight Arrow Connector 25"/>
            <p:cNvCxnSpPr/>
            <p:nvPr/>
          </p:nvCxnSpPr>
          <p:spPr bwMode="auto">
            <a:xfrm flipV="1">
              <a:off x="6076095" y="4904851"/>
              <a:ext cx="934305" cy="15135"/>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triangle" w="med" len="med"/>
              <a:tailEnd type="triangle" w="med" len="med"/>
            </a:ln>
            <a:effectLst/>
          </p:spPr>
        </p:cxnSp>
        <p:sp>
          <p:nvSpPr>
            <p:cNvPr id="27" name="TextBox 26"/>
            <p:cNvSpPr txBox="1"/>
            <p:nvPr/>
          </p:nvSpPr>
          <p:spPr>
            <a:xfrm>
              <a:off x="2283886" y="2964604"/>
              <a:ext cx="794833" cy="307777"/>
            </a:xfrm>
            <a:prstGeom prst="rect">
              <a:avLst/>
            </a:prstGeom>
            <a:noFill/>
          </p:spPr>
          <p:txBody>
            <a:bodyPr wrap="none" rtlCol="0">
              <a:spAutoFit/>
            </a:bodyPr>
            <a:lstStyle/>
            <a:p>
              <a:pPr lvl="0" fontAlgn="base">
                <a:spcBef>
                  <a:spcPct val="0"/>
                </a:spcBef>
                <a:spcAft>
                  <a:spcPct val="0"/>
                </a:spcAft>
              </a:pPr>
              <a:r>
                <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rPr>
                <a:t>Striped</a:t>
              </a:r>
              <a:endParaRPr lang="en-US"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sp>
        <p:nvSpPr>
          <p:cNvPr id="85" name="Rectangle 84"/>
          <p:cNvSpPr/>
          <p:nvPr/>
        </p:nvSpPr>
        <p:spPr>
          <a:xfrm>
            <a:off x="529088" y="5846964"/>
            <a:ext cx="8081512" cy="341632"/>
          </a:xfrm>
          <a:prstGeom prst="rect">
            <a:avLst/>
          </a:prstGeom>
        </p:spPr>
        <p:txBody>
          <a:bodyPr wrap="square">
            <a:spAutoFit/>
          </a:bodyPr>
          <a:lstStyle/>
          <a:p>
            <a:pPr lvl="0" algn="ctr" fontAlgn="base">
              <a:lnSpc>
                <a:spcPct val="90000"/>
              </a:lnSpc>
              <a:spcBef>
                <a:spcPct val="0"/>
              </a:spcBef>
              <a:spcAft>
                <a:spcPct val="0"/>
              </a:spcAft>
            </a:pPr>
            <a:r>
              <a:rPr lang="fr-FR" b="1" u="sng" dirty="0" smtClean="0">
                <a:solidFill>
                  <a:srgbClr val="000000"/>
                </a:solidFill>
                <a:latin typeface="Segoe UI" pitchFamily="34" charset="0"/>
                <a:ea typeface="Segoe UI" pitchFamily="34" charset="0"/>
                <a:cs typeface="Segoe UI" pitchFamily="34" charset="0"/>
              </a:rPr>
              <a:t>Capacité totale</a:t>
            </a:r>
            <a:r>
              <a:rPr lang="fr-FR" b="1" dirty="0" smtClean="0">
                <a:solidFill>
                  <a:srgbClr val="000000"/>
                </a:solidFill>
                <a:latin typeface="Segoe UI" pitchFamily="34" charset="0"/>
                <a:ea typeface="Segoe UI" pitchFamily="34" charset="0"/>
                <a:cs typeface="Segoe UI" pitchFamily="34" charset="0"/>
              </a:rPr>
              <a:t> : G*c (ou G = nombre de grappes)</a:t>
            </a:r>
            <a:endParaRPr lang="fr-FR"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3106477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61cf690-37c6-4a70-afc5-ab1f165f6d03">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361408" cy="740664"/>
          </a:xfrm>
        </p:spPr>
        <p:txBody>
          <a:bodyPr/>
          <a:lstStyle/>
          <a:p>
            <a:r>
              <a:rPr lang="en-CA" dirty="0" smtClean="0"/>
              <a:t>Windows Server 2012 and Windows Server 2012 R2 Storage Features</a:t>
            </a:r>
            <a:endParaRPr lang="en-CA"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dirty="0">
                <a:solidFill>
                  <a:srgbClr val="000000"/>
                </a:solidFill>
              </a:rPr>
              <a:t>Windows Server 2012 and Windows Server 2012 R2 provide several file and storage services enhancements including:</a:t>
            </a:r>
          </a:p>
          <a:p>
            <a:pPr lvl="1"/>
            <a:r>
              <a:rPr lang="en-US" sz="2600" kern="0" dirty="0">
                <a:solidFill>
                  <a:srgbClr val="000000"/>
                </a:solidFill>
              </a:rPr>
              <a:t>Storage Spaces</a:t>
            </a:r>
          </a:p>
          <a:p>
            <a:pPr lvl="1"/>
            <a:r>
              <a:rPr lang="en-US" sz="2600" kern="0" dirty="0">
                <a:solidFill>
                  <a:srgbClr val="000000"/>
                </a:solidFill>
              </a:rPr>
              <a:t>Data deduplication</a:t>
            </a:r>
          </a:p>
          <a:p>
            <a:pPr lvl="1"/>
            <a:r>
              <a:rPr lang="en-US" sz="2600" kern="0" dirty="0">
                <a:solidFill>
                  <a:srgbClr val="000000"/>
                </a:solidFill>
              </a:rPr>
              <a:t>iSCSI Target Server</a:t>
            </a:r>
          </a:p>
          <a:p>
            <a:pPr lvl="1"/>
            <a:r>
              <a:rPr lang="en-US" sz="2600" kern="0" dirty="0">
                <a:solidFill>
                  <a:srgbClr val="000000"/>
                </a:solidFill>
              </a:rPr>
              <a:t>Management enhancements</a:t>
            </a:r>
          </a:p>
          <a:p>
            <a:pPr lvl="1"/>
            <a:r>
              <a:rPr lang="en-US" sz="2600" kern="0" dirty="0">
                <a:solidFill>
                  <a:srgbClr val="000000"/>
                </a:solidFill>
              </a:rPr>
              <a:t>Work Folders</a:t>
            </a:r>
          </a:p>
          <a:p>
            <a:pPr lvl="1"/>
            <a:r>
              <a:rPr lang="en-US" sz="2600" kern="0" dirty="0">
                <a:solidFill>
                  <a:srgbClr val="000000"/>
                </a:solidFill>
              </a:rPr>
              <a:t>DFS enhancements </a:t>
            </a:r>
          </a:p>
        </p:txBody>
      </p:sp>
    </p:spTree>
    <p:extLst>
      <p:ext uri="{BB962C8B-B14F-4D97-AF65-F5344CB8AC3E}">
        <p14:creationId xmlns:p14="http://schemas.microsoft.com/office/powerpoint/2010/main" xmlns="" val="2874556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2: Managing Disks and Volumes</a:t>
            </a:r>
            <a:endParaRPr lang="en-CA" dirty="0"/>
          </a:p>
        </p:txBody>
      </p:sp>
      <p:sp>
        <p:nvSpPr>
          <p:cNvPr id="3" name="Text Placeholder 2"/>
          <p:cNvSpPr>
            <a:spLocks noGrp="1"/>
          </p:cNvSpPr>
          <p:nvPr>
            <p:ph type="body" idx="1"/>
          </p:nvPr>
        </p:nvSpPr>
        <p:spPr/>
        <p:txBody>
          <a:bodyPr/>
          <a:lstStyle/>
          <a:p>
            <a:r>
              <a:rPr lang="en-CA" dirty="0" smtClean="0"/>
              <a:t>Selecting a Partition Table Format
Selecting a Disk Type
Selecting a File System
What Is ReFS?
What Are Mount Points and Links?
Demonstration: Creating Mount Points and Links
Extending and Shrinking Volumes
Managing Virtual Hard Disks
Demonstration: Managing Virtual Hard Disks</a:t>
            </a:r>
            <a:endParaRPr lang="en-CA" dirty="0"/>
          </a:p>
        </p:txBody>
      </p:sp>
    </p:spTree>
    <p:extLst>
      <p:ext uri="{BB962C8B-B14F-4D97-AF65-F5344CB8AC3E}">
        <p14:creationId xmlns:p14="http://schemas.microsoft.com/office/powerpoint/2010/main" xmlns="" val="3496977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a60adbff-2291-42f6-800e-e87a71dcc44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 tables de partition</a:t>
            </a:r>
            <a:endParaRPr lang="fr-FR" dirty="0"/>
          </a:p>
        </p:txBody>
      </p:sp>
      <p:sp>
        <p:nvSpPr>
          <p:cNvPr id="4" name="AutoShape 8"/>
          <p:cNvSpPr>
            <a:spLocks noChangeArrowheads="1"/>
          </p:cNvSpPr>
          <p:nvPr/>
        </p:nvSpPr>
        <p:spPr bwMode="auto">
          <a:xfrm>
            <a:off x="404645" y="5490871"/>
            <a:ext cx="8316912" cy="922943"/>
          </a:xfrm>
          <a:prstGeom prst="roundRect">
            <a:avLst>
              <a:gd name="adj" fmla="val 16667"/>
            </a:avLst>
          </a:prstGeom>
          <a:noFill/>
          <a:ln w="9525" algn="ctr">
            <a:noFill/>
            <a:round/>
            <a:headEnd/>
            <a:tailEnd/>
          </a:ln>
          <a:effectLst/>
        </p:spPr>
        <p:txBody>
          <a:bodyPr anchor="ctr"/>
          <a:lstStyle/>
          <a:p>
            <a:pPr marL="342900" lvl="0" indent="-342900" algn="ctr" fontAlgn="base">
              <a:lnSpc>
                <a:spcPct val="150000"/>
              </a:lnSpc>
              <a:spcBef>
                <a:spcPct val="0"/>
              </a:spcBef>
              <a:spcAft>
                <a:spcPct val="0"/>
              </a:spcAft>
              <a:buClr>
                <a:srgbClr val="0070C0"/>
              </a:buClr>
              <a:buFont typeface="Wingdings" pitchFamily="2" charset="2"/>
              <a:buChar char="ü"/>
            </a:pPr>
            <a:r>
              <a:rPr lang="fr-FR" sz="2200" b="1" dirty="0" smtClean="0">
                <a:solidFill>
                  <a:srgbClr val="000000"/>
                </a:solidFill>
                <a:latin typeface="Segoe UI" pitchFamily="34" charset="0"/>
                <a:ea typeface="Segoe UI" pitchFamily="34" charset="0"/>
                <a:cs typeface="Segoe UI" pitchFamily="34" charset="0"/>
              </a:rPr>
              <a:t>MBR : pour une capacité inferieure à 2 TB</a:t>
            </a:r>
          </a:p>
          <a:p>
            <a:pPr marL="342900" lvl="0" indent="-342900" algn="ctr" fontAlgn="base">
              <a:lnSpc>
                <a:spcPct val="150000"/>
              </a:lnSpc>
              <a:spcBef>
                <a:spcPct val="0"/>
              </a:spcBef>
              <a:spcAft>
                <a:spcPct val="0"/>
              </a:spcAft>
              <a:buClr>
                <a:srgbClr val="0070C0"/>
              </a:buClr>
              <a:buFont typeface="Wingdings" pitchFamily="2" charset="2"/>
              <a:buChar char="ü"/>
            </a:pPr>
            <a:r>
              <a:rPr lang="fr-FR" sz="2200" b="1" dirty="0" smtClean="0">
                <a:solidFill>
                  <a:srgbClr val="000000"/>
                </a:solidFill>
                <a:latin typeface="Segoe UI" pitchFamily="34" charset="0"/>
                <a:ea typeface="Segoe UI" pitchFamily="34" charset="0"/>
                <a:cs typeface="Segoe UI" pitchFamily="34" charset="0"/>
              </a:rPr>
              <a:t>GPT : pour une capacité supérieure à 2 TB</a:t>
            </a:r>
            <a:endParaRPr lang="fr-FR" sz="2200" b="1" dirty="0">
              <a:solidFill>
                <a:srgbClr val="000000"/>
              </a:solidFill>
              <a:latin typeface="Segoe UI" pitchFamily="34" charset="0"/>
              <a:ea typeface="Segoe UI" pitchFamily="34" charset="0"/>
              <a:cs typeface="Segoe UI" pitchFamily="34" charset="0"/>
            </a:endParaRPr>
          </a:p>
        </p:txBody>
      </p:sp>
      <p:sp>
        <p:nvSpPr>
          <p:cNvPr id="5" name="Content Placeholder 2"/>
          <p:cNvSpPr txBox="1">
            <a:spLocks/>
          </p:cNvSpPr>
          <p:nvPr/>
        </p:nvSpPr>
        <p:spPr>
          <a:xfrm>
            <a:off x="458788" y="1021215"/>
            <a:ext cx="8598948" cy="3850588"/>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fr-FR" kern="0" dirty="0">
                <a:solidFill>
                  <a:srgbClr val="000000"/>
                </a:solidFill>
              </a:rPr>
              <a:t>MBR (master boot </a:t>
            </a:r>
            <a:r>
              <a:rPr lang="fr-FR" kern="0" dirty="0" smtClean="0">
                <a:solidFill>
                  <a:srgbClr val="000000"/>
                </a:solidFill>
              </a:rPr>
              <a:t>record)</a:t>
            </a:r>
          </a:p>
          <a:p>
            <a:pPr lvl="1"/>
            <a:r>
              <a:rPr lang="fr-FR" kern="0" dirty="0" smtClean="0">
                <a:solidFill>
                  <a:srgbClr val="000000"/>
                </a:solidFill>
              </a:rPr>
              <a:t>Date de 1980</a:t>
            </a:r>
          </a:p>
          <a:p>
            <a:pPr lvl="1"/>
            <a:r>
              <a:rPr lang="fr-FR" kern="0" dirty="0" smtClean="0">
                <a:solidFill>
                  <a:srgbClr val="000000"/>
                </a:solidFill>
              </a:rPr>
              <a:t>Supporte un maximum de 4 partitions primaires par disque</a:t>
            </a:r>
          </a:p>
          <a:p>
            <a:pPr lvl="1"/>
            <a:r>
              <a:rPr lang="fr-FR" kern="0" dirty="0" smtClean="0">
                <a:solidFill>
                  <a:srgbClr val="000000"/>
                </a:solidFill>
              </a:rPr>
              <a:t>Utilisable avec des disque jusqu’à 2 TB (10</a:t>
            </a:r>
            <a:r>
              <a:rPr lang="fr-FR" kern="0" baseline="30000" dirty="0" smtClean="0">
                <a:solidFill>
                  <a:srgbClr val="000000"/>
                </a:solidFill>
              </a:rPr>
              <a:t>12</a:t>
            </a:r>
            <a:r>
              <a:rPr lang="fr-FR" kern="0" dirty="0" smtClean="0">
                <a:solidFill>
                  <a:srgbClr val="000000"/>
                </a:solidFill>
              </a:rPr>
              <a:t>)</a:t>
            </a:r>
            <a:br>
              <a:rPr lang="fr-FR" kern="0" dirty="0" smtClean="0">
                <a:solidFill>
                  <a:srgbClr val="000000"/>
                </a:solidFill>
              </a:rPr>
            </a:br>
            <a:endParaRPr lang="fr-FR" kern="0" dirty="0" smtClean="0">
              <a:solidFill>
                <a:srgbClr val="000000"/>
              </a:solidFill>
            </a:endParaRPr>
          </a:p>
          <a:p>
            <a:pPr marL="0" lvl="0" indent="0">
              <a:buNone/>
            </a:pPr>
            <a:r>
              <a:rPr lang="fr-FR" kern="0" dirty="0">
                <a:solidFill>
                  <a:srgbClr val="000000"/>
                </a:solidFill>
              </a:rPr>
              <a:t>GPT (GUID Partition </a:t>
            </a:r>
            <a:r>
              <a:rPr lang="fr-FR" kern="0" dirty="0" smtClean="0">
                <a:solidFill>
                  <a:srgbClr val="000000"/>
                </a:solidFill>
              </a:rPr>
              <a:t>Table)</a:t>
            </a:r>
          </a:p>
          <a:p>
            <a:pPr lvl="1"/>
            <a:r>
              <a:rPr lang="fr-FR" kern="0" dirty="0" smtClean="0">
                <a:solidFill>
                  <a:srgbClr val="000000"/>
                </a:solidFill>
              </a:rPr>
              <a:t>Successeur de la table de partition MBR</a:t>
            </a:r>
          </a:p>
          <a:p>
            <a:pPr lvl="1"/>
            <a:r>
              <a:rPr lang="fr-FR" kern="0" dirty="0" smtClean="0">
                <a:solidFill>
                  <a:srgbClr val="000000"/>
                </a:solidFill>
              </a:rPr>
              <a:t>Supporte un maximum de 128 partitions par disque</a:t>
            </a:r>
          </a:p>
          <a:p>
            <a:pPr lvl="1"/>
            <a:r>
              <a:rPr lang="fr-FR" kern="0" dirty="0">
                <a:solidFill>
                  <a:srgbClr val="000000"/>
                </a:solidFill>
              </a:rPr>
              <a:t>Utilisable avec des disque jusqu’à </a:t>
            </a:r>
            <a:r>
              <a:rPr lang="fr-FR" kern="0" dirty="0" smtClean="0">
                <a:solidFill>
                  <a:srgbClr val="000000"/>
                </a:solidFill>
              </a:rPr>
              <a:t>18 EB (10</a:t>
            </a:r>
            <a:r>
              <a:rPr lang="fr-FR" kern="0" baseline="30000" dirty="0" smtClean="0">
                <a:solidFill>
                  <a:srgbClr val="000000"/>
                </a:solidFill>
              </a:rPr>
              <a:t>18</a:t>
            </a:r>
            <a:r>
              <a:rPr lang="fr-FR" kern="0" dirty="0" smtClean="0">
                <a:solidFill>
                  <a:srgbClr val="000000"/>
                </a:solidFill>
              </a:rPr>
              <a:t>)</a:t>
            </a:r>
            <a:endParaRPr lang="fr-FR" kern="0" dirty="0">
              <a:solidFill>
                <a:srgbClr val="000000"/>
              </a:solidFill>
            </a:endParaRPr>
          </a:p>
        </p:txBody>
      </p:sp>
    </p:spTree>
    <p:extLst>
      <p:ext uri="{BB962C8B-B14F-4D97-AF65-F5344CB8AC3E}">
        <p14:creationId xmlns:p14="http://schemas.microsoft.com/office/powerpoint/2010/main" xmlns="" val="2008719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f7243d8a-db93-439b-aa10-b669a3b4693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Type de disques</a:t>
            </a:r>
            <a:endParaRPr lang="fr-FR" dirty="0"/>
          </a:p>
        </p:txBody>
      </p:sp>
      <p:sp>
        <p:nvSpPr>
          <p:cNvPr id="4" name="Rounded Rectangle 844804"/>
          <p:cNvSpPr>
            <a:spLocks noChangeArrowheads="1"/>
          </p:cNvSpPr>
          <p:nvPr/>
        </p:nvSpPr>
        <p:spPr bwMode="auto">
          <a:xfrm>
            <a:off x="732159" y="3118756"/>
            <a:ext cx="8095317" cy="986116"/>
          </a:xfrm>
          <a:prstGeom prst="roundRect">
            <a:avLst>
              <a:gd name="adj" fmla="val 4167"/>
            </a:avLst>
          </a:prstGeom>
          <a:noFill/>
          <a:ln w="9525" algn="ctr">
            <a:noFill/>
            <a:round/>
            <a:headEnd/>
            <a:tailEnd/>
          </a:ln>
          <a:effectLst/>
        </p:spPr>
        <p:txBody>
          <a:bodyPr wrap="none" anchor="ctr"/>
          <a:lstStyle/>
          <a:p>
            <a:pPr marL="228600" lvl="0" indent="-228600" fontAlgn="base">
              <a:lnSpc>
                <a:spcPct val="90000"/>
              </a:lnSpc>
              <a:spcBef>
                <a:spcPct val="40000"/>
              </a:spcBef>
              <a:spcAft>
                <a:spcPct val="0"/>
              </a:spcAft>
              <a:buClr>
                <a:srgbClr val="006699"/>
              </a:buClr>
              <a:buFontTx/>
              <a:buChar char="•"/>
            </a:pPr>
            <a:endParaRPr lang="en-US" sz="2500" dirty="0">
              <a:solidFill>
                <a:srgbClr val="000000"/>
              </a:solidFill>
              <a:latin typeface="Segoe UI" pitchFamily="34" charset="0"/>
              <a:ea typeface="Segoe UI" pitchFamily="34" charset="0"/>
              <a:cs typeface="Segoe UI" pitchFamily="34" charset="0"/>
            </a:endParaRPr>
          </a:p>
        </p:txBody>
      </p:sp>
      <p:sp>
        <p:nvSpPr>
          <p:cNvPr id="5" name="Content Placeholder 2"/>
          <p:cNvSpPr txBox="1">
            <a:spLocks/>
          </p:cNvSpPr>
          <p:nvPr/>
        </p:nvSpPr>
        <p:spPr>
          <a:xfrm>
            <a:off x="326514" y="871688"/>
            <a:ext cx="8817486" cy="598631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Bef>
                <a:spcPts val="300"/>
              </a:spcBef>
              <a:spcAft>
                <a:spcPts val="300"/>
              </a:spcAft>
              <a:buNone/>
            </a:pPr>
            <a:r>
              <a:rPr lang="fr-FR" sz="2600" kern="0" dirty="0" smtClean="0">
                <a:solidFill>
                  <a:srgbClr val="000000"/>
                </a:solidFill>
              </a:rPr>
              <a:t>Disques basiques :</a:t>
            </a:r>
          </a:p>
          <a:p>
            <a:pPr marL="395287" lvl="2">
              <a:spcBef>
                <a:spcPts val="300"/>
              </a:spcBef>
              <a:spcAft>
                <a:spcPts val="300"/>
              </a:spcAft>
              <a:buClr>
                <a:srgbClr val="006699"/>
              </a:buClr>
            </a:pPr>
            <a:r>
              <a:rPr lang="fr-FR" sz="2400" kern="0" dirty="0" smtClean="0">
                <a:solidFill>
                  <a:srgbClr val="000000"/>
                </a:solidFill>
              </a:rPr>
              <a:t>Initialisation basique d’un disque (type par défaut)</a:t>
            </a:r>
          </a:p>
          <a:p>
            <a:pPr marL="0" lvl="0" indent="0">
              <a:spcBef>
                <a:spcPts val="1200"/>
              </a:spcBef>
              <a:spcAft>
                <a:spcPts val="300"/>
              </a:spcAft>
              <a:buNone/>
            </a:pPr>
            <a:r>
              <a:rPr lang="fr-FR" sz="2600" kern="0" dirty="0" smtClean="0">
                <a:solidFill>
                  <a:srgbClr val="000000"/>
                </a:solidFill>
              </a:rPr>
              <a:t>Disques dynamiques :</a:t>
            </a:r>
          </a:p>
          <a:p>
            <a:pPr lvl="1">
              <a:spcBef>
                <a:spcPts val="300"/>
              </a:spcBef>
              <a:spcAft>
                <a:spcPts val="300"/>
              </a:spcAft>
              <a:buClr>
                <a:srgbClr val="006699"/>
              </a:buClr>
            </a:pPr>
            <a:r>
              <a:rPr lang="fr-FR" kern="0" dirty="0" smtClean="0">
                <a:solidFill>
                  <a:srgbClr val="000000"/>
                </a:solidFill>
              </a:rPr>
              <a:t>Peut-être modifié sans avoir besoin de redémarrer Windows</a:t>
            </a:r>
          </a:p>
          <a:p>
            <a:pPr lvl="1">
              <a:spcBef>
                <a:spcPts val="300"/>
              </a:spcBef>
              <a:spcAft>
                <a:spcPts val="300"/>
              </a:spcAft>
              <a:buClr>
                <a:srgbClr val="006699"/>
              </a:buClr>
            </a:pPr>
            <a:r>
              <a:rPr lang="fr-FR" kern="0" dirty="0" smtClean="0">
                <a:solidFill>
                  <a:srgbClr val="000000"/>
                </a:solidFill>
              </a:rPr>
              <a:t>Apporte une série d’options de configuration des volumes (RAID logiciel)</a:t>
            </a:r>
          </a:p>
          <a:p>
            <a:pPr marL="0" lvl="0" indent="0">
              <a:spcBef>
                <a:spcPts val="1200"/>
              </a:spcBef>
              <a:spcAft>
                <a:spcPts val="300"/>
              </a:spcAft>
              <a:buNone/>
            </a:pPr>
            <a:r>
              <a:rPr lang="fr-FR" sz="2600" kern="0" dirty="0" smtClean="0">
                <a:solidFill>
                  <a:srgbClr val="000000"/>
                </a:solidFill>
              </a:rPr>
              <a:t>Au moins un disque d’un serveur doit avoir :</a:t>
            </a:r>
          </a:p>
          <a:p>
            <a:pPr marL="395287" lvl="2">
              <a:spcBef>
                <a:spcPts val="300"/>
              </a:spcBef>
              <a:spcAft>
                <a:spcPts val="300"/>
              </a:spcAft>
              <a:buClr>
                <a:srgbClr val="006699"/>
              </a:buClr>
            </a:pPr>
            <a:r>
              <a:rPr lang="fr-FR" sz="2400" kern="0" dirty="0" smtClean="0">
                <a:solidFill>
                  <a:srgbClr val="000000"/>
                </a:solidFill>
              </a:rPr>
              <a:t>Un </a:t>
            </a:r>
            <a:r>
              <a:rPr lang="fr-FR" sz="2400" u="sng" kern="0" dirty="0" smtClean="0">
                <a:solidFill>
                  <a:srgbClr val="000000"/>
                </a:solidFill>
              </a:rPr>
              <a:t>volume système</a:t>
            </a:r>
            <a:r>
              <a:rPr lang="fr-FR" sz="2400" kern="0" dirty="0" smtClean="0">
                <a:solidFill>
                  <a:srgbClr val="000000"/>
                </a:solidFill>
              </a:rPr>
              <a:t> qui </a:t>
            </a:r>
            <a:r>
              <a:rPr lang="fr-BE" sz="2400" kern="0" dirty="0" smtClean="0">
                <a:solidFill>
                  <a:srgbClr val="000000"/>
                </a:solidFill>
              </a:rPr>
              <a:t>contient </a:t>
            </a:r>
            <a:r>
              <a:rPr lang="fr-BE" sz="2400" kern="0" dirty="0">
                <a:solidFill>
                  <a:srgbClr val="000000"/>
                </a:solidFill>
              </a:rPr>
              <a:t>les fichiers </a:t>
            </a:r>
            <a:r>
              <a:rPr lang="fr-BE" sz="2400" kern="0" dirty="0" smtClean="0">
                <a:solidFill>
                  <a:srgbClr val="000000"/>
                </a:solidFill>
              </a:rPr>
              <a:t>nécessaires </a:t>
            </a:r>
            <a:r>
              <a:rPr lang="fr-BE" sz="2400" kern="0" dirty="0">
                <a:solidFill>
                  <a:srgbClr val="000000"/>
                </a:solidFill>
              </a:rPr>
              <a:t>au chargement </a:t>
            </a:r>
            <a:r>
              <a:rPr lang="fr-BE" sz="2400" kern="0" dirty="0" smtClean="0">
                <a:solidFill>
                  <a:srgbClr val="000000"/>
                </a:solidFill>
              </a:rPr>
              <a:t>de Windows (ex: </a:t>
            </a:r>
            <a:r>
              <a:rPr lang="fr-BE" sz="2400" kern="0" dirty="0" err="1">
                <a:solidFill>
                  <a:srgbClr val="000000"/>
                </a:solidFill>
              </a:rPr>
              <a:t>Bootmgr</a:t>
            </a:r>
            <a:r>
              <a:rPr lang="fr-BE" sz="2400" kern="0" dirty="0">
                <a:solidFill>
                  <a:srgbClr val="000000"/>
                </a:solidFill>
              </a:rPr>
              <a:t> </a:t>
            </a:r>
            <a:r>
              <a:rPr lang="fr-BE" sz="2400" kern="0" dirty="0" smtClean="0">
                <a:solidFill>
                  <a:srgbClr val="000000"/>
                </a:solidFill>
              </a:rPr>
              <a:t>et </a:t>
            </a:r>
            <a:r>
              <a:rPr lang="fr-BE" sz="2400" kern="0" dirty="0" err="1" smtClean="0">
                <a:solidFill>
                  <a:srgbClr val="000000"/>
                </a:solidFill>
              </a:rPr>
              <a:t>BOOTSECT.bak</a:t>
            </a:r>
            <a:r>
              <a:rPr lang="fr-BE" sz="2400" kern="0" dirty="0" smtClean="0">
                <a:solidFill>
                  <a:srgbClr val="000000"/>
                </a:solidFill>
              </a:rPr>
              <a:t>)</a:t>
            </a:r>
            <a:endParaRPr lang="fr-FR" sz="2400" kern="0" dirty="0" smtClean="0">
              <a:solidFill>
                <a:srgbClr val="000000"/>
              </a:solidFill>
            </a:endParaRPr>
          </a:p>
          <a:p>
            <a:pPr marL="395287" lvl="2">
              <a:spcBef>
                <a:spcPts val="300"/>
              </a:spcBef>
              <a:spcAft>
                <a:spcPts val="300"/>
              </a:spcAft>
              <a:buClr>
                <a:srgbClr val="006699"/>
              </a:buClr>
            </a:pPr>
            <a:r>
              <a:rPr lang="fr-FR" sz="2400" kern="0" dirty="0" smtClean="0">
                <a:solidFill>
                  <a:srgbClr val="000000"/>
                </a:solidFill>
              </a:rPr>
              <a:t>Un </a:t>
            </a:r>
            <a:r>
              <a:rPr lang="fr-FR" sz="2400" u="sng" kern="0" dirty="0" smtClean="0">
                <a:solidFill>
                  <a:srgbClr val="000000"/>
                </a:solidFill>
              </a:rPr>
              <a:t>volume de démarrage</a:t>
            </a:r>
            <a:r>
              <a:rPr lang="fr-FR" sz="2400" kern="0" dirty="0" smtClean="0">
                <a:solidFill>
                  <a:srgbClr val="000000"/>
                </a:solidFill>
              </a:rPr>
              <a:t> </a:t>
            </a:r>
            <a:r>
              <a:rPr lang="fr-BE" sz="2400" kern="0" dirty="0" smtClean="0">
                <a:solidFill>
                  <a:srgbClr val="000000"/>
                </a:solidFill>
              </a:rPr>
              <a:t>qui contient </a:t>
            </a:r>
            <a:r>
              <a:rPr lang="fr-BE" sz="2400" kern="0" dirty="0">
                <a:solidFill>
                  <a:srgbClr val="000000"/>
                </a:solidFill>
              </a:rPr>
              <a:t>les fichiers du système d'exploitation Windows </a:t>
            </a:r>
            <a:r>
              <a:rPr lang="fr-BE" sz="2400" kern="0" dirty="0" smtClean="0">
                <a:solidFill>
                  <a:srgbClr val="000000"/>
                </a:solidFill>
              </a:rPr>
              <a:t>et qui </a:t>
            </a:r>
            <a:r>
              <a:rPr lang="fr-BE" sz="2400" kern="0" dirty="0">
                <a:solidFill>
                  <a:srgbClr val="000000"/>
                </a:solidFill>
              </a:rPr>
              <a:t>se trouvent dans les </a:t>
            </a:r>
            <a:r>
              <a:rPr lang="fr-BE" sz="2400" kern="0" dirty="0" smtClean="0">
                <a:solidFill>
                  <a:srgbClr val="000000"/>
                </a:solidFill>
              </a:rPr>
              <a:t>dossiers %</a:t>
            </a:r>
            <a:r>
              <a:rPr lang="fr-BE" sz="2400" kern="0" dirty="0" err="1" smtClean="0">
                <a:solidFill>
                  <a:srgbClr val="000000"/>
                </a:solidFill>
              </a:rPr>
              <a:t>Systemroot</a:t>
            </a:r>
            <a:r>
              <a:rPr lang="fr-BE" sz="2400" kern="0" dirty="0">
                <a:solidFill>
                  <a:srgbClr val="000000"/>
                </a:solidFill>
              </a:rPr>
              <a:t>% </a:t>
            </a:r>
            <a:r>
              <a:rPr lang="fr-BE" sz="2400" kern="0" dirty="0" smtClean="0">
                <a:solidFill>
                  <a:srgbClr val="000000"/>
                </a:solidFill>
              </a:rPr>
              <a:t>et %</a:t>
            </a:r>
            <a:r>
              <a:rPr lang="fr-BE" sz="2400" kern="0" dirty="0" err="1" smtClean="0">
                <a:solidFill>
                  <a:srgbClr val="000000"/>
                </a:solidFill>
              </a:rPr>
              <a:t>Systemroot</a:t>
            </a:r>
            <a:r>
              <a:rPr lang="fr-BE" sz="2400" kern="0" dirty="0" smtClean="0">
                <a:solidFill>
                  <a:srgbClr val="000000"/>
                </a:solidFill>
              </a:rPr>
              <a:t>%\System32</a:t>
            </a:r>
            <a:endParaRPr lang="fr-FR" sz="2400" kern="0" dirty="0">
              <a:solidFill>
                <a:srgbClr val="000000"/>
              </a:solidFill>
            </a:endParaRPr>
          </a:p>
        </p:txBody>
      </p:sp>
    </p:spTree>
    <p:extLst>
      <p:ext uri="{BB962C8B-B14F-4D97-AF65-F5344CB8AC3E}">
        <p14:creationId xmlns:p14="http://schemas.microsoft.com/office/powerpoint/2010/main" xmlns="" val="2429156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c61277b8-2570-4db4-bf90-66fc9f9f729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Selecting a File System</a:t>
            </a:r>
            <a:endParaRPr lang="en-CA" dirty="0"/>
          </a:p>
        </p:txBody>
      </p:sp>
      <p:sp>
        <p:nvSpPr>
          <p:cNvPr id="4" name="Rounded Rectangle 844803"/>
          <p:cNvSpPr>
            <a:spLocks noChangeArrowheads="1"/>
          </p:cNvSpPr>
          <p:nvPr/>
        </p:nvSpPr>
        <p:spPr bwMode="auto">
          <a:xfrm>
            <a:off x="506560" y="1745092"/>
            <a:ext cx="8199438" cy="4752110"/>
          </a:xfrm>
          <a:prstGeom prst="roundRect">
            <a:avLst>
              <a:gd name="adj" fmla="val 4167"/>
            </a:avLst>
          </a:prstGeom>
          <a:noFill/>
          <a:ln w="9525" algn="ctr">
            <a:noFill/>
            <a:round/>
            <a:headEnd/>
            <a:tailEnd/>
          </a:ln>
          <a:effectLst/>
        </p:spPr>
        <p:txBody>
          <a:bodyPr/>
          <a:lstStyle/>
          <a:p>
            <a:pPr lvl="0" eaLnBrk="0" fontAlgn="base" hangingPunct="0">
              <a:lnSpc>
                <a:spcPct val="90000"/>
              </a:lnSpc>
              <a:buClr>
                <a:srgbClr val="8DACD0"/>
              </a:buClr>
              <a:buSzPct val="70000"/>
            </a:pPr>
            <a:r>
              <a:rPr lang="en-US" sz="2200" dirty="0">
                <a:solidFill>
                  <a:srgbClr val="000000"/>
                </a:solidFill>
                <a:latin typeface="Segoe UI" pitchFamily="34" charset="0"/>
                <a:ea typeface="Segoe UI" pitchFamily="34" charset="0"/>
                <a:cs typeface="Segoe UI" pitchFamily="34" charset="0"/>
              </a:rPr>
              <a:t>FAT provides:</a:t>
            </a:r>
          </a:p>
          <a:p>
            <a:pPr marL="228600" lvl="0" indent="-228600" eaLnBrk="0" fontAlgn="base" hangingPunct="0">
              <a:buClr>
                <a:srgbClr val="006699"/>
              </a:buClr>
              <a:buFontTx/>
              <a:buChar char="•"/>
            </a:pPr>
            <a:r>
              <a:rPr lang="en-US" sz="2000" dirty="0">
                <a:solidFill>
                  <a:srgbClr val="000000"/>
                </a:solidFill>
                <a:latin typeface="Segoe UI" pitchFamily="34" charset="0"/>
                <a:ea typeface="Segoe UI" pitchFamily="34" charset="0"/>
                <a:cs typeface="Segoe UI" pitchFamily="34" charset="0"/>
              </a:rPr>
              <a:t>Basic file system</a:t>
            </a:r>
          </a:p>
          <a:p>
            <a:pPr marL="228600" lvl="0" indent="-228600" eaLnBrk="0" fontAlgn="base" hangingPunct="0">
              <a:buClr>
                <a:srgbClr val="006699"/>
              </a:buClr>
              <a:buFontTx/>
              <a:buChar char="•"/>
            </a:pPr>
            <a:r>
              <a:rPr lang="en-GB" sz="2000" dirty="0">
                <a:solidFill>
                  <a:srgbClr val="000000"/>
                </a:solidFill>
                <a:latin typeface="Segoe UI" pitchFamily="34" charset="0"/>
                <a:ea typeface="Segoe UI" pitchFamily="34" charset="0"/>
                <a:cs typeface="Segoe UI" pitchFamily="34" charset="0"/>
              </a:rPr>
              <a:t>Partition size limitations</a:t>
            </a:r>
          </a:p>
          <a:p>
            <a:pPr marL="228600" lvl="0" indent="-228600" eaLnBrk="0" fontAlgn="base" hangingPunct="0">
              <a:buClr>
                <a:srgbClr val="006699"/>
              </a:buClr>
              <a:buFontTx/>
              <a:buChar char="•"/>
            </a:pPr>
            <a:r>
              <a:rPr lang="en-GB" sz="2000" dirty="0">
                <a:solidFill>
                  <a:srgbClr val="000000"/>
                </a:solidFill>
                <a:latin typeface="Segoe UI" pitchFamily="34" charset="0"/>
                <a:ea typeface="Segoe UI" pitchFamily="34" charset="0"/>
                <a:cs typeface="Segoe UI" pitchFamily="34" charset="0"/>
              </a:rPr>
              <a:t>FAT32 to enable larger disks</a:t>
            </a:r>
          </a:p>
          <a:p>
            <a:pPr marL="228600" lvl="0" indent="-228600" eaLnBrk="0" fontAlgn="base" hangingPunct="0">
              <a:spcAft>
                <a:spcPts val="600"/>
              </a:spcAft>
              <a:buClr>
                <a:srgbClr val="006699"/>
              </a:buClr>
              <a:buFontTx/>
              <a:buChar char="•"/>
            </a:pPr>
            <a:r>
              <a:rPr lang="en-US" sz="2000" dirty="0">
                <a:solidFill>
                  <a:srgbClr val="000000"/>
                </a:solidFill>
                <a:latin typeface="Segoe UI" pitchFamily="34" charset="0"/>
                <a:ea typeface="Segoe UI" pitchFamily="34" charset="0"/>
                <a:cs typeface="Segoe UI" pitchFamily="34" charset="0"/>
              </a:rPr>
              <a:t>exFAT developed for flash drives</a:t>
            </a:r>
          </a:p>
          <a:p>
            <a:pPr lvl="0" eaLnBrk="0" fontAlgn="base" hangingPunct="0">
              <a:lnSpc>
                <a:spcPct val="90000"/>
              </a:lnSpc>
              <a:spcBef>
                <a:spcPts val="600"/>
              </a:spcBef>
              <a:buClr>
                <a:srgbClr val="8DACD0"/>
              </a:buClr>
              <a:buSzPct val="70000"/>
            </a:pPr>
            <a:r>
              <a:rPr lang="en-GB" sz="2200" dirty="0">
                <a:solidFill>
                  <a:srgbClr val="000000"/>
                </a:solidFill>
                <a:latin typeface="Segoe UI" pitchFamily="34" charset="0"/>
                <a:ea typeface="Segoe UI" pitchFamily="34" charset="0"/>
                <a:cs typeface="Segoe UI" pitchFamily="34" charset="0"/>
              </a:rPr>
              <a:t>NTFS provides</a:t>
            </a:r>
            <a:r>
              <a:rPr lang="en-US" sz="2200" dirty="0">
                <a:solidFill>
                  <a:srgbClr val="000000"/>
                </a:solidFill>
                <a:latin typeface="Segoe UI" pitchFamily="34" charset="0"/>
                <a:ea typeface="Segoe UI" pitchFamily="34" charset="0"/>
                <a:cs typeface="Segoe UI" pitchFamily="34" charset="0"/>
              </a:rPr>
              <a:t>:</a:t>
            </a:r>
          </a:p>
          <a:p>
            <a:pPr marL="228600" lvl="0" indent="-228600" eaLnBrk="0" fontAlgn="base" hangingPunct="0">
              <a:buClr>
                <a:srgbClr val="006699"/>
              </a:buClr>
              <a:buFontTx/>
              <a:buChar char="•"/>
            </a:pPr>
            <a:r>
              <a:rPr lang="en-US" sz="2000" dirty="0">
                <a:solidFill>
                  <a:srgbClr val="000000"/>
                </a:solidFill>
                <a:latin typeface="Segoe UI" pitchFamily="34" charset="0"/>
                <a:ea typeface="Segoe UI" pitchFamily="34" charset="0"/>
                <a:cs typeface="Segoe UI" pitchFamily="34" charset="0"/>
              </a:rPr>
              <a:t>Metadata</a:t>
            </a:r>
          </a:p>
          <a:p>
            <a:pPr marL="228600" lvl="0" indent="-228600" eaLnBrk="0" fontAlgn="base" hangingPunct="0">
              <a:buClr>
                <a:srgbClr val="006699"/>
              </a:buClr>
              <a:buFontTx/>
              <a:buChar char="•"/>
            </a:pPr>
            <a:r>
              <a:rPr lang="en-US" sz="2000" dirty="0">
                <a:solidFill>
                  <a:srgbClr val="000000"/>
                </a:solidFill>
                <a:latin typeface="Segoe UI" pitchFamily="34" charset="0"/>
                <a:ea typeface="Segoe UI" pitchFamily="34" charset="0"/>
                <a:cs typeface="Segoe UI" pitchFamily="34" charset="0"/>
              </a:rPr>
              <a:t>Auditing and journaling</a:t>
            </a:r>
          </a:p>
          <a:p>
            <a:pPr marL="228600" lvl="0" indent="-228600" eaLnBrk="0" fontAlgn="base" hangingPunct="0">
              <a:spcAft>
                <a:spcPts val="600"/>
              </a:spcAft>
              <a:buClr>
                <a:srgbClr val="006699"/>
              </a:buClr>
              <a:buFontTx/>
              <a:buChar char="•"/>
            </a:pPr>
            <a:r>
              <a:rPr lang="en-US" sz="2000" dirty="0">
                <a:solidFill>
                  <a:srgbClr val="000000"/>
                </a:solidFill>
                <a:latin typeface="Segoe UI" pitchFamily="34" charset="0"/>
                <a:ea typeface="Segoe UI" pitchFamily="34" charset="0"/>
                <a:cs typeface="Segoe UI" pitchFamily="34" charset="0"/>
              </a:rPr>
              <a:t>Security (ACLs and encryption)</a:t>
            </a:r>
          </a:p>
          <a:p>
            <a:pPr lvl="0" eaLnBrk="0" fontAlgn="base" hangingPunct="0">
              <a:lnSpc>
                <a:spcPct val="90000"/>
              </a:lnSpc>
              <a:spcBef>
                <a:spcPts val="600"/>
              </a:spcBef>
              <a:buClr>
                <a:srgbClr val="8DACD0"/>
              </a:buClr>
              <a:buSzPct val="70000"/>
            </a:pPr>
            <a:r>
              <a:rPr lang="en-GB" sz="2200" dirty="0" err="1">
                <a:solidFill>
                  <a:srgbClr val="000000"/>
                </a:solidFill>
                <a:latin typeface="Segoe UI" pitchFamily="34" charset="0"/>
                <a:ea typeface="Segoe UI" pitchFamily="34" charset="0"/>
                <a:cs typeface="Segoe UI" pitchFamily="34" charset="0"/>
              </a:rPr>
              <a:t>ReFS</a:t>
            </a:r>
            <a:r>
              <a:rPr lang="en-GB" sz="2200" dirty="0">
                <a:solidFill>
                  <a:srgbClr val="000000"/>
                </a:solidFill>
                <a:latin typeface="Segoe UI" pitchFamily="34" charset="0"/>
                <a:ea typeface="Segoe UI" pitchFamily="34" charset="0"/>
                <a:cs typeface="Segoe UI" pitchFamily="34" charset="0"/>
              </a:rPr>
              <a:t> (</a:t>
            </a:r>
            <a:r>
              <a:rPr lang="en-GB" sz="2200" dirty="0" smtClean="0">
                <a:solidFill>
                  <a:srgbClr val="000000"/>
                </a:solidFill>
                <a:latin typeface="Segoe UI" pitchFamily="34" charset="0"/>
                <a:ea typeface="Segoe UI" pitchFamily="34" charset="0"/>
                <a:cs typeface="Segoe UI" pitchFamily="34" charset="0"/>
              </a:rPr>
              <a:t>Resilient File System) provides</a:t>
            </a:r>
            <a:r>
              <a:rPr lang="en-US" sz="2200" dirty="0">
                <a:solidFill>
                  <a:srgbClr val="000000"/>
                </a:solidFill>
                <a:latin typeface="Segoe UI" pitchFamily="34" charset="0"/>
                <a:ea typeface="Segoe UI" pitchFamily="34" charset="0"/>
                <a:cs typeface="Segoe UI" pitchFamily="34" charset="0"/>
              </a:rPr>
              <a:t>:</a:t>
            </a:r>
            <a:endParaRPr lang="en-CA" sz="2200" dirty="0">
              <a:solidFill>
                <a:srgbClr val="000000"/>
              </a:solidFill>
              <a:latin typeface="Segoe UI" pitchFamily="34" charset="0"/>
              <a:ea typeface="Segoe UI" pitchFamily="34" charset="0"/>
              <a:cs typeface="Segoe UI" pitchFamily="34" charset="0"/>
            </a:endParaRPr>
          </a:p>
          <a:p>
            <a:pPr marL="228600" lvl="0" indent="-228600" eaLnBrk="0" fontAlgn="base" hangingPunct="0">
              <a:buClr>
                <a:srgbClr val="006699"/>
              </a:buClr>
              <a:buFontTx/>
              <a:buChar char="•"/>
            </a:pPr>
            <a:r>
              <a:rPr lang="en-US" sz="2000" dirty="0">
                <a:solidFill>
                  <a:srgbClr val="000000"/>
                </a:solidFill>
                <a:latin typeface="Segoe UI" pitchFamily="34" charset="0"/>
                <a:ea typeface="Segoe UI" pitchFamily="34" charset="0"/>
                <a:cs typeface="Segoe UI" pitchFamily="34" charset="0"/>
              </a:rPr>
              <a:t>Backward compatibility support for NTFS</a:t>
            </a:r>
          </a:p>
          <a:p>
            <a:pPr marL="228600" lvl="0" indent="-228600" eaLnBrk="0" fontAlgn="base" hangingPunct="0">
              <a:buClr>
                <a:srgbClr val="006699"/>
              </a:buClr>
              <a:buFontTx/>
              <a:buChar char="•"/>
            </a:pPr>
            <a:r>
              <a:rPr lang="en-US" sz="2000" dirty="0">
                <a:solidFill>
                  <a:srgbClr val="000000"/>
                </a:solidFill>
                <a:latin typeface="Segoe UI" pitchFamily="34" charset="0"/>
                <a:ea typeface="Segoe UI" pitchFamily="34" charset="0"/>
                <a:cs typeface="Segoe UI" pitchFamily="34" charset="0"/>
              </a:rPr>
              <a:t>Enhanced data verification and error correction</a:t>
            </a:r>
          </a:p>
          <a:p>
            <a:pPr marL="228600" lvl="0" indent="-228600" eaLnBrk="0" fontAlgn="base" hangingPunct="0">
              <a:spcAft>
                <a:spcPts val="600"/>
              </a:spcAft>
              <a:buClr>
                <a:srgbClr val="006699"/>
              </a:buClr>
              <a:buFontTx/>
              <a:buChar char="•"/>
            </a:pPr>
            <a:r>
              <a:rPr lang="en-US" sz="2000" dirty="0">
                <a:solidFill>
                  <a:srgbClr val="000000"/>
                </a:solidFill>
                <a:latin typeface="Segoe UI" pitchFamily="34" charset="0"/>
                <a:ea typeface="Segoe UI" pitchFamily="34" charset="0"/>
                <a:cs typeface="Segoe UI" pitchFamily="34" charset="0"/>
              </a:rPr>
              <a:t>Support for larger files, directories, volumes, and so on</a:t>
            </a:r>
            <a:endParaRPr lang="en-CA" sz="2000" dirty="0">
              <a:solidFill>
                <a:srgbClr val="000000"/>
              </a:solidFill>
              <a:latin typeface="Segoe UI" pitchFamily="34" charset="0"/>
              <a:ea typeface="Segoe UI" pitchFamily="34" charset="0"/>
              <a:cs typeface="Segoe UI" pitchFamily="34" charset="0"/>
            </a:endParaRPr>
          </a:p>
        </p:txBody>
      </p:sp>
      <p:sp>
        <p:nvSpPr>
          <p:cNvPr id="5" name="Text Box 22"/>
          <p:cNvSpPr txBox="1">
            <a:spLocks noChangeArrowheads="1"/>
          </p:cNvSpPr>
          <p:nvPr/>
        </p:nvSpPr>
        <p:spPr bwMode="auto">
          <a:xfrm>
            <a:off x="252260" y="973137"/>
            <a:ext cx="8798944" cy="620135"/>
          </a:xfrm>
          <a:prstGeom prst="rect">
            <a:avLst/>
          </a:prstGeom>
          <a:noFill/>
          <a:ln w="9525" algn="ctr">
            <a:noFill/>
            <a:miter lim="800000"/>
            <a:headEnd/>
            <a:tailEnd/>
          </a:ln>
          <a:effectLst/>
        </p:spPr>
        <p:txBody>
          <a:bodyPr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lvl="0" eaLnBrk="1" fontAlgn="base" hangingPunct="1">
              <a:lnSpc>
                <a:spcPct val="90000"/>
              </a:lnSpc>
              <a:spcBef>
                <a:spcPct val="0"/>
              </a:spcBef>
              <a:spcAft>
                <a:spcPct val="0"/>
              </a:spcAft>
            </a:pPr>
            <a:r>
              <a:rPr lang="en-US" sz="2200" b="1" dirty="0">
                <a:solidFill>
                  <a:srgbClr val="000000"/>
                </a:solidFill>
                <a:latin typeface="Segoe UI" pitchFamily="34" charset="0"/>
                <a:ea typeface="Segoe UI" pitchFamily="34" charset="0"/>
                <a:cs typeface="Segoe UI" pitchFamily="34" charset="0"/>
              </a:rPr>
              <a:t>When selecting a file system, consider the differences between FAT, NTFS, and ReFS</a:t>
            </a:r>
          </a:p>
        </p:txBody>
      </p:sp>
    </p:spTree>
    <p:extLst>
      <p:ext uri="{BB962C8B-B14F-4D97-AF65-F5344CB8AC3E}">
        <p14:creationId xmlns:p14="http://schemas.microsoft.com/office/powerpoint/2010/main" xmlns="" val="3326319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20b8225-a927-4568-9c53-fe4b24b2c5d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ReFS?</a:t>
            </a:r>
            <a:endParaRPr lang="en-CA" dirty="0"/>
          </a:p>
        </p:txBody>
      </p:sp>
      <p:sp>
        <p:nvSpPr>
          <p:cNvPr id="4" name="AutoShape 4"/>
          <p:cNvSpPr>
            <a:spLocks noChangeArrowheads="1"/>
          </p:cNvSpPr>
          <p:nvPr/>
        </p:nvSpPr>
        <p:spPr bwMode="auto">
          <a:xfrm>
            <a:off x="522190" y="764870"/>
            <a:ext cx="8046720" cy="636314"/>
          </a:xfrm>
          <a:prstGeom prst="roundRect">
            <a:avLst>
              <a:gd name="adj" fmla="val 4167"/>
            </a:avLst>
          </a:prstGeom>
          <a:noFill/>
          <a:ln w="9525" algn="ctr">
            <a:noFill/>
            <a:round/>
            <a:headEnd/>
            <a:tailEnd/>
          </a:ln>
          <a:effectLst/>
        </p:spPr>
        <p:txBody>
          <a:bodyPr wrap="square" anchor="ctr"/>
          <a:lstStyle/>
          <a:p>
            <a:pPr lvl="0" fontAlgn="base">
              <a:spcBef>
                <a:spcPct val="0"/>
              </a:spcBef>
              <a:spcAft>
                <a:spcPct val="0"/>
              </a:spcAft>
            </a:pPr>
            <a:r>
              <a:rPr lang="fr-FR" sz="2400" b="1" dirty="0" err="1" smtClean="0">
                <a:solidFill>
                  <a:srgbClr val="000000"/>
                </a:solidFill>
                <a:latin typeface="Segoe UI" pitchFamily="34" charset="0"/>
                <a:ea typeface="Segoe UI" pitchFamily="34" charset="0"/>
                <a:cs typeface="Segoe UI" pitchFamily="34" charset="0"/>
              </a:rPr>
              <a:t>ReFS</a:t>
            </a:r>
            <a:r>
              <a:rPr lang="fr-FR" sz="2400" b="1" dirty="0" smtClean="0">
                <a:solidFill>
                  <a:srgbClr val="000000"/>
                </a:solidFill>
                <a:latin typeface="Segoe UI" pitchFamily="34" charset="0"/>
                <a:ea typeface="Segoe UI" pitchFamily="34" charset="0"/>
                <a:cs typeface="Segoe UI" pitchFamily="34" charset="0"/>
              </a:rPr>
              <a:t> est un nouveau système de fichiers crée pour Windows Server 2012. Les avantages sont :</a:t>
            </a:r>
            <a:endParaRPr lang="fr-FR" sz="2400" b="1" dirty="0">
              <a:solidFill>
                <a:srgbClr val="000000"/>
              </a:solidFill>
              <a:latin typeface="Segoe UI" pitchFamily="34" charset="0"/>
              <a:ea typeface="Segoe UI" pitchFamily="34" charset="0"/>
              <a:cs typeface="Segoe UI" pitchFamily="34" charset="0"/>
            </a:endParaRPr>
          </a:p>
        </p:txBody>
      </p:sp>
      <p:sp>
        <p:nvSpPr>
          <p:cNvPr id="5" name="Rounded Rectangle 844803"/>
          <p:cNvSpPr>
            <a:spLocks noChangeArrowheads="1"/>
          </p:cNvSpPr>
          <p:nvPr/>
        </p:nvSpPr>
        <p:spPr bwMode="auto">
          <a:xfrm>
            <a:off x="489948" y="1663431"/>
            <a:ext cx="8226034" cy="4752000"/>
          </a:xfrm>
          <a:prstGeom prst="roundRect">
            <a:avLst>
              <a:gd name="adj" fmla="val 4167"/>
            </a:avLst>
          </a:prstGeom>
          <a:noFill/>
          <a:ln w="9525" algn="ctr">
            <a:noFill/>
            <a:round/>
            <a:headEnd/>
            <a:tailEnd/>
          </a:ln>
          <a:effectLst/>
        </p:spPr>
        <p:txBody>
          <a:bodyPr/>
          <a:lstStyle/>
          <a:p>
            <a:pPr lvl="0" eaLnBrk="0" fontAlgn="base" hangingPunct="0">
              <a:spcBef>
                <a:spcPct val="0"/>
              </a:spcBef>
              <a:spcAft>
                <a:spcPct val="0"/>
              </a:spcAft>
            </a:pPr>
            <a:endParaRPr lang="en-US" sz="2400" b="1" dirty="0">
              <a:solidFill>
                <a:srgbClr val="000000"/>
              </a:solidFill>
              <a:latin typeface="Segoe UI" pitchFamily="34" charset="0"/>
              <a:ea typeface="Segoe UI" pitchFamily="34" charset="0"/>
              <a:cs typeface="Segoe UI" pitchFamily="34" charset="0"/>
            </a:endParaRPr>
          </a:p>
        </p:txBody>
      </p:sp>
      <p:sp>
        <p:nvSpPr>
          <p:cNvPr id="6" name="Rounded Rectangle 844804"/>
          <p:cNvSpPr>
            <a:spLocks noChangeArrowheads="1"/>
          </p:cNvSpPr>
          <p:nvPr/>
        </p:nvSpPr>
        <p:spPr bwMode="auto">
          <a:xfrm>
            <a:off x="758499" y="2126735"/>
            <a:ext cx="7665652" cy="4140000"/>
          </a:xfrm>
          <a:prstGeom prst="roundRect">
            <a:avLst>
              <a:gd name="adj" fmla="val 4167"/>
            </a:avLst>
          </a:prstGeom>
          <a:noFill/>
          <a:ln w="9525" algn="ctr">
            <a:noFill/>
            <a:round/>
            <a:headEnd/>
            <a:tailEnd/>
          </a:ln>
          <a:effectLst/>
        </p:spPr>
        <p:txBody>
          <a:bodyPr wrap="square" anchor="ctr"/>
          <a:lstStyle/>
          <a:p>
            <a:pPr lvl="0" eaLnBrk="0" fontAlgn="base" hangingPunct="0">
              <a:lnSpc>
                <a:spcPct val="90000"/>
              </a:lnSpc>
              <a:spcBef>
                <a:spcPct val="40000"/>
              </a:spcBef>
              <a:spcAft>
                <a:spcPct val="0"/>
              </a:spcAft>
            </a:pPr>
            <a:endParaRPr lang="en-US" sz="2000" b="1" dirty="0">
              <a:solidFill>
                <a:srgbClr val="000000"/>
              </a:solidFill>
              <a:latin typeface="Segoe UI" pitchFamily="34" charset="0"/>
              <a:ea typeface="Segoe UI" pitchFamily="34" charset="0"/>
              <a:cs typeface="Segoe UI" pitchFamily="34" charset="0"/>
            </a:endParaRPr>
          </a:p>
        </p:txBody>
      </p:sp>
      <p:sp>
        <p:nvSpPr>
          <p:cNvPr id="7" name="Content Placeholder 2"/>
          <p:cNvSpPr txBox="1">
            <a:spLocks/>
          </p:cNvSpPr>
          <p:nvPr/>
        </p:nvSpPr>
        <p:spPr bwMode="auto">
          <a:xfrm>
            <a:off x="182880" y="1574250"/>
            <a:ext cx="8961120" cy="5283749"/>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800100" lvl="1" indent="-342900">
              <a:lnSpc>
                <a:spcPct val="100000"/>
              </a:lnSpc>
              <a:spcBef>
                <a:spcPts val="0"/>
              </a:spcBef>
              <a:spcAft>
                <a:spcPts val="300"/>
              </a:spcAft>
              <a:buClr>
                <a:srgbClr val="0070C0"/>
              </a:buClr>
              <a:buSzPct val="100000"/>
              <a:buFont typeface="Arial" panose="020B0604020202020204" pitchFamily="34" charset="0"/>
              <a:buChar char="•"/>
            </a:pPr>
            <a:r>
              <a:rPr lang="fr-BE" sz="2400" dirty="0" smtClean="0">
                <a:solidFill>
                  <a:srgbClr val="000000"/>
                </a:solidFill>
                <a:latin typeface="Segoe UI" pitchFamily="34" charset="0"/>
                <a:ea typeface="Segoe UI" pitchFamily="34" charset="0"/>
                <a:cs typeface="Segoe UI" pitchFamily="34" charset="0"/>
              </a:rPr>
              <a:t>Intégrité </a:t>
            </a:r>
            <a:r>
              <a:rPr lang="fr-BE" sz="2400" dirty="0">
                <a:solidFill>
                  <a:srgbClr val="000000"/>
                </a:solidFill>
                <a:latin typeface="Segoe UI" pitchFamily="34" charset="0"/>
                <a:ea typeface="Segoe UI" pitchFamily="34" charset="0"/>
                <a:cs typeface="Segoe UI" pitchFamily="34" charset="0"/>
              </a:rPr>
              <a:t>des métadonnées avec </a:t>
            </a:r>
            <a:r>
              <a:rPr lang="fr-BE" sz="2400" dirty="0" smtClean="0">
                <a:solidFill>
                  <a:srgbClr val="000000"/>
                </a:solidFill>
                <a:latin typeface="Segoe UI" pitchFamily="34" charset="0"/>
                <a:ea typeface="Segoe UI" pitchFamily="34" charset="0"/>
                <a:cs typeface="Segoe UI" pitchFamily="34" charset="0"/>
              </a:rPr>
              <a:t>un </a:t>
            </a:r>
            <a:r>
              <a:rPr lang="fr-FR" sz="2400" dirty="0" smtClean="0">
                <a:solidFill>
                  <a:srgbClr val="000000"/>
                </a:solidFill>
                <a:latin typeface="Segoe UI" pitchFamily="34" charset="0"/>
                <a:ea typeface="Segoe UI" pitchFamily="34" charset="0"/>
                <a:cs typeface="Segoe UI" pitchFamily="34" charset="0"/>
              </a:rPr>
              <a:t>checksum</a:t>
            </a:r>
          </a:p>
          <a:p>
            <a:pPr marL="800100" lvl="1" indent="-342900">
              <a:lnSpc>
                <a:spcPct val="100000"/>
              </a:lnSpc>
              <a:spcBef>
                <a:spcPts val="0"/>
              </a:spcBef>
              <a:spcAft>
                <a:spcPts val="300"/>
              </a:spcAft>
              <a:buClr>
                <a:srgbClr val="0070C0"/>
              </a:buClr>
              <a:buSzTx/>
              <a:buFont typeface="Arial" panose="020B0604020202020204" pitchFamily="34" charset="0"/>
              <a:buChar char="•"/>
            </a:pPr>
            <a:r>
              <a:rPr lang="fr-FR" sz="2400" dirty="0" smtClean="0">
                <a:solidFill>
                  <a:srgbClr val="000000"/>
                </a:solidFill>
                <a:latin typeface="Segoe UI" pitchFamily="34" charset="0"/>
                <a:ea typeface="Segoe UI" pitchFamily="34" charset="0"/>
                <a:cs typeface="Segoe UI" pitchFamily="34" charset="0"/>
              </a:rPr>
              <a:t>Plus grande </a:t>
            </a:r>
            <a:r>
              <a:rPr lang="fr-BE" sz="2400" dirty="0" smtClean="0">
                <a:solidFill>
                  <a:srgbClr val="000000"/>
                </a:solidFill>
                <a:latin typeface="Segoe UI" pitchFamily="34" charset="0"/>
                <a:ea typeface="Segoe UI" pitchFamily="34" charset="0"/>
                <a:cs typeface="Segoe UI" pitchFamily="34" charset="0"/>
              </a:rPr>
              <a:t>protection contre </a:t>
            </a:r>
            <a:r>
              <a:rPr lang="fr-BE" sz="2400" dirty="0">
                <a:solidFill>
                  <a:srgbClr val="000000"/>
                </a:solidFill>
                <a:latin typeface="Segoe UI" pitchFamily="34" charset="0"/>
                <a:ea typeface="Segoe UI" pitchFamily="34" charset="0"/>
                <a:cs typeface="Segoe UI" pitchFamily="34" charset="0"/>
              </a:rPr>
              <a:t>la corruption de données</a:t>
            </a:r>
            <a:endParaRPr lang="fr-FR" sz="2400" dirty="0" smtClean="0">
              <a:solidFill>
                <a:srgbClr val="000000"/>
              </a:solidFill>
              <a:latin typeface="Segoe UI" pitchFamily="34" charset="0"/>
              <a:ea typeface="Segoe UI" pitchFamily="34" charset="0"/>
              <a:cs typeface="Segoe UI" pitchFamily="34" charset="0"/>
            </a:endParaRPr>
          </a:p>
          <a:p>
            <a:pPr marL="800100" lvl="1" indent="-342900">
              <a:lnSpc>
                <a:spcPct val="100000"/>
              </a:lnSpc>
              <a:spcBef>
                <a:spcPts val="0"/>
              </a:spcBef>
              <a:spcAft>
                <a:spcPts val="300"/>
              </a:spcAft>
              <a:buClr>
                <a:srgbClr val="0070C0"/>
              </a:buClr>
              <a:buSzTx/>
              <a:buFont typeface="Arial" panose="020B0604020202020204" pitchFamily="34" charset="0"/>
              <a:buChar char="•"/>
            </a:pPr>
            <a:r>
              <a:rPr lang="fr-BE" sz="2400" dirty="0" smtClean="0">
                <a:solidFill>
                  <a:srgbClr val="000000"/>
                </a:solidFill>
                <a:latin typeface="Segoe UI" pitchFamily="34" charset="0"/>
                <a:ea typeface="Segoe UI" pitchFamily="34" charset="0"/>
                <a:cs typeface="Segoe UI" pitchFamily="34" charset="0"/>
              </a:rPr>
              <a:t>Maximise </a:t>
            </a:r>
            <a:r>
              <a:rPr lang="fr-BE" sz="2400" dirty="0">
                <a:solidFill>
                  <a:srgbClr val="000000"/>
                </a:solidFill>
                <a:latin typeface="Segoe UI" pitchFamily="34" charset="0"/>
                <a:ea typeface="Segoe UI" pitchFamily="34" charset="0"/>
                <a:cs typeface="Segoe UI" pitchFamily="34" charset="0"/>
              </a:rPr>
              <a:t>la fiabilité, en particulier lors d'une perte de </a:t>
            </a:r>
            <a:r>
              <a:rPr lang="fr-BE" sz="2400" dirty="0" smtClean="0">
                <a:solidFill>
                  <a:srgbClr val="000000"/>
                </a:solidFill>
                <a:latin typeface="Segoe UI" pitchFamily="34" charset="0"/>
                <a:ea typeface="Segoe UI" pitchFamily="34" charset="0"/>
                <a:cs typeface="Segoe UI" pitchFamily="34" charset="0"/>
              </a:rPr>
              <a:t>puissance</a:t>
            </a:r>
            <a:endParaRPr lang="fr-FR" sz="2400" dirty="0" smtClean="0">
              <a:solidFill>
                <a:srgbClr val="000000"/>
              </a:solidFill>
              <a:latin typeface="Segoe UI" pitchFamily="34" charset="0"/>
              <a:ea typeface="Segoe UI" pitchFamily="34" charset="0"/>
              <a:cs typeface="Segoe UI" pitchFamily="34" charset="0"/>
            </a:endParaRPr>
          </a:p>
          <a:p>
            <a:pPr marL="800100" lvl="1" indent="-342900">
              <a:lnSpc>
                <a:spcPct val="100000"/>
              </a:lnSpc>
              <a:spcBef>
                <a:spcPts val="0"/>
              </a:spcBef>
              <a:spcAft>
                <a:spcPts val="300"/>
              </a:spcAft>
              <a:buClr>
                <a:srgbClr val="0070C0"/>
              </a:buClr>
              <a:buSzTx/>
              <a:buFont typeface="Arial" panose="020B0604020202020204" pitchFamily="34" charset="0"/>
              <a:buChar char="•"/>
            </a:pPr>
            <a:r>
              <a:rPr lang="fr-BE" sz="2400" dirty="0" smtClean="0">
                <a:solidFill>
                  <a:srgbClr val="000000"/>
                </a:solidFill>
                <a:latin typeface="Segoe UI" pitchFamily="34" charset="0"/>
                <a:ea typeface="Segoe UI" pitchFamily="34" charset="0"/>
                <a:cs typeface="Segoe UI" pitchFamily="34" charset="0"/>
              </a:rPr>
              <a:t>Grandes tailles de volumes, de fichiers et de répertoires</a:t>
            </a:r>
            <a:endParaRPr lang="fr-FR" sz="2400" dirty="0" smtClean="0">
              <a:solidFill>
                <a:srgbClr val="000000"/>
              </a:solidFill>
              <a:latin typeface="Segoe UI" pitchFamily="34" charset="0"/>
              <a:ea typeface="Segoe UI" pitchFamily="34" charset="0"/>
              <a:cs typeface="Segoe UI" pitchFamily="34" charset="0"/>
            </a:endParaRPr>
          </a:p>
          <a:p>
            <a:pPr marL="800100" lvl="1" indent="-342900">
              <a:lnSpc>
                <a:spcPct val="100000"/>
              </a:lnSpc>
              <a:spcBef>
                <a:spcPts val="0"/>
              </a:spcBef>
              <a:spcAft>
                <a:spcPts val="300"/>
              </a:spcAft>
              <a:buClr>
                <a:srgbClr val="0070C0"/>
              </a:buClr>
              <a:buSzTx/>
              <a:buFont typeface="Arial" panose="020B0604020202020204" pitchFamily="34" charset="0"/>
              <a:buChar char="•"/>
            </a:pPr>
            <a:r>
              <a:rPr lang="fr-BE" sz="2400" dirty="0" smtClean="0">
                <a:solidFill>
                  <a:srgbClr val="000000"/>
                </a:solidFill>
                <a:latin typeface="Segoe UI" pitchFamily="34" charset="0"/>
                <a:ea typeface="Segoe UI" pitchFamily="34" charset="0"/>
                <a:cs typeface="Segoe UI" pitchFamily="34" charset="0"/>
              </a:rPr>
              <a:t>Stockage </a:t>
            </a:r>
            <a:r>
              <a:rPr lang="fr-BE" sz="2400" dirty="0">
                <a:solidFill>
                  <a:srgbClr val="000000"/>
                </a:solidFill>
                <a:latin typeface="Segoe UI" pitchFamily="34" charset="0"/>
                <a:ea typeface="Segoe UI" pitchFamily="34" charset="0"/>
                <a:cs typeface="Segoe UI" pitchFamily="34" charset="0"/>
              </a:rPr>
              <a:t>et virtualisation de </a:t>
            </a:r>
            <a:r>
              <a:rPr lang="fr-BE" sz="2400" dirty="0" smtClean="0">
                <a:solidFill>
                  <a:srgbClr val="000000"/>
                </a:solidFill>
                <a:latin typeface="Segoe UI" pitchFamily="34" charset="0"/>
                <a:ea typeface="Segoe UI" pitchFamily="34" charset="0"/>
                <a:cs typeface="Segoe UI" pitchFamily="34" charset="0"/>
              </a:rPr>
              <a:t>stockage</a:t>
            </a:r>
            <a:endParaRPr lang="fr-FR" sz="2400" dirty="0" smtClean="0">
              <a:solidFill>
                <a:srgbClr val="000000"/>
              </a:solidFill>
              <a:latin typeface="Segoe UI" pitchFamily="34" charset="0"/>
              <a:ea typeface="Segoe UI" pitchFamily="34" charset="0"/>
              <a:cs typeface="Segoe UI" pitchFamily="34" charset="0"/>
            </a:endParaRPr>
          </a:p>
          <a:p>
            <a:pPr marL="800100" lvl="1" indent="-342900">
              <a:lnSpc>
                <a:spcPct val="100000"/>
              </a:lnSpc>
              <a:spcBef>
                <a:spcPts val="0"/>
              </a:spcBef>
              <a:spcAft>
                <a:spcPts val="300"/>
              </a:spcAft>
              <a:buClr>
                <a:srgbClr val="0070C0"/>
              </a:buClr>
              <a:buSzTx/>
              <a:buFont typeface="Arial" panose="020B0604020202020204" pitchFamily="34" charset="0"/>
              <a:buChar char="•"/>
            </a:pPr>
            <a:r>
              <a:rPr lang="fr-BE" sz="2400" dirty="0">
                <a:solidFill>
                  <a:srgbClr val="000000"/>
                </a:solidFill>
                <a:latin typeface="Segoe UI" pitchFamily="34" charset="0"/>
                <a:ea typeface="Segoe UI" pitchFamily="34" charset="0"/>
                <a:cs typeface="Segoe UI" pitchFamily="34" charset="0"/>
              </a:rPr>
              <a:t>D</a:t>
            </a:r>
            <a:r>
              <a:rPr lang="fr-BE" sz="2400" dirty="0" smtClean="0">
                <a:solidFill>
                  <a:srgbClr val="000000"/>
                </a:solidFill>
                <a:latin typeface="Segoe UI" pitchFamily="34" charset="0"/>
                <a:ea typeface="Segoe UI" pitchFamily="34" charset="0"/>
                <a:cs typeface="Segoe UI" pitchFamily="34" charset="0"/>
              </a:rPr>
              <a:t>onnées entrelacées pour </a:t>
            </a:r>
            <a:r>
              <a:rPr lang="fr-BE" sz="2400" dirty="0">
                <a:solidFill>
                  <a:srgbClr val="000000"/>
                </a:solidFill>
                <a:latin typeface="Segoe UI" pitchFamily="34" charset="0"/>
                <a:ea typeface="Segoe UI" pitchFamily="34" charset="0"/>
                <a:cs typeface="Segoe UI" pitchFamily="34" charset="0"/>
              </a:rPr>
              <a:t>la performance et la redondance</a:t>
            </a:r>
            <a:endParaRPr lang="fr-FR" sz="2400" dirty="0" smtClean="0">
              <a:solidFill>
                <a:srgbClr val="000000"/>
              </a:solidFill>
              <a:latin typeface="Segoe UI" pitchFamily="34" charset="0"/>
              <a:ea typeface="Segoe UI" pitchFamily="34" charset="0"/>
              <a:cs typeface="Segoe UI" pitchFamily="34" charset="0"/>
            </a:endParaRPr>
          </a:p>
          <a:p>
            <a:pPr marL="800100" lvl="1" indent="-342900">
              <a:lnSpc>
                <a:spcPct val="100000"/>
              </a:lnSpc>
              <a:spcBef>
                <a:spcPts val="0"/>
              </a:spcBef>
              <a:spcAft>
                <a:spcPts val="300"/>
              </a:spcAft>
              <a:buClr>
                <a:srgbClr val="0070C0"/>
              </a:buClr>
              <a:buSzTx/>
              <a:buFont typeface="Arial" panose="020B0604020202020204" pitchFamily="34" charset="0"/>
              <a:buChar char="•"/>
            </a:pPr>
            <a:r>
              <a:rPr lang="fr-FR" sz="2400" dirty="0" smtClean="0">
                <a:solidFill>
                  <a:srgbClr val="000000"/>
                </a:solidFill>
                <a:latin typeface="Segoe UI" pitchFamily="34" charset="0"/>
                <a:ea typeface="Segoe UI" pitchFamily="34" charset="0"/>
                <a:cs typeface="Segoe UI" pitchFamily="34" charset="0"/>
              </a:rPr>
              <a:t>Nettoyage des disques en fond de tâche pour réduire l’accumulation d’erreurs corrigibles facilement</a:t>
            </a:r>
          </a:p>
          <a:p>
            <a:pPr marL="800100" lvl="1" indent="-342900">
              <a:lnSpc>
                <a:spcPct val="100000"/>
              </a:lnSpc>
              <a:spcBef>
                <a:spcPts val="0"/>
              </a:spcBef>
              <a:spcAft>
                <a:spcPts val="300"/>
              </a:spcAft>
              <a:buClr>
                <a:srgbClr val="0070C0"/>
              </a:buClr>
              <a:buSzTx/>
              <a:buFont typeface="Arial" panose="020B0604020202020204" pitchFamily="34" charset="0"/>
              <a:buChar char="•"/>
            </a:pPr>
            <a:r>
              <a:rPr lang="fr-FR" sz="2400" dirty="0" smtClean="0">
                <a:solidFill>
                  <a:srgbClr val="000000"/>
                </a:solidFill>
                <a:latin typeface="Segoe UI" pitchFamily="34" charset="0"/>
                <a:ea typeface="Segoe UI" pitchFamily="34" charset="0"/>
                <a:cs typeface="Segoe UI" pitchFamily="34" charset="0"/>
              </a:rPr>
              <a:t>Correction</a:t>
            </a:r>
            <a:r>
              <a:rPr lang="fr-BE" sz="2400" dirty="0" smtClean="0">
                <a:solidFill>
                  <a:srgbClr val="000000"/>
                </a:solidFill>
                <a:latin typeface="Segoe UI" pitchFamily="34" charset="0"/>
                <a:ea typeface="Segoe UI" pitchFamily="34" charset="0"/>
                <a:cs typeface="Segoe UI" pitchFamily="34" charset="0"/>
              </a:rPr>
              <a:t> des </a:t>
            </a:r>
            <a:r>
              <a:rPr lang="fr-BE" sz="2400" dirty="0">
                <a:solidFill>
                  <a:srgbClr val="000000"/>
                </a:solidFill>
                <a:latin typeface="Segoe UI" pitchFamily="34" charset="0"/>
                <a:ea typeface="Segoe UI" pitchFamily="34" charset="0"/>
                <a:cs typeface="Segoe UI" pitchFamily="34" charset="0"/>
              </a:rPr>
              <a:t>erreurs </a:t>
            </a:r>
            <a:r>
              <a:rPr lang="fr-BE" sz="2400" dirty="0" smtClean="0">
                <a:solidFill>
                  <a:srgbClr val="000000"/>
                </a:solidFill>
                <a:latin typeface="Segoe UI" pitchFamily="34" charset="0"/>
                <a:ea typeface="Segoe UI" pitchFamily="34" charset="0"/>
                <a:cs typeface="Segoe UI" pitchFamily="34" charset="0"/>
              </a:rPr>
              <a:t>à </a:t>
            </a:r>
            <a:r>
              <a:rPr lang="fr-BE" sz="2400" dirty="0">
                <a:solidFill>
                  <a:srgbClr val="000000"/>
                </a:solidFill>
                <a:latin typeface="Segoe UI" pitchFamily="34" charset="0"/>
                <a:ea typeface="Segoe UI" pitchFamily="34" charset="0"/>
                <a:cs typeface="Segoe UI" pitchFamily="34" charset="0"/>
              </a:rPr>
              <a:t>l'aide de données redondantes sous </a:t>
            </a:r>
            <a:r>
              <a:rPr lang="fr-BE" sz="2400" dirty="0" smtClean="0">
                <a:solidFill>
                  <a:srgbClr val="000000"/>
                </a:solidFill>
                <a:latin typeface="Segoe UI" pitchFamily="34" charset="0"/>
                <a:ea typeface="Segoe UI" pitchFamily="34" charset="0"/>
                <a:cs typeface="Segoe UI" pitchFamily="34" charset="0"/>
              </a:rPr>
              <a:t>forme </a:t>
            </a:r>
            <a:r>
              <a:rPr lang="fr-BE" sz="2400" dirty="0">
                <a:solidFill>
                  <a:srgbClr val="000000"/>
                </a:solidFill>
                <a:latin typeface="Segoe UI" pitchFamily="34" charset="0"/>
                <a:ea typeface="Segoe UI" pitchFamily="34" charset="0"/>
                <a:cs typeface="Segoe UI" pitchFamily="34" charset="0"/>
              </a:rPr>
              <a:t>de </a:t>
            </a:r>
            <a:r>
              <a:rPr lang="fr-BE" sz="2400" dirty="0" smtClean="0">
                <a:solidFill>
                  <a:srgbClr val="000000"/>
                </a:solidFill>
                <a:latin typeface="Segoe UI" pitchFamily="34" charset="0"/>
                <a:ea typeface="Segoe UI" pitchFamily="34" charset="0"/>
                <a:cs typeface="Segoe UI" pitchFamily="34" charset="0"/>
              </a:rPr>
              <a:t>checksum ou des backup</a:t>
            </a:r>
            <a:endParaRPr lang="fr-FR" sz="2400" dirty="0" smtClean="0">
              <a:solidFill>
                <a:srgbClr val="000000"/>
              </a:solidFill>
              <a:latin typeface="Segoe UI" pitchFamily="34" charset="0"/>
              <a:ea typeface="Segoe UI" pitchFamily="34" charset="0"/>
              <a:cs typeface="Segoe UI" pitchFamily="34" charset="0"/>
            </a:endParaRPr>
          </a:p>
          <a:p>
            <a:pPr marL="800100" lvl="1" indent="-342900">
              <a:lnSpc>
                <a:spcPct val="100000"/>
              </a:lnSpc>
              <a:spcBef>
                <a:spcPts val="0"/>
              </a:spcBef>
              <a:spcAft>
                <a:spcPts val="300"/>
              </a:spcAft>
              <a:buClr>
                <a:srgbClr val="0070C0"/>
              </a:buClr>
              <a:buSzTx/>
              <a:buFont typeface="Arial" panose="020B0604020202020204" pitchFamily="34" charset="0"/>
              <a:buChar char="•"/>
            </a:pPr>
            <a:r>
              <a:rPr lang="fr-BE" sz="2400" dirty="0">
                <a:solidFill>
                  <a:srgbClr val="000000"/>
                </a:solidFill>
                <a:latin typeface="Segoe UI" pitchFamily="34" charset="0"/>
                <a:ea typeface="Segoe UI" pitchFamily="34" charset="0"/>
                <a:cs typeface="Segoe UI" pitchFamily="34" charset="0"/>
              </a:rPr>
              <a:t>P</a:t>
            </a:r>
            <a:r>
              <a:rPr lang="fr-BE" sz="2400" dirty="0" smtClean="0">
                <a:solidFill>
                  <a:srgbClr val="000000"/>
                </a:solidFill>
                <a:latin typeface="Segoe UI" pitchFamily="34" charset="0"/>
                <a:ea typeface="Segoe UI" pitchFamily="34" charset="0"/>
                <a:cs typeface="Segoe UI" pitchFamily="34" charset="0"/>
              </a:rPr>
              <a:t>ools </a:t>
            </a:r>
            <a:r>
              <a:rPr lang="fr-BE" sz="2400" dirty="0">
                <a:solidFill>
                  <a:srgbClr val="000000"/>
                </a:solidFill>
                <a:latin typeface="Segoe UI" pitchFamily="34" charset="0"/>
                <a:ea typeface="Segoe UI" pitchFamily="34" charset="0"/>
                <a:cs typeface="Segoe UI" pitchFamily="34" charset="0"/>
              </a:rPr>
              <a:t>de stockage partagés </a:t>
            </a:r>
            <a:r>
              <a:rPr lang="fr-BE" sz="2400" dirty="0" smtClean="0">
                <a:solidFill>
                  <a:srgbClr val="000000"/>
                </a:solidFill>
                <a:latin typeface="Segoe UI" pitchFamily="34" charset="0"/>
                <a:ea typeface="Segoe UI" pitchFamily="34" charset="0"/>
                <a:cs typeface="Segoe UI" pitchFamily="34" charset="0"/>
              </a:rPr>
              <a:t>pour </a:t>
            </a:r>
            <a:r>
              <a:rPr lang="fr-BE" sz="2400" dirty="0">
                <a:solidFill>
                  <a:srgbClr val="000000"/>
                </a:solidFill>
                <a:latin typeface="Segoe UI" pitchFamily="34" charset="0"/>
                <a:ea typeface="Segoe UI" pitchFamily="34" charset="0"/>
                <a:cs typeface="Segoe UI" pitchFamily="34" charset="0"/>
              </a:rPr>
              <a:t>une tolérance </a:t>
            </a:r>
            <a:r>
              <a:rPr lang="fr-BE" sz="2400" dirty="0" smtClean="0">
                <a:solidFill>
                  <a:srgbClr val="000000"/>
                </a:solidFill>
                <a:latin typeface="Segoe UI" pitchFamily="34" charset="0"/>
                <a:ea typeface="Segoe UI" pitchFamily="34" charset="0"/>
                <a:cs typeface="Segoe UI" pitchFamily="34" charset="0"/>
              </a:rPr>
              <a:t>à la </a:t>
            </a:r>
            <a:r>
              <a:rPr lang="fr-BE" sz="2400" dirty="0">
                <a:solidFill>
                  <a:srgbClr val="000000"/>
                </a:solidFill>
                <a:latin typeface="Segoe UI" pitchFamily="34" charset="0"/>
                <a:ea typeface="Segoe UI" pitchFamily="34" charset="0"/>
                <a:cs typeface="Segoe UI" pitchFamily="34" charset="0"/>
              </a:rPr>
              <a:t>panne </a:t>
            </a:r>
            <a:r>
              <a:rPr lang="fr-BE" sz="2400" dirty="0" smtClean="0">
                <a:solidFill>
                  <a:srgbClr val="000000"/>
                </a:solidFill>
                <a:latin typeface="Segoe UI" pitchFamily="34" charset="0"/>
                <a:ea typeface="Segoe UI" pitchFamily="34" charset="0"/>
                <a:cs typeface="Segoe UI" pitchFamily="34" charset="0"/>
              </a:rPr>
              <a:t>accrue </a:t>
            </a:r>
            <a:r>
              <a:rPr lang="fr-BE" sz="2400" dirty="0">
                <a:solidFill>
                  <a:srgbClr val="000000"/>
                </a:solidFill>
                <a:latin typeface="Segoe UI" pitchFamily="34" charset="0"/>
                <a:ea typeface="Segoe UI" pitchFamily="34" charset="0"/>
                <a:cs typeface="Segoe UI" pitchFamily="34" charset="0"/>
              </a:rPr>
              <a:t>et un </a:t>
            </a:r>
            <a:r>
              <a:rPr lang="fr-BE" sz="2400" dirty="0" smtClean="0">
                <a:solidFill>
                  <a:srgbClr val="000000"/>
                </a:solidFill>
                <a:latin typeface="Segoe UI" pitchFamily="34" charset="0"/>
                <a:ea typeface="Segoe UI" pitchFamily="34" charset="0"/>
                <a:cs typeface="Segoe UI" pitchFamily="34" charset="0"/>
              </a:rPr>
              <a:t>meilleur équilibrage </a:t>
            </a:r>
            <a:r>
              <a:rPr lang="fr-BE" sz="2400" dirty="0">
                <a:solidFill>
                  <a:srgbClr val="000000"/>
                </a:solidFill>
                <a:latin typeface="Segoe UI" pitchFamily="34" charset="0"/>
                <a:ea typeface="Segoe UI" pitchFamily="34" charset="0"/>
                <a:cs typeface="Segoe UI" pitchFamily="34" charset="0"/>
              </a:rPr>
              <a:t>de charge</a:t>
            </a:r>
            <a:endParaRPr lang="fr-FR" sz="240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1306196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98c17a53-570d-4bd5-bd13-f65df29fa69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Points de montage et liens symboliques</a:t>
            </a:r>
            <a:endParaRPr lang="fr-FR" dirty="0"/>
          </a:p>
        </p:txBody>
      </p:sp>
      <p:sp>
        <p:nvSpPr>
          <p:cNvPr id="4" name="Rounded Rectangle 844803"/>
          <p:cNvSpPr>
            <a:spLocks noChangeArrowheads="1"/>
          </p:cNvSpPr>
          <p:nvPr/>
        </p:nvSpPr>
        <p:spPr bwMode="auto">
          <a:xfrm>
            <a:off x="395923" y="2265910"/>
            <a:ext cx="8199437" cy="457415"/>
          </a:xfrm>
          <a:prstGeom prst="roundRect">
            <a:avLst>
              <a:gd name="adj" fmla="val 4167"/>
            </a:avLst>
          </a:prstGeom>
          <a:noFill/>
          <a:ln w="9525" algn="ctr">
            <a:noFill/>
            <a:round/>
            <a:headEnd/>
            <a:tailEnd/>
          </a:ln>
          <a:effectLst/>
        </p:spPr>
        <p:txBody>
          <a:bodyPr/>
          <a:lstStyle/>
          <a:p>
            <a:pPr lvl="0" eaLnBrk="0" fontAlgn="base" hangingPunct="0">
              <a:lnSpc>
                <a:spcPct val="90000"/>
              </a:lnSpc>
              <a:spcBef>
                <a:spcPct val="40000"/>
              </a:spcBef>
              <a:spcAft>
                <a:spcPct val="0"/>
              </a:spcAft>
              <a:buClr>
                <a:srgbClr val="8DACD0"/>
              </a:buClr>
              <a:buSzPct val="70000"/>
            </a:pPr>
            <a:endParaRPr lang="en-US" sz="2000" dirty="0">
              <a:solidFill>
                <a:srgbClr val="000000"/>
              </a:solidFill>
              <a:latin typeface="Segoe UI" pitchFamily="34" charset="0"/>
              <a:ea typeface="Segoe UI" pitchFamily="34" charset="0"/>
              <a:cs typeface="Segoe UI" pitchFamily="34" charset="0"/>
            </a:endParaRPr>
          </a:p>
        </p:txBody>
      </p:sp>
      <p:sp>
        <p:nvSpPr>
          <p:cNvPr id="5" name="Content Placeholder 2"/>
          <p:cNvSpPr txBox="1">
            <a:spLocks/>
          </p:cNvSpPr>
          <p:nvPr/>
        </p:nvSpPr>
        <p:spPr>
          <a:xfrm>
            <a:off x="458788" y="1021214"/>
            <a:ext cx="8119156" cy="5836785"/>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gn="ctr" eaLnBrk="0" hangingPunct="0">
              <a:spcBef>
                <a:spcPts val="500"/>
              </a:spcBef>
              <a:spcAft>
                <a:spcPts val="500"/>
              </a:spcAft>
              <a:buSzPct val="120000"/>
              <a:buNone/>
            </a:pPr>
            <a:r>
              <a:rPr lang="fr-BE" sz="2200" b="1" kern="0" dirty="0" smtClean="0">
                <a:solidFill>
                  <a:sysClr val="windowText" lastClr="000000"/>
                </a:solidFill>
              </a:rPr>
              <a:t>Un </a:t>
            </a:r>
            <a:r>
              <a:rPr lang="fr-BE" sz="2200" b="1" kern="0" dirty="0">
                <a:solidFill>
                  <a:sysClr val="windowText" lastClr="000000"/>
                </a:solidFill>
              </a:rPr>
              <a:t>point de montage est un répertoire à partir duquel sont accessibles les données se trouvant </a:t>
            </a:r>
            <a:r>
              <a:rPr lang="fr-BE" sz="2200" b="1" kern="0" dirty="0" smtClean="0">
                <a:solidFill>
                  <a:sysClr val="windowText" lastClr="000000"/>
                </a:solidFill>
              </a:rPr>
              <a:t>sur </a:t>
            </a:r>
            <a:r>
              <a:rPr lang="fr-BE" sz="2200" b="1" kern="0" dirty="0">
                <a:solidFill>
                  <a:sysClr val="windowText" lastClr="000000"/>
                </a:solidFill>
              </a:rPr>
              <a:t>une partition de disque dur ou un </a:t>
            </a:r>
            <a:r>
              <a:rPr lang="fr-BE" sz="2200" b="1" kern="0" dirty="0" smtClean="0">
                <a:solidFill>
                  <a:sysClr val="windowText" lastClr="000000"/>
                </a:solidFill>
              </a:rPr>
              <a:t>périphérique</a:t>
            </a:r>
            <a:endParaRPr lang="en-US" sz="2200" b="1" kern="0" dirty="0">
              <a:solidFill>
                <a:sysClr val="windowText" lastClr="000000"/>
              </a:solidFill>
            </a:endParaRPr>
          </a:p>
          <a:p>
            <a:pPr marL="401637" lvl="0" indent="-228600" eaLnBrk="0" hangingPunct="0">
              <a:spcBef>
                <a:spcPts val="500"/>
              </a:spcBef>
              <a:spcAft>
                <a:spcPts val="500"/>
              </a:spcAft>
              <a:buClr>
                <a:srgbClr val="006699"/>
              </a:buClr>
              <a:buSzPct val="100000"/>
              <a:buFontTx/>
              <a:buChar char="•"/>
            </a:pPr>
            <a:r>
              <a:rPr lang="fr-BE" sz="2000" kern="0" dirty="0" smtClean="0">
                <a:solidFill>
                  <a:srgbClr val="000000"/>
                </a:solidFill>
              </a:rPr>
              <a:t>Pour accéder à </a:t>
            </a:r>
            <a:r>
              <a:rPr lang="fr-BE" sz="2000" kern="0" dirty="0">
                <a:solidFill>
                  <a:srgbClr val="000000"/>
                </a:solidFill>
              </a:rPr>
              <a:t>des volumes ou </a:t>
            </a:r>
            <a:r>
              <a:rPr lang="fr-BE" sz="2000" kern="0" dirty="0" smtClean="0">
                <a:solidFill>
                  <a:srgbClr val="000000"/>
                </a:solidFill>
              </a:rPr>
              <a:t>à des </a:t>
            </a:r>
            <a:r>
              <a:rPr lang="fr-BE" sz="2000" kern="0" dirty="0">
                <a:solidFill>
                  <a:srgbClr val="000000"/>
                </a:solidFill>
              </a:rPr>
              <a:t>disques en tant que dossiers au lieu d'utiliser des lettres de </a:t>
            </a:r>
            <a:r>
              <a:rPr lang="fr-BE" sz="2000" kern="0" dirty="0" smtClean="0">
                <a:solidFill>
                  <a:srgbClr val="000000"/>
                </a:solidFill>
              </a:rPr>
              <a:t>lecteur</a:t>
            </a:r>
            <a:endParaRPr lang="en-US" sz="2000" kern="0" dirty="0">
              <a:solidFill>
                <a:srgbClr val="000000"/>
              </a:solidFill>
            </a:endParaRPr>
          </a:p>
          <a:p>
            <a:pPr marL="401637" lvl="0" indent="-228600" eaLnBrk="0" hangingPunct="0">
              <a:spcBef>
                <a:spcPts val="500"/>
              </a:spcBef>
              <a:spcAft>
                <a:spcPts val="500"/>
              </a:spcAft>
              <a:buClr>
                <a:srgbClr val="006699"/>
              </a:buClr>
              <a:buSzPct val="100000"/>
              <a:buFontTx/>
              <a:buChar char="•"/>
            </a:pPr>
            <a:r>
              <a:rPr lang="fr-BE" sz="2000" kern="0" dirty="0" smtClean="0">
                <a:solidFill>
                  <a:srgbClr val="000000"/>
                </a:solidFill>
              </a:rPr>
              <a:t>Lorsque </a:t>
            </a:r>
            <a:r>
              <a:rPr lang="fr-BE" sz="2000" kern="0" dirty="0">
                <a:solidFill>
                  <a:srgbClr val="000000"/>
                </a:solidFill>
              </a:rPr>
              <a:t>vous n'avez </a:t>
            </a:r>
            <a:r>
              <a:rPr lang="fr-BE" sz="2000" kern="0" dirty="0" smtClean="0">
                <a:solidFill>
                  <a:srgbClr val="000000"/>
                </a:solidFill>
              </a:rPr>
              <a:t>plus </a:t>
            </a:r>
            <a:r>
              <a:rPr lang="fr-BE" sz="2000" kern="0" dirty="0">
                <a:solidFill>
                  <a:srgbClr val="000000"/>
                </a:solidFill>
              </a:rPr>
              <a:t>de lettres de lecteur disponibles pour créer de nouveaux </a:t>
            </a:r>
            <a:r>
              <a:rPr lang="fr-BE" sz="2000" kern="0" dirty="0" smtClean="0">
                <a:solidFill>
                  <a:srgbClr val="000000"/>
                </a:solidFill>
              </a:rPr>
              <a:t>volumes</a:t>
            </a:r>
            <a:endParaRPr lang="en-US" sz="2000" kern="0" dirty="0">
              <a:solidFill>
                <a:srgbClr val="000000"/>
              </a:solidFill>
            </a:endParaRPr>
          </a:p>
          <a:p>
            <a:pPr marL="401637" lvl="0" indent="-228600" eaLnBrk="0" hangingPunct="0">
              <a:spcBef>
                <a:spcPts val="500"/>
              </a:spcBef>
              <a:spcAft>
                <a:spcPts val="500"/>
              </a:spcAft>
              <a:buClr>
                <a:srgbClr val="006699"/>
              </a:buClr>
              <a:buSzPct val="100000"/>
              <a:buFontTx/>
              <a:buChar char="•"/>
            </a:pPr>
            <a:r>
              <a:rPr lang="fr-BE" sz="2000" kern="0" dirty="0" smtClean="0">
                <a:solidFill>
                  <a:srgbClr val="000000"/>
                </a:solidFill>
              </a:rPr>
              <a:t>Pour </a:t>
            </a:r>
            <a:r>
              <a:rPr lang="fr-BE" sz="2000" kern="0" dirty="0">
                <a:solidFill>
                  <a:srgbClr val="000000"/>
                </a:solidFill>
              </a:rPr>
              <a:t>ajouter de l'espace disque sans modifier la structure </a:t>
            </a:r>
            <a:r>
              <a:rPr lang="fr-BE" sz="2000" kern="0" dirty="0" smtClean="0">
                <a:solidFill>
                  <a:srgbClr val="000000"/>
                </a:solidFill>
              </a:rPr>
              <a:t>des dossiers</a:t>
            </a:r>
            <a:endParaRPr lang="en-US" sz="2000" kern="0" dirty="0">
              <a:solidFill>
                <a:srgbClr val="000000"/>
              </a:solidFill>
            </a:endParaRPr>
          </a:p>
          <a:p>
            <a:pPr marL="0" lvl="0" indent="0" algn="ctr" eaLnBrk="0" hangingPunct="0">
              <a:spcBef>
                <a:spcPts val="2000"/>
              </a:spcBef>
              <a:spcAft>
                <a:spcPts val="500"/>
              </a:spcAft>
              <a:buSzPct val="120000"/>
              <a:buNone/>
            </a:pPr>
            <a:r>
              <a:rPr lang="fr-BE" sz="2200" b="1" kern="0" dirty="0" smtClean="0">
                <a:solidFill>
                  <a:sysClr val="windowText" lastClr="000000"/>
                </a:solidFill>
              </a:rPr>
              <a:t>Un </a:t>
            </a:r>
            <a:r>
              <a:rPr lang="fr-BE" sz="2200" b="1" kern="0" dirty="0">
                <a:solidFill>
                  <a:sysClr val="windowText" lastClr="000000"/>
                </a:solidFill>
              </a:rPr>
              <a:t>fichier de lien contient une référence à un autre fichier ou </a:t>
            </a:r>
            <a:r>
              <a:rPr lang="fr-BE" sz="2200" b="1" kern="0" dirty="0" smtClean="0">
                <a:solidFill>
                  <a:sysClr val="windowText" lastClr="000000"/>
                </a:solidFill>
              </a:rPr>
              <a:t>répertoire</a:t>
            </a:r>
            <a:endParaRPr lang="en-US" sz="2200" kern="0" dirty="0">
              <a:solidFill>
                <a:sysClr val="windowText" lastClr="000000"/>
              </a:solidFill>
            </a:endParaRPr>
          </a:p>
          <a:p>
            <a:pPr marL="401637" lvl="2" indent="-228600" eaLnBrk="0" hangingPunct="0">
              <a:spcBef>
                <a:spcPts val="500"/>
              </a:spcBef>
              <a:spcAft>
                <a:spcPts val="500"/>
              </a:spcAft>
              <a:buClr>
                <a:srgbClr val="006699"/>
              </a:buClr>
              <a:buSzPct val="100000"/>
              <a:buFontTx/>
              <a:buChar char="•"/>
            </a:pPr>
            <a:r>
              <a:rPr lang="en-US" kern="0" dirty="0">
                <a:solidFill>
                  <a:srgbClr val="000000"/>
                </a:solidFill>
              </a:rPr>
              <a:t>Symbolic file link (</a:t>
            </a:r>
            <a:r>
              <a:rPr lang="en-US" kern="0" dirty="0" err="1" smtClean="0">
                <a:solidFill>
                  <a:srgbClr val="000000"/>
                </a:solidFill>
              </a:rPr>
              <a:t>ou</a:t>
            </a:r>
            <a:r>
              <a:rPr lang="en-US" kern="0" dirty="0" smtClean="0">
                <a:solidFill>
                  <a:srgbClr val="000000"/>
                </a:solidFill>
              </a:rPr>
              <a:t>, </a:t>
            </a:r>
            <a:r>
              <a:rPr lang="en-US" kern="0" dirty="0">
                <a:solidFill>
                  <a:srgbClr val="000000"/>
                </a:solidFill>
              </a:rPr>
              <a:t>soft link)</a:t>
            </a:r>
          </a:p>
          <a:p>
            <a:pPr marL="401637" lvl="1" indent="-228600" eaLnBrk="0" hangingPunct="0">
              <a:spcBef>
                <a:spcPts val="500"/>
              </a:spcBef>
              <a:spcAft>
                <a:spcPts val="500"/>
              </a:spcAft>
              <a:buClr>
                <a:srgbClr val="006699"/>
              </a:buClr>
              <a:buSzPct val="100000"/>
              <a:buFontTx/>
              <a:buChar char="•"/>
            </a:pPr>
            <a:r>
              <a:rPr lang="en-US" sz="2000" kern="0" dirty="0">
                <a:solidFill>
                  <a:srgbClr val="000000"/>
                </a:solidFill>
              </a:rPr>
              <a:t>Symbolic directory link (</a:t>
            </a:r>
            <a:r>
              <a:rPr lang="en-US" sz="2000" kern="0" dirty="0" err="1" smtClean="0">
                <a:solidFill>
                  <a:srgbClr val="000000"/>
                </a:solidFill>
              </a:rPr>
              <a:t>ou</a:t>
            </a:r>
            <a:r>
              <a:rPr lang="en-US" sz="2000" kern="0" dirty="0" smtClean="0">
                <a:solidFill>
                  <a:srgbClr val="000000"/>
                </a:solidFill>
              </a:rPr>
              <a:t>, </a:t>
            </a:r>
            <a:r>
              <a:rPr lang="en-US" sz="2000" kern="0" dirty="0">
                <a:solidFill>
                  <a:srgbClr val="000000"/>
                </a:solidFill>
              </a:rPr>
              <a:t>directory junctions)</a:t>
            </a:r>
            <a:endParaRPr lang="en-CA" sz="2000" kern="0" dirty="0">
              <a:solidFill>
                <a:srgbClr val="000000"/>
              </a:solidFill>
            </a:endParaRPr>
          </a:p>
        </p:txBody>
      </p:sp>
    </p:spTree>
    <p:extLst>
      <p:ext uri="{BB962C8B-B14F-4D97-AF65-F5344CB8AC3E}">
        <p14:creationId xmlns:p14="http://schemas.microsoft.com/office/powerpoint/2010/main" xmlns="" val="1304292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1f89ddec-1453-40bb-959a-77f8384d729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Creating Mount Points and Links</a:t>
            </a:r>
            <a:endParaRPr lang="en-CA"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dirty="0">
                <a:solidFill>
                  <a:srgbClr val="000000"/>
                </a:solidFill>
              </a:rPr>
              <a:t>In this demonstration, you will see how to:</a:t>
            </a:r>
          </a:p>
          <a:p>
            <a:pPr marL="347662" lvl="0" indent="-342900"/>
            <a:r>
              <a:rPr lang="en-GB" sz="2400" kern="0" dirty="0">
                <a:solidFill>
                  <a:srgbClr val="000000"/>
                </a:solidFill>
              </a:rPr>
              <a:t>Create a mount point</a:t>
            </a:r>
          </a:p>
          <a:p>
            <a:pPr marL="347662" lvl="0" indent="-342900"/>
            <a:r>
              <a:rPr lang="en-US" sz="2400" kern="0" dirty="0">
                <a:solidFill>
                  <a:srgbClr val="000000"/>
                </a:solidFill>
              </a:rPr>
              <a:t>Create a directory junction for a folder</a:t>
            </a:r>
            <a:endParaRPr lang="en-GB" sz="2400" kern="0" dirty="0">
              <a:solidFill>
                <a:srgbClr val="000000"/>
              </a:solidFill>
            </a:endParaRPr>
          </a:p>
          <a:p>
            <a:pPr marL="347662" lvl="0" indent="-342900"/>
            <a:r>
              <a:rPr lang="en-GB" sz="2400" kern="0" dirty="0">
                <a:solidFill>
                  <a:srgbClr val="000000"/>
                </a:solidFill>
              </a:rPr>
              <a:t>Create a hard link for a file</a:t>
            </a:r>
            <a:endParaRPr lang="en-US" sz="2400" kern="0" dirty="0">
              <a:solidFill>
                <a:srgbClr val="000000"/>
              </a:solidFill>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6010471" y="4066207"/>
            <a:ext cx="1993227" cy="196275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010471" y="4689662"/>
            <a:ext cx="988791" cy="1652694"/>
          </a:xfrm>
          <a:prstGeom prst="rect">
            <a:avLst/>
          </a:prstGeom>
        </p:spPr>
      </p:pic>
    </p:spTree>
    <p:extLst>
      <p:ext uri="{BB962C8B-B14F-4D97-AF65-F5344CB8AC3E}">
        <p14:creationId xmlns:p14="http://schemas.microsoft.com/office/powerpoint/2010/main" xmlns="" val="1334088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194180991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9f097ea2-7d9b-4b33-a6c6-5f7618e176b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Etendre et réduire des volumes</a:t>
            </a:r>
            <a:endParaRPr lang="fr-FR" dirty="0"/>
          </a:p>
        </p:txBody>
      </p:sp>
      <p:sp>
        <p:nvSpPr>
          <p:cNvPr id="4" name="AutoShape 3"/>
          <p:cNvSpPr>
            <a:spLocks noChangeArrowheads="1"/>
          </p:cNvSpPr>
          <p:nvPr/>
        </p:nvSpPr>
        <p:spPr bwMode="auto">
          <a:xfrm>
            <a:off x="358923" y="2208766"/>
            <a:ext cx="8252752" cy="4149969"/>
          </a:xfrm>
          <a:prstGeom prst="roundRect">
            <a:avLst>
              <a:gd name="adj" fmla="val 4167"/>
            </a:avLst>
          </a:prstGeom>
          <a:noFill/>
          <a:ln w="9525" algn="ctr">
            <a:noFill/>
            <a:round/>
            <a:headEnd/>
            <a:tailEnd/>
          </a:ln>
          <a:effectLst/>
        </p:spPr>
        <p:txBody>
          <a:bodyPr/>
          <a:lstStyle/>
          <a:p>
            <a:pPr marL="342900" lvl="1" indent="-342900" eaLnBrk="0" fontAlgn="base" hangingPunct="0">
              <a:lnSpc>
                <a:spcPct val="90000"/>
              </a:lnSpc>
              <a:spcBef>
                <a:spcPct val="40000"/>
              </a:spcBef>
              <a:spcAft>
                <a:spcPct val="0"/>
              </a:spcAft>
              <a:buClr>
                <a:srgbClr val="006699"/>
              </a:buClr>
              <a:buFont typeface="Arial" pitchFamily="34" charset="0"/>
              <a:buChar char="•"/>
            </a:pPr>
            <a:r>
              <a:rPr lang="fr-FR" altLang="zh-TW" sz="2200" dirty="0" smtClean="0">
                <a:solidFill>
                  <a:srgbClr val="000000"/>
                </a:solidFill>
                <a:latin typeface="Segoe UI" pitchFamily="34" charset="0"/>
                <a:ea typeface="Segoe UI" pitchFamily="34" charset="0"/>
                <a:cs typeface="Segoe UI" pitchFamily="34" charset="0"/>
              </a:rPr>
              <a:t>On peut étendre ou réduire les volumes NTFS</a:t>
            </a:r>
          </a:p>
          <a:p>
            <a:pPr marL="342900" lvl="1" indent="-342900" eaLnBrk="0" fontAlgn="base" hangingPunct="0">
              <a:lnSpc>
                <a:spcPct val="90000"/>
              </a:lnSpc>
              <a:spcBef>
                <a:spcPct val="40000"/>
              </a:spcBef>
              <a:spcAft>
                <a:spcPct val="0"/>
              </a:spcAft>
              <a:buClr>
                <a:srgbClr val="006699"/>
              </a:buClr>
              <a:buFont typeface="Arial" pitchFamily="34" charset="0"/>
              <a:buChar char="•"/>
            </a:pPr>
            <a:r>
              <a:rPr lang="fr-FR" altLang="zh-TW" sz="2200" dirty="0" smtClean="0">
                <a:solidFill>
                  <a:srgbClr val="000000"/>
                </a:solidFill>
                <a:latin typeface="Segoe UI" pitchFamily="34" charset="0"/>
                <a:ea typeface="Segoe UI" pitchFamily="34" charset="0"/>
                <a:cs typeface="Segoe UI" pitchFamily="34" charset="0"/>
              </a:rPr>
              <a:t>Les volumes </a:t>
            </a:r>
            <a:r>
              <a:rPr lang="fr-FR" altLang="zh-TW" sz="2200" dirty="0" err="1" smtClean="0">
                <a:solidFill>
                  <a:srgbClr val="000000"/>
                </a:solidFill>
                <a:latin typeface="Segoe UI" pitchFamily="34" charset="0"/>
                <a:ea typeface="Segoe UI" pitchFamily="34" charset="0"/>
                <a:cs typeface="Segoe UI" pitchFamily="34" charset="0"/>
              </a:rPr>
              <a:t>ReFS</a:t>
            </a:r>
            <a:r>
              <a:rPr lang="fr-FR" altLang="zh-TW" sz="2200" dirty="0" smtClean="0">
                <a:solidFill>
                  <a:srgbClr val="000000"/>
                </a:solidFill>
                <a:latin typeface="Segoe UI" pitchFamily="34" charset="0"/>
                <a:ea typeface="Segoe UI" pitchFamily="34" charset="0"/>
                <a:cs typeface="Segoe UI" pitchFamily="34" charset="0"/>
              </a:rPr>
              <a:t> ne peuvent être qu’étendus</a:t>
            </a:r>
          </a:p>
          <a:p>
            <a:pPr marL="342900" lvl="1" indent="-342900" eaLnBrk="0" fontAlgn="base" hangingPunct="0">
              <a:lnSpc>
                <a:spcPct val="90000"/>
              </a:lnSpc>
              <a:spcBef>
                <a:spcPct val="40000"/>
              </a:spcBef>
              <a:spcAft>
                <a:spcPct val="0"/>
              </a:spcAft>
              <a:buClr>
                <a:srgbClr val="006699"/>
              </a:buClr>
              <a:buFont typeface="Arial" pitchFamily="34" charset="0"/>
              <a:buChar char="•"/>
            </a:pPr>
            <a:r>
              <a:rPr lang="fr-FR" altLang="zh-TW" sz="2200" dirty="0" smtClean="0">
                <a:solidFill>
                  <a:srgbClr val="000000"/>
                </a:solidFill>
                <a:latin typeface="Segoe UI" pitchFamily="34" charset="0"/>
                <a:ea typeface="Segoe UI" pitchFamily="34" charset="0"/>
                <a:cs typeface="Segoe UI" pitchFamily="34" charset="0"/>
              </a:rPr>
              <a:t>Les volumes FAT/FAT32/</a:t>
            </a:r>
            <a:r>
              <a:rPr lang="fr-FR" altLang="zh-TW" sz="2200" dirty="0" err="1" smtClean="0">
                <a:solidFill>
                  <a:srgbClr val="000000"/>
                </a:solidFill>
                <a:latin typeface="Segoe UI" pitchFamily="34" charset="0"/>
                <a:ea typeface="Segoe UI" pitchFamily="34" charset="0"/>
                <a:cs typeface="Segoe UI" pitchFamily="34" charset="0"/>
              </a:rPr>
              <a:t>exFAT</a:t>
            </a:r>
            <a:r>
              <a:rPr lang="fr-FR" altLang="zh-TW" sz="2200" dirty="0" smtClean="0">
                <a:solidFill>
                  <a:srgbClr val="000000"/>
                </a:solidFill>
                <a:latin typeface="Segoe UI" pitchFamily="34" charset="0"/>
                <a:ea typeface="Segoe UI" pitchFamily="34" charset="0"/>
                <a:cs typeface="Segoe UI" pitchFamily="34" charset="0"/>
              </a:rPr>
              <a:t> ne peuvent pas être redimensionnés</a:t>
            </a:r>
          </a:p>
          <a:p>
            <a:pPr marL="342900" lvl="1" indent="-342900" eaLnBrk="0" fontAlgn="base" hangingPunct="0">
              <a:lnSpc>
                <a:spcPct val="90000"/>
              </a:lnSpc>
              <a:spcBef>
                <a:spcPct val="40000"/>
              </a:spcBef>
              <a:spcAft>
                <a:spcPct val="0"/>
              </a:spcAft>
              <a:buClr>
                <a:srgbClr val="006699"/>
              </a:buClr>
              <a:buFont typeface="Arial" pitchFamily="34" charset="0"/>
              <a:buChar char="•"/>
            </a:pPr>
            <a:r>
              <a:rPr lang="fr-FR" altLang="zh-TW" sz="2200" dirty="0" smtClean="0">
                <a:solidFill>
                  <a:srgbClr val="000000"/>
                </a:solidFill>
                <a:latin typeface="Segoe UI" pitchFamily="34" charset="0"/>
                <a:ea typeface="Segoe UI" pitchFamily="34" charset="0"/>
                <a:cs typeface="Segoe UI" pitchFamily="34" charset="0"/>
              </a:rPr>
              <a:t>Attention avec les fichiers non déplaçables pour les réductions de volume</a:t>
            </a:r>
          </a:p>
          <a:p>
            <a:pPr marL="342900" lvl="1" indent="-342900" eaLnBrk="0" fontAlgn="base" hangingPunct="0">
              <a:lnSpc>
                <a:spcPct val="90000"/>
              </a:lnSpc>
              <a:spcBef>
                <a:spcPct val="40000"/>
              </a:spcBef>
              <a:spcAft>
                <a:spcPct val="0"/>
              </a:spcAft>
              <a:buClr>
                <a:srgbClr val="006699"/>
              </a:buClr>
              <a:buFont typeface="Arial" pitchFamily="34" charset="0"/>
              <a:buChar char="•"/>
            </a:pPr>
            <a:r>
              <a:rPr lang="fr-FR" altLang="zh-TW" sz="2200" dirty="0" smtClean="0">
                <a:solidFill>
                  <a:srgbClr val="000000"/>
                </a:solidFill>
                <a:latin typeface="Segoe UI" pitchFamily="34" charset="0"/>
                <a:ea typeface="Segoe UI" pitchFamily="34" charset="0"/>
                <a:cs typeface="Segoe UI" pitchFamily="34" charset="0"/>
              </a:rPr>
              <a:t>Les </a:t>
            </a:r>
            <a:r>
              <a:rPr lang="fr-FR" altLang="zh-TW" sz="2200" dirty="0" err="1" smtClean="0">
                <a:solidFill>
                  <a:srgbClr val="000000"/>
                </a:solidFill>
                <a:latin typeface="Segoe UI" pitchFamily="34" charset="0"/>
                <a:ea typeface="Segoe UI" pitchFamily="34" charset="0"/>
                <a:cs typeface="Segoe UI" pitchFamily="34" charset="0"/>
              </a:rPr>
              <a:t>clusteurs</a:t>
            </a:r>
            <a:r>
              <a:rPr lang="fr-FR" altLang="zh-TW" sz="2200" dirty="0" smtClean="0">
                <a:solidFill>
                  <a:srgbClr val="000000"/>
                </a:solidFill>
                <a:latin typeface="Segoe UI" pitchFamily="34" charset="0"/>
                <a:ea typeface="Segoe UI" pitchFamily="34" charset="0"/>
                <a:cs typeface="Segoe UI" pitchFamily="34" charset="0"/>
              </a:rPr>
              <a:t> endommagés empêchent de réduire un volume</a:t>
            </a:r>
          </a:p>
          <a:p>
            <a:pPr marL="342900" lvl="0" indent="-342900" fontAlgn="base">
              <a:spcBef>
                <a:spcPct val="0"/>
              </a:spcBef>
              <a:spcAft>
                <a:spcPts val="1800"/>
              </a:spcAft>
              <a:buClr>
                <a:srgbClr val="0070C0"/>
              </a:buClr>
              <a:buSzPct val="120000"/>
              <a:buFont typeface="Arial" pitchFamily="34" charset="0"/>
              <a:buChar char="•"/>
            </a:pPr>
            <a:endParaRPr kumimoji="0" lang="fr-FR" sz="2200" b="1" i="0" u="none" strike="noStrike" kern="0" cap="none" spc="0" normalizeH="0" baseline="0" dirty="0">
              <a:ln>
                <a:noFill/>
              </a:ln>
              <a:solidFill>
                <a:sysClr val="windowText" lastClr="000000"/>
              </a:solidFill>
              <a:effectLst/>
              <a:uLnTx/>
              <a:uFillTx/>
              <a:latin typeface="Segoe UI" pitchFamily="34" charset="0"/>
              <a:ea typeface="Segoe UI" pitchFamily="34" charset="0"/>
              <a:cs typeface="Segoe UI" pitchFamily="34" charset="0"/>
            </a:endParaRPr>
          </a:p>
        </p:txBody>
      </p:sp>
      <p:sp>
        <p:nvSpPr>
          <p:cNvPr id="5" name="AutoShape 3"/>
          <p:cNvSpPr>
            <a:spLocks noChangeArrowheads="1"/>
          </p:cNvSpPr>
          <p:nvPr/>
        </p:nvSpPr>
        <p:spPr bwMode="auto">
          <a:xfrm>
            <a:off x="358923" y="949999"/>
            <a:ext cx="7911018" cy="1061681"/>
          </a:xfrm>
          <a:prstGeom prst="roundRect">
            <a:avLst>
              <a:gd name="adj" fmla="val 12117"/>
            </a:avLst>
          </a:prstGeom>
          <a:noFill/>
          <a:ln w="9525" algn="ctr">
            <a:noFill/>
            <a:round/>
            <a:headEnd/>
            <a:tailEnd/>
          </a:ln>
          <a:effectLst/>
        </p:spPr>
        <p:txBody>
          <a:bodyPr/>
          <a:lstStyle/>
          <a:p>
            <a:pPr lvl="0" algn="ctr" fontAlgn="base">
              <a:spcBef>
                <a:spcPct val="0"/>
              </a:spcBef>
              <a:spcAft>
                <a:spcPts val="1800"/>
              </a:spcAft>
              <a:buClr>
                <a:srgbClr val="0070C0"/>
              </a:buClr>
              <a:buSzPct val="120000"/>
            </a:pPr>
            <a:r>
              <a:rPr kumimoji="0" lang="fr-FR" sz="2200" b="1" i="0" u="none" strike="noStrike" kern="0" cap="none" spc="0" normalizeH="0" baseline="0" noProof="0" dirty="0" smtClean="0">
                <a:ln>
                  <a:noFill/>
                </a:ln>
                <a:solidFill>
                  <a:sysClr val="windowText" lastClr="000000"/>
                </a:solidFill>
                <a:effectLst/>
                <a:uLnTx/>
                <a:uFillTx/>
                <a:latin typeface="Segoe UI" pitchFamily="34" charset="0"/>
                <a:ea typeface="Segoe UI" pitchFamily="34" charset="0"/>
                <a:cs typeface="Segoe UI" pitchFamily="34" charset="0"/>
              </a:rPr>
              <a:t>On peut </a:t>
            </a:r>
            <a:r>
              <a:rPr lang="fr-BE" sz="2200" b="1" kern="0" dirty="0" smtClean="0">
                <a:solidFill>
                  <a:sysClr val="windowText" lastClr="000000"/>
                </a:solidFill>
                <a:latin typeface="Segoe UI" pitchFamily="34" charset="0"/>
                <a:ea typeface="Segoe UI" pitchFamily="34" charset="0"/>
                <a:cs typeface="Segoe UI" pitchFamily="34" charset="0"/>
              </a:rPr>
              <a:t>redimensionner </a:t>
            </a:r>
            <a:r>
              <a:rPr lang="fr-BE" sz="2200" b="1" kern="0" dirty="0">
                <a:solidFill>
                  <a:sysClr val="windowText" lastClr="000000"/>
                </a:solidFill>
                <a:latin typeface="Segoe UI" pitchFamily="34" charset="0"/>
                <a:ea typeface="Segoe UI" pitchFamily="34" charset="0"/>
                <a:cs typeface="Segoe UI" pitchFamily="34" charset="0"/>
              </a:rPr>
              <a:t>les volumes NTFS à partir </a:t>
            </a:r>
            <a:r>
              <a:rPr lang="fr-BE" sz="2200" b="1" kern="0" dirty="0" smtClean="0">
                <a:solidFill>
                  <a:sysClr val="windowText" lastClr="000000"/>
                </a:solidFill>
                <a:latin typeface="Segoe UI" pitchFamily="34" charset="0"/>
                <a:ea typeface="Segoe UI" pitchFamily="34" charset="0"/>
                <a:cs typeface="Segoe UI" pitchFamily="34" charset="0"/>
              </a:rPr>
              <a:t>de </a:t>
            </a:r>
            <a:r>
              <a:rPr lang="fr-BE" sz="2200" b="1" kern="0" dirty="0">
                <a:solidFill>
                  <a:sysClr val="windowText" lastClr="000000"/>
                </a:solidFill>
                <a:latin typeface="Segoe UI" pitchFamily="34" charset="0"/>
                <a:ea typeface="Segoe UI" pitchFamily="34" charset="0"/>
                <a:cs typeface="Segoe UI" pitchFamily="34" charset="0"/>
              </a:rPr>
              <a:t>Windows, </a:t>
            </a:r>
            <a:r>
              <a:rPr lang="fr-BE" sz="2200" b="1" kern="0" dirty="0" smtClean="0">
                <a:solidFill>
                  <a:sysClr val="windowText" lastClr="000000"/>
                </a:solidFill>
                <a:latin typeface="Segoe UI" pitchFamily="34" charset="0"/>
                <a:ea typeface="Segoe UI" pitchFamily="34" charset="0"/>
                <a:cs typeface="Segoe UI" pitchFamily="34" charset="0"/>
              </a:rPr>
              <a:t>mais que depuis </a:t>
            </a:r>
            <a:r>
              <a:rPr lang="fr-BE" sz="2200" b="1" kern="0" dirty="0">
                <a:solidFill>
                  <a:sysClr val="windowText" lastClr="000000"/>
                </a:solidFill>
                <a:latin typeface="Segoe UI" pitchFamily="34" charset="0"/>
                <a:ea typeface="Segoe UI" pitchFamily="34" charset="0"/>
                <a:cs typeface="Segoe UI" pitchFamily="34" charset="0"/>
              </a:rPr>
              <a:t>Windows Vista et Windows Server </a:t>
            </a:r>
            <a:r>
              <a:rPr lang="fr-BE" sz="2200" b="1" kern="0" dirty="0" smtClean="0">
                <a:solidFill>
                  <a:sysClr val="windowText" lastClr="000000"/>
                </a:solidFill>
                <a:latin typeface="Segoe UI" pitchFamily="34" charset="0"/>
                <a:ea typeface="Segoe UI" pitchFamily="34" charset="0"/>
                <a:cs typeface="Segoe UI" pitchFamily="34" charset="0"/>
              </a:rPr>
              <a:t>2008</a:t>
            </a:r>
            <a:endParaRPr lang="en-US" sz="2200" b="1" kern="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3957320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a2c0a4bd-4080-4c23-920d-0a55c9dd98f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 disques durs virtuels</a:t>
            </a:r>
            <a:endParaRPr lang="fr-FR" dirty="0"/>
          </a:p>
        </p:txBody>
      </p:sp>
      <p:sp>
        <p:nvSpPr>
          <p:cNvPr id="4" name="Content Placeholder 2"/>
          <p:cNvSpPr txBox="1">
            <a:spLocks/>
          </p:cNvSpPr>
          <p:nvPr/>
        </p:nvSpPr>
        <p:spPr>
          <a:xfrm>
            <a:off x="458788" y="949879"/>
            <a:ext cx="8119156" cy="5908121"/>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gn="ctr">
              <a:buNone/>
            </a:pPr>
            <a:r>
              <a:rPr lang="fr-FR" sz="2400" b="1" kern="0" dirty="0" smtClean="0">
                <a:solidFill>
                  <a:srgbClr val="000000"/>
                </a:solidFill>
              </a:rPr>
              <a:t>Les disques durs virtuels sont des fichiers qui peuvent être utilisés comme des disques durs physiques</a:t>
            </a:r>
          </a:p>
          <a:p>
            <a:pPr marL="0" lvl="0" indent="0">
              <a:spcBef>
                <a:spcPts val="2400"/>
              </a:spcBef>
              <a:buNone/>
            </a:pPr>
            <a:r>
              <a:rPr lang="fr-FR" sz="2600" kern="0" dirty="0" smtClean="0">
                <a:solidFill>
                  <a:srgbClr val="000000"/>
                </a:solidFill>
              </a:rPr>
              <a:t>On peut :</a:t>
            </a:r>
          </a:p>
          <a:p>
            <a:pPr lvl="1"/>
            <a:r>
              <a:rPr lang="fr-FR" kern="0" dirty="0" smtClean="0">
                <a:solidFill>
                  <a:srgbClr val="000000"/>
                </a:solidFill>
              </a:rPr>
              <a:t>Créer et gérer des disques durs virtuels en utilisant Disk Management et </a:t>
            </a:r>
            <a:r>
              <a:rPr lang="fr-FR" kern="0" dirty="0" err="1" smtClean="0">
                <a:solidFill>
                  <a:srgbClr val="000000"/>
                </a:solidFill>
              </a:rPr>
              <a:t>Diskpart</a:t>
            </a:r>
            <a:endParaRPr lang="fr-FR" kern="0" dirty="0" smtClean="0">
              <a:solidFill>
                <a:srgbClr val="000000"/>
              </a:solidFill>
            </a:endParaRPr>
          </a:p>
          <a:p>
            <a:pPr lvl="1"/>
            <a:r>
              <a:rPr lang="fr-FR" kern="0" dirty="0" smtClean="0">
                <a:solidFill>
                  <a:srgbClr val="000000"/>
                </a:solidFill>
              </a:rPr>
              <a:t>Configurer des .</a:t>
            </a:r>
            <a:r>
              <a:rPr lang="fr-FR" kern="0" dirty="0" err="1" smtClean="0">
                <a:solidFill>
                  <a:srgbClr val="000000"/>
                </a:solidFill>
              </a:rPr>
              <a:t>vhd</a:t>
            </a:r>
            <a:r>
              <a:rPr lang="fr-FR" kern="0" dirty="0" smtClean="0">
                <a:solidFill>
                  <a:srgbClr val="000000"/>
                </a:solidFill>
              </a:rPr>
              <a:t> ou .</a:t>
            </a:r>
            <a:r>
              <a:rPr lang="fr-FR" kern="0" dirty="0" err="1" smtClean="0">
                <a:solidFill>
                  <a:srgbClr val="000000"/>
                </a:solidFill>
              </a:rPr>
              <a:t>vhdx</a:t>
            </a:r>
            <a:endParaRPr lang="fr-FR" kern="0" dirty="0" smtClean="0">
              <a:solidFill>
                <a:srgbClr val="000000"/>
              </a:solidFill>
            </a:endParaRPr>
          </a:p>
          <a:p>
            <a:pPr lvl="1"/>
            <a:r>
              <a:rPr lang="fr-BE" kern="0" dirty="0" smtClean="0">
                <a:solidFill>
                  <a:srgbClr val="000000"/>
                </a:solidFill>
              </a:rPr>
              <a:t>Configurer un ordinateur </a:t>
            </a:r>
            <a:r>
              <a:rPr lang="fr-BE" kern="0" dirty="0">
                <a:solidFill>
                  <a:srgbClr val="000000"/>
                </a:solidFill>
              </a:rPr>
              <a:t>pour </a:t>
            </a:r>
            <a:r>
              <a:rPr lang="fr-BE" kern="0" dirty="0" smtClean="0">
                <a:solidFill>
                  <a:srgbClr val="000000"/>
                </a:solidFill>
              </a:rPr>
              <a:t>qu’il démarre </a:t>
            </a:r>
            <a:r>
              <a:rPr lang="fr-BE" kern="0" dirty="0">
                <a:solidFill>
                  <a:srgbClr val="000000"/>
                </a:solidFill>
              </a:rPr>
              <a:t>à partir </a:t>
            </a:r>
            <a:r>
              <a:rPr lang="fr-BE" kern="0" dirty="0" smtClean="0">
                <a:solidFill>
                  <a:srgbClr val="000000"/>
                </a:solidFill>
              </a:rPr>
              <a:t>d’un </a:t>
            </a:r>
            <a:r>
              <a:rPr lang="fr-BE" kern="0" dirty="0">
                <a:solidFill>
                  <a:srgbClr val="000000"/>
                </a:solidFill>
              </a:rPr>
              <a:t>disque dur </a:t>
            </a:r>
            <a:r>
              <a:rPr lang="fr-BE" kern="0" dirty="0" smtClean="0">
                <a:solidFill>
                  <a:srgbClr val="000000"/>
                </a:solidFill>
              </a:rPr>
              <a:t>virtuel</a:t>
            </a:r>
            <a:endParaRPr lang="fr-FR" kern="0" dirty="0" smtClean="0">
              <a:solidFill>
                <a:srgbClr val="000000"/>
              </a:solidFill>
            </a:endParaRPr>
          </a:p>
          <a:p>
            <a:pPr lvl="1"/>
            <a:r>
              <a:rPr lang="fr-FR" kern="0" dirty="0" smtClean="0">
                <a:solidFill>
                  <a:srgbClr val="000000"/>
                </a:solidFill>
              </a:rPr>
              <a:t>Transférer des disques durs virtuels entre serveurs utilisant Hyper-V</a:t>
            </a:r>
          </a:p>
          <a:p>
            <a:pPr lvl="1"/>
            <a:r>
              <a:rPr lang="fr-BE" kern="0" dirty="0" smtClean="0">
                <a:solidFill>
                  <a:srgbClr val="000000"/>
                </a:solidFill>
              </a:rPr>
              <a:t>Utiliser </a:t>
            </a:r>
            <a:r>
              <a:rPr lang="fr-BE" kern="0" dirty="0">
                <a:solidFill>
                  <a:srgbClr val="000000"/>
                </a:solidFill>
              </a:rPr>
              <a:t>des disques durs virtuels comme technologie de déploiement. </a:t>
            </a:r>
            <a:r>
              <a:rPr lang="fr-BE" kern="0" dirty="0" smtClean="0">
                <a:solidFill>
                  <a:srgbClr val="000000"/>
                </a:solidFill>
              </a:rPr>
              <a:t/>
            </a:r>
            <a:br>
              <a:rPr lang="fr-BE" kern="0" dirty="0" smtClean="0">
                <a:solidFill>
                  <a:srgbClr val="000000"/>
                </a:solidFill>
              </a:rPr>
            </a:br>
            <a:r>
              <a:rPr lang="fr-BE" kern="0" dirty="0" smtClean="0">
                <a:solidFill>
                  <a:srgbClr val="000000"/>
                </a:solidFill>
              </a:rPr>
              <a:t>Par </a:t>
            </a:r>
            <a:r>
              <a:rPr lang="fr-BE" kern="0" dirty="0">
                <a:solidFill>
                  <a:srgbClr val="000000"/>
                </a:solidFill>
              </a:rPr>
              <a:t>exemple, </a:t>
            </a:r>
            <a:r>
              <a:rPr lang="fr-BE" kern="0" dirty="0" smtClean="0">
                <a:solidFill>
                  <a:srgbClr val="000000"/>
                </a:solidFill>
              </a:rPr>
              <a:t>une image OS pour l’installer sur plusieurs ordinateurs</a:t>
            </a:r>
            <a:r>
              <a:rPr lang="fr-BE" kern="0" dirty="0">
                <a:solidFill>
                  <a:srgbClr val="000000"/>
                </a:solidFill>
              </a:rPr>
              <a:t>.</a:t>
            </a:r>
            <a:endParaRPr lang="fr-FR" kern="0" dirty="0">
              <a:solidFill>
                <a:srgbClr val="000000"/>
              </a:solidFill>
            </a:endParaRPr>
          </a:p>
        </p:txBody>
      </p:sp>
    </p:spTree>
    <p:extLst>
      <p:ext uri="{BB962C8B-B14F-4D97-AF65-F5344CB8AC3E}">
        <p14:creationId xmlns:p14="http://schemas.microsoft.com/office/powerpoint/2010/main" xmlns="" val="1477457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2fa575d7-113a-4956-9dc2-e0d4cdf3f0d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Managing Virtual Hard Disks</a:t>
            </a:r>
            <a:endParaRPr lang="en-CA"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CA" kern="0" dirty="0">
                <a:solidFill>
                  <a:srgbClr val="000000"/>
                </a:solidFill>
              </a:rPr>
              <a:t>In this demonstration, you will see how to:</a:t>
            </a:r>
          </a:p>
          <a:p>
            <a:pPr lvl="1"/>
            <a:r>
              <a:rPr lang="en-CA" sz="2600" kern="0" dirty="0">
                <a:solidFill>
                  <a:srgbClr val="000000"/>
                </a:solidFill>
              </a:rPr>
              <a:t>Create a virtual hard disk</a:t>
            </a:r>
          </a:p>
          <a:p>
            <a:pPr lvl="1"/>
            <a:r>
              <a:rPr lang="en-CA" sz="2600" kern="0" dirty="0">
                <a:solidFill>
                  <a:srgbClr val="000000"/>
                </a:solidFill>
              </a:rPr>
              <a:t>Manage a virtual hard disk</a:t>
            </a:r>
          </a:p>
          <a:p>
            <a:pPr lvl="0"/>
            <a:endParaRPr lang="en-US" kern="0" dirty="0">
              <a:solidFill>
                <a:srgbClr val="000000"/>
              </a:solidFill>
            </a:endParaRPr>
          </a:p>
        </p:txBody>
      </p:sp>
    </p:spTree>
    <p:extLst>
      <p:ext uri="{BB962C8B-B14F-4D97-AF65-F5344CB8AC3E}">
        <p14:creationId xmlns:p14="http://schemas.microsoft.com/office/powerpoint/2010/main" xmlns="" val="2758662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3: Implementing Storage Spaces</a:t>
            </a:r>
            <a:endParaRPr lang="en-CA" dirty="0"/>
          </a:p>
        </p:txBody>
      </p:sp>
      <p:sp>
        <p:nvSpPr>
          <p:cNvPr id="3" name="Text Placeholder 2"/>
          <p:cNvSpPr>
            <a:spLocks noGrp="1"/>
          </p:cNvSpPr>
          <p:nvPr>
            <p:ph type="body" idx="1"/>
          </p:nvPr>
        </p:nvSpPr>
        <p:spPr/>
        <p:txBody>
          <a:bodyPr/>
          <a:lstStyle/>
          <a:p>
            <a:r>
              <a:rPr lang="en-CA" dirty="0" smtClean="0"/>
              <a:t>What Is the Storage Spaces Feature?
Virtual Disk Configuration Options
Advanced Management Options for Storage Spaces
Demonstration: Configuring Storage Spaces
Discussion: Comparing Storage Spaces with Other Storage Solutions</a:t>
            </a:r>
            <a:endParaRPr lang="en-CA" dirty="0"/>
          </a:p>
        </p:txBody>
      </p:sp>
    </p:spTree>
    <p:extLst>
      <p:ext uri="{BB962C8B-B14F-4D97-AF65-F5344CB8AC3E}">
        <p14:creationId xmlns:p14="http://schemas.microsoft.com/office/powerpoint/2010/main" xmlns="" val="39626467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6362f5a4-b5f6-460c-8799-d021d0f6b26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Storage Spaces</a:t>
            </a:r>
            <a:endParaRPr lang="en-CA" dirty="0"/>
          </a:p>
        </p:txBody>
      </p:sp>
      <p:grpSp>
        <p:nvGrpSpPr>
          <p:cNvPr id="4" name="Group 3"/>
          <p:cNvGrpSpPr/>
          <p:nvPr/>
        </p:nvGrpSpPr>
        <p:grpSpPr>
          <a:xfrm>
            <a:off x="6872223" y="2772582"/>
            <a:ext cx="1822287" cy="2682929"/>
            <a:chOff x="6858324" y="2206069"/>
            <a:chExt cx="2009484" cy="2965538"/>
          </a:xfrm>
        </p:grpSpPr>
        <p:sp>
          <p:nvSpPr>
            <p:cNvPr id="5" name="TextBox 4"/>
            <p:cNvSpPr txBox="1"/>
            <p:nvPr/>
          </p:nvSpPr>
          <p:spPr>
            <a:xfrm>
              <a:off x="6986755" y="4519665"/>
              <a:ext cx="1859947" cy="408236"/>
            </a:xfrm>
            <a:prstGeom prst="rect">
              <a:avLst/>
            </a:prstGeom>
            <a:noFill/>
          </p:spPr>
          <p:txBody>
            <a:bodyPr wrap="none" rtlCol="0">
              <a:spAutoFit/>
            </a:bodyPr>
            <a:lstStyle/>
            <a:p>
              <a:pPr lvl="0" fontAlgn="base">
                <a:spcBef>
                  <a:spcPct val="0"/>
                </a:spcBef>
                <a:spcAft>
                  <a:spcPct val="0"/>
                </a:spcAft>
              </a:pPr>
              <a:r>
                <a:rPr lang="en-US" b="1" dirty="0">
                  <a:solidFill>
                    <a:srgbClr val="000000"/>
                  </a:solidFill>
                  <a:latin typeface="Segoe UI" pitchFamily="34" charset="0"/>
                  <a:ea typeface="Segoe UI" pitchFamily="34" charset="0"/>
                  <a:cs typeface="Segoe UI" pitchFamily="34" charset="0"/>
                </a:rPr>
                <a:t>Physical Disks</a:t>
              </a:r>
              <a:endParaRPr lang="en-IN" b="1" dirty="0">
                <a:solidFill>
                  <a:srgbClr val="000000"/>
                </a:solidFill>
                <a:latin typeface="Segoe UI" pitchFamily="34" charset="0"/>
                <a:ea typeface="Segoe UI" pitchFamily="34" charset="0"/>
                <a:cs typeface="Segoe UI" pitchFamily="34" charset="0"/>
              </a:endParaRPr>
            </a:p>
          </p:txBody>
        </p:sp>
        <p:sp>
          <p:nvSpPr>
            <p:cNvPr id="6" name="TextBox 5"/>
            <p:cNvSpPr txBox="1"/>
            <p:nvPr/>
          </p:nvSpPr>
          <p:spPr>
            <a:xfrm>
              <a:off x="7045521" y="3783066"/>
              <a:ext cx="1728360" cy="408236"/>
            </a:xfrm>
            <a:prstGeom prst="rect">
              <a:avLst/>
            </a:prstGeom>
            <a:noFill/>
          </p:spPr>
          <p:txBody>
            <a:bodyPr wrap="none" rtlCol="0">
              <a:spAutoFit/>
            </a:bodyPr>
            <a:lstStyle/>
            <a:p>
              <a:pPr lvl="0" fontAlgn="base">
                <a:spcBef>
                  <a:spcPct val="0"/>
                </a:spcBef>
                <a:spcAft>
                  <a:spcPct val="0"/>
                </a:spcAft>
              </a:pPr>
              <a:r>
                <a:rPr lang="en-US" b="1" dirty="0">
                  <a:solidFill>
                    <a:srgbClr val="000000"/>
                  </a:solidFill>
                  <a:latin typeface="Segoe UI" pitchFamily="34" charset="0"/>
                  <a:ea typeface="Segoe UI" pitchFamily="34" charset="0"/>
                  <a:cs typeface="Segoe UI" pitchFamily="34" charset="0"/>
                </a:rPr>
                <a:t>Storage Pool</a:t>
              </a:r>
              <a:endParaRPr lang="en-IN" b="1" dirty="0">
                <a:solidFill>
                  <a:srgbClr val="000000"/>
                </a:solidFill>
                <a:latin typeface="Segoe UI" pitchFamily="34" charset="0"/>
                <a:ea typeface="Segoe UI" pitchFamily="34" charset="0"/>
                <a:cs typeface="Segoe UI" pitchFamily="34" charset="0"/>
              </a:endParaRPr>
            </a:p>
          </p:txBody>
        </p:sp>
        <p:sp>
          <p:nvSpPr>
            <p:cNvPr id="7" name="TextBox 6"/>
            <p:cNvSpPr txBox="1"/>
            <p:nvPr/>
          </p:nvSpPr>
          <p:spPr>
            <a:xfrm>
              <a:off x="7117721" y="3046466"/>
              <a:ext cx="1600381" cy="408236"/>
            </a:xfrm>
            <a:prstGeom prst="rect">
              <a:avLst/>
            </a:prstGeom>
            <a:noFill/>
          </p:spPr>
          <p:txBody>
            <a:bodyPr wrap="none" rtlCol="0">
              <a:spAutoFit/>
            </a:bodyPr>
            <a:lstStyle/>
            <a:p>
              <a:pPr lvl="0" fontAlgn="base">
                <a:spcBef>
                  <a:spcPct val="0"/>
                </a:spcBef>
                <a:spcAft>
                  <a:spcPct val="0"/>
                </a:spcAft>
              </a:pPr>
              <a:r>
                <a:rPr lang="en-US" b="1" dirty="0">
                  <a:solidFill>
                    <a:srgbClr val="000000"/>
                  </a:solidFill>
                  <a:latin typeface="Segoe UI" pitchFamily="34" charset="0"/>
                  <a:ea typeface="Segoe UI" pitchFamily="34" charset="0"/>
                  <a:cs typeface="Segoe UI" pitchFamily="34" charset="0"/>
                </a:rPr>
                <a:t>Virtual Disk</a:t>
              </a:r>
              <a:endParaRPr lang="en-IN" b="1" dirty="0">
                <a:solidFill>
                  <a:srgbClr val="000000"/>
                </a:solidFill>
                <a:latin typeface="Segoe UI" pitchFamily="34" charset="0"/>
                <a:ea typeface="Segoe UI" pitchFamily="34" charset="0"/>
                <a:cs typeface="Segoe UI" pitchFamily="34" charset="0"/>
              </a:endParaRPr>
            </a:p>
          </p:txBody>
        </p:sp>
        <p:sp>
          <p:nvSpPr>
            <p:cNvPr id="8" name="TextBox 7"/>
            <p:cNvSpPr txBox="1"/>
            <p:nvPr/>
          </p:nvSpPr>
          <p:spPr>
            <a:xfrm>
              <a:off x="7195081" y="2309866"/>
              <a:ext cx="1423613" cy="408236"/>
            </a:xfrm>
            <a:prstGeom prst="rect">
              <a:avLst/>
            </a:prstGeom>
            <a:noFill/>
          </p:spPr>
          <p:txBody>
            <a:bodyPr wrap="none" rtlCol="0">
              <a:spAutoFit/>
            </a:bodyPr>
            <a:lstStyle/>
            <a:p>
              <a:pPr lvl="0" fontAlgn="base">
                <a:spcBef>
                  <a:spcPct val="0"/>
                </a:spcBef>
                <a:spcAft>
                  <a:spcPct val="0"/>
                </a:spcAft>
              </a:pPr>
              <a:r>
                <a:rPr lang="en-US" b="1" dirty="0">
                  <a:solidFill>
                    <a:srgbClr val="000000"/>
                  </a:solidFill>
                  <a:latin typeface="Segoe UI" pitchFamily="34" charset="0"/>
                  <a:ea typeface="Segoe UI" pitchFamily="34" charset="0"/>
                  <a:cs typeface="Segoe UI" pitchFamily="34" charset="0"/>
                </a:rPr>
                <a:t>Disk Drive</a:t>
              </a:r>
              <a:endParaRPr lang="en-IN" b="1" dirty="0">
                <a:solidFill>
                  <a:srgbClr val="000000"/>
                </a:solidFill>
                <a:latin typeface="Segoe UI" pitchFamily="34" charset="0"/>
                <a:ea typeface="Segoe UI" pitchFamily="34" charset="0"/>
                <a:cs typeface="Segoe UI" pitchFamily="34" charset="0"/>
              </a:endParaRPr>
            </a:p>
          </p:txBody>
        </p:sp>
        <p:cxnSp>
          <p:nvCxnSpPr>
            <p:cNvPr id="9" name="Straight Arrow Connector 8"/>
            <p:cNvCxnSpPr/>
            <p:nvPr/>
          </p:nvCxnSpPr>
          <p:spPr bwMode="auto">
            <a:xfrm flipH="1" flipV="1">
              <a:off x="7850898" y="2628672"/>
              <a:ext cx="11293" cy="484405"/>
            </a:xfrm>
            <a:prstGeom prst="straightConnector1">
              <a:avLst/>
            </a:prstGeom>
            <a:gradFill rotWithShape="1">
              <a:gsLst>
                <a:gs pos="0">
                  <a:srgbClr val="E4CD9A"/>
                </a:gs>
                <a:gs pos="100000">
                  <a:srgbClr val="EEEFD7"/>
                </a:gs>
              </a:gsLst>
              <a:lin ang="2700000" scaled="1"/>
            </a:gradFill>
            <a:ln w="38100" cap="flat" cmpd="sng" algn="ctr">
              <a:solidFill>
                <a:srgbClr val="FF0000"/>
              </a:solidFill>
              <a:prstDash val="solid"/>
              <a:round/>
              <a:headEnd type="none" w="med" len="med"/>
              <a:tailEnd type="arrow"/>
            </a:ln>
            <a:effectLst/>
          </p:spPr>
        </p:cxnSp>
        <p:sp>
          <p:nvSpPr>
            <p:cNvPr id="10" name="Rounded Rectangle 9"/>
            <p:cNvSpPr/>
            <p:nvPr/>
          </p:nvSpPr>
          <p:spPr bwMode="auto">
            <a:xfrm>
              <a:off x="6858324" y="2218426"/>
              <a:ext cx="1996440" cy="2796702"/>
            </a:xfrm>
            <a:prstGeom prst="roundRect">
              <a:avLst/>
            </a:prstGeom>
            <a:noFill/>
            <a:ln w="12700"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IN" b="1" dirty="0">
                <a:solidFill>
                  <a:srgbClr val="000000"/>
                </a:solidFill>
                <a:latin typeface="Segoe UI" pitchFamily="34" charset="0"/>
                <a:ea typeface="Segoe UI" pitchFamily="34" charset="0"/>
                <a:cs typeface="Segoe UI" pitchFamily="34" charset="0"/>
              </a:endParaRPr>
            </a:p>
          </p:txBody>
        </p:sp>
        <p:cxnSp>
          <p:nvCxnSpPr>
            <p:cNvPr id="11" name="Straight Arrow Connector 10"/>
            <p:cNvCxnSpPr/>
            <p:nvPr/>
          </p:nvCxnSpPr>
          <p:spPr bwMode="auto">
            <a:xfrm flipH="1" flipV="1">
              <a:off x="7850898" y="3355443"/>
              <a:ext cx="11293" cy="484405"/>
            </a:xfrm>
            <a:prstGeom prst="straightConnector1">
              <a:avLst/>
            </a:prstGeom>
            <a:gradFill rotWithShape="1">
              <a:gsLst>
                <a:gs pos="0">
                  <a:srgbClr val="E4CD9A"/>
                </a:gs>
                <a:gs pos="100000">
                  <a:srgbClr val="EEEFD7"/>
                </a:gs>
              </a:gsLst>
              <a:lin ang="2700000" scaled="1"/>
            </a:gradFill>
            <a:ln w="38100" cap="flat" cmpd="sng" algn="ctr">
              <a:solidFill>
                <a:srgbClr val="FF0000"/>
              </a:solidFill>
              <a:prstDash val="solid"/>
              <a:round/>
              <a:headEnd type="none" w="med" len="med"/>
              <a:tailEnd type="arrow"/>
            </a:ln>
            <a:effectLst/>
          </p:spPr>
        </p:cxnSp>
        <p:cxnSp>
          <p:nvCxnSpPr>
            <p:cNvPr id="12" name="Straight Arrow Connector 11"/>
            <p:cNvCxnSpPr/>
            <p:nvPr/>
          </p:nvCxnSpPr>
          <p:spPr bwMode="auto">
            <a:xfrm flipH="1" flipV="1">
              <a:off x="7850898" y="4111461"/>
              <a:ext cx="11293" cy="484405"/>
            </a:xfrm>
            <a:prstGeom prst="straightConnector1">
              <a:avLst/>
            </a:prstGeom>
            <a:gradFill rotWithShape="1">
              <a:gsLst>
                <a:gs pos="0">
                  <a:srgbClr val="E4CD9A"/>
                </a:gs>
                <a:gs pos="100000">
                  <a:srgbClr val="EEEFD7"/>
                </a:gs>
              </a:gsLst>
              <a:lin ang="2700000" scaled="1"/>
            </a:gradFill>
            <a:ln w="38100" cap="flat" cmpd="sng" algn="ctr">
              <a:solidFill>
                <a:srgbClr val="FF0000"/>
              </a:solidFill>
              <a:prstDash val="solid"/>
              <a:round/>
              <a:headEnd type="none" w="med" len="med"/>
              <a:tailEnd type="arrow"/>
            </a:ln>
            <a:effectLst/>
          </p:spPr>
        </p:cxnSp>
        <p:sp>
          <p:nvSpPr>
            <p:cNvPr id="13" name="Rectangle 12"/>
            <p:cNvSpPr/>
            <p:nvPr/>
          </p:nvSpPr>
          <p:spPr bwMode="auto">
            <a:xfrm>
              <a:off x="6858324" y="2206069"/>
              <a:ext cx="2009484" cy="2965538"/>
            </a:xfrm>
            <a:prstGeom prst="rect">
              <a:avLst/>
            </a:prstGeom>
            <a:noFill/>
            <a:ln w="9525" cap="flat" cmpd="sng" algn="ctr">
              <a:solidFill>
                <a:schemeClr val="accent2">
                  <a:lumMod val="75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US" b="1" dirty="0">
                <a:solidFill>
                  <a:srgbClr val="000000"/>
                </a:solidFill>
                <a:latin typeface="Verdana" pitchFamily="34" charset="0"/>
                <a:cs typeface="Arial" charset="0"/>
              </a:endParaRPr>
            </a:p>
          </p:txBody>
        </p:sp>
      </p:grpSp>
      <p:sp>
        <p:nvSpPr>
          <p:cNvPr id="14" name="Content Placeholder 12"/>
          <p:cNvSpPr txBox="1">
            <a:spLocks/>
          </p:cNvSpPr>
          <p:nvPr/>
        </p:nvSpPr>
        <p:spPr>
          <a:xfrm>
            <a:off x="458788" y="1021215"/>
            <a:ext cx="8685212"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fr-FR" sz="2400" kern="0" dirty="0" smtClean="0">
                <a:solidFill>
                  <a:srgbClr val="000000"/>
                </a:solidFill>
              </a:rPr>
              <a:t>Permet d’ajouter des disques physiques de n'importe quel type et taille à un pool de stockage, puis de créer des disques virtuels hautement disponibles à partir de ce pool</a:t>
            </a:r>
          </a:p>
          <a:p>
            <a:pPr lvl="0">
              <a:spcBef>
                <a:spcPts val="0"/>
              </a:spcBef>
            </a:pPr>
            <a:r>
              <a:rPr lang="fr-FR" sz="2400" kern="0" dirty="0" smtClean="0">
                <a:solidFill>
                  <a:srgbClr val="000000"/>
                </a:solidFill>
              </a:rPr>
              <a:t>Pour créer ce type de stockage, il faut :</a:t>
            </a:r>
          </a:p>
          <a:p>
            <a:pPr lvl="1">
              <a:spcBef>
                <a:spcPts val="0"/>
              </a:spcBef>
            </a:pPr>
            <a:r>
              <a:rPr lang="fr-FR" sz="2200" kern="0" dirty="0" smtClean="0">
                <a:solidFill>
                  <a:srgbClr val="000000"/>
                </a:solidFill>
              </a:rPr>
              <a:t>Un ou plusieurs disques physiques</a:t>
            </a:r>
          </a:p>
          <a:p>
            <a:pPr lvl="1">
              <a:spcBef>
                <a:spcPts val="0"/>
              </a:spcBef>
            </a:pPr>
            <a:r>
              <a:rPr lang="fr-FR" sz="2200" kern="0" dirty="0" smtClean="0">
                <a:solidFill>
                  <a:srgbClr val="000000"/>
                </a:solidFill>
              </a:rPr>
              <a:t>Inclure ces disques dans un pool de stockage</a:t>
            </a:r>
          </a:p>
          <a:p>
            <a:pPr lvl="1">
              <a:spcBef>
                <a:spcPts val="0"/>
              </a:spcBef>
            </a:pPr>
            <a:r>
              <a:rPr lang="fr-FR" sz="2200" kern="0" dirty="0" smtClean="0">
                <a:solidFill>
                  <a:srgbClr val="000000"/>
                </a:solidFill>
              </a:rPr>
              <a:t>Créer des disques virtuels</a:t>
            </a:r>
          </a:p>
          <a:p>
            <a:pPr lvl="1">
              <a:spcBef>
                <a:spcPts val="0"/>
              </a:spcBef>
            </a:pPr>
            <a:r>
              <a:rPr lang="fr-FR" sz="2200" kern="0" dirty="0" smtClean="0">
                <a:solidFill>
                  <a:srgbClr val="000000"/>
                </a:solidFill>
              </a:rPr>
              <a:t>Créer des volumes accessibles</a:t>
            </a:r>
          </a:p>
          <a:p>
            <a:pPr lvl="0"/>
            <a:r>
              <a:rPr lang="fr-FR" sz="2400" kern="0" dirty="0" smtClean="0">
                <a:solidFill>
                  <a:srgbClr val="000000"/>
                </a:solidFill>
              </a:rPr>
              <a:t>Les disques virtuels et les disques durs </a:t>
            </a:r>
            <a:br>
              <a:rPr lang="fr-FR" sz="2400" kern="0" dirty="0" smtClean="0">
                <a:solidFill>
                  <a:srgbClr val="000000"/>
                </a:solidFill>
              </a:rPr>
            </a:br>
            <a:r>
              <a:rPr lang="fr-FR" sz="2400" kern="0" dirty="0" smtClean="0">
                <a:solidFill>
                  <a:srgbClr val="000000"/>
                </a:solidFill>
              </a:rPr>
              <a:t>virtuels sont deux notions différentes !</a:t>
            </a:r>
          </a:p>
          <a:p>
            <a:pPr lvl="0"/>
            <a:r>
              <a:rPr lang="fr-FR" sz="2400" kern="0" dirty="0" smtClean="0">
                <a:solidFill>
                  <a:srgbClr val="000000"/>
                </a:solidFill>
              </a:rPr>
              <a:t>Windows Server 2012 R2 active les options </a:t>
            </a:r>
            <a:br>
              <a:rPr lang="fr-FR" sz="2400" kern="0" dirty="0" smtClean="0">
                <a:solidFill>
                  <a:srgbClr val="000000"/>
                </a:solidFill>
              </a:rPr>
            </a:br>
            <a:r>
              <a:rPr lang="fr-FR" sz="2400" kern="0" dirty="0" smtClean="0">
                <a:solidFill>
                  <a:srgbClr val="000000"/>
                </a:solidFill>
              </a:rPr>
              <a:t>de « Storage </a:t>
            </a:r>
            <a:r>
              <a:rPr lang="fr-FR" sz="2400" kern="0" dirty="0" err="1" smtClean="0">
                <a:solidFill>
                  <a:srgbClr val="000000"/>
                </a:solidFill>
              </a:rPr>
              <a:t>Space</a:t>
            </a:r>
            <a:r>
              <a:rPr lang="fr-FR" sz="2400" kern="0" dirty="0" smtClean="0">
                <a:solidFill>
                  <a:srgbClr val="000000"/>
                </a:solidFill>
              </a:rPr>
              <a:t> </a:t>
            </a:r>
            <a:r>
              <a:rPr lang="fr-FR" sz="2400" kern="0" dirty="0" err="1" smtClean="0">
                <a:solidFill>
                  <a:srgbClr val="000000"/>
                </a:solidFill>
              </a:rPr>
              <a:t>tiering</a:t>
            </a:r>
            <a:r>
              <a:rPr lang="fr-FR" sz="2400" kern="0" dirty="0" smtClean="0">
                <a:solidFill>
                  <a:srgbClr val="000000"/>
                </a:solidFill>
              </a:rPr>
              <a:t> » et </a:t>
            </a:r>
            <a:br>
              <a:rPr lang="fr-FR" sz="2400" kern="0" dirty="0" smtClean="0">
                <a:solidFill>
                  <a:srgbClr val="000000"/>
                </a:solidFill>
              </a:rPr>
            </a:br>
            <a:r>
              <a:rPr lang="fr-FR" sz="2400" kern="0" dirty="0" smtClean="0">
                <a:solidFill>
                  <a:srgbClr val="000000"/>
                </a:solidFill>
              </a:rPr>
              <a:t>« </a:t>
            </a:r>
            <a:r>
              <a:rPr lang="fr-FR" sz="2400" kern="0" dirty="0" err="1" smtClean="0">
                <a:solidFill>
                  <a:srgbClr val="000000"/>
                </a:solidFill>
              </a:rPr>
              <a:t>write</a:t>
            </a:r>
            <a:r>
              <a:rPr lang="fr-FR" sz="2400" kern="0" dirty="0" smtClean="0">
                <a:solidFill>
                  <a:srgbClr val="000000"/>
                </a:solidFill>
              </a:rPr>
              <a:t>-back </a:t>
            </a:r>
            <a:r>
              <a:rPr lang="fr-FR" sz="2400" kern="0" dirty="0" err="1" smtClean="0">
                <a:solidFill>
                  <a:srgbClr val="000000"/>
                </a:solidFill>
              </a:rPr>
              <a:t>caching</a:t>
            </a:r>
            <a:r>
              <a:rPr lang="fr-FR" sz="2400" kern="0" dirty="0" smtClean="0">
                <a:solidFill>
                  <a:srgbClr val="000000"/>
                </a:solidFill>
              </a:rPr>
              <a:t> »</a:t>
            </a:r>
            <a:endParaRPr lang="fr-FR" sz="2400" kern="0" dirty="0">
              <a:solidFill>
                <a:srgbClr val="000000"/>
              </a:solidFill>
            </a:endParaRPr>
          </a:p>
        </p:txBody>
      </p:sp>
    </p:spTree>
    <p:extLst>
      <p:ext uri="{BB962C8B-B14F-4D97-AF65-F5344CB8AC3E}">
        <p14:creationId xmlns:p14="http://schemas.microsoft.com/office/powerpoint/2010/main" xmlns="" val="2542898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98c45024-7d91-4a08-927d-f8e107e1c64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Virtual Disk Configuration Options</a:t>
            </a:r>
            <a:endParaRPr lang="en-CA" dirty="0"/>
          </a:p>
        </p:txBody>
      </p:sp>
      <p:graphicFrame>
        <p:nvGraphicFramePr>
          <p:cNvPr id="4" name="Content Placeholder 1"/>
          <p:cNvGraphicFramePr>
            <a:graphicFrameLocks/>
          </p:cNvGraphicFramePr>
          <p:nvPr>
            <p:extLst>
              <p:ext uri="{D42A27DB-BD31-4B8C-83A1-F6EECF244321}">
                <p14:modId xmlns:p14="http://schemas.microsoft.com/office/powerpoint/2010/main" xmlns="" val="2867982266"/>
              </p:ext>
            </p:extLst>
          </p:nvPr>
        </p:nvGraphicFramePr>
        <p:xfrm>
          <a:off x="151002" y="1633928"/>
          <a:ext cx="8892329" cy="4137284"/>
        </p:xfrm>
        <a:graphic>
          <a:graphicData uri="http://schemas.openxmlformats.org/drawingml/2006/table">
            <a:tbl>
              <a:tblPr firstRow="1" bandRow="1">
                <a:tableStyleId>{912C8C85-51F0-491E-9774-3900AFEF0FD7}</a:tableStyleId>
              </a:tblPr>
              <a:tblGrid>
                <a:gridCol w="3617887"/>
                <a:gridCol w="5274442"/>
              </a:tblGrid>
              <a:tr h="521626">
                <a:tc>
                  <a:txBody>
                    <a:bodyPr/>
                    <a:lstStyle/>
                    <a:p>
                      <a:r>
                        <a:rPr lang="de-DE" sz="2400" dirty="0" smtClean="0">
                          <a:solidFill>
                            <a:srgbClr val="000000"/>
                          </a:solidFill>
                          <a:latin typeface="Segoe UI" pitchFamily="34" charset="0"/>
                          <a:ea typeface="Segoe UI" pitchFamily="34" charset="0"/>
                          <a:cs typeface="Segoe UI" pitchFamily="34" charset="0"/>
                        </a:rPr>
                        <a:t>Feature</a:t>
                      </a:r>
                      <a:endParaRPr lang="de-DE" sz="2400" dirty="0">
                        <a:solidFill>
                          <a:srgbClr val="000000"/>
                        </a:solidFill>
                        <a:latin typeface="Segoe UI" pitchFamily="34" charset="0"/>
                        <a:ea typeface="Segoe UI" pitchFamily="34" charset="0"/>
                        <a:cs typeface="Segoe UI" pitchFamily="34" charset="0"/>
                      </a:endParaRPr>
                    </a:p>
                  </a:txBody>
                  <a:tcPr>
                    <a:solidFill>
                      <a:srgbClr val="BBCDE3"/>
                    </a:solidFill>
                  </a:tcPr>
                </a:tc>
                <a:tc>
                  <a:txBody>
                    <a:bodyPr/>
                    <a:lstStyle/>
                    <a:p>
                      <a:r>
                        <a:rPr lang="de-DE" sz="2400" dirty="0" smtClean="0">
                          <a:solidFill>
                            <a:srgbClr val="000000"/>
                          </a:solidFill>
                          <a:latin typeface="Segoe UI" pitchFamily="34" charset="0"/>
                          <a:ea typeface="Segoe UI" pitchFamily="34" charset="0"/>
                          <a:cs typeface="Segoe UI" pitchFamily="34" charset="0"/>
                        </a:rPr>
                        <a:t>Options</a:t>
                      </a:r>
                      <a:endParaRPr lang="de-DE" sz="2400" dirty="0">
                        <a:solidFill>
                          <a:srgbClr val="000000"/>
                        </a:solidFill>
                        <a:latin typeface="Segoe UI" pitchFamily="34" charset="0"/>
                        <a:ea typeface="Segoe UI" pitchFamily="34" charset="0"/>
                        <a:cs typeface="Segoe UI" pitchFamily="34" charset="0"/>
                      </a:endParaRPr>
                    </a:p>
                  </a:txBody>
                  <a:tcPr>
                    <a:solidFill>
                      <a:srgbClr val="BBCDE3"/>
                    </a:solidFill>
                  </a:tcPr>
                </a:tc>
              </a:tr>
              <a:tr h="1286203">
                <a:tc>
                  <a:txBody>
                    <a:bodyPr/>
                    <a:lstStyle/>
                    <a:p>
                      <a:r>
                        <a:rPr lang="de-DE" sz="2400" dirty="0" smtClean="0">
                          <a:latin typeface="Segoe UI" pitchFamily="34" charset="0"/>
                          <a:ea typeface="Segoe UI" pitchFamily="34" charset="0"/>
                          <a:cs typeface="Segoe UI" pitchFamily="34" charset="0"/>
                        </a:rPr>
                        <a:t>Storage</a:t>
                      </a:r>
                      <a:r>
                        <a:rPr lang="de-DE" sz="2400" baseline="0" dirty="0" smtClean="0">
                          <a:latin typeface="Segoe UI" pitchFamily="34" charset="0"/>
                          <a:ea typeface="Segoe UI" pitchFamily="34" charset="0"/>
                          <a:cs typeface="Segoe UI" pitchFamily="34" charset="0"/>
                        </a:rPr>
                        <a:t> Layout</a:t>
                      </a:r>
                      <a:endParaRPr lang="de-DE" sz="2400" b="1" dirty="0">
                        <a:latin typeface="Segoe UI" pitchFamily="34" charset="0"/>
                        <a:ea typeface="Segoe UI" pitchFamily="34" charset="0"/>
                        <a:cs typeface="Segoe UI" pitchFamily="34" charset="0"/>
                      </a:endParaRPr>
                    </a:p>
                  </a:txBody>
                  <a:tcPr/>
                </a:tc>
                <a:tc>
                  <a:txBody>
                    <a:bodyPr/>
                    <a:lstStyle/>
                    <a:p>
                      <a:pPr marL="285750" indent="-285750">
                        <a:lnSpc>
                          <a:spcPct val="100000"/>
                        </a:lnSpc>
                        <a:buFont typeface="Arial" pitchFamily="34" charset="0"/>
                        <a:buChar char="•"/>
                      </a:pPr>
                      <a:r>
                        <a:rPr lang="de-DE" sz="2400" dirty="0" smtClean="0">
                          <a:latin typeface="Segoe UI" pitchFamily="34" charset="0"/>
                          <a:ea typeface="Segoe UI" pitchFamily="34" charset="0"/>
                          <a:cs typeface="Segoe UI" pitchFamily="34" charset="0"/>
                        </a:rPr>
                        <a:t>Simple (</a:t>
                      </a:r>
                      <a:r>
                        <a:rPr lang="de-DE" sz="2400" dirty="0" err="1" smtClean="0">
                          <a:latin typeface="Segoe UI" pitchFamily="34" charset="0"/>
                          <a:ea typeface="Segoe UI" pitchFamily="34" charset="0"/>
                          <a:cs typeface="Segoe UI" pitchFamily="34" charset="0"/>
                        </a:rPr>
                        <a:t>data</a:t>
                      </a:r>
                      <a:r>
                        <a:rPr lang="de-DE" sz="2400" dirty="0" smtClean="0">
                          <a:latin typeface="Segoe UI" pitchFamily="34" charset="0"/>
                          <a:ea typeface="Segoe UI" pitchFamily="34" charset="0"/>
                          <a:cs typeface="Segoe UI" pitchFamily="34" charset="0"/>
                        </a:rPr>
                        <a:t> </a:t>
                      </a:r>
                      <a:r>
                        <a:rPr lang="de-DE" sz="2400" dirty="0" err="1" smtClean="0">
                          <a:latin typeface="Segoe UI" pitchFamily="34" charset="0"/>
                          <a:ea typeface="Segoe UI" pitchFamily="34" charset="0"/>
                          <a:cs typeface="Segoe UI" pitchFamily="34" charset="0"/>
                        </a:rPr>
                        <a:t>striping</a:t>
                      </a:r>
                      <a:r>
                        <a:rPr lang="de-DE" sz="2400" dirty="0" smtClean="0">
                          <a:latin typeface="Segoe UI" pitchFamily="34" charset="0"/>
                          <a:ea typeface="Segoe UI" pitchFamily="34" charset="0"/>
                          <a:cs typeface="Segoe UI" pitchFamily="34" charset="0"/>
                        </a:rPr>
                        <a:t>)</a:t>
                      </a:r>
                    </a:p>
                    <a:p>
                      <a:pPr marL="285750" indent="-285750">
                        <a:lnSpc>
                          <a:spcPct val="100000"/>
                        </a:lnSpc>
                        <a:buFont typeface="Arial" pitchFamily="34" charset="0"/>
                        <a:buChar char="•"/>
                      </a:pPr>
                      <a:r>
                        <a:rPr lang="de-DE" sz="2400" dirty="0" err="1" smtClean="0">
                          <a:latin typeface="Segoe UI" pitchFamily="34" charset="0"/>
                          <a:ea typeface="Segoe UI" pitchFamily="34" charset="0"/>
                          <a:cs typeface="Segoe UI" pitchFamily="34" charset="0"/>
                        </a:rPr>
                        <a:t>Two-way</a:t>
                      </a:r>
                      <a:r>
                        <a:rPr lang="de-DE" sz="2400" dirty="0" smtClean="0">
                          <a:latin typeface="Segoe UI" pitchFamily="34" charset="0"/>
                          <a:ea typeface="Segoe UI" pitchFamily="34" charset="0"/>
                          <a:cs typeface="Segoe UI" pitchFamily="34" charset="0"/>
                        </a:rPr>
                        <a:t> </a:t>
                      </a:r>
                      <a:r>
                        <a:rPr lang="de-DE" sz="2400" dirty="0" err="1" smtClean="0">
                          <a:latin typeface="Segoe UI" pitchFamily="34" charset="0"/>
                          <a:ea typeface="Segoe UI" pitchFamily="34" charset="0"/>
                          <a:cs typeface="Segoe UI" pitchFamily="34" charset="0"/>
                        </a:rPr>
                        <a:t>or</a:t>
                      </a:r>
                      <a:r>
                        <a:rPr lang="de-DE" sz="2400" dirty="0" smtClean="0">
                          <a:latin typeface="Segoe UI" pitchFamily="34" charset="0"/>
                          <a:ea typeface="Segoe UI" pitchFamily="34" charset="0"/>
                          <a:cs typeface="Segoe UI" pitchFamily="34" charset="0"/>
                        </a:rPr>
                        <a:t> </a:t>
                      </a:r>
                      <a:r>
                        <a:rPr lang="de-DE" sz="2400" dirty="0" err="1" smtClean="0">
                          <a:latin typeface="Segoe UI" pitchFamily="34" charset="0"/>
                          <a:ea typeface="Segoe UI" pitchFamily="34" charset="0"/>
                          <a:cs typeface="Segoe UI" pitchFamily="34" charset="0"/>
                        </a:rPr>
                        <a:t>three-way</a:t>
                      </a:r>
                      <a:r>
                        <a:rPr lang="de-DE" sz="2400" dirty="0" smtClean="0">
                          <a:latin typeface="Segoe UI" pitchFamily="34" charset="0"/>
                          <a:ea typeface="Segoe UI" pitchFamily="34" charset="0"/>
                          <a:cs typeface="Segoe UI" pitchFamily="34" charset="0"/>
                        </a:rPr>
                        <a:t> </a:t>
                      </a:r>
                      <a:r>
                        <a:rPr lang="de-DE" sz="2400" dirty="0" err="1" smtClean="0">
                          <a:latin typeface="Segoe UI" pitchFamily="34" charset="0"/>
                          <a:ea typeface="Segoe UI" pitchFamily="34" charset="0"/>
                          <a:cs typeface="Segoe UI" pitchFamily="34" charset="0"/>
                        </a:rPr>
                        <a:t>mirror</a:t>
                      </a:r>
                      <a:endParaRPr lang="de-DE" sz="2400" dirty="0" smtClean="0">
                        <a:latin typeface="Segoe UI" pitchFamily="34" charset="0"/>
                        <a:ea typeface="Segoe UI" pitchFamily="34" charset="0"/>
                        <a:cs typeface="Segoe UI" pitchFamily="34" charset="0"/>
                      </a:endParaRPr>
                    </a:p>
                    <a:p>
                      <a:pPr marL="285750" indent="-285750">
                        <a:lnSpc>
                          <a:spcPct val="100000"/>
                        </a:lnSpc>
                        <a:buFont typeface="Arial" pitchFamily="34" charset="0"/>
                        <a:buChar char="•"/>
                      </a:pPr>
                      <a:r>
                        <a:rPr lang="de-DE" sz="2400" dirty="0" err="1" smtClean="0">
                          <a:latin typeface="Segoe UI" pitchFamily="34" charset="0"/>
                          <a:ea typeface="Segoe UI" pitchFamily="34" charset="0"/>
                          <a:cs typeface="Segoe UI" pitchFamily="34" charset="0"/>
                        </a:rPr>
                        <a:t>Parity</a:t>
                      </a:r>
                      <a:r>
                        <a:rPr lang="de-DE" sz="2400" dirty="0" smtClean="0">
                          <a:latin typeface="Segoe UI" pitchFamily="34" charset="0"/>
                          <a:ea typeface="Segoe UI" pitchFamily="34" charset="0"/>
                          <a:cs typeface="Segoe UI" pitchFamily="34" charset="0"/>
                        </a:rPr>
                        <a:t> (</a:t>
                      </a:r>
                      <a:r>
                        <a:rPr lang="de-DE" sz="2400" dirty="0" err="1" smtClean="0">
                          <a:latin typeface="Segoe UI" pitchFamily="34" charset="0"/>
                          <a:ea typeface="Segoe UI" pitchFamily="34" charset="0"/>
                          <a:cs typeface="Segoe UI" pitchFamily="34" charset="0"/>
                        </a:rPr>
                        <a:t>similar</a:t>
                      </a:r>
                      <a:r>
                        <a:rPr lang="de-DE" sz="2400" dirty="0" smtClean="0">
                          <a:latin typeface="Segoe UI" pitchFamily="34" charset="0"/>
                          <a:ea typeface="Segoe UI" pitchFamily="34" charset="0"/>
                          <a:cs typeface="Segoe UI" pitchFamily="34" charset="0"/>
                        </a:rPr>
                        <a:t> </a:t>
                      </a:r>
                      <a:r>
                        <a:rPr lang="de-DE" sz="2400" dirty="0" err="1" smtClean="0">
                          <a:latin typeface="Segoe UI" pitchFamily="34" charset="0"/>
                          <a:ea typeface="Segoe UI" pitchFamily="34" charset="0"/>
                          <a:cs typeface="Segoe UI" pitchFamily="34" charset="0"/>
                        </a:rPr>
                        <a:t>to</a:t>
                      </a:r>
                      <a:r>
                        <a:rPr lang="de-DE" sz="2400" dirty="0" smtClean="0">
                          <a:latin typeface="Segoe UI" pitchFamily="34" charset="0"/>
                          <a:ea typeface="Segoe UI" pitchFamily="34" charset="0"/>
                          <a:cs typeface="Segoe UI" pitchFamily="34" charset="0"/>
                        </a:rPr>
                        <a:t> RAID 5)</a:t>
                      </a:r>
                    </a:p>
                  </a:txBody>
                  <a:tcPr/>
                </a:tc>
              </a:tr>
              <a:tr h="521626">
                <a:tc>
                  <a:txBody>
                    <a:bodyPr/>
                    <a:lstStyle/>
                    <a:p>
                      <a:r>
                        <a:rPr lang="de-DE" sz="2400" dirty="0" smtClean="0">
                          <a:latin typeface="Segoe UI" pitchFamily="34" charset="0"/>
                          <a:ea typeface="Segoe UI" pitchFamily="34" charset="0"/>
                          <a:cs typeface="Segoe UI" pitchFamily="34" charset="0"/>
                        </a:rPr>
                        <a:t>Disk </a:t>
                      </a:r>
                      <a:r>
                        <a:rPr lang="de-DE" sz="2400" dirty="0" err="1" smtClean="0">
                          <a:latin typeface="Segoe UI" pitchFamily="34" charset="0"/>
                          <a:ea typeface="Segoe UI" pitchFamily="34" charset="0"/>
                          <a:cs typeface="Segoe UI" pitchFamily="34" charset="0"/>
                        </a:rPr>
                        <a:t>sector</a:t>
                      </a:r>
                      <a:r>
                        <a:rPr lang="de-DE" sz="2400" dirty="0" smtClean="0">
                          <a:latin typeface="Segoe UI" pitchFamily="34" charset="0"/>
                          <a:ea typeface="Segoe UI" pitchFamily="34" charset="0"/>
                          <a:cs typeface="Segoe UI" pitchFamily="34" charset="0"/>
                        </a:rPr>
                        <a:t> </a:t>
                      </a:r>
                      <a:r>
                        <a:rPr lang="de-DE" sz="2400" dirty="0" err="1" smtClean="0">
                          <a:latin typeface="Segoe UI" pitchFamily="34" charset="0"/>
                          <a:ea typeface="Segoe UI" pitchFamily="34" charset="0"/>
                          <a:cs typeface="Segoe UI" pitchFamily="34" charset="0"/>
                        </a:rPr>
                        <a:t>size</a:t>
                      </a:r>
                      <a:endParaRPr lang="de-DE" sz="2400" b="1" dirty="0">
                        <a:latin typeface="Segoe UI" pitchFamily="34" charset="0"/>
                        <a:ea typeface="Segoe UI" pitchFamily="34" charset="0"/>
                        <a:cs typeface="Segoe UI" pitchFamily="34" charset="0"/>
                      </a:endParaRPr>
                    </a:p>
                  </a:txBody>
                  <a:tcPr/>
                </a:tc>
                <a:tc>
                  <a:txBody>
                    <a:bodyPr/>
                    <a:lstStyle/>
                    <a:p>
                      <a:pPr marL="285750" indent="-285750">
                        <a:lnSpc>
                          <a:spcPct val="100000"/>
                        </a:lnSpc>
                        <a:buFont typeface="Arial" pitchFamily="34" charset="0"/>
                        <a:buChar char="•"/>
                      </a:pPr>
                      <a:r>
                        <a:rPr lang="de-DE" sz="2400" dirty="0" smtClean="0">
                          <a:latin typeface="Segoe UI" pitchFamily="34" charset="0"/>
                          <a:ea typeface="Segoe UI" pitchFamily="34" charset="0"/>
                          <a:cs typeface="Segoe UI" pitchFamily="34" charset="0"/>
                        </a:rPr>
                        <a:t>512 (512 </a:t>
                      </a:r>
                      <a:r>
                        <a:rPr lang="de-DE" sz="2400" dirty="0" err="1" smtClean="0">
                          <a:latin typeface="Segoe UI" pitchFamily="34" charset="0"/>
                          <a:ea typeface="Segoe UI" pitchFamily="34" charset="0"/>
                          <a:cs typeface="Segoe UI" pitchFamily="34" charset="0"/>
                        </a:rPr>
                        <a:t>byte</a:t>
                      </a:r>
                      <a:r>
                        <a:rPr lang="de-DE" sz="2400" dirty="0" smtClean="0">
                          <a:latin typeface="Segoe UI" pitchFamily="34" charset="0"/>
                          <a:ea typeface="Segoe UI" pitchFamily="34" charset="0"/>
                          <a:cs typeface="Segoe UI" pitchFamily="34" charset="0"/>
                        </a:rPr>
                        <a:t>) </a:t>
                      </a:r>
                      <a:r>
                        <a:rPr lang="de-DE" sz="2400" dirty="0" err="1" smtClean="0">
                          <a:latin typeface="Segoe UI" pitchFamily="34" charset="0"/>
                          <a:ea typeface="Segoe UI" pitchFamily="34" charset="0"/>
                          <a:cs typeface="Segoe UI" pitchFamily="34" charset="0"/>
                        </a:rPr>
                        <a:t>or</a:t>
                      </a:r>
                      <a:r>
                        <a:rPr lang="de-DE" sz="2400" baseline="0" dirty="0" smtClean="0">
                          <a:latin typeface="Segoe UI" pitchFamily="34" charset="0"/>
                          <a:ea typeface="Segoe UI" pitchFamily="34" charset="0"/>
                          <a:cs typeface="Segoe UI" pitchFamily="34" charset="0"/>
                        </a:rPr>
                        <a:t> 512e (4,096 </a:t>
                      </a:r>
                      <a:r>
                        <a:rPr lang="de-DE" sz="2400" baseline="0" dirty="0" err="1" smtClean="0">
                          <a:latin typeface="Segoe UI" pitchFamily="34" charset="0"/>
                          <a:ea typeface="Segoe UI" pitchFamily="34" charset="0"/>
                          <a:cs typeface="Segoe UI" pitchFamily="34" charset="0"/>
                        </a:rPr>
                        <a:t>byte</a:t>
                      </a:r>
                      <a:r>
                        <a:rPr lang="de-DE" sz="2400" baseline="0" dirty="0" smtClean="0">
                          <a:latin typeface="Segoe UI" pitchFamily="34" charset="0"/>
                          <a:ea typeface="Segoe UI" pitchFamily="34" charset="0"/>
                          <a:cs typeface="Segoe UI" pitchFamily="34" charset="0"/>
                        </a:rPr>
                        <a:t>)</a:t>
                      </a:r>
                      <a:endParaRPr lang="de-DE" sz="2400" dirty="0">
                        <a:latin typeface="Segoe UI" pitchFamily="34" charset="0"/>
                        <a:ea typeface="Segoe UI" pitchFamily="34" charset="0"/>
                        <a:cs typeface="Segoe UI" pitchFamily="34" charset="0"/>
                      </a:endParaRPr>
                    </a:p>
                  </a:txBody>
                  <a:tcPr/>
                </a:tc>
              </a:tr>
              <a:tr h="1286203">
                <a:tc>
                  <a:txBody>
                    <a:bodyPr/>
                    <a:lstStyle/>
                    <a:p>
                      <a:r>
                        <a:rPr lang="en-US" sz="2400" kern="1200" dirty="0" smtClean="0">
                          <a:effectLst/>
                          <a:latin typeface="Segoe UI" pitchFamily="34" charset="0"/>
                          <a:ea typeface="Segoe UI" pitchFamily="34" charset="0"/>
                          <a:cs typeface="Segoe UI" pitchFamily="34" charset="0"/>
                        </a:rPr>
                        <a:t>Drive allocation</a:t>
                      </a:r>
                      <a:endParaRPr lang="de-DE" sz="2400" b="1" dirty="0">
                        <a:latin typeface="Segoe UI" pitchFamily="34" charset="0"/>
                        <a:ea typeface="Segoe UI" pitchFamily="34" charset="0"/>
                        <a:cs typeface="Segoe UI" pitchFamily="34" charset="0"/>
                      </a:endParaRPr>
                    </a:p>
                  </a:txBody>
                  <a:tcPr/>
                </a:tc>
                <a:tc>
                  <a:txBody>
                    <a:bodyPr/>
                    <a:lstStyle/>
                    <a:p>
                      <a:pPr marL="285750" indent="-285750">
                        <a:lnSpc>
                          <a:spcPct val="100000"/>
                        </a:lnSpc>
                        <a:buFont typeface="Arial" pitchFamily="34" charset="0"/>
                        <a:buChar char="•"/>
                      </a:pPr>
                      <a:r>
                        <a:rPr lang="de-DE" sz="2400" dirty="0" err="1" smtClean="0">
                          <a:latin typeface="Segoe UI" pitchFamily="34" charset="0"/>
                          <a:ea typeface="Segoe UI" pitchFamily="34" charset="0"/>
                          <a:cs typeface="Segoe UI" pitchFamily="34" charset="0"/>
                        </a:rPr>
                        <a:t>Automatic</a:t>
                      </a:r>
                      <a:endParaRPr lang="de-DE" sz="2400" dirty="0" smtClean="0">
                        <a:latin typeface="Segoe UI" pitchFamily="34" charset="0"/>
                        <a:ea typeface="Segoe UI" pitchFamily="34" charset="0"/>
                        <a:cs typeface="Segoe UI" pitchFamily="34" charset="0"/>
                      </a:endParaRPr>
                    </a:p>
                    <a:p>
                      <a:pPr marL="285750" indent="-285750">
                        <a:lnSpc>
                          <a:spcPct val="100000"/>
                        </a:lnSpc>
                        <a:buFont typeface="Arial" pitchFamily="34" charset="0"/>
                        <a:buChar char="•"/>
                      </a:pPr>
                      <a:r>
                        <a:rPr lang="de-DE" sz="2400" dirty="0" smtClean="0">
                          <a:latin typeface="Segoe UI" pitchFamily="34" charset="0"/>
                          <a:ea typeface="Segoe UI" pitchFamily="34" charset="0"/>
                          <a:cs typeface="Segoe UI" pitchFamily="34" charset="0"/>
                        </a:rPr>
                        <a:t>Manual</a:t>
                      </a:r>
                    </a:p>
                    <a:p>
                      <a:pPr marL="285750" indent="-285750">
                        <a:lnSpc>
                          <a:spcPct val="100000"/>
                        </a:lnSpc>
                        <a:buFont typeface="Arial" pitchFamily="34" charset="0"/>
                        <a:buChar char="•"/>
                      </a:pPr>
                      <a:r>
                        <a:rPr lang="de-DE" sz="2400" dirty="0" smtClean="0">
                          <a:latin typeface="Segoe UI" pitchFamily="34" charset="0"/>
                          <a:ea typeface="Segoe UI" pitchFamily="34" charset="0"/>
                          <a:cs typeface="Segoe UI" pitchFamily="34" charset="0"/>
                        </a:rPr>
                        <a:t>Hot Spare (</a:t>
                      </a:r>
                      <a:r>
                        <a:rPr lang="de-DE" sz="2400" dirty="0" err="1" smtClean="0">
                          <a:latin typeface="Segoe UI" pitchFamily="34" charset="0"/>
                          <a:ea typeface="Segoe UI" pitchFamily="34" charset="0"/>
                          <a:cs typeface="Segoe UI" pitchFamily="34" charset="0"/>
                        </a:rPr>
                        <a:t>reserve</a:t>
                      </a:r>
                      <a:r>
                        <a:rPr lang="de-DE" sz="2400" dirty="0" smtClean="0">
                          <a:latin typeface="Segoe UI" pitchFamily="34" charset="0"/>
                          <a:ea typeface="Segoe UI" pitchFamily="34" charset="0"/>
                          <a:cs typeface="Segoe UI" pitchFamily="34" charset="0"/>
                        </a:rPr>
                        <a:t> </a:t>
                      </a:r>
                      <a:r>
                        <a:rPr lang="de-DE" sz="2400" dirty="0" err="1" smtClean="0">
                          <a:latin typeface="Segoe UI" pitchFamily="34" charset="0"/>
                          <a:ea typeface="Segoe UI" pitchFamily="34" charset="0"/>
                          <a:cs typeface="Segoe UI" pitchFamily="34" charset="0"/>
                        </a:rPr>
                        <a:t>drives</a:t>
                      </a:r>
                      <a:r>
                        <a:rPr lang="de-DE" sz="2400" dirty="0" smtClean="0">
                          <a:latin typeface="Segoe UI" pitchFamily="34" charset="0"/>
                          <a:ea typeface="Segoe UI" pitchFamily="34" charset="0"/>
                          <a:cs typeface="Segoe UI" pitchFamily="34" charset="0"/>
                        </a:rPr>
                        <a:t>)</a:t>
                      </a:r>
                      <a:endParaRPr lang="de-DE" sz="2400" dirty="0">
                        <a:latin typeface="Segoe UI" pitchFamily="34" charset="0"/>
                        <a:ea typeface="Segoe UI" pitchFamily="34" charset="0"/>
                        <a:cs typeface="Segoe UI" pitchFamily="34" charset="0"/>
                      </a:endParaRPr>
                    </a:p>
                  </a:txBody>
                  <a:tcPr/>
                </a:tc>
              </a:tr>
              <a:tr h="521626">
                <a:tc>
                  <a:txBody>
                    <a:bodyPr/>
                    <a:lstStyle/>
                    <a:p>
                      <a:r>
                        <a:rPr lang="en-US" sz="2400" kern="1200" dirty="0" smtClean="0">
                          <a:effectLst/>
                          <a:latin typeface="Segoe UI" pitchFamily="34" charset="0"/>
                          <a:ea typeface="Segoe UI" pitchFamily="34" charset="0"/>
                          <a:cs typeface="Segoe UI" pitchFamily="34" charset="0"/>
                        </a:rPr>
                        <a:t>Provisioning schemes</a:t>
                      </a:r>
                      <a:endParaRPr lang="de-DE" sz="2400" b="1" dirty="0">
                        <a:latin typeface="Segoe UI" pitchFamily="34" charset="0"/>
                        <a:ea typeface="Segoe UI" pitchFamily="34" charset="0"/>
                        <a:cs typeface="Segoe UI" pitchFamily="34" charset="0"/>
                      </a:endParaRPr>
                    </a:p>
                  </a:txBody>
                  <a:tcPr/>
                </a:tc>
                <a:tc>
                  <a:txBody>
                    <a:bodyPr/>
                    <a:lstStyle/>
                    <a:p>
                      <a:pPr marL="285750" indent="-285750">
                        <a:lnSpc>
                          <a:spcPct val="100000"/>
                        </a:lnSpc>
                        <a:buFont typeface="Arial" pitchFamily="34" charset="0"/>
                        <a:buChar char="•"/>
                      </a:pPr>
                      <a:r>
                        <a:rPr lang="de-DE" sz="2400" dirty="0" smtClean="0">
                          <a:latin typeface="Segoe UI" pitchFamily="34" charset="0"/>
                          <a:ea typeface="Segoe UI" pitchFamily="34" charset="0"/>
                          <a:cs typeface="Segoe UI" pitchFamily="34" charset="0"/>
                        </a:rPr>
                        <a:t>Thin vs. fixed provisioning</a:t>
                      </a:r>
                      <a:endParaRPr lang="de-DE" sz="2400" dirty="0">
                        <a:latin typeface="Segoe UI" pitchFamily="34" charset="0"/>
                        <a:ea typeface="Segoe UI" pitchFamily="34" charset="0"/>
                        <a:cs typeface="Segoe UI" pitchFamily="34" charset="0"/>
                      </a:endParaRPr>
                    </a:p>
                  </a:txBody>
                  <a:tcPr/>
                </a:tc>
              </a:tr>
            </a:tbl>
          </a:graphicData>
        </a:graphic>
      </p:graphicFrame>
    </p:spTree>
    <p:extLst>
      <p:ext uri="{BB962C8B-B14F-4D97-AF65-F5344CB8AC3E}">
        <p14:creationId xmlns:p14="http://schemas.microsoft.com/office/powerpoint/2010/main" xmlns="" val="3386135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66fff608-9d2a-4698-9ba7-7b77427c9fe5">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265614" cy="740664"/>
          </a:xfrm>
        </p:spPr>
        <p:txBody>
          <a:bodyPr/>
          <a:lstStyle/>
          <a:p>
            <a:r>
              <a:rPr lang="en-CA" dirty="0" smtClean="0"/>
              <a:t>Storage Spaces : </a:t>
            </a:r>
            <a:r>
              <a:rPr lang="en-CA" dirty="0" smtClean="0"/>
              <a:t>Options de gestion avancés </a:t>
            </a:r>
            <a:endParaRPr lang="en-CA" dirty="0"/>
          </a:p>
        </p:txBody>
      </p:sp>
      <p:sp>
        <p:nvSpPr>
          <p:cNvPr id="4" name="Content Placeholder 2"/>
          <p:cNvSpPr txBox="1">
            <a:spLocks/>
          </p:cNvSpPr>
          <p:nvPr/>
        </p:nvSpPr>
        <p:spPr>
          <a:xfrm>
            <a:off x="458788" y="1021214"/>
            <a:ext cx="8119156" cy="462520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fr-FR" kern="0" dirty="0" smtClean="0">
                <a:solidFill>
                  <a:srgbClr val="000000"/>
                </a:solidFill>
              </a:rPr>
              <a:t>La gestion de base des espaces de stockage est disponible dans le Server </a:t>
            </a:r>
            <a:r>
              <a:rPr lang="fr-FR" kern="0" dirty="0" smtClean="0">
                <a:solidFill>
                  <a:srgbClr val="000000"/>
                </a:solidFill>
              </a:rPr>
              <a:t>Manager</a:t>
            </a:r>
          </a:p>
          <a:p>
            <a:pPr lvl="0"/>
            <a:r>
              <a:rPr lang="fr-FR" kern="0" dirty="0" smtClean="0">
                <a:solidFill>
                  <a:srgbClr val="000000"/>
                </a:solidFill>
              </a:rPr>
              <a:t>Si défaillance </a:t>
            </a:r>
            <a:r>
              <a:rPr lang="fr-FR" kern="0" dirty="0" smtClean="0">
                <a:solidFill>
                  <a:srgbClr val="000000"/>
                </a:solidFill>
              </a:rPr>
              <a:t>de disque </a:t>
            </a:r>
            <a:r>
              <a:rPr lang="fr-FR" kern="0" dirty="0" smtClean="0">
                <a:solidFill>
                  <a:srgbClr val="000000"/>
                </a:solidFill>
              </a:rPr>
              <a:t>:</a:t>
            </a:r>
          </a:p>
          <a:p>
            <a:pPr lvl="1"/>
            <a:r>
              <a:rPr lang="fr-FR" sz="2600" kern="0" dirty="0" smtClean="0">
                <a:solidFill>
                  <a:srgbClr val="000000"/>
                </a:solidFill>
              </a:rPr>
              <a:t>Ne pas utiliser les outils :</a:t>
            </a:r>
            <a:r>
              <a:rPr lang="fr-FR" sz="2600" kern="0" dirty="0" smtClean="0">
                <a:solidFill>
                  <a:srgbClr val="000000"/>
                </a:solidFill>
              </a:rPr>
              <a:t> chkdsk ou scan disk </a:t>
            </a:r>
          </a:p>
          <a:p>
            <a:pPr lvl="1"/>
            <a:r>
              <a:rPr lang="fr-FR" sz="2600" kern="0" dirty="0" smtClean="0">
                <a:solidFill>
                  <a:srgbClr val="000000"/>
                </a:solidFill>
              </a:rPr>
              <a:t>Retirer le disque et le remplacer par un autre</a:t>
            </a:r>
          </a:p>
          <a:p>
            <a:pPr lvl="0"/>
            <a:r>
              <a:rPr lang="fr-FR" kern="0" dirty="0" smtClean="0">
                <a:solidFill>
                  <a:srgbClr val="000000"/>
                </a:solidFill>
              </a:rPr>
              <a:t>La gestion avancée </a:t>
            </a:r>
            <a:r>
              <a:rPr lang="fr-FR" kern="0" dirty="0" smtClean="0">
                <a:solidFill>
                  <a:srgbClr val="000000"/>
                </a:solidFill>
              </a:rPr>
              <a:t> des espaces de stockage requiert Windows PowerShell</a:t>
            </a:r>
          </a:p>
          <a:p>
            <a:pPr lvl="0"/>
            <a:endParaRPr lang="fr-FR" kern="0" dirty="0">
              <a:solidFill>
                <a:srgbClr val="000000"/>
              </a:solidFill>
            </a:endParaRPr>
          </a:p>
        </p:txBody>
      </p:sp>
      <p:grpSp>
        <p:nvGrpSpPr>
          <p:cNvPr id="5" name="Group 4" descr="Illustration with person at terminal and virtual disk, representing managing the disk."/>
          <p:cNvGrpSpPr/>
          <p:nvPr/>
        </p:nvGrpSpPr>
        <p:grpSpPr>
          <a:xfrm>
            <a:off x="4010215" y="4312101"/>
            <a:ext cx="4442250" cy="2038912"/>
            <a:chOff x="3786695" y="4017461"/>
            <a:chExt cx="4442250" cy="2038912"/>
          </a:xfrm>
        </p:grpSpPr>
        <p:pic>
          <p:nvPicPr>
            <p:cNvPr id="6" name="Picture 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7132243" y="4017461"/>
              <a:ext cx="715734" cy="1216054"/>
            </a:xfrm>
            <a:prstGeom prst="rect">
              <a:avLst/>
            </a:prstGeom>
          </p:spPr>
        </p:pic>
        <p:grpSp>
          <p:nvGrpSpPr>
            <p:cNvPr id="7" name="Group 6"/>
            <p:cNvGrpSpPr/>
            <p:nvPr/>
          </p:nvGrpSpPr>
          <p:grpSpPr>
            <a:xfrm>
              <a:off x="4446878" y="4335160"/>
              <a:ext cx="1363079" cy="1538822"/>
              <a:chOff x="3602816" y="2334858"/>
              <a:chExt cx="1938368" cy="2188283"/>
            </a:xfrm>
          </p:grpSpPr>
          <p:pic>
            <p:nvPicPr>
              <p:cNvPr id="11" name="Picture 10"/>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3602816" y="2334858"/>
                <a:ext cx="1938368" cy="2188283"/>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4404184" y="2863833"/>
                <a:ext cx="842065" cy="794220"/>
              </a:xfrm>
              <a:prstGeom prst="rect">
                <a:avLst/>
              </a:prstGeom>
            </p:spPr>
          </p:pic>
        </p:grpSp>
        <p:pic>
          <p:nvPicPr>
            <p:cNvPr id="8" name="Picture 7"/>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3786695" y="4625488"/>
              <a:ext cx="905623" cy="1430885"/>
            </a:xfrm>
            <a:prstGeom prst="rect">
              <a:avLst/>
            </a:prstGeom>
          </p:spPr>
        </p:pic>
        <p:cxnSp>
          <p:nvCxnSpPr>
            <p:cNvPr id="9" name="Straight Arrow Connector 8"/>
            <p:cNvCxnSpPr/>
            <p:nvPr/>
          </p:nvCxnSpPr>
          <p:spPr bwMode="auto">
            <a:xfrm flipV="1">
              <a:off x="5809957" y="4625488"/>
              <a:ext cx="1181686" cy="360904"/>
            </a:xfrm>
            <a:prstGeom prst="straightConnector1">
              <a:avLst/>
            </a:prstGeom>
            <a:gradFill rotWithShape="1">
              <a:gsLst>
                <a:gs pos="0">
                  <a:srgbClr val="E4CD9A"/>
                </a:gs>
                <a:gs pos="100000">
                  <a:srgbClr val="EEEFD7"/>
                </a:gs>
              </a:gsLst>
              <a:lin ang="2700000" scaled="1"/>
            </a:gradFill>
            <a:ln w="38100" cap="flat" cmpd="sng" algn="ctr">
              <a:solidFill>
                <a:srgbClr val="0070C0"/>
              </a:solidFill>
              <a:prstDash val="solid"/>
              <a:round/>
              <a:headEnd type="none" w="med" len="med"/>
              <a:tailEnd type="arrow"/>
            </a:ln>
            <a:effectLst/>
          </p:spPr>
        </p:cxnSp>
        <p:pic>
          <p:nvPicPr>
            <p:cNvPr id="10" name="Picture 9"/>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7467008" y="4463702"/>
              <a:ext cx="761937" cy="1045377"/>
            </a:xfrm>
            <a:prstGeom prst="rect">
              <a:avLst/>
            </a:prstGeom>
          </p:spPr>
        </p:pic>
      </p:grpSp>
    </p:spTree>
    <p:extLst>
      <p:ext uri="{BB962C8B-B14F-4D97-AF65-F5344CB8AC3E}">
        <p14:creationId xmlns:p14="http://schemas.microsoft.com/office/powerpoint/2010/main" xmlns="" val="914428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45c0b92-58c5-41cd-975c-a6856e64320c">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291739" cy="740664"/>
          </a:xfrm>
        </p:spPr>
        <p:txBody>
          <a:bodyPr/>
          <a:lstStyle/>
          <a:p>
            <a:r>
              <a:rPr lang="en-CA" dirty="0" smtClean="0"/>
              <a:t>Advanced Management Options for Storage Spaces</a:t>
            </a:r>
            <a:endParaRPr lang="en-CA" dirty="0"/>
          </a:p>
        </p:txBody>
      </p:sp>
      <p:graphicFrame>
        <p:nvGraphicFramePr>
          <p:cNvPr id="4" name="Content Placeholder 4"/>
          <p:cNvGraphicFramePr>
            <a:graphicFrameLocks/>
          </p:cNvGraphicFramePr>
          <p:nvPr>
            <p:extLst>
              <p:ext uri="{D42A27DB-BD31-4B8C-83A1-F6EECF244321}">
                <p14:modId xmlns:p14="http://schemas.microsoft.com/office/powerpoint/2010/main" xmlns="" val="1516589830"/>
              </p:ext>
            </p:extLst>
          </p:nvPr>
        </p:nvGraphicFramePr>
        <p:xfrm>
          <a:off x="458788" y="1524000"/>
          <a:ext cx="8327136" cy="4211781"/>
        </p:xfrm>
        <a:graphic>
          <a:graphicData uri="http://schemas.openxmlformats.org/drawingml/2006/table">
            <a:tbl>
              <a:tblPr firstRow="1" bandRow="1">
                <a:tableStyleId>{912C8C85-51F0-491E-9774-3900AFEF0FD7}</a:tableStyleId>
              </a:tblPr>
              <a:tblGrid>
                <a:gridCol w="4711739"/>
                <a:gridCol w="3615397"/>
              </a:tblGrid>
              <a:tr h="485719">
                <a:tc>
                  <a:txBody>
                    <a:bodyPr/>
                    <a:lstStyle/>
                    <a:p>
                      <a:pPr algn="ctr">
                        <a:lnSpc>
                          <a:spcPct val="115000"/>
                        </a:lnSpc>
                        <a:spcAft>
                          <a:spcPts val="0"/>
                        </a:spcAft>
                      </a:pPr>
                      <a:r>
                        <a:rPr lang="en-US" sz="2000" dirty="0" smtClean="0">
                          <a:solidFill>
                            <a:schemeClr val="tx1"/>
                          </a:solidFill>
                          <a:effectLst/>
                          <a:latin typeface="Segoe UI" pitchFamily="34" charset="0"/>
                          <a:ea typeface="Segoe UI" pitchFamily="34" charset="0"/>
                          <a:cs typeface="Segoe UI" pitchFamily="34" charset="0"/>
                        </a:rPr>
                        <a:t>Windows PowerShell cmdlet</a:t>
                      </a:r>
                      <a:endParaRPr lang="de-DE" sz="2000" dirty="0">
                        <a:solidFill>
                          <a:schemeClr val="tx1"/>
                        </a:solidFill>
                        <a:effectLst/>
                        <a:latin typeface="Segoe UI" pitchFamily="34" charset="0"/>
                        <a:ea typeface="Segoe UI" pitchFamily="34" charset="0"/>
                        <a:cs typeface="Segoe UI" pitchFamily="34" charset="0"/>
                      </a:endParaRPr>
                    </a:p>
                  </a:txBody>
                  <a:tcPr marL="68580" marR="68580" marT="0" marB="0" anchor="ctr">
                    <a:solidFill>
                      <a:schemeClr val="accent6">
                        <a:lumMod val="40000"/>
                        <a:lumOff val="60000"/>
                      </a:schemeClr>
                    </a:solidFill>
                  </a:tcPr>
                </a:tc>
                <a:tc>
                  <a:txBody>
                    <a:bodyPr/>
                    <a:lstStyle/>
                    <a:p>
                      <a:pPr algn="ctr">
                        <a:lnSpc>
                          <a:spcPct val="115000"/>
                        </a:lnSpc>
                        <a:spcAft>
                          <a:spcPts val="0"/>
                        </a:spcAft>
                      </a:pPr>
                      <a:r>
                        <a:rPr lang="en-US" sz="2000" dirty="0">
                          <a:solidFill>
                            <a:schemeClr val="tx1"/>
                          </a:solidFill>
                          <a:effectLst/>
                          <a:latin typeface="Segoe UI" pitchFamily="34" charset="0"/>
                          <a:ea typeface="Segoe UI" pitchFamily="34" charset="0"/>
                          <a:cs typeface="Segoe UI" pitchFamily="34" charset="0"/>
                        </a:rPr>
                        <a:t>Description</a:t>
                      </a:r>
                      <a:endParaRPr lang="de-DE" sz="2000" dirty="0">
                        <a:solidFill>
                          <a:schemeClr val="tx1"/>
                        </a:solidFill>
                        <a:effectLst/>
                        <a:latin typeface="Segoe UI" pitchFamily="34" charset="0"/>
                        <a:ea typeface="Segoe UI" pitchFamily="34" charset="0"/>
                        <a:cs typeface="Segoe UI" pitchFamily="34" charset="0"/>
                      </a:endParaRPr>
                    </a:p>
                  </a:txBody>
                  <a:tcPr marL="68580" marR="68580" marT="0" marB="0" anchor="ctr">
                    <a:solidFill>
                      <a:schemeClr val="accent6">
                        <a:lumMod val="40000"/>
                        <a:lumOff val="60000"/>
                      </a:schemeClr>
                    </a:solidFill>
                  </a:tcPr>
                </a:tc>
              </a:tr>
              <a:tr h="485719">
                <a:tc>
                  <a:txBody>
                    <a:bodyPr/>
                    <a:lstStyle/>
                    <a:p>
                      <a:pPr>
                        <a:lnSpc>
                          <a:spcPct val="115000"/>
                        </a:lnSpc>
                        <a:spcAft>
                          <a:spcPts val="0"/>
                        </a:spcAft>
                      </a:pPr>
                      <a:r>
                        <a:rPr lang="en-US" sz="2000" dirty="0">
                          <a:effectLst/>
                          <a:latin typeface="Segoe UI" pitchFamily="34" charset="0"/>
                          <a:ea typeface="Segoe UI" pitchFamily="34" charset="0"/>
                          <a:cs typeface="Segoe UI" pitchFamily="34" charset="0"/>
                        </a:rPr>
                        <a:t>Get-StoragePool </a:t>
                      </a:r>
                      <a:endParaRPr lang="de-DE" sz="2000" dirty="0">
                        <a:effectLst/>
                        <a:latin typeface="Segoe UI" pitchFamily="34" charset="0"/>
                        <a:ea typeface="Segoe UI" pitchFamily="34" charset="0"/>
                        <a:cs typeface="Segoe UI" pitchFamily="34" charset="0"/>
                      </a:endParaRPr>
                    </a:p>
                  </a:txBody>
                  <a:tcPr marL="68580" marR="68580" marT="0" marB="0" anchor="ctr"/>
                </a:tc>
                <a:tc>
                  <a:txBody>
                    <a:bodyPr/>
                    <a:lstStyle/>
                    <a:p>
                      <a:pPr>
                        <a:lnSpc>
                          <a:spcPct val="115000"/>
                        </a:lnSpc>
                        <a:spcAft>
                          <a:spcPts val="0"/>
                        </a:spcAft>
                      </a:pPr>
                      <a:r>
                        <a:rPr lang="en-US" sz="2000" dirty="0">
                          <a:effectLst/>
                          <a:latin typeface="Segoe UI" pitchFamily="34" charset="0"/>
                          <a:ea typeface="Segoe UI" pitchFamily="34" charset="0"/>
                          <a:cs typeface="Segoe UI" pitchFamily="34" charset="0"/>
                        </a:rPr>
                        <a:t>List storage pools</a:t>
                      </a:r>
                      <a:endParaRPr lang="de-DE" sz="2000" dirty="0">
                        <a:effectLst/>
                        <a:latin typeface="Segoe UI" pitchFamily="34" charset="0"/>
                        <a:ea typeface="Segoe UI" pitchFamily="34" charset="0"/>
                        <a:cs typeface="Segoe UI" pitchFamily="34" charset="0"/>
                      </a:endParaRPr>
                    </a:p>
                  </a:txBody>
                  <a:tcPr marL="68580" marR="68580" marT="0" marB="0" anchor="ctr"/>
                </a:tc>
              </a:tr>
              <a:tr h="485719">
                <a:tc>
                  <a:txBody>
                    <a:bodyPr/>
                    <a:lstStyle/>
                    <a:p>
                      <a:pPr>
                        <a:lnSpc>
                          <a:spcPct val="115000"/>
                        </a:lnSpc>
                        <a:spcAft>
                          <a:spcPts val="0"/>
                        </a:spcAft>
                      </a:pPr>
                      <a:r>
                        <a:rPr lang="en-US" sz="2000" dirty="0">
                          <a:effectLst/>
                          <a:latin typeface="Segoe UI" pitchFamily="34" charset="0"/>
                          <a:ea typeface="Segoe UI" pitchFamily="34" charset="0"/>
                          <a:cs typeface="Segoe UI" pitchFamily="34" charset="0"/>
                        </a:rPr>
                        <a:t>Repair-</a:t>
                      </a:r>
                      <a:r>
                        <a:rPr lang="en-US" sz="2000" dirty="0" err="1">
                          <a:effectLst/>
                          <a:latin typeface="Segoe UI" pitchFamily="34" charset="0"/>
                          <a:ea typeface="Segoe UI" pitchFamily="34" charset="0"/>
                          <a:cs typeface="Segoe UI" pitchFamily="34" charset="0"/>
                        </a:rPr>
                        <a:t>VirtualDisk</a:t>
                      </a:r>
                      <a:endParaRPr lang="de-DE" sz="2000" dirty="0">
                        <a:effectLst/>
                        <a:latin typeface="Segoe UI" pitchFamily="34" charset="0"/>
                        <a:ea typeface="Segoe UI" pitchFamily="34" charset="0"/>
                        <a:cs typeface="Segoe UI" pitchFamily="34" charset="0"/>
                      </a:endParaRPr>
                    </a:p>
                  </a:txBody>
                  <a:tcPr marL="68580" marR="68580" marT="0" marB="0" anchor="ctr"/>
                </a:tc>
                <a:tc>
                  <a:txBody>
                    <a:bodyPr/>
                    <a:lstStyle/>
                    <a:p>
                      <a:pPr>
                        <a:lnSpc>
                          <a:spcPct val="115000"/>
                        </a:lnSpc>
                        <a:spcAft>
                          <a:spcPts val="0"/>
                        </a:spcAft>
                      </a:pPr>
                      <a:r>
                        <a:rPr lang="en-US" sz="2000" dirty="0">
                          <a:effectLst/>
                          <a:latin typeface="Segoe UI" pitchFamily="34" charset="0"/>
                          <a:ea typeface="Segoe UI" pitchFamily="34" charset="0"/>
                          <a:cs typeface="Segoe UI" pitchFamily="34" charset="0"/>
                        </a:rPr>
                        <a:t>Repair a </a:t>
                      </a:r>
                      <a:r>
                        <a:rPr lang="en-US" sz="2000" dirty="0" smtClean="0">
                          <a:effectLst/>
                          <a:latin typeface="Segoe UI" pitchFamily="34" charset="0"/>
                          <a:ea typeface="Segoe UI" pitchFamily="34" charset="0"/>
                          <a:cs typeface="Segoe UI" pitchFamily="34" charset="0"/>
                        </a:rPr>
                        <a:t>virtual disk</a:t>
                      </a:r>
                      <a:endParaRPr lang="de-DE" sz="2000" dirty="0">
                        <a:effectLst/>
                        <a:latin typeface="Segoe UI" pitchFamily="34" charset="0"/>
                        <a:ea typeface="Segoe UI" pitchFamily="34" charset="0"/>
                        <a:cs typeface="Segoe UI" pitchFamily="34" charset="0"/>
                      </a:endParaRPr>
                    </a:p>
                  </a:txBody>
                  <a:tcPr marL="68580" marR="68580" marT="0" marB="0" anchor="ctr"/>
                </a:tc>
              </a:tr>
              <a:tr h="918208">
                <a:tc>
                  <a:txBody>
                    <a:bodyPr/>
                    <a:lstStyle/>
                    <a:p>
                      <a:pPr>
                        <a:lnSpc>
                          <a:spcPct val="115000"/>
                        </a:lnSpc>
                        <a:spcAft>
                          <a:spcPts val="0"/>
                        </a:spcAft>
                      </a:pPr>
                      <a:r>
                        <a:rPr lang="en-US" sz="2000" dirty="0" smtClean="0">
                          <a:effectLst/>
                          <a:latin typeface="Segoe UI" pitchFamily="34" charset="0"/>
                          <a:ea typeface="Segoe UI" pitchFamily="34" charset="0"/>
                          <a:cs typeface="Segoe UI" pitchFamily="34" charset="0"/>
                        </a:rPr>
                        <a:t>Get-PhysicalDisk |</a:t>
                      </a:r>
                      <a:br>
                        <a:rPr lang="en-US" sz="2000" dirty="0" smtClean="0">
                          <a:effectLst/>
                          <a:latin typeface="Segoe UI" pitchFamily="34" charset="0"/>
                          <a:ea typeface="Segoe UI" pitchFamily="34" charset="0"/>
                          <a:cs typeface="Segoe UI" pitchFamily="34" charset="0"/>
                        </a:rPr>
                      </a:br>
                      <a:r>
                        <a:rPr lang="en-US" sz="2000" dirty="0" smtClean="0">
                          <a:effectLst/>
                          <a:latin typeface="Segoe UI" pitchFamily="34" charset="0"/>
                          <a:ea typeface="Segoe UI" pitchFamily="34" charset="0"/>
                          <a:cs typeface="Segoe UI" pitchFamily="34" charset="0"/>
                        </a:rPr>
                        <a:t>Where</a:t>
                      </a:r>
                      <a:r>
                        <a:rPr lang="en-US" sz="2000" dirty="0">
                          <a:effectLst/>
                          <a:latin typeface="Segoe UI" pitchFamily="34" charset="0"/>
                          <a:ea typeface="Segoe UI" pitchFamily="34" charset="0"/>
                          <a:cs typeface="Segoe UI" pitchFamily="34" charset="0"/>
                        </a:rPr>
                        <a:t>{$_.</a:t>
                      </a:r>
                      <a:r>
                        <a:rPr lang="en-US" sz="2000" dirty="0" smtClean="0">
                          <a:effectLst/>
                          <a:latin typeface="Segoe UI" pitchFamily="34" charset="0"/>
                          <a:ea typeface="Segoe UI" pitchFamily="34" charset="0"/>
                          <a:cs typeface="Segoe UI" pitchFamily="34" charset="0"/>
                        </a:rPr>
                        <a:t>HealthStatus -ne </a:t>
                      </a:r>
                      <a:r>
                        <a:rPr lang="en-US" sz="2000" dirty="0">
                          <a:effectLst/>
                          <a:latin typeface="Segoe UI" pitchFamily="34" charset="0"/>
                          <a:ea typeface="Segoe UI" pitchFamily="34" charset="0"/>
                          <a:cs typeface="Segoe UI" pitchFamily="34" charset="0"/>
                        </a:rPr>
                        <a:t>“Healthy”}</a:t>
                      </a:r>
                      <a:endParaRPr lang="de-DE" sz="2000" dirty="0">
                        <a:effectLst/>
                        <a:latin typeface="Segoe UI" pitchFamily="34" charset="0"/>
                        <a:ea typeface="Segoe UI" pitchFamily="34" charset="0"/>
                        <a:cs typeface="Segoe UI" pitchFamily="34" charset="0"/>
                      </a:endParaRPr>
                    </a:p>
                  </a:txBody>
                  <a:tcPr marL="68580" marR="68580" marT="0" marB="0" anchor="ctr"/>
                </a:tc>
                <a:tc>
                  <a:txBody>
                    <a:bodyPr/>
                    <a:lstStyle/>
                    <a:p>
                      <a:pPr>
                        <a:lnSpc>
                          <a:spcPct val="115000"/>
                        </a:lnSpc>
                        <a:spcAft>
                          <a:spcPts val="0"/>
                        </a:spcAft>
                      </a:pPr>
                      <a:r>
                        <a:rPr lang="en-US" sz="2000" dirty="0">
                          <a:effectLst/>
                          <a:latin typeface="Segoe UI" pitchFamily="34" charset="0"/>
                          <a:ea typeface="Segoe UI" pitchFamily="34" charset="0"/>
                          <a:cs typeface="Segoe UI" pitchFamily="34" charset="0"/>
                        </a:rPr>
                        <a:t>List unhealthy physical disks</a:t>
                      </a:r>
                      <a:endParaRPr lang="de-DE" sz="2000" dirty="0">
                        <a:effectLst/>
                        <a:latin typeface="Segoe UI" pitchFamily="34" charset="0"/>
                        <a:ea typeface="Segoe UI" pitchFamily="34" charset="0"/>
                        <a:cs typeface="Segoe UI" pitchFamily="34" charset="0"/>
                      </a:endParaRPr>
                    </a:p>
                  </a:txBody>
                  <a:tcPr marL="68580" marR="68580" marT="0" marB="0" anchor="ctr"/>
                </a:tc>
              </a:tr>
              <a:tr h="918208">
                <a:tc>
                  <a:txBody>
                    <a:bodyPr/>
                    <a:lstStyle/>
                    <a:p>
                      <a:pPr>
                        <a:lnSpc>
                          <a:spcPct val="115000"/>
                        </a:lnSpc>
                        <a:spcAft>
                          <a:spcPts val="0"/>
                        </a:spcAft>
                      </a:pPr>
                      <a:r>
                        <a:rPr lang="en-US" sz="2000" dirty="0">
                          <a:effectLst/>
                          <a:latin typeface="Segoe UI" pitchFamily="34" charset="0"/>
                          <a:ea typeface="Segoe UI" pitchFamily="34" charset="0"/>
                          <a:cs typeface="Segoe UI" pitchFamily="34" charset="0"/>
                        </a:rPr>
                        <a:t>Reset-PhysicalDisk</a:t>
                      </a:r>
                      <a:endParaRPr lang="de-DE" sz="2000">
                        <a:effectLst/>
                        <a:latin typeface="Segoe UI" pitchFamily="34" charset="0"/>
                        <a:ea typeface="Segoe UI" pitchFamily="34" charset="0"/>
                        <a:cs typeface="Segoe UI" pitchFamily="34" charset="0"/>
                      </a:endParaRPr>
                    </a:p>
                  </a:txBody>
                  <a:tcPr marL="68580" marR="68580" marT="0" marB="0" anchor="ctr"/>
                </a:tc>
                <a:tc>
                  <a:txBody>
                    <a:bodyPr/>
                    <a:lstStyle/>
                    <a:p>
                      <a:pPr>
                        <a:lnSpc>
                          <a:spcPct val="115000"/>
                        </a:lnSpc>
                        <a:spcAft>
                          <a:spcPts val="0"/>
                        </a:spcAft>
                      </a:pPr>
                      <a:r>
                        <a:rPr lang="en-US" sz="2000" dirty="0">
                          <a:effectLst/>
                          <a:latin typeface="Segoe UI" pitchFamily="34" charset="0"/>
                          <a:ea typeface="Segoe UI" pitchFamily="34" charset="0"/>
                          <a:cs typeface="Segoe UI" pitchFamily="34" charset="0"/>
                        </a:rPr>
                        <a:t>Remove a physical disk from a storage pool</a:t>
                      </a:r>
                      <a:endParaRPr lang="de-DE" sz="2000" dirty="0">
                        <a:effectLst/>
                        <a:latin typeface="Segoe UI" pitchFamily="34" charset="0"/>
                        <a:ea typeface="Segoe UI" pitchFamily="34" charset="0"/>
                        <a:cs typeface="Segoe UI" pitchFamily="34" charset="0"/>
                      </a:endParaRPr>
                    </a:p>
                  </a:txBody>
                  <a:tcPr marL="68580" marR="68580" marT="0" marB="0" anchor="ctr"/>
                </a:tc>
              </a:tr>
              <a:tr h="918208">
                <a:tc>
                  <a:txBody>
                    <a:bodyPr/>
                    <a:lstStyle/>
                    <a:p>
                      <a:pPr>
                        <a:lnSpc>
                          <a:spcPct val="115000"/>
                        </a:lnSpc>
                        <a:spcAft>
                          <a:spcPts val="0"/>
                        </a:spcAft>
                      </a:pPr>
                      <a:r>
                        <a:rPr lang="en-US" sz="2000" dirty="0" smtClean="0">
                          <a:effectLst/>
                          <a:latin typeface="Segoe UI" pitchFamily="34" charset="0"/>
                          <a:ea typeface="Segoe UI" pitchFamily="34" charset="0"/>
                          <a:cs typeface="Segoe UI" pitchFamily="34" charset="0"/>
                        </a:rPr>
                        <a:t>Get-VirtualDisk |</a:t>
                      </a:r>
                      <a:br>
                        <a:rPr lang="en-US" sz="2000" dirty="0" smtClean="0">
                          <a:effectLst/>
                          <a:latin typeface="Segoe UI" pitchFamily="34" charset="0"/>
                          <a:ea typeface="Segoe UI" pitchFamily="34" charset="0"/>
                          <a:cs typeface="Segoe UI" pitchFamily="34" charset="0"/>
                        </a:rPr>
                      </a:br>
                      <a:r>
                        <a:rPr lang="en-US" sz="2000" dirty="0" smtClean="0">
                          <a:effectLst/>
                          <a:latin typeface="Segoe UI" pitchFamily="34" charset="0"/>
                          <a:ea typeface="Segoe UI" pitchFamily="34" charset="0"/>
                          <a:cs typeface="Segoe UI" pitchFamily="34" charset="0"/>
                        </a:rPr>
                        <a:t>Get-PhysicalDisk</a:t>
                      </a:r>
                      <a:endParaRPr lang="de-DE" sz="2000" dirty="0">
                        <a:effectLst/>
                        <a:latin typeface="Segoe UI" pitchFamily="34" charset="0"/>
                        <a:ea typeface="Segoe UI" pitchFamily="34" charset="0"/>
                        <a:cs typeface="Segoe UI" pitchFamily="34" charset="0"/>
                      </a:endParaRPr>
                    </a:p>
                  </a:txBody>
                  <a:tcPr marL="68580" marR="68580" marT="0" marB="0" anchor="ctr"/>
                </a:tc>
                <a:tc>
                  <a:txBody>
                    <a:bodyPr/>
                    <a:lstStyle/>
                    <a:p>
                      <a:pPr>
                        <a:lnSpc>
                          <a:spcPct val="115000"/>
                        </a:lnSpc>
                        <a:spcAft>
                          <a:spcPts val="0"/>
                        </a:spcAft>
                      </a:pPr>
                      <a:r>
                        <a:rPr lang="en-US" sz="2000" dirty="0">
                          <a:effectLst/>
                          <a:latin typeface="Segoe UI" pitchFamily="34" charset="0"/>
                          <a:ea typeface="Segoe UI" pitchFamily="34" charset="0"/>
                          <a:cs typeface="Segoe UI" pitchFamily="34" charset="0"/>
                        </a:rPr>
                        <a:t>List physical disks used for a virtual disk</a:t>
                      </a:r>
                      <a:endParaRPr lang="de-DE" sz="2000" dirty="0">
                        <a:effectLst/>
                        <a:latin typeface="Segoe UI" pitchFamily="34" charset="0"/>
                        <a:ea typeface="Segoe UI" pitchFamily="34" charset="0"/>
                        <a:cs typeface="Segoe UI" pitchFamily="34" charset="0"/>
                      </a:endParaRPr>
                    </a:p>
                  </a:txBody>
                  <a:tcPr marL="68580" marR="68580" marT="0" marB="0" anchor="ctr"/>
                </a:tc>
              </a:tr>
            </a:tbl>
          </a:graphicData>
        </a:graphic>
      </p:graphicFrame>
    </p:spTree>
    <p:extLst>
      <p:ext uri="{BB962C8B-B14F-4D97-AF65-F5344CB8AC3E}">
        <p14:creationId xmlns:p14="http://schemas.microsoft.com/office/powerpoint/2010/main" xmlns="" val="2972752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797bbc52-d0fe-400d-8b70-cf8b88846dc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Configuring Storage Spaces</a:t>
            </a:r>
            <a:endParaRPr lang="en-CA"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Font typeface="Arial" pitchFamily="34" charset="0"/>
              <a:buNone/>
            </a:pPr>
            <a:r>
              <a:rPr lang="en-US" sz="3200" kern="0" dirty="0" smtClean="0"/>
              <a:t>In this demonstration, you will see how to:</a:t>
            </a:r>
          </a:p>
          <a:p>
            <a:pPr lvl="1"/>
            <a:r>
              <a:rPr lang="en-US" sz="2600" kern="0" dirty="0" smtClean="0"/>
              <a:t>Create a storage pool</a:t>
            </a:r>
          </a:p>
          <a:p>
            <a:pPr lvl="1"/>
            <a:r>
              <a:rPr lang="en-US" sz="2600" kern="0" dirty="0" smtClean="0"/>
              <a:t>Create a virtual disk and a volume</a:t>
            </a:r>
            <a:endParaRPr lang="en-US" sz="2600" kern="0" dirty="0"/>
          </a:p>
        </p:txBody>
      </p:sp>
    </p:spTree>
    <p:extLst>
      <p:ext uri="{BB962C8B-B14F-4D97-AF65-F5344CB8AC3E}">
        <p14:creationId xmlns:p14="http://schemas.microsoft.com/office/powerpoint/2010/main" xmlns="" val="2807501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20554068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cd9f852f-bd3f-4a3e-a004-38d9b0996a5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Discussion: Comparing Storage Spaces with Other Storage Solutions</a:t>
            </a:r>
            <a:endParaRPr lang="en-CA"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514350" lvl="0" indent="-514350">
              <a:spcAft>
                <a:spcPts val="1200"/>
              </a:spcAft>
              <a:buFont typeface="+mj-lt"/>
              <a:buAutoNum type="arabicPeriod"/>
            </a:pPr>
            <a:r>
              <a:rPr lang="en-US" sz="2600" kern="0" dirty="0">
                <a:solidFill>
                  <a:srgbClr val="000000"/>
                </a:solidFill>
              </a:rPr>
              <a:t>Does your organization currently use SANs or NAS?</a:t>
            </a:r>
            <a:endParaRPr lang="en-CA" sz="2600" kern="0" dirty="0">
              <a:solidFill>
                <a:srgbClr val="000000"/>
              </a:solidFill>
            </a:endParaRPr>
          </a:p>
          <a:p>
            <a:pPr marL="514350" lvl="0" indent="-514350">
              <a:spcAft>
                <a:spcPts val="1200"/>
              </a:spcAft>
              <a:buFont typeface="+mj-lt"/>
              <a:buAutoNum type="arabicPeriod"/>
            </a:pPr>
            <a:r>
              <a:rPr lang="en-US" sz="2600" kern="0" dirty="0">
                <a:solidFill>
                  <a:srgbClr val="000000"/>
                </a:solidFill>
              </a:rPr>
              <a:t>What  are the advantages of using Storage Spaces compared to using SANs or NAS?</a:t>
            </a:r>
            <a:endParaRPr lang="en-CA" sz="2600" kern="0" dirty="0">
              <a:solidFill>
                <a:srgbClr val="000000"/>
              </a:solidFill>
            </a:endParaRPr>
          </a:p>
          <a:p>
            <a:pPr marL="514350" lvl="0" indent="-514350">
              <a:spcAft>
                <a:spcPts val="1200"/>
              </a:spcAft>
              <a:buFont typeface="+mj-lt"/>
              <a:buAutoNum type="arabicPeriod"/>
            </a:pPr>
            <a:r>
              <a:rPr lang="en-US" sz="2600" kern="0" dirty="0">
                <a:solidFill>
                  <a:srgbClr val="000000"/>
                </a:solidFill>
              </a:rPr>
              <a:t>What are the disadvantages of using Storage Spaces compared to using SANs or NAS?</a:t>
            </a:r>
            <a:endParaRPr lang="en-CA" sz="2600" kern="0" dirty="0">
              <a:solidFill>
                <a:srgbClr val="000000"/>
              </a:solidFill>
            </a:endParaRPr>
          </a:p>
          <a:p>
            <a:pPr marL="514350" lvl="0" indent="-514350">
              <a:spcAft>
                <a:spcPts val="1200"/>
              </a:spcAft>
              <a:buFont typeface="+mj-lt"/>
              <a:buAutoNum type="arabicPeriod"/>
            </a:pPr>
            <a:r>
              <a:rPr lang="en-US" sz="2600" kern="0" dirty="0">
                <a:solidFill>
                  <a:srgbClr val="000000"/>
                </a:solidFill>
              </a:rPr>
              <a:t>In what scenarios would you recommend each option?</a:t>
            </a:r>
            <a:endParaRPr lang="en-CA" sz="2600" kern="0" dirty="0">
              <a:solidFill>
                <a:srgbClr val="000000"/>
              </a:solidFill>
            </a:endParaRPr>
          </a:p>
        </p:txBody>
      </p:sp>
      <p:sp>
        <p:nvSpPr>
          <p:cNvPr id="5" name="AutoShape 6"/>
          <p:cNvSpPr>
            <a:spLocks noChangeArrowheads="1"/>
          </p:cNvSpPr>
          <p:nvPr/>
        </p:nvSpPr>
        <p:spPr bwMode="auto">
          <a:xfrm>
            <a:off x="6821164" y="5904399"/>
            <a:ext cx="1580500" cy="485754"/>
          </a:xfrm>
          <a:prstGeom prst="roundRect">
            <a:avLst>
              <a:gd name="adj" fmla="val 4167"/>
            </a:avLst>
          </a:prstGeom>
          <a:noFill/>
          <a:ln w="9525">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r">
              <a:defRPr/>
            </a:pPr>
            <a:r>
              <a:rPr lang="en-US" sz="2000" dirty="0">
                <a:solidFill>
                  <a:srgbClr val="000000"/>
                </a:solidFill>
                <a:latin typeface="Segoe UI" pitchFamily="34" charset="0"/>
                <a:ea typeface="Segoe UI" pitchFamily="34" charset="0"/>
                <a:cs typeface="Segoe UI" pitchFamily="34" charset="0"/>
              </a:rPr>
              <a:t>10</a:t>
            </a:r>
            <a:r>
              <a:rPr lang="en-US" sz="2000" b="0" dirty="0">
                <a:solidFill>
                  <a:srgbClr val="000000"/>
                </a:solidFill>
                <a:latin typeface="Segoe UI" pitchFamily="34" charset="0"/>
                <a:ea typeface="Segoe UI" pitchFamily="34" charset="0"/>
                <a:cs typeface="Segoe UI" pitchFamily="34" charset="0"/>
              </a:rPr>
              <a:t> </a:t>
            </a:r>
            <a:r>
              <a:rPr lang="en-US" sz="2000" dirty="0">
                <a:solidFill>
                  <a:srgbClr val="000000"/>
                </a:solidFill>
                <a:latin typeface="Segoe UI" pitchFamily="34" charset="0"/>
                <a:ea typeface="Segoe UI" pitchFamily="34" charset="0"/>
                <a:cs typeface="Segoe UI" pitchFamily="34" charset="0"/>
              </a:rPr>
              <a:t>minutes</a:t>
            </a:r>
          </a:p>
        </p:txBody>
      </p:sp>
      <p:pic>
        <p:nvPicPr>
          <p:cNvPr id="6" name="Picture 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7269058" y="4717877"/>
            <a:ext cx="1042110" cy="1186522"/>
          </a:xfrm>
          <a:prstGeom prst="rect">
            <a:avLst/>
          </a:prstGeom>
        </p:spPr>
      </p:pic>
    </p:spTree>
    <p:extLst>
      <p:ext uri="{BB962C8B-B14F-4D97-AF65-F5344CB8AC3E}">
        <p14:creationId xmlns:p14="http://schemas.microsoft.com/office/powerpoint/2010/main" xmlns="" val="14492263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265561531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Implementing Local Storage</a:t>
            </a:r>
            <a:endParaRPr lang="en-CA" dirty="0"/>
          </a:p>
        </p:txBody>
      </p:sp>
      <p:sp>
        <p:nvSpPr>
          <p:cNvPr id="3" name="Text Placeholder 2"/>
          <p:cNvSpPr>
            <a:spLocks noGrp="1"/>
          </p:cNvSpPr>
          <p:nvPr>
            <p:ph type="body" idx="1"/>
          </p:nvPr>
        </p:nvSpPr>
        <p:spPr/>
        <p:txBody>
          <a:bodyPr/>
          <a:lstStyle/>
          <a:p>
            <a:r>
              <a:rPr lang="en-CA" sz="2700" dirty="0" smtClean="0"/>
              <a:t>Exercise 1: Installing and Configuring a New Disk
Exercise 2: Resizing Volumes
Exercise 3: Configuring a Redundant Storage Space</a:t>
            </a:r>
            <a:endParaRPr lang="en-CA" sz="2700" dirty="0"/>
          </a:p>
        </p:txBody>
      </p:sp>
      <p:sp>
        <p:nvSpPr>
          <p:cNvPr id="4" name="TextBox 3"/>
          <p:cNvSpPr txBox="1"/>
          <p:nvPr/>
        </p:nvSpPr>
        <p:spPr>
          <a:xfrm>
            <a:off x="458788" y="4270239"/>
            <a:ext cx="2920287" cy="461665"/>
          </a:xfrm>
          <a:prstGeom prst="rect">
            <a:avLst/>
          </a:prstGeom>
          <a:noFill/>
        </p:spPr>
        <p:txBody>
          <a:bodyPr vert="horz" wrap="none" rtlCol="0">
            <a:spAutoFit/>
          </a:bodyPr>
          <a:lstStyle/>
          <a:p>
            <a:r>
              <a:rPr lang="en-CA" sz="2400" b="1" dirty="0" smtClean="0">
                <a:latin typeface="Segoe UI" panose="020B0502040204020203" pitchFamily="34" charset="0"/>
              </a:rPr>
              <a:t>Logon</a:t>
            </a:r>
            <a:r>
              <a:rPr lang="en-CA" sz="2400" dirty="0" smtClean="0">
                <a:latin typeface="Segoe UI" panose="020B0502040204020203" pitchFamily="34" charset="0"/>
              </a:rPr>
              <a:t> </a:t>
            </a:r>
            <a:r>
              <a:rPr lang="en-CA" sz="2400" b="1" dirty="0" smtClean="0">
                <a:latin typeface="Segoe UI" panose="020B0502040204020203" pitchFamily="34" charset="0"/>
              </a:rPr>
              <a:t>Information</a:t>
            </a:r>
            <a:endParaRPr lang="en-CA" sz="2400" b="1" dirty="0">
              <a:latin typeface="Segoe UI" panose="020B0502040204020203" pitchFamily="34" charset="0"/>
            </a:endParaRPr>
          </a:p>
        </p:txBody>
      </p:sp>
      <p:sp>
        <p:nvSpPr>
          <p:cNvPr id="5" name="TextBox 4"/>
          <p:cNvSpPr txBox="1"/>
          <p:nvPr/>
        </p:nvSpPr>
        <p:spPr>
          <a:xfrm>
            <a:off x="458788" y="4723668"/>
            <a:ext cx="5724644" cy="1323439"/>
          </a:xfrm>
          <a:prstGeom prst="rect">
            <a:avLst/>
          </a:prstGeom>
          <a:noFill/>
        </p:spPr>
        <p:txBody>
          <a:bodyPr vert="horz" wrap="none" rtlCol="0">
            <a:spAutoFit/>
          </a:bodyPr>
          <a:lstStyle/>
          <a:p>
            <a:pPr>
              <a:tabLst>
                <a:tab pos="2290763" algn="l"/>
              </a:tabLst>
            </a:pPr>
            <a:r>
              <a:rPr lang="en-US" sz="2000" b="0" i="0" u="none" strike="noStrike" baseline="0" dirty="0" smtClean="0">
                <a:latin typeface="Segoe UI" panose="020B0502040204020203" pitchFamily="34" charset="0"/>
              </a:rPr>
              <a:t>Virtual machines	</a:t>
            </a:r>
            <a:r>
              <a:rPr lang="en-US" sz="2000" b="1" i="0" u="none" strike="noStrike" baseline="0" dirty="0" smtClean="0">
                <a:latin typeface="Segoe UI" panose="020B0502040204020203" pitchFamily="34" charset="0"/>
              </a:rPr>
              <a:t>20410D-LON-DC1</a:t>
            </a:r>
          </a:p>
          <a:p>
            <a:pPr>
              <a:tabLst>
                <a:tab pos="2290763" algn="l"/>
              </a:tabLst>
            </a:pPr>
            <a:r>
              <a:rPr lang="en-US" sz="2000" b="1" i="0" u="none" strike="noStrike" baseline="0" dirty="0" smtClean="0">
                <a:latin typeface="Segoe UI" panose="020B0502040204020203" pitchFamily="34" charset="0"/>
              </a:rPr>
              <a:t>	20410D-LON-SVR1</a:t>
            </a:r>
            <a:r>
              <a:rPr lang="en-US" sz="2000" b="0" i="0" u="none" strike="noStrike" baseline="0" dirty="0" smtClean="0">
                <a:latin typeface="Segoe UI" panose="020B0502040204020203" pitchFamily="34" charset="0"/>
              </a:rPr>
              <a:t>	</a:t>
            </a:r>
          </a:p>
          <a:p>
            <a:pPr>
              <a:tabLst>
                <a:tab pos="2290763" algn="l"/>
              </a:tabLst>
            </a:pPr>
            <a:r>
              <a:rPr lang="en-US" sz="2000" b="0" i="0" u="none" strike="noStrike" baseline="0" dirty="0" smtClean="0">
                <a:latin typeface="Segoe UI" panose="020B0502040204020203" pitchFamily="34" charset="0"/>
              </a:rPr>
              <a:t>User name	</a:t>
            </a:r>
            <a:r>
              <a:rPr lang="en-US" sz="2000" b="1" i="0" u="none" strike="noStrike" baseline="0" dirty="0" smtClean="0">
                <a:latin typeface="Segoe UI" panose="020B0502040204020203" pitchFamily="34" charset="0"/>
              </a:rPr>
              <a:t>Adatum\Administrator</a:t>
            </a:r>
            <a:r>
              <a:rPr lang="en-US" sz="2000" b="0" i="0" u="none" strike="noStrike" baseline="0" dirty="0" smtClean="0">
                <a:latin typeface="Segoe UI" panose="020B0502040204020203" pitchFamily="34" charset="0"/>
              </a:rPr>
              <a:t>	</a:t>
            </a:r>
          </a:p>
          <a:p>
            <a:pPr>
              <a:tabLst>
                <a:tab pos="2290763" algn="l"/>
              </a:tabLst>
            </a:pPr>
            <a:r>
              <a:rPr lang="en-US" sz="2000" b="0" i="0" u="none" strike="noStrike" baseline="0" dirty="0" smtClean="0">
                <a:latin typeface="Segoe UI" panose="020B0502040204020203" pitchFamily="34" charset="0"/>
              </a:rPr>
              <a:t>Password	</a:t>
            </a:r>
            <a:r>
              <a:rPr lang="en-US" sz="2000" b="1" i="0" u="none" strike="noStrike" baseline="0" dirty="0" smtClean="0">
                <a:latin typeface="Segoe UI" panose="020B0502040204020203" pitchFamily="34" charset="0"/>
              </a:rPr>
              <a:t>Pa$$w0rd</a:t>
            </a: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panose="020B0502040204020203" pitchFamily="34" charset="0"/>
              </a:rPr>
              <a:t>Estimated Time: 45 minutes</a:t>
            </a:r>
            <a:endParaRPr lang="en-CA" sz="2000" b="1" dirty="0">
              <a:latin typeface="Segoe UI" panose="020B0502040204020203" pitchFamily="34" charset="0"/>
            </a:endParaRPr>
          </a:p>
        </p:txBody>
      </p:sp>
    </p:spTree>
    <p:extLst>
      <p:ext uri="{BB962C8B-B14F-4D97-AF65-F5344CB8AC3E}">
        <p14:creationId xmlns:p14="http://schemas.microsoft.com/office/powerpoint/2010/main" xmlns="" val="179969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4" name="TextBox 3"/>
          <p:cNvSpPr txBox="1"/>
          <p:nvPr/>
        </p:nvSpPr>
        <p:spPr>
          <a:xfrm>
            <a:off x="458788" y="1021215"/>
            <a:ext cx="8119156" cy="5524500"/>
          </a:xfrm>
          <a:prstGeom prst="rect">
            <a:avLst/>
          </a:prstGeom>
          <a:noFill/>
        </p:spPr>
        <p:txBody>
          <a:bodyPr vert="horz" wrap="square" rtlCol="0">
            <a:spAutoFit/>
          </a:bodyPr>
          <a:lstStyle/>
          <a:p>
            <a:pPr>
              <a:spcBef>
                <a:spcPts val="600"/>
              </a:spcBef>
              <a:spcAft>
                <a:spcPts val="1000"/>
              </a:spcAft>
            </a:pPr>
            <a:r>
              <a:rPr lang="en-US" sz="2800" dirty="0" smtClean="0">
                <a:effectLst/>
                <a:latin typeface="Segoe UI" panose="020B0502040204020203" pitchFamily="34" charset="0"/>
                <a:ea typeface="Times New Roman" panose="02020603050405020304" pitchFamily="18" charset="0"/>
                <a:cs typeface="Segoe UI" panose="020B0502040204020203" pitchFamily="34" charset="0"/>
              </a:rPr>
              <a:t>Your manager has asked to add disk space to a file server. After creating volumes, your manager has also asked you to resize those volumes based on updated information he has been given. Finally, you need to make data storage redundant by creating a three-way mirrored virtual disk.</a:t>
            </a:r>
            <a:endParaRPr lang="en-CA" sz="28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7492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63327983-7d82-48ca-a96a-cc6f782432b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Review</a:t>
            </a:r>
            <a:endParaRPr lang="en-CA" dirty="0"/>
          </a:p>
        </p:txBody>
      </p:sp>
      <p:sp>
        <p:nvSpPr>
          <p:cNvPr id="3" name="Text Placeholder 2"/>
          <p:cNvSpPr>
            <a:spLocks noGrp="1"/>
          </p:cNvSpPr>
          <p:nvPr>
            <p:ph type="body" idx="1"/>
          </p:nvPr>
        </p:nvSpPr>
        <p:spPr/>
        <p:txBody>
          <a:bodyPr/>
          <a:lstStyle/>
          <a:p>
            <a:r>
              <a:rPr lang="en-CA" dirty="0" smtClean="0"/>
              <a:t>At a minimum, how many disks must you add to a storage pool to create a three-way mirrored virtual disk?
You have a USB-attached disk, four SAS disks, and one SATA disk that are attached to a Windows Server 2012 server. You want to provide a single volume to your users that they can use for file storage. What would you use?</a:t>
            </a:r>
            <a:endParaRPr lang="en-CA" dirty="0"/>
          </a:p>
        </p:txBody>
      </p:sp>
    </p:spTree>
    <p:extLst>
      <p:ext uri="{BB962C8B-B14F-4D97-AF65-F5344CB8AC3E}">
        <p14:creationId xmlns:p14="http://schemas.microsoft.com/office/powerpoint/2010/main" xmlns="" val="38927520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Review and Takeaways</a:t>
            </a:r>
            <a:endParaRPr lang="en-CA" dirty="0"/>
          </a:p>
        </p:txBody>
      </p:sp>
      <p:sp>
        <p:nvSpPr>
          <p:cNvPr id="3" name="Text Placeholder 2"/>
          <p:cNvSpPr>
            <a:spLocks noGrp="1"/>
          </p:cNvSpPr>
          <p:nvPr>
            <p:ph type="body" idx="1"/>
          </p:nvPr>
        </p:nvSpPr>
        <p:spPr/>
        <p:txBody>
          <a:bodyPr/>
          <a:lstStyle/>
          <a:p>
            <a:r>
              <a:rPr lang="en-CA" dirty="0" smtClean="0"/>
              <a:t>Review Questions
Best Practices</a:t>
            </a:r>
          </a:p>
          <a:p>
            <a:r>
              <a:rPr lang="en-US" dirty="0" smtClean="0"/>
              <a:t>Tools</a:t>
            </a:r>
            <a:endParaRPr lang="en-CA" dirty="0"/>
          </a:p>
        </p:txBody>
      </p:sp>
    </p:spTree>
    <p:extLst>
      <p:ext uri="{BB962C8B-B14F-4D97-AF65-F5344CB8AC3E}">
        <p14:creationId xmlns:p14="http://schemas.microsoft.com/office/powerpoint/2010/main" xmlns="" val="1961501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183243927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3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3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6.xml><?xml version="1.0" encoding="utf-8"?>
<a:theme xmlns:a="http://schemas.openxmlformats.org/drawingml/2006/main" name="3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3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8.xml><?xml version="1.0" encoding="utf-8"?>
<a:theme xmlns:a="http://schemas.openxmlformats.org/drawingml/2006/main" name="3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9.xml><?xml version="1.0" encoding="utf-8"?>
<a:theme xmlns:a="http://schemas.openxmlformats.org/drawingml/2006/main" name="3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0.xml><?xml version="1.0" encoding="utf-8"?>
<a:theme xmlns:a="http://schemas.openxmlformats.org/drawingml/2006/main" name="3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1.xml><?xml version="1.0" encoding="utf-8"?>
<a:theme xmlns:a="http://schemas.openxmlformats.org/drawingml/2006/main" name="4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2.xml><?xml version="1.0" encoding="utf-8"?>
<a:theme xmlns:a="http://schemas.openxmlformats.org/drawingml/2006/main" name="4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1356</TotalTime>
  <Words>6171</Words>
  <Application>Microsoft Office PowerPoint</Application>
  <PresentationFormat>Affichage à l'écran (4:3)</PresentationFormat>
  <Paragraphs>744</Paragraphs>
  <Slides>39</Slides>
  <Notes>39</Notes>
  <HiddenSlides>4</HiddenSlides>
  <MMClips>0</MMClips>
  <ScaleCrop>false</ScaleCrop>
  <HeadingPairs>
    <vt:vector size="6" baseType="variant">
      <vt:variant>
        <vt:lpstr>Polices utilisées</vt:lpstr>
      </vt:variant>
      <vt:variant>
        <vt:i4>9</vt:i4>
      </vt:variant>
      <vt:variant>
        <vt:lpstr>Thème</vt:lpstr>
      </vt:variant>
      <vt:variant>
        <vt:i4>42</vt:i4>
      </vt:variant>
      <vt:variant>
        <vt:lpstr>Titres des diapositives</vt:lpstr>
      </vt:variant>
      <vt:variant>
        <vt:i4>39</vt:i4>
      </vt:variant>
    </vt:vector>
  </HeadingPairs>
  <TitlesOfParts>
    <vt:vector size="90" baseType="lpstr">
      <vt:lpstr>Arial</vt:lpstr>
      <vt:lpstr>Segoe Light</vt:lpstr>
      <vt:lpstr>Segoe UI</vt:lpstr>
      <vt:lpstr>Wingdings</vt:lpstr>
      <vt:lpstr>Verdana</vt:lpstr>
      <vt:lpstr>Times New Roman</vt:lpstr>
      <vt:lpstr>Calibri</vt:lpstr>
      <vt:lpstr>Symbol</vt:lpstr>
      <vt:lpstr>Segoe UI Light</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25_Presentation1</vt:lpstr>
      <vt:lpstr>26_Presentation1</vt:lpstr>
      <vt:lpstr>27_Presentation1</vt:lpstr>
      <vt:lpstr>28_Presentation1</vt:lpstr>
      <vt:lpstr>29_Presentation1</vt:lpstr>
      <vt:lpstr>30_Presentation1</vt:lpstr>
      <vt:lpstr>31_Presentation1</vt:lpstr>
      <vt:lpstr>32_Presentation1</vt:lpstr>
      <vt:lpstr>33_Presentation1</vt:lpstr>
      <vt:lpstr>34_Presentation1</vt:lpstr>
      <vt:lpstr>35_Presentation1</vt:lpstr>
      <vt:lpstr>36_Presentation1</vt:lpstr>
      <vt:lpstr>37_Presentation1</vt:lpstr>
      <vt:lpstr>38_Presentation1</vt:lpstr>
      <vt:lpstr>39_Presentation1</vt:lpstr>
      <vt:lpstr>40_Presentation1</vt:lpstr>
      <vt:lpstr>41_Presentation1</vt:lpstr>
      <vt:lpstr>Module 9</vt:lpstr>
      <vt:lpstr>Module Overview</vt:lpstr>
      <vt:lpstr>Lesson 1: Overview of Storage</vt:lpstr>
      <vt:lpstr>Disk Types and Performance</vt:lpstr>
      <vt:lpstr>Direct Attached Storage</vt:lpstr>
      <vt:lpstr>Network Attached Storage</vt:lpstr>
      <vt:lpstr>Storage Area Network</vt:lpstr>
      <vt:lpstr>RAID (Redundant Array of Independent Disks)</vt:lpstr>
      <vt:lpstr>RAID 0</vt:lpstr>
      <vt:lpstr>RAID 1</vt:lpstr>
      <vt:lpstr>RAID 5</vt:lpstr>
      <vt:lpstr>RAID 6</vt:lpstr>
      <vt:lpstr>RAID 1+0</vt:lpstr>
      <vt:lpstr>Windows Server 2012 and Windows Server 2012 R2 Storage Features</vt:lpstr>
      <vt:lpstr>Lesson 2: Managing Disks and Volumes</vt:lpstr>
      <vt:lpstr>Les tables de partition</vt:lpstr>
      <vt:lpstr>Type de disques</vt:lpstr>
      <vt:lpstr>Selecting a File System</vt:lpstr>
      <vt:lpstr>What Is ReFS?</vt:lpstr>
      <vt:lpstr>Points de montage et liens symboliques</vt:lpstr>
      <vt:lpstr>Demonstration: Creating Mount Points and Links</vt:lpstr>
      <vt:lpstr>Diapositive 22</vt:lpstr>
      <vt:lpstr>Etendre et réduire des volumes</vt:lpstr>
      <vt:lpstr>Les disques durs virtuels</vt:lpstr>
      <vt:lpstr>Demonstration: Managing Virtual Hard Disks</vt:lpstr>
      <vt:lpstr>Lesson 3: Implementing Storage Spaces</vt:lpstr>
      <vt:lpstr>Storage Spaces</vt:lpstr>
      <vt:lpstr>Virtual Disk Configuration Options</vt:lpstr>
      <vt:lpstr>Storage Spaces : Options de gestion avancés </vt:lpstr>
      <vt:lpstr>Advanced Management Options for Storage Spaces</vt:lpstr>
      <vt:lpstr>Demonstration: Configuring Storage Spaces</vt:lpstr>
      <vt:lpstr>Diapositive 32</vt:lpstr>
      <vt:lpstr>Discussion: Comparing Storage Spaces with Other Storage Solutions</vt:lpstr>
      <vt:lpstr>Diapositive 34</vt:lpstr>
      <vt:lpstr>Lab: Implementing Local Storage</vt:lpstr>
      <vt:lpstr>Lab Scenario</vt:lpstr>
      <vt:lpstr>Lab Review</vt:lpstr>
      <vt:lpstr>Module Review and Takeaways</vt:lpstr>
      <vt:lpstr>Diapositive 39</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9</dc:title>
  <dc:creator>Karin Carlson</dc:creator>
  <cp:lastModifiedBy>srodrigues</cp:lastModifiedBy>
  <cp:revision>65</cp:revision>
  <dcterms:created xsi:type="dcterms:W3CDTF">2014-02-22T19:44:50Z</dcterms:created>
  <dcterms:modified xsi:type="dcterms:W3CDTF">2017-06-20T11:48:00Z</dcterms:modified>
</cp:coreProperties>
</file>