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7.xml" ContentType="application/vnd.openxmlformats-officedocument.theme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8.xml" ContentType="application/vnd.openxmlformats-officedocument.theme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9.xml" ContentType="application/vnd.openxmlformats-officedocument.theme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10.xml" ContentType="application/vnd.openxmlformats-officedocument.theme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theme/theme11.xml" ContentType="application/vnd.openxmlformats-officedocument.theme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theme/theme12.xml" ContentType="application/vnd.openxmlformats-officedocument.theme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theme/theme13.xml" ContentType="application/vnd.openxmlformats-officedocument.theme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14.xml" ContentType="application/vnd.openxmlformats-officedocument.theme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theme/theme15.xml" ContentType="application/vnd.openxmlformats-officedocument.theme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theme/theme16.xml" ContentType="application/vnd.openxmlformats-officedocument.theme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theme/theme17.xml" ContentType="application/vnd.openxmlformats-officedocument.theme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theme/theme18.xml" ContentType="application/vnd.openxmlformats-officedocument.theme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theme/theme19.xml" ContentType="application/vnd.openxmlformats-officedocument.theme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theme/theme20.xml" ContentType="application/vnd.openxmlformats-officedocument.theme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theme/theme21.xml" ContentType="application/vnd.openxmlformats-officedocument.theme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theme/theme22.xml" ContentType="application/vnd.openxmlformats-officedocument.theme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theme/theme23.xml" ContentType="application/vnd.openxmlformats-officedocument.theme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theme/theme24.xml" ContentType="application/vnd.openxmlformats-officedocument.theme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theme/theme25.xml" ContentType="application/vnd.openxmlformats-officedocument.theme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theme/theme26.xml" ContentType="application/vnd.openxmlformats-officedocument.theme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theme/theme27.xml" ContentType="application/vnd.openxmlformats-officedocument.theme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theme/theme28.xml" ContentType="application/vnd.openxmlformats-officedocument.theme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theme/theme29.xml" ContentType="application/vnd.openxmlformats-officedocument.theme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theme/theme30.xml" ContentType="application/vnd.openxmlformats-officedocument.theme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theme/theme31.xml" ContentType="application/vnd.openxmlformats-officedocument.theme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0.xml" ContentType="application/vnd.openxmlformats-officedocument.presentationml.slideLayout+xml"/>
  <Override PartName="/ppt/theme/theme32.xml" ContentType="application/vnd.openxmlformats-officedocument.theme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theme/theme33.xml" ContentType="application/vnd.openxmlformats-officedocument.theme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theme/theme34.xml" ContentType="application/vnd.openxmlformats-officedocument.theme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theme/theme35.xml" ContentType="application/vnd.openxmlformats-officedocument.theme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theme/theme36.xml" ContentType="application/vnd.openxmlformats-officedocument.theme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theme/theme37.xml" ContentType="application/vnd.openxmlformats-officedocument.theme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451.xml" ContentType="application/vnd.openxmlformats-officedocument.presentationml.slideLayout+xml"/>
  <Override PartName="/ppt/theme/theme38.xml" ContentType="application/vnd.openxmlformats-officedocument.theme+xml"/>
  <Override PartName="/ppt/slideLayouts/slideLayout452.xml" ContentType="application/vnd.openxmlformats-officedocument.presentationml.slideLayout+xml"/>
  <Override PartName="/ppt/slideLayouts/slideLayout453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59.xml" ContentType="application/vnd.openxmlformats-officedocument.presentationml.slideLayout+xml"/>
  <Override PartName="/ppt/slideLayouts/slideLayout460.xml" ContentType="application/vnd.openxmlformats-officedocument.presentationml.slideLayout+xml"/>
  <Override PartName="/ppt/slideLayouts/slideLayout461.xml" ContentType="application/vnd.openxmlformats-officedocument.presentationml.slideLayout+xml"/>
  <Override PartName="/ppt/slideLayouts/slideLayout462.xml" ContentType="application/vnd.openxmlformats-officedocument.presentationml.slideLayout+xml"/>
  <Override PartName="/ppt/slideLayouts/slideLayout463.xml" ContentType="application/vnd.openxmlformats-officedocument.presentationml.slideLayout+xml"/>
  <Override PartName="/ppt/theme/theme39.xml" ContentType="application/vnd.openxmlformats-officedocument.theme+xml"/>
  <Override PartName="/ppt/slideLayouts/slideLayout464.xml" ContentType="application/vnd.openxmlformats-officedocument.presentationml.slideLayout+xml"/>
  <Override PartName="/ppt/slideLayouts/slideLayout465.xml" ContentType="application/vnd.openxmlformats-officedocument.presentationml.slideLayout+xml"/>
  <Override PartName="/ppt/slideLayouts/slideLayout466.xml" ContentType="application/vnd.openxmlformats-officedocument.presentationml.slideLayout+xml"/>
  <Override PartName="/ppt/slideLayouts/slideLayout467.xml" ContentType="application/vnd.openxmlformats-officedocument.presentationml.slideLayout+xml"/>
  <Override PartName="/ppt/slideLayouts/slideLayout468.xml" ContentType="application/vnd.openxmlformats-officedocument.presentationml.slideLayout+xml"/>
  <Override PartName="/ppt/slideLayouts/slideLayout469.xml" ContentType="application/vnd.openxmlformats-officedocument.presentationml.slideLayout+xml"/>
  <Override PartName="/ppt/slideLayouts/slideLayout470.xml" ContentType="application/vnd.openxmlformats-officedocument.presentationml.slideLayout+xml"/>
  <Override PartName="/ppt/slideLayouts/slideLayout471.xml" ContentType="application/vnd.openxmlformats-officedocument.presentationml.slideLayout+xml"/>
  <Override PartName="/ppt/slideLayouts/slideLayout472.xml" ContentType="application/vnd.openxmlformats-officedocument.presentationml.slideLayout+xml"/>
  <Override PartName="/ppt/slideLayouts/slideLayout473.xml" ContentType="application/vnd.openxmlformats-officedocument.presentationml.slideLayout+xml"/>
  <Override PartName="/ppt/slideLayouts/slideLayout474.xml" ContentType="application/vnd.openxmlformats-officedocument.presentationml.slideLayout+xml"/>
  <Override PartName="/ppt/slideLayouts/slideLayout475.xml" ContentType="application/vnd.openxmlformats-officedocument.presentationml.slideLayout+xml"/>
  <Override PartName="/ppt/theme/theme40.xml" ContentType="application/vnd.openxmlformats-officedocument.theme+xml"/>
  <Override PartName="/ppt/slideLayouts/slideLayout476.xml" ContentType="application/vnd.openxmlformats-officedocument.presentationml.slideLayout+xml"/>
  <Override PartName="/ppt/slideLayouts/slideLayout477.xml" ContentType="application/vnd.openxmlformats-officedocument.presentationml.slideLayout+xml"/>
  <Override PartName="/ppt/slideLayouts/slideLayout478.xml" ContentType="application/vnd.openxmlformats-officedocument.presentationml.slideLayout+xml"/>
  <Override PartName="/ppt/slideLayouts/slideLayout479.xml" ContentType="application/vnd.openxmlformats-officedocument.presentationml.slideLayout+xml"/>
  <Override PartName="/ppt/slideLayouts/slideLayout480.xml" ContentType="application/vnd.openxmlformats-officedocument.presentationml.slideLayout+xml"/>
  <Override PartName="/ppt/slideLayouts/slideLayout481.xml" ContentType="application/vnd.openxmlformats-officedocument.presentationml.slideLayout+xml"/>
  <Override PartName="/ppt/slideLayouts/slideLayout482.xml" ContentType="application/vnd.openxmlformats-officedocument.presentationml.slideLayout+xml"/>
  <Override PartName="/ppt/slideLayouts/slideLayout483.xml" ContentType="application/vnd.openxmlformats-officedocument.presentationml.slideLayout+xml"/>
  <Override PartName="/ppt/slideLayouts/slideLayout484.xml" ContentType="application/vnd.openxmlformats-officedocument.presentationml.slideLayout+xml"/>
  <Override PartName="/ppt/slideLayouts/slideLayout485.xml" ContentType="application/vnd.openxmlformats-officedocument.presentationml.slideLayout+xml"/>
  <Override PartName="/ppt/slideLayouts/slideLayout486.xml" ContentType="application/vnd.openxmlformats-officedocument.presentationml.slideLayout+xml"/>
  <Override PartName="/ppt/slideLayouts/slideLayout487.xml" ContentType="application/vnd.openxmlformats-officedocument.presentationml.slideLayout+xml"/>
  <Override PartName="/ppt/theme/theme41.xml" ContentType="application/vnd.openxmlformats-officedocument.theme+xml"/>
  <Override PartName="/ppt/slideLayouts/slideLayout488.xml" ContentType="application/vnd.openxmlformats-officedocument.presentationml.slideLayout+xml"/>
  <Override PartName="/ppt/slideLayouts/slideLayout489.xml" ContentType="application/vnd.openxmlformats-officedocument.presentationml.slideLayout+xml"/>
  <Override PartName="/ppt/slideLayouts/slideLayout490.xml" ContentType="application/vnd.openxmlformats-officedocument.presentationml.slideLayout+xml"/>
  <Override PartName="/ppt/slideLayouts/slideLayout491.xml" ContentType="application/vnd.openxmlformats-officedocument.presentationml.slideLayout+xml"/>
  <Override PartName="/ppt/slideLayouts/slideLayout492.xml" ContentType="application/vnd.openxmlformats-officedocument.presentationml.slideLayout+xml"/>
  <Override PartName="/ppt/slideLayouts/slideLayout493.xml" ContentType="application/vnd.openxmlformats-officedocument.presentationml.slideLayout+xml"/>
  <Override PartName="/ppt/slideLayouts/slideLayout494.xml" ContentType="application/vnd.openxmlformats-officedocument.presentationml.slideLayout+xml"/>
  <Override PartName="/ppt/slideLayouts/slideLayout495.xml" ContentType="application/vnd.openxmlformats-officedocument.presentationml.slideLayout+xml"/>
  <Override PartName="/ppt/slideLayouts/slideLayout496.xml" ContentType="application/vnd.openxmlformats-officedocument.presentationml.slideLayout+xml"/>
  <Override PartName="/ppt/slideLayouts/slideLayout497.xml" ContentType="application/vnd.openxmlformats-officedocument.presentationml.slideLayout+xml"/>
  <Override PartName="/ppt/slideLayouts/slideLayout498.xml" ContentType="application/vnd.openxmlformats-officedocument.presentationml.slideLayout+xml"/>
  <Override PartName="/ppt/theme/theme42.xml" ContentType="application/vnd.openxmlformats-officedocument.theme+xml"/>
  <Override PartName="/ppt/slideLayouts/slideLayout499.xml" ContentType="application/vnd.openxmlformats-officedocument.presentationml.slideLayout+xml"/>
  <Override PartName="/ppt/slideLayouts/slideLayout500.xml" ContentType="application/vnd.openxmlformats-officedocument.presentationml.slideLayout+xml"/>
  <Override PartName="/ppt/slideLayouts/slideLayout501.xml" ContentType="application/vnd.openxmlformats-officedocument.presentationml.slideLayout+xml"/>
  <Override PartName="/ppt/slideLayouts/slideLayout502.xml" ContentType="application/vnd.openxmlformats-officedocument.presentationml.slideLayout+xml"/>
  <Override PartName="/ppt/slideLayouts/slideLayout503.xml" ContentType="application/vnd.openxmlformats-officedocument.presentationml.slideLayout+xml"/>
  <Override PartName="/ppt/slideLayouts/slideLayout504.xml" ContentType="application/vnd.openxmlformats-officedocument.presentationml.slideLayout+xml"/>
  <Override PartName="/ppt/slideLayouts/slideLayout505.xml" ContentType="application/vnd.openxmlformats-officedocument.presentationml.slideLayout+xml"/>
  <Override PartName="/ppt/slideLayouts/slideLayout506.xml" ContentType="application/vnd.openxmlformats-officedocument.presentationml.slideLayout+xml"/>
  <Override PartName="/ppt/slideLayouts/slideLayout507.xml" ContentType="application/vnd.openxmlformats-officedocument.presentationml.slideLayout+xml"/>
  <Override PartName="/ppt/slideLayouts/slideLayout508.xml" ContentType="application/vnd.openxmlformats-officedocument.presentationml.slideLayout+xml"/>
  <Override PartName="/ppt/slideLayouts/slideLayout509.xml" ContentType="application/vnd.openxmlformats-officedocument.presentationml.slideLayout+xml"/>
  <Override PartName="/ppt/slideLayouts/slideLayout510.xml" ContentType="application/vnd.openxmlformats-officedocument.presentationml.slideLayout+xml"/>
  <Override PartName="/ppt/theme/theme43.xml" ContentType="application/vnd.openxmlformats-officedocument.theme+xml"/>
  <Override PartName="/ppt/slideLayouts/slideLayout511.xml" ContentType="application/vnd.openxmlformats-officedocument.presentationml.slideLayout+xml"/>
  <Override PartName="/ppt/slideLayouts/slideLayout512.xml" ContentType="application/vnd.openxmlformats-officedocument.presentationml.slideLayout+xml"/>
  <Override PartName="/ppt/slideLayouts/slideLayout513.xml" ContentType="application/vnd.openxmlformats-officedocument.presentationml.slideLayout+xml"/>
  <Override PartName="/ppt/slideLayouts/slideLayout514.xml" ContentType="application/vnd.openxmlformats-officedocument.presentationml.slideLayout+xml"/>
  <Override PartName="/ppt/slideLayouts/slideLayout515.xml" ContentType="application/vnd.openxmlformats-officedocument.presentationml.slideLayout+xml"/>
  <Override PartName="/ppt/slideLayouts/slideLayout516.xml" ContentType="application/vnd.openxmlformats-officedocument.presentationml.slideLayout+xml"/>
  <Override PartName="/ppt/slideLayouts/slideLayout517.xml" ContentType="application/vnd.openxmlformats-officedocument.presentationml.slideLayout+xml"/>
  <Override PartName="/ppt/slideLayouts/slideLayout518.xml" ContentType="application/vnd.openxmlformats-officedocument.presentationml.slideLayout+xml"/>
  <Override PartName="/ppt/slideLayouts/slideLayout519.xml" ContentType="application/vnd.openxmlformats-officedocument.presentationml.slideLayout+xml"/>
  <Override PartName="/ppt/slideLayouts/slideLayout520.xml" ContentType="application/vnd.openxmlformats-officedocument.presentationml.slideLayout+xml"/>
  <Override PartName="/ppt/slideLayouts/slideLayout521.xml" ContentType="application/vnd.openxmlformats-officedocument.presentationml.slideLayout+xml"/>
  <Override PartName="/ppt/slideLayouts/slideLayout522.xml" ContentType="application/vnd.openxmlformats-officedocument.presentationml.slideLayout+xml"/>
  <Override PartName="/ppt/theme/theme44.xml" ContentType="application/vnd.openxmlformats-officedocument.theme+xml"/>
  <Override PartName="/ppt/slideLayouts/slideLayout523.xml" ContentType="application/vnd.openxmlformats-officedocument.presentationml.slideLayout+xml"/>
  <Override PartName="/ppt/slideLayouts/slideLayout524.xml" ContentType="application/vnd.openxmlformats-officedocument.presentationml.slideLayout+xml"/>
  <Override PartName="/ppt/slideLayouts/slideLayout525.xml" ContentType="application/vnd.openxmlformats-officedocument.presentationml.slideLayout+xml"/>
  <Override PartName="/ppt/slideLayouts/slideLayout526.xml" ContentType="application/vnd.openxmlformats-officedocument.presentationml.slideLayout+xml"/>
  <Override PartName="/ppt/slideLayouts/slideLayout527.xml" ContentType="application/vnd.openxmlformats-officedocument.presentationml.slideLayout+xml"/>
  <Override PartName="/ppt/slideLayouts/slideLayout528.xml" ContentType="application/vnd.openxmlformats-officedocument.presentationml.slideLayout+xml"/>
  <Override PartName="/ppt/slideLayouts/slideLayout529.xml" ContentType="application/vnd.openxmlformats-officedocument.presentationml.slideLayout+xml"/>
  <Override PartName="/ppt/slideLayouts/slideLayout530.xml" ContentType="application/vnd.openxmlformats-officedocument.presentationml.slideLayout+xml"/>
  <Override PartName="/ppt/slideLayouts/slideLayout531.xml" ContentType="application/vnd.openxmlformats-officedocument.presentationml.slideLayout+xml"/>
  <Override PartName="/ppt/slideLayouts/slideLayout532.xml" ContentType="application/vnd.openxmlformats-officedocument.presentationml.slideLayout+xml"/>
  <Override PartName="/ppt/slideLayouts/slideLayout533.xml" ContentType="application/vnd.openxmlformats-officedocument.presentationml.slideLayout+xml"/>
  <Override PartName="/ppt/slideLayouts/slideLayout534.xml" ContentType="application/vnd.openxmlformats-officedocument.presentationml.slideLayout+xml"/>
  <Override PartName="/ppt/theme/theme45.xml" ContentType="application/vnd.openxmlformats-officedocument.theme+xml"/>
  <Override PartName="/ppt/slideLayouts/slideLayout535.xml" ContentType="application/vnd.openxmlformats-officedocument.presentationml.slideLayout+xml"/>
  <Override PartName="/ppt/slideLayouts/slideLayout536.xml" ContentType="application/vnd.openxmlformats-officedocument.presentationml.slideLayout+xml"/>
  <Override PartName="/ppt/slideLayouts/slideLayout537.xml" ContentType="application/vnd.openxmlformats-officedocument.presentationml.slideLayout+xml"/>
  <Override PartName="/ppt/slideLayouts/slideLayout538.xml" ContentType="application/vnd.openxmlformats-officedocument.presentationml.slideLayout+xml"/>
  <Override PartName="/ppt/slideLayouts/slideLayout539.xml" ContentType="application/vnd.openxmlformats-officedocument.presentationml.slideLayout+xml"/>
  <Override PartName="/ppt/slideLayouts/slideLayout540.xml" ContentType="application/vnd.openxmlformats-officedocument.presentationml.slideLayout+xml"/>
  <Override PartName="/ppt/slideLayouts/slideLayout541.xml" ContentType="application/vnd.openxmlformats-officedocument.presentationml.slideLayout+xml"/>
  <Override PartName="/ppt/slideLayouts/slideLayout542.xml" ContentType="application/vnd.openxmlformats-officedocument.presentationml.slideLayout+xml"/>
  <Override PartName="/ppt/slideLayouts/slideLayout543.xml" ContentType="application/vnd.openxmlformats-officedocument.presentationml.slideLayout+xml"/>
  <Override PartName="/ppt/slideLayouts/slideLayout544.xml" ContentType="application/vnd.openxmlformats-officedocument.presentationml.slideLayout+xml"/>
  <Override PartName="/ppt/slideLayouts/slideLayout545.xml" ContentType="application/vnd.openxmlformats-officedocument.presentationml.slideLayout+xml"/>
  <Override PartName="/ppt/slideLayouts/slideLayout546.xml" ContentType="application/vnd.openxmlformats-officedocument.presentationml.slideLayout+xml"/>
  <Override PartName="/ppt/theme/theme46.xml" ContentType="application/vnd.openxmlformats-officedocument.theme+xml"/>
  <Override PartName="/ppt/slideLayouts/slideLayout547.xml" ContentType="application/vnd.openxmlformats-officedocument.presentationml.slideLayout+xml"/>
  <Override PartName="/ppt/slideLayouts/slideLayout548.xml" ContentType="application/vnd.openxmlformats-officedocument.presentationml.slideLayout+xml"/>
  <Override PartName="/ppt/slideLayouts/slideLayout549.xml" ContentType="application/vnd.openxmlformats-officedocument.presentationml.slideLayout+xml"/>
  <Override PartName="/ppt/slideLayouts/slideLayout550.xml" ContentType="application/vnd.openxmlformats-officedocument.presentationml.slideLayout+xml"/>
  <Override PartName="/ppt/slideLayouts/slideLayout551.xml" ContentType="application/vnd.openxmlformats-officedocument.presentationml.slideLayout+xml"/>
  <Override PartName="/ppt/slideLayouts/slideLayout552.xml" ContentType="application/vnd.openxmlformats-officedocument.presentationml.slideLayout+xml"/>
  <Override PartName="/ppt/slideLayouts/slideLayout553.xml" ContentType="application/vnd.openxmlformats-officedocument.presentationml.slideLayout+xml"/>
  <Override PartName="/ppt/slideLayouts/slideLayout554.xml" ContentType="application/vnd.openxmlformats-officedocument.presentationml.slideLayout+xml"/>
  <Override PartName="/ppt/slideLayouts/slideLayout555.xml" ContentType="application/vnd.openxmlformats-officedocument.presentationml.slideLayout+xml"/>
  <Override PartName="/ppt/slideLayouts/slideLayout556.xml" ContentType="application/vnd.openxmlformats-officedocument.presentationml.slideLayout+xml"/>
  <Override PartName="/ppt/slideLayouts/slideLayout557.xml" ContentType="application/vnd.openxmlformats-officedocument.presentationml.slideLayout+xml"/>
  <Override PartName="/ppt/slideLayouts/slideLayout558.xml" ContentType="application/vnd.openxmlformats-officedocument.presentationml.slideLayout+xml"/>
  <Override PartName="/ppt/theme/theme47.xml" ContentType="application/vnd.openxmlformats-officedocument.theme+xml"/>
  <Override PartName="/ppt/slideLayouts/slideLayout559.xml" ContentType="application/vnd.openxmlformats-officedocument.presentationml.slideLayout+xml"/>
  <Override PartName="/ppt/slideLayouts/slideLayout560.xml" ContentType="application/vnd.openxmlformats-officedocument.presentationml.slideLayout+xml"/>
  <Override PartName="/ppt/slideLayouts/slideLayout561.xml" ContentType="application/vnd.openxmlformats-officedocument.presentationml.slideLayout+xml"/>
  <Override PartName="/ppt/slideLayouts/slideLayout562.xml" ContentType="application/vnd.openxmlformats-officedocument.presentationml.slideLayout+xml"/>
  <Override PartName="/ppt/slideLayouts/slideLayout563.xml" ContentType="application/vnd.openxmlformats-officedocument.presentationml.slideLayout+xml"/>
  <Override PartName="/ppt/slideLayouts/slideLayout564.xml" ContentType="application/vnd.openxmlformats-officedocument.presentationml.slideLayout+xml"/>
  <Override PartName="/ppt/slideLayouts/slideLayout565.xml" ContentType="application/vnd.openxmlformats-officedocument.presentationml.slideLayout+xml"/>
  <Override PartName="/ppt/slideLayouts/slideLayout566.xml" ContentType="application/vnd.openxmlformats-officedocument.presentationml.slideLayout+xml"/>
  <Override PartName="/ppt/slideLayouts/slideLayout567.xml" ContentType="application/vnd.openxmlformats-officedocument.presentationml.slideLayout+xml"/>
  <Override PartName="/ppt/slideLayouts/slideLayout568.xml" ContentType="application/vnd.openxmlformats-officedocument.presentationml.slideLayout+xml"/>
  <Override PartName="/ppt/slideLayouts/slideLayout569.xml" ContentType="application/vnd.openxmlformats-officedocument.presentationml.slideLayout+xml"/>
  <Override PartName="/ppt/slideLayouts/slideLayout570.xml" ContentType="application/vnd.openxmlformats-officedocument.presentationml.slideLayout+xml"/>
  <Override PartName="/ppt/theme/theme48.xml" ContentType="application/vnd.openxmlformats-officedocument.theme+xml"/>
  <Override PartName="/ppt/slideLayouts/slideLayout571.xml" ContentType="application/vnd.openxmlformats-officedocument.presentationml.slideLayout+xml"/>
  <Override PartName="/ppt/slideLayouts/slideLayout572.xml" ContentType="application/vnd.openxmlformats-officedocument.presentationml.slideLayout+xml"/>
  <Override PartName="/ppt/slideLayouts/slideLayout573.xml" ContentType="application/vnd.openxmlformats-officedocument.presentationml.slideLayout+xml"/>
  <Override PartName="/ppt/slideLayouts/slideLayout574.xml" ContentType="application/vnd.openxmlformats-officedocument.presentationml.slideLayout+xml"/>
  <Override PartName="/ppt/slideLayouts/slideLayout575.xml" ContentType="application/vnd.openxmlformats-officedocument.presentationml.slideLayout+xml"/>
  <Override PartName="/ppt/slideLayouts/slideLayout576.xml" ContentType="application/vnd.openxmlformats-officedocument.presentationml.slideLayout+xml"/>
  <Override PartName="/ppt/slideLayouts/slideLayout577.xml" ContentType="application/vnd.openxmlformats-officedocument.presentationml.slideLayout+xml"/>
  <Override PartName="/ppt/slideLayouts/slideLayout578.xml" ContentType="application/vnd.openxmlformats-officedocument.presentationml.slideLayout+xml"/>
  <Override PartName="/ppt/slideLayouts/slideLayout579.xml" ContentType="application/vnd.openxmlformats-officedocument.presentationml.slideLayout+xml"/>
  <Override PartName="/ppt/slideLayouts/slideLayout580.xml" ContentType="application/vnd.openxmlformats-officedocument.presentationml.slideLayout+xml"/>
  <Override PartName="/ppt/slideLayouts/slideLayout581.xml" ContentType="application/vnd.openxmlformats-officedocument.presentationml.slideLayout+xml"/>
  <Override PartName="/ppt/slideLayouts/slideLayout582.xml" ContentType="application/vnd.openxmlformats-officedocument.presentationml.slideLayout+xml"/>
  <Override PartName="/ppt/theme/theme49.xml" ContentType="application/vnd.openxmlformats-officedocument.theme+xml"/>
  <Override PartName="/ppt/slideLayouts/slideLayout583.xml" ContentType="application/vnd.openxmlformats-officedocument.presentationml.slideLayout+xml"/>
  <Override PartName="/ppt/slideLayouts/slideLayout584.xml" ContentType="application/vnd.openxmlformats-officedocument.presentationml.slideLayout+xml"/>
  <Override PartName="/ppt/slideLayouts/slideLayout585.xml" ContentType="application/vnd.openxmlformats-officedocument.presentationml.slideLayout+xml"/>
  <Override PartName="/ppt/slideLayouts/slideLayout586.xml" ContentType="application/vnd.openxmlformats-officedocument.presentationml.slideLayout+xml"/>
  <Override PartName="/ppt/slideLayouts/slideLayout587.xml" ContentType="application/vnd.openxmlformats-officedocument.presentationml.slideLayout+xml"/>
  <Override PartName="/ppt/slideLayouts/slideLayout588.xml" ContentType="application/vnd.openxmlformats-officedocument.presentationml.slideLayout+xml"/>
  <Override PartName="/ppt/slideLayouts/slideLayout589.xml" ContentType="application/vnd.openxmlformats-officedocument.presentationml.slideLayout+xml"/>
  <Override PartName="/ppt/slideLayouts/slideLayout590.xml" ContentType="application/vnd.openxmlformats-officedocument.presentationml.slideLayout+xml"/>
  <Override PartName="/ppt/slideLayouts/slideLayout591.xml" ContentType="application/vnd.openxmlformats-officedocument.presentationml.slideLayout+xml"/>
  <Override PartName="/ppt/slideLayouts/slideLayout592.xml" ContentType="application/vnd.openxmlformats-officedocument.presentationml.slideLayout+xml"/>
  <Override PartName="/ppt/slideLayouts/slideLayout593.xml" ContentType="application/vnd.openxmlformats-officedocument.presentationml.slideLayout+xml"/>
  <Override PartName="/ppt/slideLayouts/slideLayout594.xml" ContentType="application/vnd.openxmlformats-officedocument.presentationml.slideLayout+xml"/>
  <Override PartName="/ppt/theme/theme50.xml" ContentType="application/vnd.openxmlformats-officedocument.theme+xml"/>
  <Override PartName="/ppt/slideLayouts/slideLayout595.xml" ContentType="application/vnd.openxmlformats-officedocument.presentationml.slideLayout+xml"/>
  <Override PartName="/ppt/slideLayouts/slideLayout596.xml" ContentType="application/vnd.openxmlformats-officedocument.presentationml.slideLayout+xml"/>
  <Override PartName="/ppt/slideLayouts/slideLayout597.xml" ContentType="application/vnd.openxmlformats-officedocument.presentationml.slideLayout+xml"/>
  <Override PartName="/ppt/slideLayouts/slideLayout598.xml" ContentType="application/vnd.openxmlformats-officedocument.presentationml.slideLayout+xml"/>
  <Override PartName="/ppt/slideLayouts/slideLayout599.xml" ContentType="application/vnd.openxmlformats-officedocument.presentationml.slideLayout+xml"/>
  <Override PartName="/ppt/slideLayouts/slideLayout600.xml" ContentType="application/vnd.openxmlformats-officedocument.presentationml.slideLayout+xml"/>
  <Override PartName="/ppt/slideLayouts/slideLayout601.xml" ContentType="application/vnd.openxmlformats-officedocument.presentationml.slideLayout+xml"/>
  <Override PartName="/ppt/slideLayouts/slideLayout602.xml" ContentType="application/vnd.openxmlformats-officedocument.presentationml.slideLayout+xml"/>
  <Override PartName="/ppt/slideLayouts/slideLayout603.xml" ContentType="application/vnd.openxmlformats-officedocument.presentationml.slideLayout+xml"/>
  <Override PartName="/ppt/slideLayouts/slideLayout604.xml" ContentType="application/vnd.openxmlformats-officedocument.presentationml.slideLayout+xml"/>
  <Override PartName="/ppt/slideLayouts/slideLayout605.xml" ContentType="application/vnd.openxmlformats-officedocument.presentationml.slideLayout+xml"/>
  <Override PartName="/ppt/theme/theme51.xml" ContentType="application/vnd.openxmlformats-officedocument.theme+xml"/>
  <Override PartName="/ppt/slideLayouts/slideLayout606.xml" ContentType="application/vnd.openxmlformats-officedocument.presentationml.slideLayout+xml"/>
  <Override PartName="/ppt/slideLayouts/slideLayout607.xml" ContentType="application/vnd.openxmlformats-officedocument.presentationml.slideLayout+xml"/>
  <Override PartName="/ppt/slideLayouts/slideLayout608.xml" ContentType="application/vnd.openxmlformats-officedocument.presentationml.slideLayout+xml"/>
  <Override PartName="/ppt/slideLayouts/slideLayout609.xml" ContentType="application/vnd.openxmlformats-officedocument.presentationml.slideLayout+xml"/>
  <Override PartName="/ppt/slideLayouts/slideLayout610.xml" ContentType="application/vnd.openxmlformats-officedocument.presentationml.slideLayout+xml"/>
  <Override PartName="/ppt/slideLayouts/slideLayout611.xml" ContentType="application/vnd.openxmlformats-officedocument.presentationml.slideLayout+xml"/>
  <Override PartName="/ppt/slideLayouts/slideLayout612.xml" ContentType="application/vnd.openxmlformats-officedocument.presentationml.slideLayout+xml"/>
  <Override PartName="/ppt/slideLayouts/slideLayout613.xml" ContentType="application/vnd.openxmlformats-officedocument.presentationml.slideLayout+xml"/>
  <Override PartName="/ppt/slideLayouts/slideLayout614.xml" ContentType="application/vnd.openxmlformats-officedocument.presentationml.slideLayout+xml"/>
  <Override PartName="/ppt/slideLayouts/slideLayout615.xml" ContentType="application/vnd.openxmlformats-officedocument.presentationml.slideLayout+xml"/>
  <Override PartName="/ppt/slideLayouts/slideLayout616.xml" ContentType="application/vnd.openxmlformats-officedocument.presentationml.slideLayout+xml"/>
  <Override PartName="/ppt/theme/theme52.xml" ContentType="application/vnd.openxmlformats-officedocument.theme+xml"/>
  <Override PartName="/ppt/slideLayouts/slideLayout617.xml" ContentType="application/vnd.openxmlformats-officedocument.presentationml.slideLayout+xml"/>
  <Override PartName="/ppt/slideLayouts/slideLayout618.xml" ContentType="application/vnd.openxmlformats-officedocument.presentationml.slideLayout+xml"/>
  <Override PartName="/ppt/slideLayouts/slideLayout619.xml" ContentType="application/vnd.openxmlformats-officedocument.presentationml.slideLayout+xml"/>
  <Override PartName="/ppt/slideLayouts/slideLayout620.xml" ContentType="application/vnd.openxmlformats-officedocument.presentationml.slideLayout+xml"/>
  <Override PartName="/ppt/slideLayouts/slideLayout621.xml" ContentType="application/vnd.openxmlformats-officedocument.presentationml.slideLayout+xml"/>
  <Override PartName="/ppt/slideLayouts/slideLayout622.xml" ContentType="application/vnd.openxmlformats-officedocument.presentationml.slideLayout+xml"/>
  <Override PartName="/ppt/slideLayouts/slideLayout623.xml" ContentType="application/vnd.openxmlformats-officedocument.presentationml.slideLayout+xml"/>
  <Override PartName="/ppt/slideLayouts/slideLayout624.xml" ContentType="application/vnd.openxmlformats-officedocument.presentationml.slideLayout+xml"/>
  <Override PartName="/ppt/slideLayouts/slideLayout625.xml" ContentType="application/vnd.openxmlformats-officedocument.presentationml.slideLayout+xml"/>
  <Override PartName="/ppt/slideLayouts/slideLayout626.xml" ContentType="application/vnd.openxmlformats-officedocument.presentationml.slideLayout+xml"/>
  <Override PartName="/ppt/slideLayouts/slideLayout627.xml" ContentType="application/vnd.openxmlformats-officedocument.presentationml.slideLayout+xml"/>
  <Override PartName="/ppt/theme/theme53.xml" ContentType="application/vnd.openxmlformats-officedocument.theme+xml"/>
  <Override PartName="/ppt/slideLayouts/slideLayout628.xml" ContentType="application/vnd.openxmlformats-officedocument.presentationml.slideLayout+xml"/>
  <Override PartName="/ppt/slideLayouts/slideLayout629.xml" ContentType="application/vnd.openxmlformats-officedocument.presentationml.slideLayout+xml"/>
  <Override PartName="/ppt/slideLayouts/slideLayout630.xml" ContentType="application/vnd.openxmlformats-officedocument.presentationml.slideLayout+xml"/>
  <Override PartName="/ppt/slideLayouts/slideLayout631.xml" ContentType="application/vnd.openxmlformats-officedocument.presentationml.slideLayout+xml"/>
  <Override PartName="/ppt/slideLayouts/slideLayout632.xml" ContentType="application/vnd.openxmlformats-officedocument.presentationml.slideLayout+xml"/>
  <Override PartName="/ppt/slideLayouts/slideLayout633.xml" ContentType="application/vnd.openxmlformats-officedocument.presentationml.slideLayout+xml"/>
  <Override PartName="/ppt/slideLayouts/slideLayout634.xml" ContentType="application/vnd.openxmlformats-officedocument.presentationml.slideLayout+xml"/>
  <Override PartName="/ppt/slideLayouts/slideLayout635.xml" ContentType="application/vnd.openxmlformats-officedocument.presentationml.slideLayout+xml"/>
  <Override PartName="/ppt/slideLayouts/slideLayout636.xml" ContentType="application/vnd.openxmlformats-officedocument.presentationml.slideLayout+xml"/>
  <Override PartName="/ppt/slideLayouts/slideLayout637.xml" ContentType="application/vnd.openxmlformats-officedocument.presentationml.slideLayout+xml"/>
  <Override PartName="/ppt/slideLayouts/slideLayout638.xml" ContentType="application/vnd.openxmlformats-officedocument.presentationml.slideLayout+xml"/>
  <Override PartName="/ppt/theme/theme54.xml" ContentType="application/vnd.openxmlformats-officedocument.theme+xml"/>
  <Override PartName="/ppt/slideLayouts/slideLayout639.xml" ContentType="application/vnd.openxmlformats-officedocument.presentationml.slideLayout+xml"/>
  <Override PartName="/ppt/slideLayouts/slideLayout640.xml" ContentType="application/vnd.openxmlformats-officedocument.presentationml.slideLayout+xml"/>
  <Override PartName="/ppt/slideLayouts/slideLayout641.xml" ContentType="application/vnd.openxmlformats-officedocument.presentationml.slideLayout+xml"/>
  <Override PartName="/ppt/slideLayouts/slideLayout642.xml" ContentType="application/vnd.openxmlformats-officedocument.presentationml.slideLayout+xml"/>
  <Override PartName="/ppt/slideLayouts/slideLayout643.xml" ContentType="application/vnd.openxmlformats-officedocument.presentationml.slideLayout+xml"/>
  <Override PartName="/ppt/slideLayouts/slideLayout644.xml" ContentType="application/vnd.openxmlformats-officedocument.presentationml.slideLayout+xml"/>
  <Override PartName="/ppt/slideLayouts/slideLayout645.xml" ContentType="application/vnd.openxmlformats-officedocument.presentationml.slideLayout+xml"/>
  <Override PartName="/ppt/slideLayouts/slideLayout646.xml" ContentType="application/vnd.openxmlformats-officedocument.presentationml.slideLayout+xml"/>
  <Override PartName="/ppt/slideLayouts/slideLayout647.xml" ContentType="application/vnd.openxmlformats-officedocument.presentationml.slideLayout+xml"/>
  <Override PartName="/ppt/slideLayouts/slideLayout648.xml" ContentType="application/vnd.openxmlformats-officedocument.presentationml.slideLayout+xml"/>
  <Override PartName="/ppt/slideLayouts/slideLayout649.xml" ContentType="application/vnd.openxmlformats-officedocument.presentationml.slideLayout+xml"/>
  <Override PartName="/ppt/theme/theme55.xml" ContentType="application/vnd.openxmlformats-officedocument.theme+xml"/>
  <Override PartName="/ppt/slideLayouts/slideLayout650.xml" ContentType="application/vnd.openxmlformats-officedocument.presentationml.slideLayout+xml"/>
  <Override PartName="/ppt/slideLayouts/slideLayout651.xml" ContentType="application/vnd.openxmlformats-officedocument.presentationml.slideLayout+xml"/>
  <Override PartName="/ppt/slideLayouts/slideLayout652.xml" ContentType="application/vnd.openxmlformats-officedocument.presentationml.slideLayout+xml"/>
  <Override PartName="/ppt/slideLayouts/slideLayout653.xml" ContentType="application/vnd.openxmlformats-officedocument.presentationml.slideLayout+xml"/>
  <Override PartName="/ppt/slideLayouts/slideLayout654.xml" ContentType="application/vnd.openxmlformats-officedocument.presentationml.slideLayout+xml"/>
  <Override PartName="/ppt/slideLayouts/slideLayout655.xml" ContentType="application/vnd.openxmlformats-officedocument.presentationml.slideLayout+xml"/>
  <Override PartName="/ppt/slideLayouts/slideLayout656.xml" ContentType="application/vnd.openxmlformats-officedocument.presentationml.slideLayout+xml"/>
  <Override PartName="/ppt/slideLayouts/slideLayout657.xml" ContentType="application/vnd.openxmlformats-officedocument.presentationml.slideLayout+xml"/>
  <Override PartName="/ppt/slideLayouts/slideLayout658.xml" ContentType="application/vnd.openxmlformats-officedocument.presentationml.slideLayout+xml"/>
  <Override PartName="/ppt/slideLayouts/slideLayout659.xml" ContentType="application/vnd.openxmlformats-officedocument.presentationml.slideLayout+xml"/>
  <Override PartName="/ppt/slideLayouts/slideLayout660.xml" ContentType="application/vnd.openxmlformats-officedocument.presentationml.slideLayout+xml"/>
  <Override PartName="/ppt/theme/theme56.xml" ContentType="application/vnd.openxmlformats-officedocument.theme+xml"/>
  <Override PartName="/ppt/slideLayouts/slideLayout661.xml" ContentType="application/vnd.openxmlformats-officedocument.presentationml.slideLayout+xml"/>
  <Override PartName="/ppt/slideLayouts/slideLayout662.xml" ContentType="application/vnd.openxmlformats-officedocument.presentationml.slideLayout+xml"/>
  <Override PartName="/ppt/slideLayouts/slideLayout663.xml" ContentType="application/vnd.openxmlformats-officedocument.presentationml.slideLayout+xml"/>
  <Override PartName="/ppt/slideLayouts/slideLayout664.xml" ContentType="application/vnd.openxmlformats-officedocument.presentationml.slideLayout+xml"/>
  <Override PartName="/ppt/slideLayouts/slideLayout665.xml" ContentType="application/vnd.openxmlformats-officedocument.presentationml.slideLayout+xml"/>
  <Override PartName="/ppt/slideLayouts/slideLayout666.xml" ContentType="application/vnd.openxmlformats-officedocument.presentationml.slideLayout+xml"/>
  <Override PartName="/ppt/slideLayouts/slideLayout667.xml" ContentType="application/vnd.openxmlformats-officedocument.presentationml.slideLayout+xml"/>
  <Override PartName="/ppt/slideLayouts/slideLayout668.xml" ContentType="application/vnd.openxmlformats-officedocument.presentationml.slideLayout+xml"/>
  <Override PartName="/ppt/slideLayouts/slideLayout669.xml" ContentType="application/vnd.openxmlformats-officedocument.presentationml.slideLayout+xml"/>
  <Override PartName="/ppt/slideLayouts/slideLayout670.xml" ContentType="application/vnd.openxmlformats-officedocument.presentationml.slideLayout+xml"/>
  <Override PartName="/ppt/slideLayouts/slideLayout671.xml" ContentType="application/vnd.openxmlformats-officedocument.presentationml.slideLayout+xml"/>
  <Override PartName="/ppt/theme/theme57.xml" ContentType="application/vnd.openxmlformats-officedocument.theme+xml"/>
  <Override PartName="/ppt/slideLayouts/slideLayout672.xml" ContentType="application/vnd.openxmlformats-officedocument.presentationml.slideLayout+xml"/>
  <Override PartName="/ppt/slideLayouts/slideLayout673.xml" ContentType="application/vnd.openxmlformats-officedocument.presentationml.slideLayout+xml"/>
  <Override PartName="/ppt/slideLayouts/slideLayout674.xml" ContentType="application/vnd.openxmlformats-officedocument.presentationml.slideLayout+xml"/>
  <Override PartName="/ppt/slideLayouts/slideLayout675.xml" ContentType="application/vnd.openxmlformats-officedocument.presentationml.slideLayout+xml"/>
  <Override PartName="/ppt/slideLayouts/slideLayout676.xml" ContentType="application/vnd.openxmlformats-officedocument.presentationml.slideLayout+xml"/>
  <Override PartName="/ppt/slideLayouts/slideLayout677.xml" ContentType="application/vnd.openxmlformats-officedocument.presentationml.slideLayout+xml"/>
  <Override PartName="/ppt/slideLayouts/slideLayout678.xml" ContentType="application/vnd.openxmlformats-officedocument.presentationml.slideLayout+xml"/>
  <Override PartName="/ppt/slideLayouts/slideLayout679.xml" ContentType="application/vnd.openxmlformats-officedocument.presentationml.slideLayout+xml"/>
  <Override PartName="/ppt/slideLayouts/slideLayout680.xml" ContentType="application/vnd.openxmlformats-officedocument.presentationml.slideLayout+xml"/>
  <Override PartName="/ppt/slideLayouts/slideLayout681.xml" ContentType="application/vnd.openxmlformats-officedocument.presentationml.slideLayout+xml"/>
  <Override PartName="/ppt/slideLayouts/slideLayout682.xml" ContentType="application/vnd.openxmlformats-officedocument.presentationml.slideLayout+xml"/>
  <Override PartName="/ppt/theme/theme58.xml" ContentType="application/vnd.openxmlformats-officedocument.theme+xml"/>
  <Override PartName="/ppt/slideLayouts/slideLayout683.xml" ContentType="application/vnd.openxmlformats-officedocument.presentationml.slideLayout+xml"/>
  <Override PartName="/ppt/slideLayouts/slideLayout684.xml" ContentType="application/vnd.openxmlformats-officedocument.presentationml.slideLayout+xml"/>
  <Override PartName="/ppt/slideLayouts/slideLayout685.xml" ContentType="application/vnd.openxmlformats-officedocument.presentationml.slideLayout+xml"/>
  <Override PartName="/ppt/slideLayouts/slideLayout686.xml" ContentType="application/vnd.openxmlformats-officedocument.presentationml.slideLayout+xml"/>
  <Override PartName="/ppt/slideLayouts/slideLayout687.xml" ContentType="application/vnd.openxmlformats-officedocument.presentationml.slideLayout+xml"/>
  <Override PartName="/ppt/slideLayouts/slideLayout688.xml" ContentType="application/vnd.openxmlformats-officedocument.presentationml.slideLayout+xml"/>
  <Override PartName="/ppt/slideLayouts/slideLayout689.xml" ContentType="application/vnd.openxmlformats-officedocument.presentationml.slideLayout+xml"/>
  <Override PartName="/ppt/slideLayouts/slideLayout690.xml" ContentType="application/vnd.openxmlformats-officedocument.presentationml.slideLayout+xml"/>
  <Override PartName="/ppt/slideLayouts/slideLayout691.xml" ContentType="application/vnd.openxmlformats-officedocument.presentationml.slideLayout+xml"/>
  <Override PartName="/ppt/slideLayouts/slideLayout692.xml" ContentType="application/vnd.openxmlformats-officedocument.presentationml.slideLayout+xml"/>
  <Override PartName="/ppt/slideLayouts/slideLayout693.xml" ContentType="application/vnd.openxmlformats-officedocument.presentationml.slideLayout+xml"/>
  <Override PartName="/ppt/theme/theme59.xml" ContentType="application/vnd.openxmlformats-officedocument.theme+xml"/>
  <Override PartName="/ppt/slideLayouts/slideLayout694.xml" ContentType="application/vnd.openxmlformats-officedocument.presentationml.slideLayout+xml"/>
  <Override PartName="/ppt/slideLayouts/slideLayout695.xml" ContentType="application/vnd.openxmlformats-officedocument.presentationml.slideLayout+xml"/>
  <Override PartName="/ppt/slideLayouts/slideLayout696.xml" ContentType="application/vnd.openxmlformats-officedocument.presentationml.slideLayout+xml"/>
  <Override PartName="/ppt/slideLayouts/slideLayout697.xml" ContentType="application/vnd.openxmlformats-officedocument.presentationml.slideLayout+xml"/>
  <Override PartName="/ppt/slideLayouts/slideLayout698.xml" ContentType="application/vnd.openxmlformats-officedocument.presentationml.slideLayout+xml"/>
  <Override PartName="/ppt/slideLayouts/slideLayout699.xml" ContentType="application/vnd.openxmlformats-officedocument.presentationml.slideLayout+xml"/>
  <Override PartName="/ppt/slideLayouts/slideLayout700.xml" ContentType="application/vnd.openxmlformats-officedocument.presentationml.slideLayout+xml"/>
  <Override PartName="/ppt/slideLayouts/slideLayout701.xml" ContentType="application/vnd.openxmlformats-officedocument.presentationml.slideLayout+xml"/>
  <Override PartName="/ppt/slideLayouts/slideLayout702.xml" ContentType="application/vnd.openxmlformats-officedocument.presentationml.slideLayout+xml"/>
  <Override PartName="/ppt/slideLayouts/slideLayout703.xml" ContentType="application/vnd.openxmlformats-officedocument.presentationml.slideLayout+xml"/>
  <Override PartName="/ppt/slideLayouts/slideLayout704.xml" ContentType="application/vnd.openxmlformats-officedocument.presentationml.slideLayout+xml"/>
  <Override PartName="/ppt/theme/theme60.xml" ContentType="application/vnd.openxmlformats-officedocument.theme+xml"/>
  <Override PartName="/ppt/slideLayouts/slideLayout705.xml" ContentType="application/vnd.openxmlformats-officedocument.presentationml.slideLayout+xml"/>
  <Override PartName="/ppt/slideLayouts/slideLayout706.xml" ContentType="application/vnd.openxmlformats-officedocument.presentationml.slideLayout+xml"/>
  <Override PartName="/ppt/slideLayouts/slideLayout707.xml" ContentType="application/vnd.openxmlformats-officedocument.presentationml.slideLayout+xml"/>
  <Override PartName="/ppt/slideLayouts/slideLayout708.xml" ContentType="application/vnd.openxmlformats-officedocument.presentationml.slideLayout+xml"/>
  <Override PartName="/ppt/slideLayouts/slideLayout709.xml" ContentType="application/vnd.openxmlformats-officedocument.presentationml.slideLayout+xml"/>
  <Override PartName="/ppt/slideLayouts/slideLayout710.xml" ContentType="application/vnd.openxmlformats-officedocument.presentationml.slideLayout+xml"/>
  <Override PartName="/ppt/slideLayouts/slideLayout711.xml" ContentType="application/vnd.openxmlformats-officedocument.presentationml.slideLayout+xml"/>
  <Override PartName="/ppt/slideLayouts/slideLayout712.xml" ContentType="application/vnd.openxmlformats-officedocument.presentationml.slideLayout+xml"/>
  <Override PartName="/ppt/slideLayouts/slideLayout713.xml" ContentType="application/vnd.openxmlformats-officedocument.presentationml.slideLayout+xml"/>
  <Override PartName="/ppt/slideLayouts/slideLayout714.xml" ContentType="application/vnd.openxmlformats-officedocument.presentationml.slideLayout+xml"/>
  <Override PartName="/ppt/slideLayouts/slideLayout715.xml" ContentType="application/vnd.openxmlformats-officedocument.presentationml.slideLayout+xml"/>
  <Override PartName="/ppt/theme/theme61.xml" ContentType="application/vnd.openxmlformats-officedocument.theme+xml"/>
  <Override PartName="/ppt/slideLayouts/slideLayout716.xml" ContentType="application/vnd.openxmlformats-officedocument.presentationml.slideLayout+xml"/>
  <Override PartName="/ppt/slideLayouts/slideLayout717.xml" ContentType="application/vnd.openxmlformats-officedocument.presentationml.slideLayout+xml"/>
  <Override PartName="/ppt/slideLayouts/slideLayout718.xml" ContentType="application/vnd.openxmlformats-officedocument.presentationml.slideLayout+xml"/>
  <Override PartName="/ppt/slideLayouts/slideLayout719.xml" ContentType="application/vnd.openxmlformats-officedocument.presentationml.slideLayout+xml"/>
  <Override PartName="/ppt/slideLayouts/slideLayout720.xml" ContentType="application/vnd.openxmlformats-officedocument.presentationml.slideLayout+xml"/>
  <Override PartName="/ppt/slideLayouts/slideLayout721.xml" ContentType="application/vnd.openxmlformats-officedocument.presentationml.slideLayout+xml"/>
  <Override PartName="/ppt/slideLayouts/slideLayout722.xml" ContentType="application/vnd.openxmlformats-officedocument.presentationml.slideLayout+xml"/>
  <Override PartName="/ppt/slideLayouts/slideLayout723.xml" ContentType="application/vnd.openxmlformats-officedocument.presentationml.slideLayout+xml"/>
  <Override PartName="/ppt/slideLayouts/slideLayout724.xml" ContentType="application/vnd.openxmlformats-officedocument.presentationml.slideLayout+xml"/>
  <Override PartName="/ppt/slideLayouts/slideLayout725.xml" ContentType="application/vnd.openxmlformats-officedocument.presentationml.slideLayout+xml"/>
  <Override PartName="/ppt/slideLayouts/slideLayout726.xml" ContentType="application/vnd.openxmlformats-officedocument.presentationml.slideLayout+xml"/>
  <Override PartName="/ppt/theme/theme62.xml" ContentType="application/vnd.openxmlformats-officedocument.theme+xml"/>
  <Override PartName="/ppt/slideLayouts/slideLayout727.xml" ContentType="application/vnd.openxmlformats-officedocument.presentationml.slideLayout+xml"/>
  <Override PartName="/ppt/slideLayouts/slideLayout728.xml" ContentType="application/vnd.openxmlformats-officedocument.presentationml.slideLayout+xml"/>
  <Override PartName="/ppt/slideLayouts/slideLayout729.xml" ContentType="application/vnd.openxmlformats-officedocument.presentationml.slideLayout+xml"/>
  <Override PartName="/ppt/slideLayouts/slideLayout730.xml" ContentType="application/vnd.openxmlformats-officedocument.presentationml.slideLayout+xml"/>
  <Override PartName="/ppt/slideLayouts/slideLayout731.xml" ContentType="application/vnd.openxmlformats-officedocument.presentationml.slideLayout+xml"/>
  <Override PartName="/ppt/slideLayouts/slideLayout732.xml" ContentType="application/vnd.openxmlformats-officedocument.presentationml.slideLayout+xml"/>
  <Override PartName="/ppt/slideLayouts/slideLayout733.xml" ContentType="application/vnd.openxmlformats-officedocument.presentationml.slideLayout+xml"/>
  <Override PartName="/ppt/slideLayouts/slideLayout734.xml" ContentType="application/vnd.openxmlformats-officedocument.presentationml.slideLayout+xml"/>
  <Override PartName="/ppt/slideLayouts/slideLayout735.xml" ContentType="application/vnd.openxmlformats-officedocument.presentationml.slideLayout+xml"/>
  <Override PartName="/ppt/slideLayouts/slideLayout736.xml" ContentType="application/vnd.openxmlformats-officedocument.presentationml.slideLayout+xml"/>
  <Override PartName="/ppt/slideLayouts/slideLayout737.xml" ContentType="application/vnd.openxmlformats-officedocument.presentationml.slideLayout+xml"/>
  <Override PartName="/ppt/theme/theme63.xml" ContentType="application/vnd.openxmlformats-officedocument.theme+xml"/>
  <Override PartName="/ppt/theme/theme6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2">
  <p:sldMasterIdLst>
    <p:sldMasterId id="2147483660" r:id="rId1"/>
    <p:sldMasterId id="2147483673" r:id="rId2"/>
    <p:sldMasterId id="2147483686" r:id="rId3"/>
    <p:sldMasterId id="2147483699" r:id="rId4"/>
    <p:sldMasterId id="2147483712" r:id="rId5"/>
    <p:sldMasterId id="2147483725" r:id="rId6"/>
    <p:sldMasterId id="2147483738" r:id="rId7"/>
    <p:sldMasterId id="2147483751" r:id="rId8"/>
    <p:sldMasterId id="2147483764" r:id="rId9"/>
    <p:sldMasterId id="2147483777" r:id="rId10"/>
    <p:sldMasterId id="2147483790" r:id="rId11"/>
    <p:sldMasterId id="2147483803" r:id="rId12"/>
    <p:sldMasterId id="2147483816" r:id="rId13"/>
    <p:sldMasterId id="2147483829" r:id="rId14"/>
    <p:sldMasterId id="2147483842" r:id="rId15"/>
    <p:sldMasterId id="2147483855" r:id="rId16"/>
    <p:sldMasterId id="2147483868" r:id="rId17"/>
    <p:sldMasterId id="2147483881" r:id="rId18"/>
    <p:sldMasterId id="2147483894" r:id="rId19"/>
    <p:sldMasterId id="2147483907" r:id="rId20"/>
    <p:sldMasterId id="2147483920" r:id="rId21"/>
    <p:sldMasterId id="2147483933" r:id="rId22"/>
    <p:sldMasterId id="2147483946" r:id="rId23"/>
    <p:sldMasterId id="2147483959" r:id="rId24"/>
    <p:sldMasterId id="2147483972" r:id="rId25"/>
    <p:sldMasterId id="2147483985" r:id="rId26"/>
    <p:sldMasterId id="2147483998" r:id="rId27"/>
    <p:sldMasterId id="2147484011" r:id="rId28"/>
    <p:sldMasterId id="2147484024" r:id="rId29"/>
    <p:sldMasterId id="2147484037" r:id="rId30"/>
    <p:sldMasterId id="2147484050" r:id="rId31"/>
    <p:sldMasterId id="2147484063" r:id="rId32"/>
    <p:sldMasterId id="2147484076" r:id="rId33"/>
    <p:sldMasterId id="2147484089" r:id="rId34"/>
    <p:sldMasterId id="2147484102" r:id="rId35"/>
    <p:sldMasterId id="2147484115" r:id="rId36"/>
    <p:sldMasterId id="2147484128" r:id="rId37"/>
    <p:sldMasterId id="2147484141" r:id="rId38"/>
    <p:sldMasterId id="2147484154" r:id="rId39"/>
    <p:sldMasterId id="2147484167" r:id="rId40"/>
    <p:sldMasterId id="2147484180" r:id="rId41"/>
    <p:sldMasterId id="2147484193" r:id="rId42"/>
    <p:sldMasterId id="2147484206" r:id="rId43"/>
    <p:sldMasterId id="2147484219" r:id="rId44"/>
    <p:sldMasterId id="2147484232" r:id="rId45"/>
    <p:sldMasterId id="2147484245" r:id="rId46"/>
    <p:sldMasterId id="2147484258" r:id="rId47"/>
    <p:sldMasterId id="2147484271" r:id="rId48"/>
    <p:sldMasterId id="2147484284" r:id="rId49"/>
    <p:sldMasterId id="2147484297" r:id="rId50"/>
    <p:sldMasterId id="2147484310" r:id="rId51"/>
    <p:sldMasterId id="2147484323" r:id="rId52"/>
    <p:sldMasterId id="2147484336" r:id="rId53"/>
    <p:sldMasterId id="2147484349" r:id="rId54"/>
    <p:sldMasterId id="2147484362" r:id="rId55"/>
    <p:sldMasterId id="2147484375" r:id="rId56"/>
    <p:sldMasterId id="2147484388" r:id="rId57"/>
    <p:sldMasterId id="2147484401" r:id="rId58"/>
    <p:sldMasterId id="2147484414" r:id="rId59"/>
    <p:sldMasterId id="2147484427" r:id="rId60"/>
    <p:sldMasterId id="2147484440" r:id="rId61"/>
    <p:sldMasterId id="2147484453" r:id="rId62"/>
    <p:sldMasterId id="2147484466" r:id="rId63"/>
  </p:sldMasterIdLst>
  <p:notesMasterIdLst>
    <p:notesMasterId r:id="rId68"/>
  </p:notesMasterIdLst>
  <p:sldIdLst>
    <p:sldId id="256" r:id="rId64"/>
    <p:sldId id="305" r:id="rId65"/>
    <p:sldId id="306" r:id="rId66"/>
    <p:sldId id="307" r:id="rId67"/>
  </p:sldIdLst>
  <p:sldSz cx="9144000" cy="6858000" type="screen4x3"/>
  <p:notesSz cx="6858000" cy="9144000"/>
  <p:embeddedFontLst>
    <p:embeddedFont>
      <p:font typeface="Segoe UI" panose="020B0502040204020203" pitchFamily="34" charset="0"/>
      <p:regular r:id="rId69"/>
      <p:bold r:id="rId70"/>
      <p:italic r:id="rId71"/>
      <p:boldItalic r:id="rId72"/>
    </p:embeddedFont>
    <p:embeddedFont>
      <p:font typeface="Segoe UI Light" panose="020B0502040204020203" pitchFamily="34" charset="0"/>
      <p:regular r:id="rId73"/>
      <p:italic r:id="rId74"/>
    </p:embeddedFont>
    <p:embeddedFont>
      <p:font typeface="Segoe Light" panose="020B0604020202020204" charset="0"/>
      <p:regular r:id="rId75"/>
      <p:italic r:id="rId76"/>
    </p:embeddedFont>
    <p:embeddedFont>
      <p:font typeface="Verdana" panose="020B0604030504040204" pitchFamily="34" charset="0"/>
      <p:regular r:id="rId77"/>
      <p:bold r:id="rId78"/>
      <p:italic r:id="rId79"/>
      <p:boldItalic r:id="rId80"/>
    </p:embeddedFont>
    <p:embeddedFont>
      <p:font typeface="Calibri" panose="020F0502020204030204" pitchFamily="34" charset="0"/>
      <p:regular r:id="rId81"/>
      <p:bold r:id="rId82"/>
      <p:italic r:id="rId83"/>
      <p:boldItalic r:id="rId8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398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7535" autoAdjust="0"/>
    <p:restoredTop sz="67340" autoAdjust="0"/>
  </p:normalViewPr>
  <p:slideViewPr>
    <p:cSldViewPr snapToGrid="0">
      <p:cViewPr varScale="1">
        <p:scale>
          <a:sx n="83" d="100"/>
          <a:sy n="83" d="100"/>
        </p:scale>
        <p:origin x="344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0818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1656" y="77"/>
      </p:cViewPr>
      <p:guideLst>
        <p:guide orient="horz" pos="2880"/>
        <p:guide pos="39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Master" Target="slideMasters/slideMaster26.xml"/><Relationship Id="rId21" Type="http://schemas.openxmlformats.org/officeDocument/2006/relationships/slideMaster" Target="slideMasters/slideMaster21.xml"/><Relationship Id="rId42" Type="http://schemas.openxmlformats.org/officeDocument/2006/relationships/slideMaster" Target="slideMasters/slideMaster42.xml"/><Relationship Id="rId47" Type="http://schemas.openxmlformats.org/officeDocument/2006/relationships/slideMaster" Target="slideMasters/slideMaster47.xml"/><Relationship Id="rId63" Type="http://schemas.openxmlformats.org/officeDocument/2006/relationships/slideMaster" Target="slideMasters/slideMaster63.xml"/><Relationship Id="rId68" Type="http://schemas.openxmlformats.org/officeDocument/2006/relationships/notesMaster" Target="notesMasters/notesMaster1.xml"/><Relationship Id="rId84" Type="http://schemas.openxmlformats.org/officeDocument/2006/relationships/font" Target="fonts/font16.fntdata"/><Relationship Id="rId16" Type="http://schemas.openxmlformats.org/officeDocument/2006/relationships/slideMaster" Target="slideMasters/slideMaster16.xml"/><Relationship Id="rId11" Type="http://schemas.openxmlformats.org/officeDocument/2006/relationships/slideMaster" Target="slideMasters/slideMaster11.xml"/><Relationship Id="rId32" Type="http://schemas.openxmlformats.org/officeDocument/2006/relationships/slideMaster" Target="slideMasters/slideMaster32.xml"/><Relationship Id="rId37" Type="http://schemas.openxmlformats.org/officeDocument/2006/relationships/slideMaster" Target="slideMasters/slideMaster37.xml"/><Relationship Id="rId53" Type="http://schemas.openxmlformats.org/officeDocument/2006/relationships/slideMaster" Target="slideMasters/slideMaster53.xml"/><Relationship Id="rId58" Type="http://schemas.openxmlformats.org/officeDocument/2006/relationships/slideMaster" Target="slideMasters/slideMaster58.xml"/><Relationship Id="rId74" Type="http://schemas.openxmlformats.org/officeDocument/2006/relationships/font" Target="fonts/font6.fntdata"/><Relationship Id="rId79" Type="http://schemas.openxmlformats.org/officeDocument/2006/relationships/font" Target="fonts/font11.fntdata"/><Relationship Id="rId5" Type="http://schemas.openxmlformats.org/officeDocument/2006/relationships/slideMaster" Target="slideMasters/slideMaster5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43" Type="http://schemas.openxmlformats.org/officeDocument/2006/relationships/slideMaster" Target="slideMasters/slideMaster43.xml"/><Relationship Id="rId48" Type="http://schemas.openxmlformats.org/officeDocument/2006/relationships/slideMaster" Target="slideMasters/slideMaster48.xml"/><Relationship Id="rId56" Type="http://schemas.openxmlformats.org/officeDocument/2006/relationships/slideMaster" Target="slideMasters/slideMaster56.xml"/><Relationship Id="rId64" Type="http://schemas.openxmlformats.org/officeDocument/2006/relationships/slide" Target="slides/slide1.xml"/><Relationship Id="rId69" Type="http://schemas.openxmlformats.org/officeDocument/2006/relationships/font" Target="fonts/font1.fntdata"/><Relationship Id="rId77" Type="http://schemas.openxmlformats.org/officeDocument/2006/relationships/font" Target="fonts/font9.fntdata"/><Relationship Id="rId8" Type="http://schemas.openxmlformats.org/officeDocument/2006/relationships/slideMaster" Target="slideMasters/slideMaster8.xml"/><Relationship Id="rId51" Type="http://schemas.openxmlformats.org/officeDocument/2006/relationships/slideMaster" Target="slideMasters/slideMaster51.xml"/><Relationship Id="rId72" Type="http://schemas.openxmlformats.org/officeDocument/2006/relationships/font" Target="fonts/font4.fntdata"/><Relationship Id="rId80" Type="http://schemas.openxmlformats.org/officeDocument/2006/relationships/font" Target="fonts/font12.fntdata"/><Relationship Id="rId85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slideMaster" Target="slideMasters/slideMaster38.xml"/><Relationship Id="rId46" Type="http://schemas.openxmlformats.org/officeDocument/2006/relationships/slideMaster" Target="slideMasters/slideMaster46.xml"/><Relationship Id="rId59" Type="http://schemas.openxmlformats.org/officeDocument/2006/relationships/slideMaster" Target="slideMasters/slideMaster59.xml"/><Relationship Id="rId67" Type="http://schemas.openxmlformats.org/officeDocument/2006/relationships/slide" Target="slides/slide4.xml"/><Relationship Id="rId20" Type="http://schemas.openxmlformats.org/officeDocument/2006/relationships/slideMaster" Target="slideMasters/slideMaster20.xml"/><Relationship Id="rId41" Type="http://schemas.openxmlformats.org/officeDocument/2006/relationships/slideMaster" Target="slideMasters/slideMaster41.xml"/><Relationship Id="rId54" Type="http://schemas.openxmlformats.org/officeDocument/2006/relationships/slideMaster" Target="slideMasters/slideMaster54.xml"/><Relationship Id="rId62" Type="http://schemas.openxmlformats.org/officeDocument/2006/relationships/slideMaster" Target="slideMasters/slideMaster62.xml"/><Relationship Id="rId70" Type="http://schemas.openxmlformats.org/officeDocument/2006/relationships/font" Target="fonts/font2.fntdata"/><Relationship Id="rId75" Type="http://schemas.openxmlformats.org/officeDocument/2006/relationships/font" Target="fonts/font7.fntdata"/><Relationship Id="rId83" Type="http://schemas.openxmlformats.org/officeDocument/2006/relationships/font" Target="fonts/font15.fntdata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Master" Target="slideMasters/slideMaster36.xml"/><Relationship Id="rId49" Type="http://schemas.openxmlformats.org/officeDocument/2006/relationships/slideMaster" Target="slideMasters/slideMaster49.xml"/><Relationship Id="rId57" Type="http://schemas.openxmlformats.org/officeDocument/2006/relationships/slideMaster" Target="slideMasters/slideMaster57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44" Type="http://schemas.openxmlformats.org/officeDocument/2006/relationships/slideMaster" Target="slideMasters/slideMaster44.xml"/><Relationship Id="rId52" Type="http://schemas.openxmlformats.org/officeDocument/2006/relationships/slideMaster" Target="slideMasters/slideMaster52.xml"/><Relationship Id="rId60" Type="http://schemas.openxmlformats.org/officeDocument/2006/relationships/slideMaster" Target="slideMasters/slideMaster60.xml"/><Relationship Id="rId65" Type="http://schemas.openxmlformats.org/officeDocument/2006/relationships/slide" Target="slides/slide2.xml"/><Relationship Id="rId73" Type="http://schemas.openxmlformats.org/officeDocument/2006/relationships/font" Target="fonts/font5.fntdata"/><Relationship Id="rId78" Type="http://schemas.openxmlformats.org/officeDocument/2006/relationships/font" Target="fonts/font10.fntdata"/><Relationship Id="rId81" Type="http://schemas.openxmlformats.org/officeDocument/2006/relationships/font" Target="fonts/font13.fntdata"/><Relationship Id="rId86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Master" Target="slideMasters/slideMaster39.xml"/><Relationship Id="rId34" Type="http://schemas.openxmlformats.org/officeDocument/2006/relationships/slideMaster" Target="slideMasters/slideMaster34.xml"/><Relationship Id="rId50" Type="http://schemas.openxmlformats.org/officeDocument/2006/relationships/slideMaster" Target="slideMasters/slideMaster50.xml"/><Relationship Id="rId55" Type="http://schemas.openxmlformats.org/officeDocument/2006/relationships/slideMaster" Target="slideMasters/slideMaster55.xml"/><Relationship Id="rId76" Type="http://schemas.openxmlformats.org/officeDocument/2006/relationships/font" Target="fonts/font8.fntdata"/><Relationship Id="rId7" Type="http://schemas.openxmlformats.org/officeDocument/2006/relationships/slideMaster" Target="slideMasters/slideMaster7.xml"/><Relationship Id="rId71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29" Type="http://schemas.openxmlformats.org/officeDocument/2006/relationships/slideMaster" Target="slideMasters/slideMaster29.xml"/><Relationship Id="rId24" Type="http://schemas.openxmlformats.org/officeDocument/2006/relationships/slideMaster" Target="slideMasters/slideMaster24.xml"/><Relationship Id="rId40" Type="http://schemas.openxmlformats.org/officeDocument/2006/relationships/slideMaster" Target="slideMasters/slideMaster40.xml"/><Relationship Id="rId45" Type="http://schemas.openxmlformats.org/officeDocument/2006/relationships/slideMaster" Target="slideMasters/slideMaster45.xml"/><Relationship Id="rId66" Type="http://schemas.openxmlformats.org/officeDocument/2006/relationships/slide" Target="slides/slide3.xml"/><Relationship Id="rId87" Type="http://schemas.openxmlformats.org/officeDocument/2006/relationships/theme" Target="theme/theme1.xml"/><Relationship Id="rId61" Type="http://schemas.openxmlformats.org/officeDocument/2006/relationships/slideMaster" Target="slideMasters/slideMaster61.xml"/><Relationship Id="rId82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AA3BF0-EE8B-4355-B11F-F5BB4E9C2B42}" type="datetimeFigureOut">
              <a:rPr lang="en-CA" smtClean="0"/>
              <a:t>2017-04-26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25112" y="73152"/>
            <a:ext cx="2468880" cy="185166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10896" y="2093976"/>
            <a:ext cx="6153912" cy="66040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1F45A-45A6-418F-ABA5-EC8D7307846F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2756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6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ts val="1300"/>
              </a:lnSpc>
              <a:spcBef>
                <a:spcPts val="900"/>
              </a:spcBef>
              <a:spcAft>
                <a:spcPts val="300"/>
              </a:spcAft>
            </a:pPr>
            <a:endParaRPr lang="en-CA" sz="1000" dirty="0"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A1F45A-45A6-418F-ABA5-EC8D7307846F}" type="slidenum">
              <a:rPr lang="en-CA" smtClean="0"/>
              <a:t>1</a:t>
            </a:fld>
            <a:endParaRPr lang="en-CA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b="1" smtClean="0">
                <a:solidFill>
                  <a:srgbClr val="000000"/>
                </a:solidFill>
                <a:latin typeface="Arial" panose="020B0604020202020204" pitchFamily="34" charset="0"/>
              </a:rPr>
              <a:t>20410D</a:t>
            </a:r>
            <a:endParaRPr lang="en-CA" sz="12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b="1" smtClean="0">
                <a:solidFill>
                  <a:srgbClr val="336699"/>
                </a:solidFill>
                <a:latin typeface="Arial" panose="020B0604020202020204" pitchFamily="34" charset="0"/>
              </a:rPr>
              <a:t>1: Deploying and Managing Windows Server 2012</a:t>
            </a:r>
            <a:endParaRPr lang="en-CA" sz="1200" b="1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049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5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000" noProof="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1 - Config carte réseau avec power </a:t>
            </a:r>
            <a:r>
              <a:rPr lang="fr-FR" sz="1000" noProof="0" dirty="0" err="1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shell</a:t>
            </a:r>
            <a:r>
              <a:rPr lang="fr-FR" sz="1000" noProof="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(différence entre </a:t>
            </a:r>
            <a:r>
              <a:rPr lang="fr-FR" sz="1000" noProof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New-</a:t>
            </a:r>
            <a:r>
              <a:rPr lang="fr-FR" sz="1000" noProof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NetIPAddress</a:t>
            </a:r>
            <a:r>
              <a:rPr lang="fr-FR" sz="1000" noProof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et Set-</a:t>
            </a:r>
            <a:r>
              <a:rPr lang="fr-FR" sz="1000" noProof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NetIPAddress</a:t>
            </a:r>
            <a:r>
              <a:rPr lang="fr-FR" sz="1000" noProof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000" noProof="0" dirty="0" smtClean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2 - Gérer un serveur à distance avec power </a:t>
            </a:r>
            <a:r>
              <a:rPr lang="fr-FR" sz="1000" noProof="0" dirty="0" err="1" smtClean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shell</a:t>
            </a:r>
            <a:r>
              <a:rPr lang="fr-FR" sz="1000" noProof="0" smtClean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(différence </a:t>
            </a:r>
            <a:r>
              <a:rPr lang="fr-FR" sz="1000" noProof="0" dirty="0" smtClean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entre lancer power </a:t>
            </a:r>
            <a:r>
              <a:rPr lang="fr-FR" sz="1000" noProof="0" dirty="0" err="1" smtClean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shell</a:t>
            </a:r>
            <a:r>
              <a:rPr lang="fr-FR" sz="1000" noProof="0" dirty="0" smtClean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sur server</a:t>
            </a:r>
            <a:r>
              <a:rPr lang="fr-FR" sz="1000" baseline="0" noProof="0" dirty="0" smtClean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manager et sur la barre des tâches)</a:t>
            </a:r>
            <a:endParaRPr lang="fr-FR" sz="1000" noProof="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A1F45A-45A6-418F-ABA5-EC8D7307846F}" type="slidenum">
              <a:rPr lang="en-CA" smtClean="0"/>
              <a:t>2</a:t>
            </a:fld>
            <a:endParaRPr lang="en-CA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b="1" smtClean="0">
                <a:solidFill>
                  <a:srgbClr val="000000"/>
                </a:solidFill>
                <a:latin typeface="Arial" panose="020B0604020202020204" pitchFamily="34" charset="0"/>
              </a:rPr>
              <a:t>20410D</a:t>
            </a:r>
            <a:endParaRPr lang="en-CA" sz="12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b="1" smtClean="0">
                <a:solidFill>
                  <a:srgbClr val="336699"/>
                </a:solidFill>
                <a:latin typeface="Arial" panose="020B0604020202020204" pitchFamily="34" charset="0"/>
              </a:rPr>
              <a:t>1: Deploying and Managing Windows Server 2012</a:t>
            </a:r>
            <a:endParaRPr lang="en-CA" sz="1200" b="1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011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6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CA" sz="1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A1F45A-45A6-418F-ABA5-EC8D7307846F}" type="slidenum">
              <a:rPr lang="en-CA" smtClean="0"/>
              <a:t>3</a:t>
            </a:fld>
            <a:endParaRPr lang="en-CA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b="1" smtClean="0">
                <a:solidFill>
                  <a:srgbClr val="000000"/>
                </a:solidFill>
                <a:latin typeface="Arial" panose="020B0604020202020204" pitchFamily="34" charset="0"/>
              </a:rPr>
              <a:t>20410D</a:t>
            </a:r>
            <a:endParaRPr lang="en-CA" sz="12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b="1" smtClean="0">
                <a:solidFill>
                  <a:srgbClr val="336699"/>
                </a:solidFill>
                <a:latin typeface="Arial" panose="020B0604020202020204" pitchFamily="34" charset="0"/>
              </a:rPr>
              <a:t>1: Deploying and Managing Windows Server 2012</a:t>
            </a:r>
            <a:endParaRPr lang="en-CA" sz="1200" b="1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916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25938" y="73025"/>
            <a:ext cx="2466975" cy="1851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10896" y="2093976"/>
            <a:ext cx="6153912" cy="660400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CA" sz="10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A1F45A-45A6-418F-ABA5-EC8D7307846F}" type="slidenum">
              <a:rPr lang="en-CA" smtClean="0"/>
              <a:t>4</a:t>
            </a:fld>
            <a:endParaRPr lang="en-CA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038475" cy="222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b="1" smtClean="0">
                <a:solidFill>
                  <a:srgbClr val="000000"/>
                </a:solidFill>
                <a:latin typeface="Arial" panose="020B0604020202020204" pitchFamily="34" charset="0"/>
              </a:rPr>
              <a:t>20410D</a:t>
            </a:r>
            <a:endParaRPr lang="en-CA" sz="12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38125"/>
            <a:ext cx="3038475" cy="3476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b="1" smtClean="0">
                <a:solidFill>
                  <a:srgbClr val="336699"/>
                </a:solidFill>
                <a:latin typeface="Arial" panose="020B0604020202020204" pitchFamily="34" charset="0"/>
              </a:rPr>
              <a:t>1: Deploying and Managing Windows Server 2012</a:t>
            </a:r>
            <a:endParaRPr lang="en-CA" sz="1200" b="1">
              <a:solidFill>
                <a:srgbClr val="33669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820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jpe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jpe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.jpe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2.jpeg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2.jpeg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2.jpe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.jpe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2.jpeg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.jpeg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2.jpeg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2.jpeg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Relationship Id="rId4" Type="http://schemas.openxmlformats.org/officeDocument/2006/relationships/image" Target="../media/image2.jpeg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Relationship Id="rId4" Type="http://schemas.openxmlformats.org/officeDocument/2006/relationships/image" Target="../media/image2.jpeg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2.jpeg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6.xml"/><Relationship Id="rId4" Type="http://schemas.openxmlformats.org/officeDocument/2006/relationships/image" Target="../media/image2.jpeg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Relationship Id="rId4" Type="http://schemas.openxmlformats.org/officeDocument/2006/relationships/image" Target="../media/image2.jpeg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8.xml"/><Relationship Id="rId4" Type="http://schemas.openxmlformats.org/officeDocument/2006/relationships/image" Target="../media/image2.jpeg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9.xml"/><Relationship Id="rId4" Type="http://schemas.openxmlformats.org/officeDocument/2006/relationships/image" Target="../media/image2.jpeg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0.xml"/><Relationship Id="rId4" Type="http://schemas.openxmlformats.org/officeDocument/2006/relationships/image" Target="../media/image2.jpeg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1.xml"/><Relationship Id="rId4" Type="http://schemas.openxmlformats.org/officeDocument/2006/relationships/image" Target="../media/image2.jpeg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2.xml"/><Relationship Id="rId4" Type="http://schemas.openxmlformats.org/officeDocument/2006/relationships/image" Target="../media/image2.jpeg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6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3.xml"/><Relationship Id="rId4" Type="http://schemas.openxmlformats.org/officeDocument/2006/relationships/image" Target="../media/image2.jpeg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7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4.xml"/><Relationship Id="rId4" Type="http://schemas.openxmlformats.org/officeDocument/2006/relationships/image" Target="../media/image2.jpeg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8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5.xml"/><Relationship Id="rId4" Type="http://schemas.openxmlformats.org/officeDocument/2006/relationships/image" Target="../media/image2.jpeg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9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6.xml"/><Relationship Id="rId4" Type="http://schemas.openxmlformats.org/officeDocument/2006/relationships/image" Target="../media/image2.jpeg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0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7.xml"/><Relationship Id="rId4" Type="http://schemas.openxmlformats.org/officeDocument/2006/relationships/image" Target="../media/image2.jpeg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8.xml"/><Relationship Id="rId4" Type="http://schemas.openxmlformats.org/officeDocument/2006/relationships/image" Target="../media/image2.jpeg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9.xml"/><Relationship Id="rId4" Type="http://schemas.openxmlformats.org/officeDocument/2006/relationships/image" Target="../media/image2.jpeg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4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0.xml"/><Relationship Id="rId4" Type="http://schemas.openxmlformats.org/officeDocument/2006/relationships/image" Target="../media/image2.jpeg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5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1.xml"/><Relationship Id="rId4" Type="http://schemas.openxmlformats.org/officeDocument/2006/relationships/image" Target="../media/image2.jpeg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6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2.xml"/><Relationship Id="rId4" Type="http://schemas.openxmlformats.org/officeDocument/2006/relationships/image" Target="../media/image2.jpeg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8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3.xml"/><Relationship Id="rId4" Type="http://schemas.openxmlformats.org/officeDocument/2006/relationships/image" Target="../media/image2.jpeg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9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4.xml"/><Relationship Id="rId4" Type="http://schemas.openxmlformats.org/officeDocument/2006/relationships/image" Target="../media/image2.jpeg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0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5.xml"/><Relationship Id="rId4" Type="http://schemas.openxmlformats.org/officeDocument/2006/relationships/image" Target="../media/image2.jpeg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6.xml"/><Relationship Id="rId4" Type="http://schemas.openxmlformats.org/officeDocument/2006/relationships/image" Target="../media/image2.jpeg"/></Relationships>
</file>

<file path=ppt/slideLayouts/_rels/slideLayout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7.xml"/><Relationship Id="rId4" Type="http://schemas.openxmlformats.org/officeDocument/2006/relationships/image" Target="../media/image2.jpeg"/></Relationships>
</file>

<file path=ppt/slideLayouts/_rels/slideLayout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4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8.xml"/><Relationship Id="rId4" Type="http://schemas.openxmlformats.org/officeDocument/2006/relationships/image" Target="../media/image2.jpeg"/></Relationships>
</file>

<file path=ppt/slideLayouts/_rels/slideLayout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5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9.xml"/><Relationship Id="rId4" Type="http://schemas.openxmlformats.org/officeDocument/2006/relationships/image" Target="../media/image2.jpeg"/></Relationships>
</file>

<file path=ppt/slideLayouts/_rels/slideLayout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6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0.xml"/><Relationship Id="rId4" Type="http://schemas.openxmlformats.org/officeDocument/2006/relationships/image" Target="../media/image2.jpeg"/></Relationships>
</file>

<file path=ppt/slideLayouts/_rels/slideLayout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7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1.xml"/><Relationship Id="rId4" Type="http://schemas.openxmlformats.org/officeDocument/2006/relationships/image" Target="../media/image2.jpeg"/></Relationships>
</file>

<file path=ppt/slideLayouts/_rels/slideLayout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8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2.xml"/><Relationship Id="rId4" Type="http://schemas.openxmlformats.org/officeDocument/2006/relationships/image" Target="../media/image2.jpeg"/></Relationships>
</file>

<file path=ppt/slideLayouts/_rels/slideLayout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9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3.xml"/><Relationship Id="rId4" Type="http://schemas.openxmlformats.org/officeDocument/2006/relationships/image" Target="../media/image2.jpeg"/></Relationships>
</file>

<file path=ppt/slideLayouts/_rels/slideLayout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4.xml"/><Relationship Id="rId4" Type="http://schemas.openxmlformats.org/officeDocument/2006/relationships/image" Target="../media/image2.jpeg"/></Relationships>
</file>

<file path=ppt/slideLayouts/_rels/slideLayout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5.xml"/><Relationship Id="rId4" Type="http://schemas.openxmlformats.org/officeDocument/2006/relationships/image" Target="../media/image2.jpeg"/></Relationships>
</file>

<file path=ppt/slideLayouts/_rels/slideLayout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6.xml"/><Relationship Id="rId4" Type="http://schemas.openxmlformats.org/officeDocument/2006/relationships/image" Target="../media/image2.jpeg"/></Relationships>
</file>

<file path=ppt/slideLayouts/_rels/slideLayout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4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7.xml"/><Relationship Id="rId4" Type="http://schemas.openxmlformats.org/officeDocument/2006/relationships/image" Target="../media/image2.jpeg"/></Relationships>
</file>

<file path=ppt/slideLayouts/_rels/slideLayout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5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8.xml"/><Relationship Id="rId4" Type="http://schemas.openxmlformats.org/officeDocument/2006/relationships/image" Target="../media/image2.jpeg"/></Relationships>
</file>

<file path=ppt/slideLayouts/_rels/slideLayout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7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9.xml"/><Relationship Id="rId4" Type="http://schemas.openxmlformats.org/officeDocument/2006/relationships/image" Target="../media/image2.jpeg"/></Relationships>
</file>

<file path=ppt/slideLayouts/_rels/slideLayout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8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0.xml"/><Relationship Id="rId4" Type="http://schemas.openxmlformats.org/officeDocument/2006/relationships/image" Target="../media/image2.jpeg"/></Relationships>
</file>

<file path=ppt/slideLayouts/_rels/slideLayout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9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1.xml"/><Relationship Id="rId4" Type="http://schemas.openxmlformats.org/officeDocument/2006/relationships/image" Target="../media/image2.jpeg"/></Relationships>
</file>

<file path=ppt/slideLayouts/_rels/slideLayout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60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2.xml"/><Relationship Id="rId4" Type="http://schemas.openxmlformats.org/officeDocument/2006/relationships/image" Target="../media/image2.jpeg"/></Relationships>
</file>

<file path=ppt/slideLayouts/_rels/slideLayout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6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3.xml"/><Relationship Id="rId4" Type="http://schemas.openxmlformats.org/officeDocument/2006/relationships/image" Target="../media/image2.jpeg"/></Relationships>
</file>

<file path=ppt/slideLayouts/_rels/slideLayout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6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4.xml"/><Relationship Id="rId4" Type="http://schemas.openxmlformats.org/officeDocument/2006/relationships/image" Target="../media/image2.jpeg"/></Relationships>
</file>

<file path=ppt/slideLayouts/_rels/slideLayout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63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5.xml"/><Relationship Id="rId4" Type="http://schemas.openxmlformats.org/officeDocument/2006/relationships/image" Target="../media/image2.jpeg"/></Relationships>
</file>

<file path=ppt/slideLayouts/_rels/slideLayout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5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6.xml"/><Relationship Id="rId4" Type="http://schemas.openxmlformats.org/officeDocument/2006/relationships/image" Target="../media/image2.jpeg"/></Relationships>
</file>

<file path=ppt/slideLayouts/_rels/slideLayout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6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7.xml"/><Relationship Id="rId4" Type="http://schemas.openxmlformats.org/officeDocument/2006/relationships/image" Target="../media/image2.jpeg"/></Relationships>
</file>

<file path=ppt/slideLayouts/_rels/slideLayout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7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8.xml"/><Relationship Id="rId4" Type="http://schemas.openxmlformats.org/officeDocument/2006/relationships/image" Target="../media/image2.jpeg"/></Relationships>
</file>

<file path=ppt/slideLayouts/_rels/slideLayout6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8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9.xml"/><Relationship Id="rId4" Type="http://schemas.openxmlformats.org/officeDocument/2006/relationships/image" Target="../media/image2.jpeg"/></Relationships>
</file>

<file path=ppt/slideLayouts/_rels/slideLayout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9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0.xml"/><Relationship Id="rId4" Type="http://schemas.openxmlformats.org/officeDocument/2006/relationships/image" Target="../media/image2.jpeg"/></Relationships>
</file>

<file path=ppt/slideLayouts/_rels/slideLayout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7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7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7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70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1.xml"/><Relationship Id="rId4" Type="http://schemas.openxmlformats.org/officeDocument/2006/relationships/image" Target="../media/image2.jpeg"/></Relationships>
</file>

<file path=ppt/slideLayouts/_rels/slideLayout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7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7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7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7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2.xml"/><Relationship Id="rId4" Type="http://schemas.openxmlformats.org/officeDocument/2006/relationships/image" Target="../media/image2.jpeg"/></Relationships>
</file>

<file path=ppt/slideLayouts/_rels/slideLayout7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7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7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7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7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7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7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3.xml"/><Relationship Id="rId4" Type="http://schemas.openxmlformats.org/officeDocument/2006/relationships/image" Target="../media/image2.jpeg"/></Relationships>
</file>

<file path=ppt/slideLayouts/_rels/slideLayout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7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7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7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7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7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7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882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14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2009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819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495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9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367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0210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007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041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838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8459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764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746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86377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7179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6956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2927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2334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36062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12476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3794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3927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4754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6630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94046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7954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7822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227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7967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2444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10651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68550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4338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1273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9784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8286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6141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18610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0898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64180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763229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69804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0148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4448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38005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43878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63129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385050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51162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1313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95255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62980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767527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801196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818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5428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035988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7481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4063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702681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90543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81980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1306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90108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173475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634196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15716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6277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839639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65093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8141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06853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24215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40069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84215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916963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869991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95284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92912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50830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252437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95960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33117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35387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19856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16423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53918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844215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660085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984013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3020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90568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38080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48749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330346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59530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76402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25796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769831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0413096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6995659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09295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93079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186714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688139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143555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243077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73153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831821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374" y="-2"/>
            <a:ext cx="8520339" cy="7406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9179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07091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7135782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4315881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91170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750495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0011906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097416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73139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2679773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68044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25366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932821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8952044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8156252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5901686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221497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284195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7010922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166571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67769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2540108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391638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51719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345519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1655734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2147032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84012401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452821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442558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3428101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986618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423070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3842944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998697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053956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8505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8416521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6491539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689329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9506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140890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196852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328192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186538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6719168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995231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035958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76192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1821109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5691712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2194791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334726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606548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1684453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554871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561857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8481455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868818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575990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491711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12153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8272577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1685713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19351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943155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8189962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869624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450480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30124579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562145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968967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393907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495507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0364615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1509385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983375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084059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5498245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96665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273312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3158532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447166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835044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45179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6887139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2420878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9459542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907156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139463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2675249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569206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709228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7775881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805727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239500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893867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2089814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2748140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4267912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588131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991495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9626107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616152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699517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5692766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076449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3709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268748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06616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8779488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6035252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352815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6322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6475951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504463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744290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2250459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556770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424272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17153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6082103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7664203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0112470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919871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115197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1964596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18977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620209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1386925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482479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437065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769337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8485652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3474954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2815310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112753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406175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971741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046918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1050852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489939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04673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873441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4567630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5661525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6661494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537786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8972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0536299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729848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878434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849005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199128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501985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907815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95623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1646104"/>
      </p:ext>
    </p:extLst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6635650"/>
      </p:ext>
    </p:extLst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48319"/>
      </p:ext>
    </p:extLst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835919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2966246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791088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550227"/>
      </p:ext>
    </p:extLst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0698501"/>
      </p:ext>
    </p:extLst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165821"/>
      </p:ext>
    </p:extLst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255563"/>
      </p:ext>
    </p:extLst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10677"/>
      </p:ext>
    </p:extLst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1032668"/>
      </p:ext>
    </p:extLst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1981382"/>
      </p:ext>
    </p:extLst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5390062"/>
      </p:ext>
    </p:extLst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634259"/>
      </p:ext>
    </p:extLst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034120"/>
      </p:ext>
    </p:extLst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0381925"/>
      </p:ext>
    </p:extLst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484510"/>
      </p:ext>
    </p:extLst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758783"/>
      </p:ext>
    </p:extLst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649173"/>
      </p:ext>
    </p:extLst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021773"/>
      </p:ext>
    </p:extLst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733346"/>
      </p:ext>
    </p:extLst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880915"/>
      </p:ext>
    </p:extLst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9674747"/>
      </p:ext>
    </p:extLst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9462586"/>
      </p:ext>
    </p:extLst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4962262"/>
      </p:ext>
    </p:extLst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317917"/>
      </p:ext>
    </p:extLst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100699"/>
      </p:ext>
    </p:extLst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3889132"/>
      </p:ext>
    </p:extLst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934002"/>
      </p:ext>
    </p:extLst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12519"/>
      </p:ext>
    </p:extLst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71027841"/>
      </p:ext>
    </p:extLst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859176"/>
      </p:ext>
    </p:extLst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862352"/>
      </p:ext>
    </p:extLst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120318"/>
      </p:ext>
    </p:extLst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6728217"/>
      </p:ext>
    </p:extLst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4074700"/>
      </p:ext>
    </p:extLst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8038899"/>
      </p:ext>
    </p:extLst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49248"/>
      </p:ext>
    </p:extLst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293583"/>
      </p:ext>
    </p:extLst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5369331"/>
      </p:ext>
    </p:extLst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641951"/>
      </p:ext>
    </p:extLst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236900"/>
      </p:ext>
    </p:extLst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3258421"/>
      </p:ext>
    </p:extLst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634150"/>
      </p:ext>
    </p:extLst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795220"/>
      </p:ext>
    </p:extLst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54375"/>
      </p:ext>
    </p:extLst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85952"/>
      </p:ext>
    </p:extLst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0250541"/>
      </p:ext>
    </p:extLst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7062789"/>
      </p:ext>
    </p:extLst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238720"/>
      </p:ext>
    </p:extLst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541455"/>
      </p:ext>
    </p:extLst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4254378"/>
      </p:ext>
    </p:extLst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079902"/>
      </p:ext>
    </p:extLst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789243"/>
      </p:ext>
    </p:extLst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2199114"/>
      </p:ext>
    </p:extLst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572957"/>
      </p:ext>
    </p:extLst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5397"/>
      </p:ext>
    </p:extLst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893258"/>
      </p:ext>
    </p:extLst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0772381"/>
      </p:ext>
    </p:extLst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5758218"/>
      </p:ext>
    </p:extLst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3246706"/>
      </p:ext>
    </p:extLst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535701"/>
      </p:ext>
    </p:extLst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320195"/>
      </p:ext>
    </p:extLst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2205128"/>
      </p:ext>
    </p:extLst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493147"/>
      </p:ext>
    </p:extLst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333496"/>
      </p:ext>
    </p:extLst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7229019"/>
      </p:ext>
    </p:extLst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921329"/>
      </p:ext>
    </p:extLst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22787"/>
      </p:ext>
    </p:extLst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"/>
      </p:ext>
    </p:extLst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650624"/>
      </p:ext>
    </p:extLst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1269790"/>
      </p:ext>
    </p:extLst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7391396"/>
      </p:ext>
    </p:extLst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961793"/>
      </p:ext>
    </p:extLst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658425"/>
      </p:ext>
    </p:extLst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5915196"/>
      </p:ext>
    </p:extLst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811516"/>
      </p:ext>
    </p:extLst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17757"/>
      </p:ext>
    </p:extLst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5510532"/>
      </p:ext>
    </p:extLst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721760"/>
      </p:ext>
    </p:extLst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059657"/>
      </p:ext>
    </p:extLst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74705"/>
      </p:ext>
    </p:extLst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8743026"/>
      </p:ext>
    </p:extLst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49554"/>
      </p:ext>
    </p:extLst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6754679"/>
      </p:ext>
    </p:extLst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899516"/>
      </p:ext>
    </p:extLst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064171"/>
      </p:ext>
    </p:extLst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2558935"/>
      </p:ext>
    </p:extLst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990429"/>
      </p:ext>
    </p:extLst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124384"/>
      </p:ext>
    </p:extLst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5081230"/>
      </p:ext>
    </p:extLst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349862"/>
      </p:ext>
    </p:extLst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26933"/>
      </p:ext>
    </p:extLst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676470"/>
      </p:ext>
    </p:extLst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9035492"/>
      </p:ext>
    </p:extLst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3630760"/>
      </p:ext>
    </p:extLst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9757174"/>
      </p:ext>
    </p:extLst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440473"/>
      </p:ext>
    </p:extLst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860748"/>
      </p:ext>
    </p:extLst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7546735"/>
      </p:ext>
    </p:extLst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634705"/>
      </p:ext>
    </p:extLst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86154"/>
      </p:ext>
    </p:extLst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5149936"/>
      </p:ext>
    </p:extLst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693007"/>
      </p:ext>
    </p:extLst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188871"/>
      </p:ext>
    </p:extLst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25473"/>
      </p:ext>
    </p:extLst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587037"/>
      </p:ext>
    </p:extLst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6185295"/>
      </p:ext>
    </p:extLst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1529874"/>
      </p:ext>
    </p:extLst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556024"/>
      </p:ext>
    </p:extLst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283064"/>
      </p:ext>
    </p:extLst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6489111"/>
      </p:ext>
    </p:extLst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514310"/>
      </p:ext>
    </p:extLst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836670"/>
      </p:ext>
    </p:extLst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0375507"/>
      </p:ext>
    </p:extLst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187135"/>
      </p:ext>
    </p:extLst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956387"/>
      </p:ext>
    </p:extLst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299"/>
      </p:ext>
    </p:extLst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9170298"/>
      </p:ext>
    </p:extLst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6992697"/>
      </p:ext>
    </p:extLst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2124521"/>
      </p:ext>
    </p:extLst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357126"/>
      </p:ext>
    </p:extLst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645850"/>
      </p:ext>
    </p:extLst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6097204"/>
      </p:ext>
    </p:extLst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807974"/>
      </p:ext>
    </p:extLst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388937"/>
      </p:ext>
    </p:extLst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9746810"/>
      </p:ext>
    </p:extLst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542237"/>
      </p:ext>
    </p:extLst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531740"/>
      </p:ext>
    </p:extLst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11758"/>
      </p:ext>
    </p:extLst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288169"/>
      </p:ext>
    </p:extLst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8551257"/>
      </p:ext>
    </p:extLst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5401566"/>
      </p:ext>
    </p:extLst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342063"/>
      </p:ext>
    </p:extLst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654196"/>
      </p:ext>
    </p:extLst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6548811"/>
      </p:ext>
    </p:extLst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105766"/>
      </p:ext>
    </p:extLst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636455"/>
      </p:ext>
    </p:extLst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5253888"/>
      </p:ext>
    </p:extLst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917802"/>
      </p:ext>
    </p:extLst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114740"/>
      </p:ext>
    </p:extLst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975583"/>
      </p:ext>
    </p:extLst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0194755"/>
      </p:ext>
    </p:extLst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6275842"/>
      </p:ext>
    </p:extLst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2098379"/>
      </p:ext>
    </p:extLst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30087"/>
      </p:ext>
    </p:extLst>
  </p:cSld>
  <p:clrMapOvr>
    <a:masterClrMapping/>
  </p:clrMapOvr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24495"/>
      </p:ext>
    </p:extLst>
  </p:cSld>
  <p:clrMapOvr>
    <a:masterClrMapping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598339"/>
      </p:ext>
    </p:extLst>
  </p:cSld>
  <p:clrMapOvr>
    <a:masterClrMapping/>
  </p:clrMapOvr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578877"/>
      </p:ext>
    </p:extLst>
  </p:cSld>
  <p:clrMapOvr>
    <a:masterClrMapping/>
  </p:clrMapOvr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1756630"/>
      </p:ext>
    </p:extLst>
  </p:cSld>
  <p:clrMapOvr>
    <a:masterClrMapping/>
  </p:clrMapOvr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392951"/>
      </p:ext>
    </p:extLst>
  </p:cSld>
  <p:clrMapOvr>
    <a:masterClrMapping/>
  </p:clrMapOvr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182502"/>
      </p:ext>
    </p:extLst>
  </p:cSld>
  <p:clrMapOvr>
    <a:masterClrMapping/>
  </p:clrMapOvr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588937"/>
      </p:ext>
    </p:extLst>
  </p:cSld>
  <p:clrMapOvr>
    <a:masterClrMapping/>
  </p:clrMapOvr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7410197"/>
      </p:ext>
    </p:extLst>
  </p:cSld>
  <p:clrMapOvr>
    <a:masterClrMapping/>
  </p:clrMapOvr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36079908"/>
      </p:ext>
    </p:extLst>
  </p:cSld>
  <p:clrMapOvr>
    <a:masterClrMapping/>
  </p:clrMapOvr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1799674"/>
      </p:ext>
    </p:extLst>
  </p:cSld>
  <p:clrMapOvr>
    <a:masterClrMapping/>
  </p:clrMapOvr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227848"/>
      </p:ext>
    </p:extLst>
  </p:cSld>
  <p:clrMapOvr>
    <a:masterClrMapping/>
  </p:clrMapOvr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971919"/>
      </p:ext>
    </p:extLst>
  </p:cSld>
  <p:clrMapOvr>
    <a:masterClrMapping/>
  </p:clrMapOvr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1885100"/>
      </p:ext>
    </p:extLst>
  </p:cSld>
  <p:clrMapOvr>
    <a:masterClrMapping/>
  </p:clrMapOvr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958357"/>
      </p:ext>
    </p:extLst>
  </p:cSld>
  <p:clrMapOvr>
    <a:masterClrMapping/>
  </p:clrMapOvr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471306"/>
      </p:ext>
    </p:extLst>
  </p:cSld>
  <p:clrMapOvr>
    <a:masterClrMapping/>
  </p:clrMapOvr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2724261"/>
      </p:ext>
    </p:extLst>
  </p:cSld>
  <p:clrMapOvr>
    <a:masterClrMapping/>
  </p:clrMapOvr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316051"/>
      </p:ext>
    </p:extLst>
  </p:cSld>
  <p:clrMapOvr>
    <a:masterClrMapping/>
  </p:clrMapOvr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122812"/>
      </p:ext>
    </p:extLst>
  </p:cSld>
  <p:clrMapOvr>
    <a:masterClrMapping/>
  </p:clrMapOvr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76920"/>
      </p:ext>
    </p:extLst>
  </p:cSld>
  <p:clrMapOvr>
    <a:masterClrMapping/>
  </p:clrMapOvr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8891383"/>
      </p:ext>
    </p:extLst>
  </p:cSld>
  <p:clrMapOvr>
    <a:masterClrMapping/>
  </p:clrMapOvr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9257065"/>
      </p:ext>
    </p:extLst>
  </p:cSld>
  <p:clrMapOvr>
    <a:masterClrMapping/>
  </p:clrMapOvr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5050737"/>
      </p:ext>
    </p:extLst>
  </p:cSld>
  <p:clrMapOvr>
    <a:masterClrMapping/>
  </p:clrMapOvr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971794"/>
      </p:ext>
    </p:extLst>
  </p:cSld>
  <p:clrMapOvr>
    <a:masterClrMapping/>
  </p:clrMapOvr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413066"/>
      </p:ext>
    </p:extLst>
  </p:cSld>
  <p:clrMapOvr>
    <a:masterClrMapping/>
  </p:clrMapOvr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1927441"/>
      </p:ext>
    </p:extLst>
  </p:cSld>
  <p:clrMapOvr>
    <a:masterClrMapping/>
  </p:clrMapOvr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84404"/>
      </p:ext>
    </p:extLst>
  </p:cSld>
  <p:clrMapOvr>
    <a:masterClrMapping/>
  </p:clrMapOvr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794724"/>
      </p:ext>
    </p:extLst>
  </p:cSld>
  <p:clrMapOvr>
    <a:masterClrMapping/>
  </p:clrMapOvr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1810666"/>
      </p:ext>
    </p:extLst>
  </p:cSld>
  <p:clrMapOvr>
    <a:masterClrMapping/>
  </p:clrMapOvr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206811"/>
      </p:ext>
    </p:extLst>
  </p:cSld>
  <p:clrMapOvr>
    <a:masterClrMapping/>
  </p:clrMapOvr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289627"/>
      </p:ext>
    </p:extLst>
  </p:cSld>
  <p:clrMapOvr>
    <a:masterClrMapping/>
  </p:clrMapOvr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743927"/>
      </p:ext>
    </p:extLst>
  </p:cSld>
  <p:clrMapOvr>
    <a:masterClrMapping/>
  </p:clrMapOvr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7954004"/>
      </p:ext>
    </p:extLst>
  </p:cSld>
  <p:clrMapOvr>
    <a:masterClrMapping/>
  </p:clrMapOvr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194717"/>
      </p:ext>
    </p:extLst>
  </p:cSld>
  <p:clrMapOvr>
    <a:masterClrMapping/>
  </p:clrMapOvr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6527309"/>
      </p:ext>
    </p:extLst>
  </p:cSld>
  <p:clrMapOvr>
    <a:masterClrMapping/>
  </p:clrMapOvr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347907"/>
      </p:ext>
    </p:extLst>
  </p:cSld>
  <p:clrMapOvr>
    <a:masterClrMapping/>
  </p:clrMapOvr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721769"/>
      </p:ext>
    </p:extLst>
  </p:cSld>
  <p:clrMapOvr>
    <a:masterClrMapping/>
  </p:clrMapOvr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3582100"/>
      </p:ext>
    </p:extLst>
  </p:cSld>
  <p:clrMapOvr>
    <a:masterClrMapping/>
  </p:clrMapOvr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268072"/>
      </p:ext>
    </p:extLst>
  </p:cSld>
  <p:clrMapOvr>
    <a:masterClrMapping/>
  </p:clrMapOvr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270506"/>
      </p:ext>
    </p:extLst>
  </p:cSld>
  <p:clrMapOvr>
    <a:masterClrMapping/>
  </p:clrMapOvr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6812347"/>
      </p:ext>
    </p:extLst>
  </p:cSld>
  <p:clrMapOvr>
    <a:masterClrMapping/>
  </p:clrMapOvr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783092"/>
      </p:ext>
    </p:extLst>
  </p:cSld>
  <p:clrMapOvr>
    <a:masterClrMapping/>
  </p:clrMapOvr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119003"/>
      </p:ext>
    </p:extLst>
  </p:cSld>
  <p:clrMapOvr>
    <a:masterClrMapping/>
  </p:clrMapOvr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08144"/>
      </p:ext>
    </p:extLst>
  </p:cSld>
  <p:clrMapOvr>
    <a:masterClrMapping/>
  </p:clrMapOvr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470921"/>
      </p:ext>
    </p:extLst>
  </p:cSld>
  <p:clrMapOvr>
    <a:masterClrMapping/>
  </p:clrMapOvr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2568964"/>
      </p:ext>
    </p:extLst>
  </p:cSld>
  <p:clrMapOvr>
    <a:masterClrMapping/>
  </p:clrMapOvr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8899426"/>
      </p:ext>
    </p:extLst>
  </p:cSld>
  <p:clrMapOvr>
    <a:masterClrMapping/>
  </p:clrMapOvr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113744"/>
      </p:ext>
    </p:extLst>
  </p:cSld>
  <p:clrMapOvr>
    <a:masterClrMapping/>
  </p:clrMapOvr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119561"/>
      </p:ext>
    </p:extLst>
  </p:cSld>
  <p:clrMapOvr>
    <a:masterClrMapping/>
  </p:clrMapOvr>
</p:sldLayout>
</file>

<file path=ppt/slideLayouts/slideLayout46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6019423"/>
      </p:ext>
    </p:extLst>
  </p:cSld>
  <p:clrMapOvr>
    <a:masterClrMapping/>
  </p:clrMapOvr>
</p:sldLayout>
</file>

<file path=ppt/slideLayouts/slideLayout4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329141"/>
      </p:ext>
    </p:extLst>
  </p:cSld>
  <p:clrMapOvr>
    <a:masterClrMapping/>
  </p:clrMapOvr>
</p:sldLayout>
</file>

<file path=ppt/slideLayouts/slideLayout4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042031"/>
      </p:ext>
    </p:extLst>
  </p:cSld>
  <p:clrMapOvr>
    <a:masterClrMapping/>
  </p:clrMapOvr>
</p:sldLayout>
</file>

<file path=ppt/slideLayouts/slideLayout4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464879"/>
      </p:ext>
    </p:extLst>
  </p:cSld>
  <p:clrMapOvr>
    <a:masterClrMapping/>
  </p:clrMapOvr>
</p:sldLayout>
</file>

<file path=ppt/slideLayouts/slideLayout4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592703"/>
      </p:ext>
    </p:extLst>
  </p:cSld>
  <p:clrMapOvr>
    <a:masterClrMapping/>
  </p:clrMapOvr>
</p:sldLayout>
</file>

<file path=ppt/slideLayouts/slideLayout4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43899"/>
      </p:ext>
    </p:extLst>
  </p:cSld>
  <p:clrMapOvr>
    <a:masterClrMapping/>
  </p:clrMapOvr>
</p:sldLayout>
</file>

<file path=ppt/slideLayouts/slideLayout4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00666"/>
      </p:ext>
    </p:extLst>
  </p:cSld>
  <p:clrMapOvr>
    <a:masterClrMapping/>
  </p:clrMapOvr>
</p:sldLayout>
</file>

<file path=ppt/slideLayouts/slideLayout4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7713026"/>
      </p:ext>
    </p:extLst>
  </p:cSld>
  <p:clrMapOvr>
    <a:masterClrMapping/>
  </p:clrMapOvr>
</p:sldLayout>
</file>

<file path=ppt/slideLayouts/slideLayout4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9582849"/>
      </p:ext>
    </p:extLst>
  </p:cSld>
  <p:clrMapOvr>
    <a:masterClrMapping/>
  </p:clrMapOvr>
</p:sldLayout>
</file>

<file path=ppt/slideLayouts/slideLayout4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53889891"/>
      </p:ext>
    </p:extLst>
  </p:cSld>
  <p:clrMapOvr>
    <a:masterClrMapping/>
  </p:clrMapOvr>
</p:sldLayout>
</file>

<file path=ppt/slideLayouts/slideLayout4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117663"/>
      </p:ext>
    </p:extLst>
  </p:cSld>
  <p:clrMapOvr>
    <a:masterClrMapping/>
  </p:clrMapOvr>
</p:sldLayout>
</file>

<file path=ppt/slideLayouts/slideLayout4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31845"/>
      </p:ext>
    </p:extLst>
  </p:cSld>
  <p:clrMapOvr>
    <a:masterClrMapping/>
  </p:clrMapOvr>
</p:sldLayout>
</file>

<file path=ppt/slideLayouts/slideLayout47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5118932"/>
      </p:ext>
    </p:extLst>
  </p:cSld>
  <p:clrMapOvr>
    <a:masterClrMapping/>
  </p:clrMapOvr>
</p:sldLayout>
</file>

<file path=ppt/slideLayouts/slideLayout4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496417"/>
      </p:ext>
    </p:extLst>
  </p:cSld>
  <p:clrMapOvr>
    <a:masterClrMapping/>
  </p:clrMapOvr>
</p:sldLayout>
</file>

<file path=ppt/slideLayouts/slideLayout4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343593"/>
      </p:ext>
    </p:extLst>
  </p:cSld>
  <p:clrMapOvr>
    <a:masterClrMapping/>
  </p:clrMapOvr>
</p:sldLayout>
</file>

<file path=ppt/slideLayouts/slideLayout4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152510"/>
      </p:ext>
    </p:extLst>
  </p:cSld>
  <p:clrMapOvr>
    <a:masterClrMapping/>
  </p:clrMapOvr>
</p:sldLayout>
</file>

<file path=ppt/slideLayouts/slideLayout4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020380"/>
      </p:ext>
    </p:extLst>
  </p:cSld>
  <p:clrMapOvr>
    <a:masterClrMapping/>
  </p:clrMapOvr>
</p:sldLayout>
</file>

<file path=ppt/slideLayouts/slideLayout4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122405"/>
      </p:ext>
    </p:extLst>
  </p:cSld>
  <p:clrMapOvr>
    <a:masterClrMapping/>
  </p:clrMapOvr>
</p:sldLayout>
</file>

<file path=ppt/slideLayouts/slideLayout4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665233"/>
      </p:ext>
    </p:extLst>
  </p:cSld>
  <p:clrMapOvr>
    <a:masterClrMapping/>
  </p:clrMapOvr>
</p:sldLayout>
</file>

<file path=ppt/slideLayouts/slideLayout4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031551"/>
      </p:ext>
    </p:extLst>
  </p:cSld>
  <p:clrMapOvr>
    <a:masterClrMapping/>
  </p:clrMapOvr>
</p:sldLayout>
</file>

<file path=ppt/slideLayouts/slideLayout4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576331"/>
      </p:ext>
    </p:extLst>
  </p:cSld>
  <p:clrMapOvr>
    <a:masterClrMapping/>
  </p:clrMapOvr>
</p:sldLayout>
</file>

<file path=ppt/slideLayouts/slideLayout4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7988168"/>
      </p:ext>
    </p:extLst>
  </p:cSld>
  <p:clrMapOvr>
    <a:masterClrMapping/>
  </p:clrMapOvr>
</p:sldLayout>
</file>

<file path=ppt/slideLayouts/slideLayout4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889075"/>
      </p:ext>
    </p:extLst>
  </p:cSld>
  <p:clrMapOvr>
    <a:masterClrMapping/>
  </p:clrMapOvr>
</p:sldLayout>
</file>

<file path=ppt/slideLayouts/slideLayout4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086547"/>
      </p:ext>
    </p:extLst>
  </p:cSld>
  <p:clrMapOvr>
    <a:masterClrMapping/>
  </p:clrMapOvr>
</p:sldLayout>
</file>

<file path=ppt/slideLayouts/slideLayout48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5413681"/>
      </p:ext>
    </p:extLst>
  </p:cSld>
  <p:clrMapOvr>
    <a:masterClrMapping/>
  </p:clrMapOvr>
</p:sldLayout>
</file>

<file path=ppt/slideLayouts/slideLayout4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610917"/>
      </p:ext>
    </p:extLst>
  </p:cSld>
  <p:clrMapOvr>
    <a:masterClrMapping/>
  </p:clrMapOvr>
</p:sldLayout>
</file>

<file path=ppt/slideLayouts/slideLayout4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294632"/>
      </p:ext>
    </p:extLst>
  </p:cSld>
  <p:clrMapOvr>
    <a:masterClrMapping/>
  </p:clrMapOvr>
</p:sldLayout>
</file>

<file path=ppt/slideLayouts/slideLayout4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7331385"/>
      </p:ext>
    </p:extLst>
  </p:cSld>
  <p:clrMapOvr>
    <a:masterClrMapping/>
  </p:clrMapOvr>
</p:sldLayout>
</file>

<file path=ppt/slideLayouts/slideLayout4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420213"/>
      </p:ext>
    </p:extLst>
  </p:cSld>
  <p:clrMapOvr>
    <a:masterClrMapping/>
  </p:clrMapOvr>
</p:sldLayout>
</file>

<file path=ppt/slideLayouts/slideLayout4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501226"/>
      </p:ext>
    </p:extLst>
  </p:cSld>
  <p:clrMapOvr>
    <a:masterClrMapping/>
  </p:clrMapOvr>
</p:sldLayout>
</file>

<file path=ppt/slideLayouts/slideLayout4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567177"/>
      </p:ext>
    </p:extLst>
  </p:cSld>
  <p:clrMapOvr>
    <a:masterClrMapping/>
  </p:clrMapOvr>
</p:sldLayout>
</file>

<file path=ppt/slideLayouts/slideLayout4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6568566"/>
      </p:ext>
    </p:extLst>
  </p:cSld>
  <p:clrMapOvr>
    <a:masterClrMapping/>
  </p:clrMapOvr>
</p:sldLayout>
</file>

<file path=ppt/slideLayouts/slideLayout4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3336591"/>
      </p:ext>
    </p:extLst>
  </p:cSld>
  <p:clrMapOvr>
    <a:masterClrMapping/>
  </p:clrMapOvr>
</p:sldLayout>
</file>

<file path=ppt/slideLayouts/slideLayout4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8388718"/>
      </p:ext>
    </p:extLst>
  </p:cSld>
  <p:clrMapOvr>
    <a:masterClrMapping/>
  </p:clrMapOvr>
</p:sldLayout>
</file>

<file path=ppt/slideLayouts/slideLayout4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860967"/>
      </p:ext>
    </p:extLst>
  </p:cSld>
  <p:clrMapOvr>
    <a:masterClrMapping/>
  </p:clrMapOvr>
</p:sldLayout>
</file>

<file path=ppt/slideLayouts/slideLayout4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287555"/>
      </p:ext>
    </p:extLst>
  </p:cSld>
  <p:clrMapOvr>
    <a:masterClrMapping/>
  </p:clrMapOvr>
</p:sldLayout>
</file>

<file path=ppt/slideLayouts/slideLayout4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852395"/>
      </p:ext>
    </p:extLst>
  </p:cSld>
  <p:clrMapOvr>
    <a:masterClrMapping/>
  </p:clrMapOvr>
</p:sldLayout>
</file>

<file path=ppt/slideLayouts/slideLayout5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181620"/>
      </p:ext>
    </p:extLst>
  </p:cSld>
  <p:clrMapOvr>
    <a:masterClrMapping/>
  </p:clrMapOvr>
</p:sldLayout>
</file>

<file path=ppt/slideLayouts/slideLayout5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9211844"/>
      </p:ext>
    </p:extLst>
  </p:cSld>
  <p:clrMapOvr>
    <a:masterClrMapping/>
  </p:clrMapOvr>
</p:sldLayout>
</file>

<file path=ppt/slideLayouts/slideLayout5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528013"/>
      </p:ext>
    </p:extLst>
  </p:cSld>
  <p:clrMapOvr>
    <a:masterClrMapping/>
  </p:clrMapOvr>
</p:sldLayout>
</file>

<file path=ppt/slideLayouts/slideLayout5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695972"/>
      </p:ext>
    </p:extLst>
  </p:cSld>
  <p:clrMapOvr>
    <a:masterClrMapping/>
  </p:clrMapOvr>
</p:sldLayout>
</file>

<file path=ppt/slideLayouts/slideLayout5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466894"/>
      </p:ext>
    </p:extLst>
  </p:cSld>
  <p:clrMapOvr>
    <a:masterClrMapping/>
  </p:clrMapOvr>
</p:sldLayout>
</file>

<file path=ppt/slideLayouts/slideLayout5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3683049"/>
      </p:ext>
    </p:extLst>
  </p:cSld>
  <p:clrMapOvr>
    <a:masterClrMapping/>
  </p:clrMapOvr>
</p:sldLayout>
</file>

<file path=ppt/slideLayouts/slideLayout5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407616"/>
      </p:ext>
    </p:extLst>
  </p:cSld>
  <p:clrMapOvr>
    <a:masterClrMapping/>
  </p:clrMapOvr>
</p:sldLayout>
</file>

<file path=ppt/slideLayouts/slideLayout5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3124149"/>
      </p:ext>
    </p:extLst>
  </p:cSld>
  <p:clrMapOvr>
    <a:masterClrMapping/>
  </p:clrMapOvr>
</p:sldLayout>
</file>

<file path=ppt/slideLayouts/slideLayout5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814867"/>
      </p:ext>
    </p:extLst>
  </p:cSld>
  <p:clrMapOvr>
    <a:masterClrMapping/>
  </p:clrMapOvr>
</p:sldLayout>
</file>

<file path=ppt/slideLayouts/slideLayout5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279545"/>
      </p:ext>
    </p:extLst>
  </p:cSld>
  <p:clrMapOvr>
    <a:masterClrMapping/>
  </p:clrMapOvr>
</p:sldLayout>
</file>

<file path=ppt/slideLayouts/slideLayout5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197919"/>
      </p:ext>
    </p:extLst>
  </p:cSld>
  <p:clrMapOvr>
    <a:masterClrMapping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581549"/>
      </p:ext>
    </p:extLst>
  </p:cSld>
  <p:clrMapOvr>
    <a:masterClrMapping/>
  </p:clrMapOvr>
</p:sldLayout>
</file>

<file path=ppt/slideLayouts/slideLayout5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695714"/>
      </p:ext>
    </p:extLst>
  </p:cSld>
  <p:clrMapOvr>
    <a:masterClrMapping/>
  </p:clrMapOvr>
</p:sldLayout>
</file>

<file path=ppt/slideLayouts/slideLayout5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128707"/>
      </p:ext>
    </p:extLst>
  </p:cSld>
  <p:clrMapOvr>
    <a:masterClrMapping/>
  </p:clrMapOvr>
</p:sldLayout>
</file>

<file path=ppt/slideLayouts/slideLayout5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10580"/>
      </p:ext>
    </p:extLst>
  </p:cSld>
  <p:clrMapOvr>
    <a:masterClrMapping/>
  </p:clrMapOvr>
</p:sldLayout>
</file>

<file path=ppt/slideLayouts/slideLayout5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596443"/>
      </p:ext>
    </p:extLst>
  </p:cSld>
  <p:clrMapOvr>
    <a:masterClrMapping/>
  </p:clrMapOvr>
</p:sldLayout>
</file>

<file path=ppt/slideLayouts/slideLayout5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766558"/>
      </p:ext>
    </p:extLst>
  </p:cSld>
  <p:clrMapOvr>
    <a:masterClrMapping/>
  </p:clrMapOvr>
</p:sldLayout>
</file>

<file path=ppt/slideLayouts/slideLayout5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646526"/>
      </p:ext>
    </p:extLst>
  </p:cSld>
  <p:clrMapOvr>
    <a:masterClrMapping/>
  </p:clrMapOvr>
</p:sldLayout>
</file>

<file path=ppt/slideLayouts/slideLayout5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9914880"/>
      </p:ext>
    </p:extLst>
  </p:cSld>
  <p:clrMapOvr>
    <a:masterClrMapping/>
  </p:clrMapOvr>
</p:sldLayout>
</file>

<file path=ppt/slideLayouts/slideLayout5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00290"/>
      </p:ext>
    </p:extLst>
  </p:cSld>
  <p:clrMapOvr>
    <a:masterClrMapping/>
  </p:clrMapOvr>
</p:sldLayout>
</file>

<file path=ppt/slideLayouts/slideLayout5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190740"/>
      </p:ext>
    </p:extLst>
  </p:cSld>
  <p:clrMapOvr>
    <a:masterClrMapping/>
  </p:clrMapOvr>
</p:sldLayout>
</file>

<file path=ppt/slideLayouts/slideLayout5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979914"/>
      </p:ext>
    </p:extLst>
  </p:cSld>
  <p:clrMapOvr>
    <a:masterClrMapping/>
  </p:clrMapOvr>
</p:sldLayout>
</file>

<file path=ppt/slideLayouts/slideLayout5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4188896"/>
      </p:ext>
    </p:extLst>
  </p:cSld>
  <p:clrMapOvr>
    <a:masterClrMapping/>
  </p:clrMapOvr>
</p:sldLayout>
</file>

<file path=ppt/slideLayouts/slideLayout5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633684"/>
      </p:ext>
    </p:extLst>
  </p:cSld>
  <p:clrMapOvr>
    <a:masterClrMapping/>
  </p:clrMapOvr>
</p:sldLayout>
</file>

<file path=ppt/slideLayouts/slideLayout5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630448"/>
      </p:ext>
    </p:extLst>
  </p:cSld>
  <p:clrMapOvr>
    <a:masterClrMapping/>
  </p:clrMapOvr>
</p:sldLayout>
</file>

<file path=ppt/slideLayouts/slideLayout5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60705836"/>
      </p:ext>
    </p:extLst>
  </p:cSld>
  <p:clrMapOvr>
    <a:masterClrMapping/>
  </p:clrMapOvr>
</p:sldLayout>
</file>

<file path=ppt/slideLayouts/slideLayout5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054882"/>
      </p:ext>
    </p:extLst>
  </p:cSld>
  <p:clrMapOvr>
    <a:masterClrMapping/>
  </p:clrMapOvr>
</p:sldLayout>
</file>

<file path=ppt/slideLayouts/slideLayout5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816950"/>
      </p:ext>
    </p:extLst>
  </p:cSld>
  <p:clrMapOvr>
    <a:masterClrMapping/>
  </p:clrMapOvr>
</p:sldLayout>
</file>

<file path=ppt/slideLayouts/slideLayout5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38228"/>
      </p:ext>
    </p:extLst>
  </p:cSld>
  <p:clrMapOvr>
    <a:masterClrMapping/>
  </p:clrMapOvr>
</p:sldLayout>
</file>

<file path=ppt/slideLayouts/slideLayout5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026748"/>
      </p:ext>
    </p:extLst>
  </p:cSld>
  <p:clrMapOvr>
    <a:masterClrMapping/>
  </p:clrMapOvr>
</p:sldLayout>
</file>

<file path=ppt/slideLayouts/slideLayout5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1755552"/>
      </p:ext>
    </p:extLst>
  </p:cSld>
  <p:clrMapOvr>
    <a:masterClrMapping/>
  </p:clrMapOvr>
</p:sldLayout>
</file>

<file path=ppt/slideLayouts/slideLayout5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4321944"/>
      </p:ext>
    </p:extLst>
  </p:cSld>
  <p:clrMapOvr>
    <a:masterClrMapping/>
  </p:clrMapOvr>
</p:sldLayout>
</file>

<file path=ppt/slideLayouts/slideLayout5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608599"/>
      </p:ext>
    </p:extLst>
  </p:cSld>
  <p:clrMapOvr>
    <a:masterClrMapping/>
  </p:clrMapOvr>
</p:sldLayout>
</file>

<file path=ppt/slideLayouts/slideLayout5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411881"/>
      </p:ext>
    </p:extLst>
  </p:cSld>
  <p:clrMapOvr>
    <a:masterClrMapping/>
  </p:clrMapOvr>
</p:sldLayout>
</file>

<file path=ppt/slideLayouts/slideLayout5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6239972"/>
      </p:ext>
    </p:extLst>
  </p:cSld>
  <p:clrMapOvr>
    <a:masterClrMapping/>
  </p:clrMapOvr>
</p:sldLayout>
</file>

<file path=ppt/slideLayouts/slideLayout5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245413"/>
      </p:ext>
    </p:extLst>
  </p:cSld>
  <p:clrMapOvr>
    <a:masterClrMapping/>
  </p:clrMapOvr>
</p:sldLayout>
</file>

<file path=ppt/slideLayouts/slideLayout5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609403"/>
      </p:ext>
    </p:extLst>
  </p:cSld>
  <p:clrMapOvr>
    <a:masterClrMapping/>
  </p:clrMapOvr>
</p:sldLayout>
</file>

<file path=ppt/slideLayouts/slideLayout5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65136475"/>
      </p:ext>
    </p:extLst>
  </p:cSld>
  <p:clrMapOvr>
    <a:masterClrMapping/>
  </p:clrMapOvr>
</p:sldLayout>
</file>

<file path=ppt/slideLayouts/slideLayout5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454879"/>
      </p:ext>
    </p:extLst>
  </p:cSld>
  <p:clrMapOvr>
    <a:masterClrMapping/>
  </p:clrMapOvr>
</p:sldLayout>
</file>

<file path=ppt/slideLayouts/slideLayout5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835397"/>
      </p:ext>
    </p:extLst>
  </p:cSld>
  <p:clrMapOvr>
    <a:masterClrMapping/>
  </p:clrMapOvr>
</p:sldLayout>
</file>

<file path=ppt/slideLayouts/slideLayout5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504602"/>
      </p:ext>
    </p:extLst>
  </p:cSld>
  <p:clrMapOvr>
    <a:masterClrMapping/>
  </p:clrMapOvr>
</p:sldLayout>
</file>

<file path=ppt/slideLayouts/slideLayout5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426112"/>
      </p:ext>
    </p:extLst>
  </p:cSld>
  <p:clrMapOvr>
    <a:masterClrMapping/>
  </p:clrMapOvr>
</p:sldLayout>
</file>

<file path=ppt/slideLayouts/slideLayout5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4099353"/>
      </p:ext>
    </p:extLst>
  </p:cSld>
  <p:clrMapOvr>
    <a:masterClrMapping/>
  </p:clrMapOvr>
</p:sldLayout>
</file>

<file path=ppt/slideLayouts/slideLayout5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8276608"/>
      </p:ext>
    </p:extLst>
  </p:cSld>
  <p:clrMapOvr>
    <a:masterClrMapping/>
  </p:clrMapOvr>
</p:sldLayout>
</file>

<file path=ppt/slideLayouts/slideLayout5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14853"/>
      </p:ext>
    </p:extLst>
  </p:cSld>
  <p:clrMapOvr>
    <a:masterClrMapping/>
  </p:clrMapOvr>
</p:sldLayout>
</file>

<file path=ppt/slideLayouts/slideLayout5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061712"/>
      </p:ext>
    </p:extLst>
  </p:cSld>
  <p:clrMapOvr>
    <a:masterClrMapping/>
  </p:clrMapOvr>
</p:sldLayout>
</file>

<file path=ppt/slideLayouts/slideLayout5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409263"/>
      </p:ext>
    </p:extLst>
  </p:cSld>
  <p:clrMapOvr>
    <a:masterClrMapping/>
  </p:clrMapOvr>
</p:sldLayout>
</file>

<file path=ppt/slideLayouts/slideLayout5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053257"/>
      </p:ext>
    </p:extLst>
  </p:cSld>
  <p:clrMapOvr>
    <a:masterClrMapping/>
  </p:clrMapOvr>
</p:sldLayout>
</file>

<file path=ppt/slideLayouts/slideLayout5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684533"/>
      </p:ext>
    </p:extLst>
  </p:cSld>
  <p:clrMapOvr>
    <a:masterClrMapping/>
  </p:clrMapOvr>
</p:sldLayout>
</file>

<file path=ppt/slideLayouts/slideLayout5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0994277"/>
      </p:ext>
    </p:extLst>
  </p:cSld>
  <p:clrMapOvr>
    <a:masterClrMapping/>
  </p:clrMapOvr>
</p:sldLayout>
</file>

<file path=ppt/slideLayouts/slideLayout5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38209"/>
      </p:ext>
    </p:extLst>
  </p:cSld>
  <p:clrMapOvr>
    <a:masterClrMapping/>
  </p:clrMapOvr>
</p:sldLayout>
</file>

<file path=ppt/slideLayouts/slideLayout5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092558"/>
      </p:ext>
    </p:extLst>
  </p:cSld>
  <p:clrMapOvr>
    <a:masterClrMapping/>
  </p:clrMapOvr>
</p:sldLayout>
</file>

<file path=ppt/slideLayouts/slideLayout5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603585"/>
      </p:ext>
    </p:extLst>
  </p:cSld>
  <p:clrMapOvr>
    <a:masterClrMapping/>
  </p:clrMapOvr>
</p:sldLayout>
</file>

<file path=ppt/slideLayouts/slideLayout5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168128"/>
      </p:ext>
    </p:extLst>
  </p:cSld>
  <p:clrMapOvr>
    <a:masterClrMapping/>
  </p:clrMapOvr>
</p:sldLayout>
</file>

<file path=ppt/slideLayouts/slideLayout5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7844154"/>
      </p:ext>
    </p:extLst>
  </p:cSld>
  <p:clrMapOvr>
    <a:masterClrMapping/>
  </p:clrMapOvr>
</p:sldLayout>
</file>

<file path=ppt/slideLayouts/slideLayout5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7657506"/>
      </p:ext>
    </p:extLst>
  </p:cSld>
  <p:clrMapOvr>
    <a:masterClrMapping/>
  </p:clrMapOvr>
</p:sldLayout>
</file>

<file path=ppt/slideLayouts/slideLayout5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891510"/>
      </p:ext>
    </p:extLst>
  </p:cSld>
  <p:clrMapOvr>
    <a:masterClrMapping/>
  </p:clrMapOvr>
</p:sldLayout>
</file>

<file path=ppt/slideLayouts/slideLayout5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969387"/>
      </p:ext>
    </p:extLst>
  </p:cSld>
  <p:clrMapOvr>
    <a:masterClrMapping/>
  </p:clrMapOvr>
</p:sldLayout>
</file>

<file path=ppt/slideLayouts/slideLayout55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7679446"/>
      </p:ext>
    </p:extLst>
  </p:cSld>
  <p:clrMapOvr>
    <a:masterClrMapping/>
  </p:clrMapOvr>
</p:sldLayout>
</file>

<file path=ppt/slideLayouts/slideLayout5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587455"/>
      </p:ext>
    </p:extLst>
  </p:cSld>
  <p:clrMapOvr>
    <a:masterClrMapping/>
  </p:clrMapOvr>
</p:sldLayout>
</file>

<file path=ppt/slideLayouts/slideLayout5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622545"/>
      </p:ext>
    </p:extLst>
  </p:cSld>
  <p:clrMapOvr>
    <a:masterClrMapping/>
  </p:clrMapOvr>
</p:sldLayout>
</file>

<file path=ppt/slideLayouts/slideLayout5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2936760"/>
      </p:ext>
    </p:extLst>
  </p:cSld>
  <p:clrMapOvr>
    <a:masterClrMapping/>
  </p:clrMapOvr>
</p:sldLayout>
</file>

<file path=ppt/slideLayouts/slideLayout5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326142"/>
      </p:ext>
    </p:extLst>
  </p:cSld>
  <p:clrMapOvr>
    <a:masterClrMapping/>
  </p:clrMapOvr>
</p:sldLayout>
</file>

<file path=ppt/slideLayouts/slideLayout5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393375"/>
      </p:ext>
    </p:extLst>
  </p:cSld>
  <p:clrMapOvr>
    <a:masterClrMapping/>
  </p:clrMapOvr>
</p:sldLayout>
</file>

<file path=ppt/slideLayouts/slideLayout5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775868"/>
      </p:ext>
    </p:extLst>
  </p:cSld>
  <p:clrMapOvr>
    <a:masterClrMapping/>
  </p:clrMapOvr>
</p:sldLayout>
</file>

<file path=ppt/slideLayouts/slideLayout5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7304540"/>
      </p:ext>
    </p:extLst>
  </p:cSld>
  <p:clrMapOvr>
    <a:masterClrMapping/>
  </p:clrMapOvr>
</p:sldLayout>
</file>

<file path=ppt/slideLayouts/slideLayout5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5335325"/>
      </p:ext>
    </p:extLst>
  </p:cSld>
  <p:clrMapOvr>
    <a:masterClrMapping/>
  </p:clrMapOvr>
</p:sldLayout>
</file>

<file path=ppt/slideLayouts/slideLayout5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638449"/>
      </p:ext>
    </p:extLst>
  </p:cSld>
  <p:clrMapOvr>
    <a:masterClrMapping/>
  </p:clrMapOvr>
</p:sldLayout>
</file>

<file path=ppt/slideLayouts/slideLayout5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716756"/>
      </p:ext>
    </p:extLst>
  </p:cSld>
  <p:clrMapOvr>
    <a:masterClrMapping/>
  </p:clrMapOvr>
</p:sldLayout>
</file>

<file path=ppt/slideLayouts/slideLayout5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031110"/>
      </p:ext>
    </p:extLst>
  </p:cSld>
  <p:clrMapOvr>
    <a:masterClrMapping/>
  </p:clrMapOvr>
</p:sldLayout>
</file>

<file path=ppt/slideLayouts/slideLayout57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8673726"/>
      </p:ext>
    </p:extLst>
  </p:cSld>
  <p:clrMapOvr>
    <a:masterClrMapping/>
  </p:clrMapOvr>
</p:sldLayout>
</file>

<file path=ppt/slideLayouts/slideLayout5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034835"/>
      </p:ext>
    </p:extLst>
  </p:cSld>
  <p:clrMapOvr>
    <a:masterClrMapping/>
  </p:clrMapOvr>
</p:sldLayout>
</file>

<file path=ppt/slideLayouts/slideLayout5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249554"/>
      </p:ext>
    </p:extLst>
  </p:cSld>
  <p:clrMapOvr>
    <a:masterClrMapping/>
  </p:clrMapOvr>
</p:sldLayout>
</file>

<file path=ppt/slideLayouts/slideLayout5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0299065"/>
      </p:ext>
    </p:extLst>
  </p:cSld>
  <p:clrMapOvr>
    <a:masterClrMapping/>
  </p:clrMapOvr>
</p:sldLayout>
</file>

<file path=ppt/slideLayouts/slideLayout5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656094"/>
      </p:ext>
    </p:extLst>
  </p:cSld>
  <p:clrMapOvr>
    <a:masterClrMapping/>
  </p:clrMapOvr>
</p:sldLayout>
</file>

<file path=ppt/slideLayouts/slideLayout5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462299"/>
      </p:ext>
    </p:extLst>
  </p:cSld>
  <p:clrMapOvr>
    <a:masterClrMapping/>
  </p:clrMapOvr>
</p:sldLayout>
</file>

<file path=ppt/slideLayouts/slideLayout5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637909"/>
      </p:ext>
    </p:extLst>
  </p:cSld>
  <p:clrMapOvr>
    <a:masterClrMapping/>
  </p:clrMapOvr>
</p:sldLayout>
</file>

<file path=ppt/slideLayouts/slideLayout5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6124954"/>
      </p:ext>
    </p:extLst>
  </p:cSld>
  <p:clrMapOvr>
    <a:masterClrMapping/>
  </p:clrMapOvr>
</p:sldLayout>
</file>

<file path=ppt/slideLayouts/slideLayout5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6944061"/>
      </p:ext>
    </p:extLst>
  </p:cSld>
  <p:clrMapOvr>
    <a:masterClrMapping/>
  </p:clrMapOvr>
</p:sldLayout>
</file>

<file path=ppt/slideLayouts/slideLayout5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4498977"/>
      </p:ext>
    </p:extLst>
  </p:cSld>
  <p:clrMapOvr>
    <a:masterClrMapping/>
  </p:clrMapOvr>
</p:sldLayout>
</file>

<file path=ppt/slideLayouts/slideLayout5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991602"/>
      </p:ext>
    </p:extLst>
  </p:cSld>
  <p:clrMapOvr>
    <a:masterClrMapping/>
  </p:clrMapOvr>
</p:sldLayout>
</file>

<file path=ppt/slideLayouts/slideLayout5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425722"/>
      </p:ext>
    </p:extLst>
  </p:cSld>
  <p:clrMapOvr>
    <a:masterClrMapping/>
  </p:clrMapOvr>
</p:sldLayout>
</file>

<file path=ppt/slideLayouts/slideLayout58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9095141"/>
      </p:ext>
    </p:extLst>
  </p:cSld>
  <p:clrMapOvr>
    <a:masterClrMapping/>
  </p:clrMapOvr>
</p:sldLayout>
</file>

<file path=ppt/slideLayouts/slideLayout5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784778"/>
      </p:ext>
    </p:extLst>
  </p:cSld>
  <p:clrMapOvr>
    <a:masterClrMapping/>
  </p:clrMapOvr>
</p:sldLayout>
</file>

<file path=ppt/slideLayouts/slideLayout5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099408"/>
      </p:ext>
    </p:extLst>
  </p:cSld>
  <p:clrMapOvr>
    <a:masterClrMapping/>
  </p:clrMapOvr>
</p:sldLayout>
</file>

<file path=ppt/slideLayouts/slideLayout5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5406149"/>
      </p:ext>
    </p:extLst>
  </p:cSld>
  <p:clrMapOvr>
    <a:masterClrMapping/>
  </p:clrMapOvr>
</p:sldLayout>
</file>

<file path=ppt/slideLayouts/slideLayout5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499213"/>
      </p:ext>
    </p:extLst>
  </p:cSld>
  <p:clrMapOvr>
    <a:masterClrMapping/>
  </p:clrMapOvr>
</p:sldLayout>
</file>

<file path=ppt/slideLayouts/slideLayout5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891763"/>
      </p:ext>
    </p:extLst>
  </p:cSld>
  <p:clrMapOvr>
    <a:masterClrMapping/>
  </p:clrMapOvr>
</p:sldLayout>
</file>

<file path=ppt/slideLayouts/slideLayout5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874375"/>
      </p:ext>
    </p:extLst>
  </p:cSld>
  <p:clrMapOvr>
    <a:masterClrMapping/>
  </p:clrMapOvr>
</p:sldLayout>
</file>

<file path=ppt/slideLayouts/slideLayout5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708607"/>
      </p:ext>
    </p:extLst>
  </p:cSld>
  <p:clrMapOvr>
    <a:masterClrMapping/>
  </p:clrMapOvr>
</p:sldLayout>
</file>

<file path=ppt/slideLayouts/slideLayout5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473619"/>
      </p:ext>
    </p:extLst>
  </p:cSld>
  <p:clrMapOvr>
    <a:masterClrMapping/>
  </p:clrMapOvr>
</p:sldLayout>
</file>

<file path=ppt/slideLayouts/slideLayout5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9273707"/>
      </p:ext>
    </p:extLst>
  </p:cSld>
  <p:clrMapOvr>
    <a:masterClrMapping/>
  </p:clrMapOvr>
</p:sldLayout>
</file>

<file path=ppt/slideLayouts/slideLayout5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808861"/>
      </p:ext>
    </p:extLst>
  </p:cSld>
  <p:clrMapOvr>
    <a:masterClrMapping/>
  </p:clrMapOvr>
</p:sldLayout>
</file>

<file path=ppt/slideLayouts/slideLayout5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036891"/>
      </p:ext>
    </p:extLst>
  </p:cSld>
  <p:clrMapOvr>
    <a:masterClrMapping/>
  </p:clrMapOvr>
</p:sldLayout>
</file>

<file path=ppt/slideLayouts/slideLayout59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2758932"/>
      </p:ext>
    </p:extLst>
  </p:cSld>
  <p:clrMapOvr>
    <a:masterClrMapping/>
  </p:clrMapOvr>
</p:sldLayout>
</file>

<file path=ppt/slideLayouts/slideLayout5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806220"/>
      </p:ext>
    </p:extLst>
  </p:cSld>
  <p:clrMapOvr>
    <a:masterClrMapping/>
  </p:clrMapOvr>
</p:sldLayout>
</file>

<file path=ppt/slideLayouts/slideLayout5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22292"/>
      </p:ext>
    </p:extLst>
  </p:cSld>
  <p:clrMapOvr>
    <a:masterClrMapping/>
  </p:clrMapOvr>
</p:sldLayout>
</file>

<file path=ppt/slideLayouts/slideLayout5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3290944"/>
      </p:ext>
    </p:extLst>
  </p:cSld>
  <p:clrMapOvr>
    <a:masterClrMapping/>
  </p:clrMapOvr>
</p:sldLayout>
</file>

<file path=ppt/slideLayouts/slideLayout59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243651"/>
      </p:ext>
    </p:extLst>
  </p:cSld>
  <p:clrMapOvr>
    <a:masterClrMapping/>
  </p:clrMapOvr>
</p:sldLayout>
</file>

<file path=ppt/slideLayouts/slideLayout59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349282"/>
      </p:ext>
    </p:extLst>
  </p:cSld>
  <p:clrMapOvr>
    <a:masterClrMapping/>
  </p:clrMapOvr>
</p:sldLayout>
</file>

<file path=ppt/slideLayouts/slideLayout6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744425"/>
      </p:ext>
    </p:extLst>
  </p:cSld>
  <p:clrMapOvr>
    <a:masterClrMapping/>
  </p:clrMapOvr>
</p:sldLayout>
</file>

<file path=ppt/slideLayouts/slideLayout6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0435283"/>
      </p:ext>
    </p:extLst>
  </p:cSld>
  <p:clrMapOvr>
    <a:masterClrMapping/>
  </p:clrMapOvr>
</p:sldLayout>
</file>

<file path=ppt/slideLayouts/slideLayout60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452896"/>
      </p:ext>
    </p:extLst>
  </p:cSld>
  <p:clrMapOvr>
    <a:masterClrMapping/>
  </p:clrMapOvr>
</p:sldLayout>
</file>

<file path=ppt/slideLayouts/slideLayout60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5158094"/>
      </p:ext>
    </p:extLst>
  </p:cSld>
  <p:clrMapOvr>
    <a:masterClrMapping/>
  </p:clrMapOvr>
</p:sldLayout>
</file>

<file path=ppt/slideLayouts/slideLayout6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823831"/>
      </p:ext>
    </p:extLst>
  </p:cSld>
  <p:clrMapOvr>
    <a:masterClrMapping/>
  </p:clrMapOvr>
</p:sldLayout>
</file>

<file path=ppt/slideLayouts/slideLayout6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880211"/>
      </p:ext>
    </p:extLst>
  </p:cSld>
  <p:clrMapOvr>
    <a:masterClrMapping/>
  </p:clrMapOvr>
</p:sldLayout>
</file>

<file path=ppt/slideLayouts/slideLayout6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780206"/>
      </p:ext>
    </p:extLst>
  </p:cSld>
  <p:clrMapOvr>
    <a:masterClrMapping/>
  </p:clrMapOvr>
</p:sldLayout>
</file>

<file path=ppt/slideLayouts/slideLayout6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361433"/>
      </p:ext>
    </p:extLst>
  </p:cSld>
  <p:clrMapOvr>
    <a:masterClrMapping/>
  </p:clrMapOvr>
</p:sldLayout>
</file>

<file path=ppt/slideLayouts/slideLayout60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31898868"/>
      </p:ext>
    </p:extLst>
  </p:cSld>
  <p:clrMapOvr>
    <a:masterClrMapping/>
  </p:clrMapOvr>
</p:sldLayout>
</file>

<file path=ppt/slideLayouts/slideLayout60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046959"/>
      </p:ext>
    </p:extLst>
  </p:cSld>
  <p:clrMapOvr>
    <a:masterClrMapping/>
  </p:clrMapOvr>
</p:sldLayout>
</file>

<file path=ppt/slideLayouts/slideLayout6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145113"/>
      </p:ext>
    </p:extLst>
  </p:cSld>
  <p:clrMapOvr>
    <a:masterClrMapping/>
  </p:clrMapOvr>
</p:sldLayout>
</file>

<file path=ppt/slideLayouts/slideLayout6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1126"/>
      </p:ext>
    </p:extLst>
  </p:cSld>
  <p:clrMapOvr>
    <a:masterClrMapping/>
  </p:clrMapOvr>
</p:sldLayout>
</file>

<file path=ppt/slideLayouts/slideLayout6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698789"/>
      </p:ext>
    </p:extLst>
  </p:cSld>
  <p:clrMapOvr>
    <a:masterClrMapping/>
  </p:clrMapOvr>
</p:sldLayout>
</file>

<file path=ppt/slideLayouts/slideLayout6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0765869"/>
      </p:ext>
    </p:extLst>
  </p:cSld>
  <p:clrMapOvr>
    <a:masterClrMapping/>
  </p:clrMapOvr>
</p:sldLayout>
</file>

<file path=ppt/slideLayouts/slideLayout6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5492430"/>
      </p:ext>
    </p:extLst>
  </p:cSld>
  <p:clrMapOvr>
    <a:masterClrMapping/>
  </p:clrMapOvr>
</p:sldLayout>
</file>

<file path=ppt/slideLayouts/slideLayout6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724845"/>
      </p:ext>
    </p:extLst>
  </p:cSld>
  <p:clrMapOvr>
    <a:masterClrMapping/>
  </p:clrMapOvr>
</p:sldLayout>
</file>

<file path=ppt/slideLayouts/slideLayout6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713689"/>
      </p:ext>
    </p:extLst>
  </p:cSld>
  <p:clrMapOvr>
    <a:masterClrMapping/>
  </p:clrMapOvr>
</p:sldLayout>
</file>

<file path=ppt/slideLayouts/slideLayout6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630618"/>
      </p:ext>
    </p:extLst>
  </p:cSld>
  <p:clrMapOvr>
    <a:masterClrMapping/>
  </p:clrMapOvr>
</p:sldLayout>
</file>

<file path=ppt/slideLayouts/slideLayout6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307820"/>
      </p:ext>
    </p:extLst>
  </p:cSld>
  <p:clrMapOvr>
    <a:masterClrMapping/>
  </p:clrMapOvr>
</p:sldLayout>
</file>

<file path=ppt/slideLayouts/slideLayout6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6572714"/>
      </p:ext>
    </p:extLst>
  </p:cSld>
  <p:clrMapOvr>
    <a:masterClrMapping/>
  </p:clrMapOvr>
</p:sldLayout>
</file>

<file path=ppt/slideLayouts/slideLayout6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6251"/>
      </p:ext>
    </p:extLst>
  </p:cSld>
  <p:clrMapOvr>
    <a:masterClrMapping/>
  </p:clrMapOvr>
</p:sldLayout>
</file>

<file path=ppt/slideLayouts/slideLayout6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063293"/>
      </p:ext>
    </p:extLst>
  </p:cSld>
  <p:clrMapOvr>
    <a:masterClrMapping/>
  </p:clrMapOvr>
</p:sldLayout>
</file>

<file path=ppt/slideLayouts/slideLayout6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625324"/>
      </p:ext>
    </p:extLst>
  </p:cSld>
  <p:clrMapOvr>
    <a:masterClrMapping/>
  </p:clrMapOvr>
</p:sldLayout>
</file>

<file path=ppt/slideLayouts/slideLayout6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7621521"/>
      </p:ext>
    </p:extLst>
  </p:cSld>
  <p:clrMapOvr>
    <a:masterClrMapping/>
  </p:clrMapOvr>
</p:sldLayout>
</file>

<file path=ppt/slideLayouts/slideLayout6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8871383"/>
      </p:ext>
    </p:extLst>
  </p:cSld>
  <p:clrMapOvr>
    <a:masterClrMapping/>
  </p:clrMapOvr>
</p:sldLayout>
</file>

<file path=ppt/slideLayouts/slideLayout6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4874590"/>
      </p:ext>
    </p:extLst>
  </p:cSld>
  <p:clrMapOvr>
    <a:masterClrMapping/>
  </p:clrMapOvr>
</p:sldLayout>
</file>

<file path=ppt/slideLayouts/slideLayout6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542233"/>
      </p:ext>
    </p:extLst>
  </p:cSld>
  <p:clrMapOvr>
    <a:masterClrMapping/>
  </p:clrMapOvr>
</p:sldLayout>
</file>

<file path=ppt/slideLayouts/slideLayout6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976767"/>
      </p:ext>
    </p:extLst>
  </p:cSld>
  <p:clrMapOvr>
    <a:masterClrMapping/>
  </p:clrMapOvr>
</p:sldLayout>
</file>

<file path=ppt/slideLayouts/slideLayout6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851214"/>
      </p:ext>
    </p:extLst>
  </p:cSld>
  <p:clrMapOvr>
    <a:masterClrMapping/>
  </p:clrMapOvr>
</p:sldLayout>
</file>

<file path=ppt/slideLayouts/slideLayout6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702588"/>
      </p:ext>
    </p:extLst>
  </p:cSld>
  <p:clrMapOvr>
    <a:masterClrMapping/>
  </p:clrMapOvr>
</p:sldLayout>
</file>

<file path=ppt/slideLayouts/slideLayout6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97143250"/>
      </p:ext>
    </p:extLst>
  </p:cSld>
  <p:clrMapOvr>
    <a:masterClrMapping/>
  </p:clrMapOvr>
</p:sldLayout>
</file>

<file path=ppt/slideLayouts/slideLayout6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387017"/>
      </p:ext>
    </p:extLst>
  </p:cSld>
  <p:clrMapOvr>
    <a:masterClrMapping/>
  </p:clrMapOvr>
</p:sldLayout>
</file>

<file path=ppt/slideLayouts/slideLayout6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642323"/>
      </p:ext>
    </p:extLst>
  </p:cSld>
  <p:clrMapOvr>
    <a:masterClrMapping/>
  </p:clrMapOvr>
</p:sldLayout>
</file>

<file path=ppt/slideLayouts/slideLayout6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29536"/>
      </p:ext>
    </p:extLst>
  </p:cSld>
  <p:clrMapOvr>
    <a:masterClrMapping/>
  </p:clrMapOvr>
</p:sldLayout>
</file>

<file path=ppt/slideLayouts/slideLayout6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4857282"/>
      </p:ext>
    </p:extLst>
  </p:cSld>
  <p:clrMapOvr>
    <a:masterClrMapping/>
  </p:clrMapOvr>
</p:sldLayout>
</file>

<file path=ppt/slideLayouts/slideLayout6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8656755"/>
      </p:ext>
    </p:extLst>
  </p:cSld>
  <p:clrMapOvr>
    <a:masterClrMapping/>
  </p:clrMapOvr>
</p:sldLayout>
</file>

<file path=ppt/slideLayouts/slideLayout6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57553202"/>
      </p:ext>
    </p:extLst>
  </p:cSld>
  <p:clrMapOvr>
    <a:masterClrMapping/>
  </p:clrMapOvr>
</p:sldLayout>
</file>

<file path=ppt/slideLayouts/slideLayout6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513258"/>
      </p:ext>
    </p:extLst>
  </p:cSld>
  <p:clrMapOvr>
    <a:masterClrMapping/>
  </p:clrMapOvr>
</p:sldLayout>
</file>

<file path=ppt/slideLayouts/slideLayout6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237838"/>
      </p:ext>
    </p:extLst>
  </p:cSld>
  <p:clrMapOvr>
    <a:masterClrMapping/>
  </p:clrMapOvr>
</p:sldLayout>
</file>

<file path=ppt/slideLayouts/slideLayout6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160716"/>
      </p:ext>
    </p:extLst>
  </p:cSld>
  <p:clrMapOvr>
    <a:masterClrMapping/>
  </p:clrMapOvr>
</p:sldLayout>
</file>

<file path=ppt/slideLayouts/slideLayout6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847599"/>
      </p:ext>
    </p:extLst>
  </p:cSld>
  <p:clrMapOvr>
    <a:masterClrMapping/>
  </p:clrMapOvr>
</p:sldLayout>
</file>

<file path=ppt/slideLayouts/slideLayout6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4210605"/>
      </p:ext>
    </p:extLst>
  </p:cSld>
  <p:clrMapOvr>
    <a:masterClrMapping/>
  </p:clrMapOvr>
</p:sldLayout>
</file>

<file path=ppt/slideLayouts/slideLayout6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650508"/>
      </p:ext>
    </p:extLst>
  </p:cSld>
  <p:clrMapOvr>
    <a:masterClrMapping/>
  </p:clrMapOvr>
</p:sldLayout>
</file>

<file path=ppt/slideLayouts/slideLayout6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34997"/>
      </p:ext>
    </p:extLst>
  </p:cSld>
  <p:clrMapOvr>
    <a:masterClrMapping/>
  </p:clrMapOvr>
</p:sldLayout>
</file>

<file path=ppt/slideLayouts/slideLayout6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90242"/>
      </p:ext>
    </p:extLst>
  </p:cSld>
  <p:clrMapOvr>
    <a:masterClrMapping/>
  </p:clrMapOvr>
</p:sldLayout>
</file>

<file path=ppt/slideLayouts/slideLayout6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9120128"/>
      </p:ext>
    </p:extLst>
  </p:cSld>
  <p:clrMapOvr>
    <a:masterClrMapping/>
  </p:clrMapOvr>
</p:sldLayout>
</file>

<file path=ppt/slideLayouts/slideLayout6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6037879"/>
      </p:ext>
    </p:extLst>
  </p:cSld>
  <p:clrMapOvr>
    <a:masterClrMapping/>
  </p:clrMapOvr>
</p:sldLayout>
</file>

<file path=ppt/slideLayouts/slideLayout6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4638334"/>
      </p:ext>
    </p:extLst>
  </p:cSld>
  <p:clrMapOvr>
    <a:masterClrMapping/>
  </p:clrMapOvr>
</p:sldLayout>
</file>

<file path=ppt/slideLayouts/slideLayout6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757151"/>
      </p:ext>
    </p:extLst>
  </p:cSld>
  <p:clrMapOvr>
    <a:masterClrMapping/>
  </p:clrMapOvr>
</p:sldLayout>
</file>

<file path=ppt/slideLayouts/slideLayout6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629886"/>
      </p:ext>
    </p:extLst>
  </p:cSld>
  <p:clrMapOvr>
    <a:masterClrMapping/>
  </p:clrMapOvr>
</p:sldLayout>
</file>

<file path=ppt/slideLayouts/slideLayout6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939022"/>
      </p:ext>
    </p:extLst>
  </p:cSld>
  <p:clrMapOvr>
    <a:masterClrMapping/>
  </p:clrMapOvr>
</p:sldLayout>
</file>

<file path=ppt/slideLayouts/slideLayout6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410597"/>
      </p:ext>
    </p:extLst>
  </p:cSld>
  <p:clrMapOvr>
    <a:masterClrMapping/>
  </p:clrMapOvr>
</p:sldLayout>
</file>

<file path=ppt/slideLayouts/slideLayout6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8670067"/>
      </p:ext>
    </p:extLst>
  </p:cSld>
  <p:clrMapOvr>
    <a:masterClrMapping/>
  </p:clrMapOvr>
</p:sldLayout>
</file>

<file path=ppt/slideLayouts/slideLayout6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031658"/>
      </p:ext>
    </p:extLst>
  </p:cSld>
  <p:clrMapOvr>
    <a:masterClrMapping/>
  </p:clrMapOvr>
</p:sldLayout>
</file>

<file path=ppt/slideLayouts/slideLayout6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641480"/>
      </p:ext>
    </p:extLst>
  </p:cSld>
  <p:clrMapOvr>
    <a:masterClrMapping/>
  </p:clrMapOvr>
</p:sldLayout>
</file>

<file path=ppt/slideLayouts/slideLayout6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075798"/>
      </p:ext>
    </p:extLst>
  </p:cSld>
  <p:clrMapOvr>
    <a:masterClrMapping/>
  </p:clrMapOvr>
</p:sldLayout>
</file>

<file path=ppt/slideLayouts/slideLayout6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7210107"/>
      </p:ext>
    </p:extLst>
  </p:cSld>
  <p:clrMapOvr>
    <a:masterClrMapping/>
  </p:clrMapOvr>
</p:sldLayout>
</file>

<file path=ppt/slideLayouts/slideLayout6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819293"/>
      </p:ext>
    </p:extLst>
  </p:cSld>
  <p:clrMapOvr>
    <a:masterClrMapping/>
  </p:clrMapOvr>
</p:sldLayout>
</file>

<file path=ppt/slideLayouts/slideLayout6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4224226"/>
      </p:ext>
    </p:extLst>
  </p:cSld>
  <p:clrMapOvr>
    <a:masterClrMapping/>
  </p:clrMapOvr>
</p:sldLayout>
</file>

<file path=ppt/slideLayouts/slideLayout6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416414"/>
      </p:ext>
    </p:extLst>
  </p:cSld>
  <p:clrMapOvr>
    <a:masterClrMapping/>
  </p:clrMapOvr>
</p:sldLayout>
</file>

<file path=ppt/slideLayouts/slideLayout6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749456"/>
      </p:ext>
    </p:extLst>
  </p:cSld>
  <p:clrMapOvr>
    <a:masterClrMapping/>
  </p:clrMapOvr>
</p:sldLayout>
</file>

<file path=ppt/slideLayouts/slideLayout6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639411"/>
      </p:ext>
    </p:extLst>
  </p:cSld>
  <p:clrMapOvr>
    <a:masterClrMapping/>
  </p:clrMapOvr>
</p:sldLayout>
</file>

<file path=ppt/slideLayouts/slideLayout6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608761"/>
      </p:ext>
    </p:extLst>
  </p:cSld>
  <p:clrMapOvr>
    <a:masterClrMapping/>
  </p:clrMapOvr>
</p:sldLayout>
</file>

<file path=ppt/slideLayouts/slideLayout6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580883"/>
      </p:ext>
    </p:extLst>
  </p:cSld>
  <p:clrMapOvr>
    <a:masterClrMapping/>
  </p:clrMapOvr>
</p:sldLayout>
</file>

<file path=ppt/slideLayouts/slideLayout6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54618"/>
      </p:ext>
    </p:extLst>
  </p:cSld>
  <p:clrMapOvr>
    <a:masterClrMapping/>
  </p:clrMapOvr>
</p:sldLayout>
</file>

<file path=ppt/slideLayouts/slideLayout6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685302"/>
      </p:ext>
    </p:extLst>
  </p:cSld>
  <p:clrMapOvr>
    <a:masterClrMapping/>
  </p:clrMapOvr>
</p:sldLayout>
</file>

<file path=ppt/slideLayouts/slideLayout6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813612"/>
      </p:ext>
    </p:extLst>
  </p:cSld>
  <p:clrMapOvr>
    <a:masterClrMapping/>
  </p:clrMapOvr>
</p:sldLayout>
</file>

<file path=ppt/slideLayouts/slideLayout6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7769744"/>
      </p:ext>
    </p:extLst>
  </p:cSld>
  <p:clrMapOvr>
    <a:masterClrMapping/>
  </p:clrMapOvr>
</p:sldLayout>
</file>

<file path=ppt/slideLayouts/slideLayout6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2087135"/>
      </p:ext>
    </p:extLst>
  </p:cSld>
  <p:clrMapOvr>
    <a:masterClrMapping/>
  </p:clrMapOvr>
</p:sldLayout>
</file>

<file path=ppt/slideLayouts/slideLayout6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3967832"/>
      </p:ext>
    </p:extLst>
  </p:cSld>
  <p:clrMapOvr>
    <a:masterClrMapping/>
  </p:clrMapOvr>
</p:sldLayout>
</file>

<file path=ppt/slideLayouts/slideLayout6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551036"/>
      </p:ext>
    </p:extLst>
  </p:cSld>
  <p:clrMapOvr>
    <a:masterClrMapping/>
  </p:clrMapOvr>
</p:sldLayout>
</file>

<file path=ppt/slideLayouts/slideLayout6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709546"/>
      </p:ext>
    </p:extLst>
  </p:cSld>
  <p:clrMapOvr>
    <a:masterClrMapping/>
  </p:clrMapOvr>
</p:sldLayout>
</file>

<file path=ppt/slideLayouts/slideLayout6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379499"/>
      </p:ext>
    </p:extLst>
  </p:cSld>
  <p:clrMapOvr>
    <a:masterClrMapping/>
  </p:clrMapOvr>
</p:sldLayout>
</file>

<file path=ppt/slideLayouts/slideLayout6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549707"/>
      </p:ext>
    </p:extLst>
  </p:cSld>
  <p:clrMapOvr>
    <a:masterClrMapping/>
  </p:clrMapOvr>
</p:sldLayout>
</file>

<file path=ppt/slideLayouts/slideLayout6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9151135"/>
      </p:ext>
    </p:extLst>
  </p:cSld>
  <p:clrMapOvr>
    <a:masterClrMapping/>
  </p:clrMapOvr>
</p:sldLayout>
</file>

<file path=ppt/slideLayouts/slideLayout6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935751"/>
      </p:ext>
    </p:extLst>
  </p:cSld>
  <p:clrMapOvr>
    <a:masterClrMapping/>
  </p:clrMapOvr>
</p:sldLayout>
</file>

<file path=ppt/slideLayouts/slideLayout6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972635"/>
      </p:ext>
    </p:extLst>
  </p:cSld>
  <p:clrMapOvr>
    <a:masterClrMapping/>
  </p:clrMapOvr>
</p:sldLayout>
</file>

<file path=ppt/slideLayouts/slideLayout6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46493"/>
      </p:ext>
    </p:extLst>
  </p:cSld>
  <p:clrMapOvr>
    <a:masterClrMapping/>
  </p:clrMapOvr>
</p:sldLayout>
</file>

<file path=ppt/slideLayouts/slideLayout6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3121399"/>
      </p:ext>
    </p:extLst>
  </p:cSld>
  <p:clrMapOvr>
    <a:masterClrMapping/>
  </p:clrMapOvr>
</p:sldLayout>
</file>

<file path=ppt/slideLayouts/slideLayout6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3908002"/>
      </p:ext>
    </p:extLst>
  </p:cSld>
  <p:clrMapOvr>
    <a:masterClrMapping/>
  </p:clrMapOvr>
</p:sldLayout>
</file>

<file path=ppt/slideLayouts/slideLayout6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5234893"/>
      </p:ext>
    </p:extLst>
  </p:cSld>
  <p:clrMapOvr>
    <a:masterClrMapping/>
  </p:clrMapOvr>
</p:sldLayout>
</file>

<file path=ppt/slideLayouts/slideLayout6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160652"/>
      </p:ext>
    </p:extLst>
  </p:cSld>
  <p:clrMapOvr>
    <a:masterClrMapping/>
  </p:clrMapOvr>
</p:sldLayout>
</file>

<file path=ppt/slideLayouts/slideLayout6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629364"/>
      </p:ext>
    </p:extLst>
  </p:cSld>
  <p:clrMapOvr>
    <a:masterClrMapping/>
  </p:clrMapOvr>
</p:sldLayout>
</file>

<file path=ppt/slideLayouts/slideLayout6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723614"/>
      </p:ext>
    </p:extLst>
  </p:cSld>
  <p:clrMapOvr>
    <a:masterClrMapping/>
  </p:clrMapOvr>
</p:sldLayout>
</file>

<file path=ppt/slideLayouts/slideLayout6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081409"/>
      </p:ext>
    </p:extLst>
  </p:cSld>
  <p:clrMapOvr>
    <a:masterClrMapping/>
  </p:clrMapOvr>
</p:sldLayout>
</file>

<file path=ppt/slideLayouts/slideLayout6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1461894"/>
      </p:ext>
    </p:extLst>
  </p:cSld>
  <p:clrMapOvr>
    <a:masterClrMapping/>
  </p:clrMapOvr>
</p:sldLayout>
</file>

<file path=ppt/slideLayouts/slideLayout6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359494"/>
      </p:ext>
    </p:extLst>
  </p:cSld>
  <p:clrMapOvr>
    <a:masterClrMapping/>
  </p:clrMapOvr>
</p:sldLayout>
</file>

<file path=ppt/slideLayouts/slideLayout6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636208"/>
      </p:ext>
    </p:extLst>
  </p:cSld>
  <p:clrMapOvr>
    <a:masterClrMapping/>
  </p:clrMapOvr>
</p:sldLayout>
</file>

<file path=ppt/slideLayouts/slideLayout6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988513"/>
      </p:ext>
    </p:extLst>
  </p:cSld>
  <p:clrMapOvr>
    <a:masterClrMapping/>
  </p:clrMapOvr>
</p:sldLayout>
</file>

<file path=ppt/slideLayouts/slideLayout6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7425349"/>
      </p:ext>
    </p:extLst>
  </p:cSld>
  <p:clrMapOvr>
    <a:masterClrMapping/>
  </p:clrMapOvr>
</p:sldLayout>
</file>

<file path=ppt/slideLayouts/slideLayout6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2952800"/>
      </p:ext>
    </p:extLst>
  </p:cSld>
  <p:clrMapOvr>
    <a:masterClrMapping/>
  </p:clrMapOvr>
</p:sldLayout>
</file>

<file path=ppt/slideLayouts/slideLayout6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28157"/>
      </p:ext>
    </p:extLst>
  </p:cSld>
  <p:clrMapOvr>
    <a:masterClrMapping/>
  </p:clrMapOvr>
</p:sldLayout>
</file>

<file path=ppt/slideLayouts/slideLayout6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26910"/>
      </p:ext>
    </p:extLst>
  </p:cSld>
  <p:clrMapOvr>
    <a:masterClrMapping/>
  </p:clrMapOvr>
</p:sldLayout>
</file>

<file path=ppt/slideLayouts/slideLayout6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662397"/>
      </p:ext>
    </p:extLst>
  </p:cSld>
  <p:clrMapOvr>
    <a:masterClrMapping/>
  </p:clrMapOvr>
</p:sldLayout>
</file>

<file path=ppt/slideLayouts/slideLayout6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225540"/>
      </p:ext>
    </p:extLst>
  </p:cSld>
  <p:clrMapOvr>
    <a:masterClrMapping/>
  </p:clrMapOvr>
</p:sldLayout>
</file>

<file path=ppt/slideLayouts/slideLayout6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446595"/>
      </p:ext>
    </p:extLst>
  </p:cSld>
  <p:clrMapOvr>
    <a:masterClrMapping/>
  </p:clrMapOvr>
</p:sldLayout>
</file>

<file path=ppt/slideLayouts/slideLayout69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031791"/>
      </p:ext>
    </p:extLst>
  </p:cSld>
  <p:clrMapOvr>
    <a:masterClrMapping/>
  </p:clrMapOvr>
</p:sldLayout>
</file>

<file path=ppt/slideLayouts/slideLayout69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63749"/>
      </p:ext>
    </p:extLst>
  </p:cSld>
  <p:clrMapOvr>
    <a:masterClrMapping/>
  </p:clrMapOvr>
</p:sldLayout>
</file>

<file path=ppt/slideLayouts/slideLayout69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463464"/>
      </p:ext>
    </p:extLst>
  </p:cSld>
  <p:clrMapOvr>
    <a:masterClrMapping/>
  </p:clrMapOvr>
</p:sldLayout>
</file>

<file path=ppt/slideLayouts/slideLayout6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77455"/>
      </p:ext>
    </p:extLst>
  </p:cSld>
  <p:clrMapOvr>
    <a:masterClrMapping/>
  </p:clrMapOvr>
</p:sldLayout>
</file>

<file path=ppt/slideLayouts/slideLayout7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1829656"/>
      </p:ext>
    </p:extLst>
  </p:cSld>
  <p:clrMapOvr>
    <a:masterClrMapping/>
  </p:clrMapOvr>
</p:sldLayout>
</file>

<file path=ppt/slideLayouts/slideLayout70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8791427"/>
      </p:ext>
    </p:extLst>
  </p:cSld>
  <p:clrMapOvr>
    <a:masterClrMapping/>
  </p:clrMapOvr>
</p:sldLayout>
</file>

<file path=ppt/slideLayouts/slideLayout70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4330781"/>
      </p:ext>
    </p:extLst>
  </p:cSld>
  <p:clrMapOvr>
    <a:masterClrMapping/>
  </p:clrMapOvr>
</p:sldLayout>
</file>

<file path=ppt/slideLayouts/slideLayout7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877695"/>
      </p:ext>
    </p:extLst>
  </p:cSld>
  <p:clrMapOvr>
    <a:masterClrMapping/>
  </p:clrMapOvr>
</p:sldLayout>
</file>

<file path=ppt/slideLayouts/slideLayout7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573346"/>
      </p:ext>
    </p:extLst>
  </p:cSld>
  <p:clrMapOvr>
    <a:masterClrMapping/>
  </p:clrMapOvr>
</p:sldLayout>
</file>

<file path=ppt/slideLayouts/slideLayout7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611761"/>
      </p:ext>
    </p:extLst>
  </p:cSld>
  <p:clrMapOvr>
    <a:masterClrMapping/>
  </p:clrMapOvr>
</p:sldLayout>
</file>

<file path=ppt/slideLayouts/slideLayout7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967417"/>
      </p:ext>
    </p:extLst>
  </p:cSld>
  <p:clrMapOvr>
    <a:masterClrMapping/>
  </p:clrMapOvr>
</p:sldLayout>
</file>

<file path=ppt/slideLayouts/slideLayout70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6684709"/>
      </p:ext>
    </p:extLst>
  </p:cSld>
  <p:clrMapOvr>
    <a:masterClrMapping/>
  </p:clrMapOvr>
</p:sldLayout>
</file>

<file path=ppt/slideLayouts/slideLayout70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705229"/>
      </p:ext>
    </p:extLst>
  </p:cSld>
  <p:clrMapOvr>
    <a:masterClrMapping/>
  </p:clrMapOvr>
</p:sldLayout>
</file>

<file path=ppt/slideLayouts/slideLayout70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281570"/>
      </p:ext>
    </p:extLst>
  </p:cSld>
  <p:clrMapOvr>
    <a:masterClrMapping/>
  </p:clrMapOvr>
</p:sldLayout>
</file>

<file path=ppt/slideLayouts/slideLayout7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34006"/>
      </p:ext>
    </p:extLst>
  </p:cSld>
  <p:clrMapOvr>
    <a:masterClrMapping/>
  </p:clrMapOvr>
</p:sldLayout>
</file>

<file path=ppt/slideLayouts/slideLayout7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930668"/>
      </p:ext>
    </p:extLst>
  </p:cSld>
  <p:clrMapOvr>
    <a:masterClrMapping/>
  </p:clrMapOvr>
</p:sldLayout>
</file>

<file path=ppt/slideLayouts/slideLayout7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3943901"/>
      </p:ext>
    </p:extLst>
  </p:cSld>
  <p:clrMapOvr>
    <a:masterClrMapping/>
  </p:clrMapOvr>
</p:sldLayout>
</file>

<file path=ppt/slideLayouts/slideLayout7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7587782"/>
      </p:ext>
    </p:extLst>
  </p:cSld>
  <p:clrMapOvr>
    <a:masterClrMapping/>
  </p:clrMapOvr>
</p:sldLayout>
</file>

<file path=ppt/slideLayouts/slideLayout7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606200"/>
      </p:ext>
    </p:extLst>
  </p:cSld>
  <p:clrMapOvr>
    <a:masterClrMapping/>
  </p:clrMapOvr>
</p:sldLayout>
</file>

<file path=ppt/slideLayouts/slideLayout7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026014"/>
      </p:ext>
    </p:extLst>
  </p:cSld>
  <p:clrMapOvr>
    <a:masterClrMapping/>
  </p:clrMapOvr>
</p:sldLayout>
</file>

<file path=ppt/slideLayouts/slideLayout7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387316"/>
      </p:ext>
    </p:extLst>
  </p:cSld>
  <p:clrMapOvr>
    <a:masterClrMapping/>
  </p:clrMapOvr>
</p:sldLayout>
</file>

<file path=ppt/slideLayouts/slideLayout7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335097"/>
      </p:ext>
    </p:extLst>
  </p:cSld>
  <p:clrMapOvr>
    <a:masterClrMapping/>
  </p:clrMapOvr>
</p:sldLayout>
</file>

<file path=ppt/slideLayouts/slideLayout7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8604419"/>
      </p:ext>
    </p:extLst>
  </p:cSld>
  <p:clrMapOvr>
    <a:masterClrMapping/>
  </p:clrMapOvr>
</p:sldLayout>
</file>

<file path=ppt/slideLayouts/slideLayout7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526369"/>
      </p:ext>
    </p:extLst>
  </p:cSld>
  <p:clrMapOvr>
    <a:masterClrMapping/>
  </p:clrMapOvr>
</p:sldLayout>
</file>

<file path=ppt/slideLayouts/slideLayout7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11996"/>
      </p:ext>
    </p:extLst>
  </p:cSld>
  <p:clrMapOvr>
    <a:masterClrMapping/>
  </p:clrMapOvr>
</p:sldLayout>
</file>

<file path=ppt/slideLayouts/slideLayout7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217527"/>
      </p:ext>
    </p:extLst>
  </p:cSld>
  <p:clrMapOvr>
    <a:masterClrMapping/>
  </p:clrMapOvr>
</p:sldLayout>
</file>

<file path=ppt/slideLayouts/slideLayout7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220221"/>
      </p:ext>
    </p:extLst>
  </p:cSld>
  <p:clrMapOvr>
    <a:masterClrMapping/>
  </p:clrMapOvr>
</p:sldLayout>
</file>

<file path=ppt/slideLayouts/slideLayout7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7437421"/>
      </p:ext>
    </p:extLst>
  </p:cSld>
  <p:clrMapOvr>
    <a:masterClrMapping/>
  </p:clrMapOvr>
</p:sldLayout>
</file>

<file path=ppt/slideLayouts/slideLayout7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25742667"/>
      </p:ext>
    </p:extLst>
  </p:cSld>
  <p:clrMapOvr>
    <a:masterClrMapping/>
  </p:clrMapOvr>
</p:sldLayout>
</file>

<file path=ppt/slideLayouts/slideLayout7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584114"/>
      </p:ext>
    </p:extLst>
  </p:cSld>
  <p:clrMapOvr>
    <a:masterClrMapping/>
  </p:clrMapOvr>
</p:sldLayout>
</file>

<file path=ppt/slideLayouts/slideLayout7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33004"/>
      </p:ext>
    </p:extLst>
  </p:cSld>
  <p:clrMapOvr>
    <a:masterClrMapping/>
  </p:clrMapOvr>
</p:sldLayout>
</file>

<file path=ppt/slideLayouts/slideLayout7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177" y="2514600"/>
            <a:ext cx="9144000" cy="2514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3875" y="1500426"/>
            <a:ext cx="7477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Microsoft</a:t>
            </a:r>
            <a:r>
              <a:rPr lang="en-US" baseline="100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®</a:t>
            </a:r>
            <a:r>
              <a:rPr lang="en-US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 Light" pitchFamily="34" charset="0"/>
                <a:ea typeface="Segoe UI" pitchFamily="34" charset="0"/>
                <a:cs typeface="Segoe UI" pitchFamily="34" charset="0"/>
              </a:rPr>
              <a:t>Official Course</a:t>
            </a:r>
            <a:endParaRPr lang="en-US" sz="4800" dirty="0">
              <a:solidFill>
                <a:schemeClr val="tx1">
                  <a:lumMod val="65000"/>
                  <a:lumOff val="35000"/>
                </a:schemeClr>
              </a:solidFill>
              <a:latin typeface="Segoe UI Light" pitchFamily="34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tx1">
                <a:lumMod val="85000"/>
                <a:lumOff val="1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48400"/>
            <a:ext cx="1413823" cy="230205"/>
          </a:xfrm>
          <a:prstGeom prst="rect">
            <a:avLst/>
          </a:prstGeom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514600"/>
            <a:ext cx="3063240" cy="2514600"/>
          </a:xfrm>
          <a:prstGeom prst="rect">
            <a:avLst/>
          </a:prstGeom>
        </p:spPr>
      </p:pic>
      <p:sp>
        <p:nvSpPr>
          <p:cNvPr id="726019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3106782" y="2774735"/>
            <a:ext cx="5732417" cy="1129607"/>
          </a:xfrm>
          <a:ln algn="ctr"/>
        </p:spPr>
        <p:txBody>
          <a:bodyPr wrap="square" tIns="0" rIns="0" bIns="0">
            <a:spAutoFit/>
          </a:bodyPr>
          <a:lstStyle>
            <a:lvl1pPr algn="l">
              <a:spcBef>
                <a:spcPct val="60000"/>
              </a:spcBef>
              <a:buClr>
                <a:schemeClr val="hlink"/>
              </a:buClr>
              <a:buSzPct val="90000"/>
              <a:buFontTx/>
              <a:buNone/>
              <a:defRPr sz="8400" baseline="0">
                <a:solidFill>
                  <a:schemeClr val="bg1"/>
                </a:solidFill>
                <a:latin typeface="Segoe Light" pitchFamily="34" charset="0"/>
              </a:defRPr>
            </a:lvl1pPr>
          </a:lstStyle>
          <a:p>
            <a:r>
              <a:rPr lang="en-US" dirty="0" smtClean="0"/>
              <a:t>Course #</a:t>
            </a:r>
            <a:endParaRPr lang="en-US" dirty="0"/>
          </a:p>
        </p:txBody>
      </p:sp>
      <p:sp>
        <p:nvSpPr>
          <p:cNvPr id="726020" name="Rectangle 4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3121297" y="3925328"/>
            <a:ext cx="5775960" cy="1103872"/>
          </a:xfrm>
        </p:spPr>
        <p:txBody>
          <a:bodyPr lIns="91440" tIns="45720" rIns="91440" bIns="45720"/>
          <a:lstStyle>
            <a:lvl1pPr marL="0" indent="0" algn="l">
              <a:lnSpc>
                <a:spcPct val="95000"/>
              </a:lnSpc>
              <a:spcBef>
                <a:spcPct val="60000"/>
              </a:spcBef>
              <a:buFontTx/>
              <a:buNone/>
              <a:defRPr sz="2800"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679196"/>
      </p:ext>
    </p:extLst>
  </p:cSld>
  <p:clrMapOvr>
    <a:masterClrMapping/>
  </p:clrMapOvr>
</p:sldLayout>
</file>

<file path=ppt/slideLayouts/slideLayout7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085172"/>
      </p:ext>
    </p:extLst>
  </p:cSld>
  <p:clrMapOvr>
    <a:masterClrMapping/>
  </p:clrMapOvr>
</p:sldLayout>
</file>

<file path=ppt/slideLayouts/slideLayout7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2647324"/>
      </p:ext>
    </p:extLst>
  </p:cSld>
  <p:clrMapOvr>
    <a:masterClrMapping/>
  </p:clrMapOvr>
</p:sldLayout>
</file>

<file path=ppt/slideLayouts/slideLayout7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992188"/>
            <a:ext cx="3798887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0075" y="992188"/>
            <a:ext cx="3800475" cy="4386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560692"/>
      </p:ext>
    </p:extLst>
  </p:cSld>
  <p:clrMapOvr>
    <a:masterClrMapping/>
  </p:clrMapOvr>
</p:sldLayout>
</file>

<file path=ppt/slideLayouts/slideLayout7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0772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45471"/>
      </p:ext>
    </p:extLst>
  </p:cSld>
  <p:clrMapOvr>
    <a:masterClrMapping/>
  </p:clrMapOvr>
</p:sldLayout>
</file>

<file path=ppt/slideLayouts/slideLayout7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353014"/>
      </p:ext>
    </p:extLst>
  </p:cSld>
  <p:clrMapOvr>
    <a:masterClrMapping/>
  </p:clrMapOvr>
</p:sldLayout>
</file>

<file path=ppt/slideLayouts/slideLayout7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0474313"/>
      </p:ext>
    </p:extLst>
  </p:cSld>
  <p:clrMapOvr>
    <a:masterClrMapping/>
  </p:clrMapOvr>
</p:sldLayout>
</file>

<file path=ppt/slideLayouts/slideLayout7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t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8861515"/>
      </p:ext>
    </p:extLst>
  </p:cSld>
  <p:clrMapOvr>
    <a:masterClrMapping/>
  </p:clrMapOvr>
</p:sldLayout>
</file>

<file path=ppt/slideLayouts/slideLayout7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3137471"/>
      </p:ext>
    </p:extLst>
  </p:cSld>
  <p:clrMapOvr>
    <a:masterClrMapping/>
  </p:clrMapOvr>
</p:sldLayout>
</file>

<file path=ppt/slideLayouts/slideLayout7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705542"/>
      </p:ext>
    </p:extLst>
  </p:cSld>
  <p:clrMapOvr>
    <a:masterClrMapping/>
  </p:clrMapOvr>
</p:sldLayout>
</file>

<file path=ppt/slideLayouts/slideLayout7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91263" y="0"/>
            <a:ext cx="1943100" cy="5378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8788" y="0"/>
            <a:ext cx="5680075" cy="5378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223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8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0.xml"/><Relationship Id="rId3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9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4.xml"/><Relationship Id="rId1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93.xml"/><Relationship Id="rId5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92.xml"/><Relationship Id="rId4" Type="http://schemas.openxmlformats.org/officeDocument/2006/relationships/slideLayout" Target="../slideLayouts/slideLayout86.xml"/><Relationship Id="rId9" Type="http://schemas.openxmlformats.org/officeDocument/2006/relationships/slideLayout" Target="../slideLayouts/slideLayout91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1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96.xml"/><Relationship Id="rId7" Type="http://schemas.openxmlformats.org/officeDocument/2006/relationships/slideLayout" Target="../slideLayouts/slideLayout100.xml"/><Relationship Id="rId12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95.xml"/><Relationship Id="rId1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9.xml"/><Relationship Id="rId11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97.xml"/><Relationship Id="rId9" Type="http://schemas.openxmlformats.org/officeDocument/2006/relationships/slideLayout" Target="../slideLayouts/slideLayout102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3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7.xml"/><Relationship Id="rId2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4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5.xml"/><Relationship Id="rId13" Type="http://schemas.openxmlformats.org/officeDocument/2006/relationships/theme" Target="../theme/theme11.xml"/><Relationship Id="rId3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124.xml"/><Relationship Id="rId12" Type="http://schemas.openxmlformats.org/officeDocument/2006/relationships/slideLayout" Target="../slideLayouts/slideLayout129.xml"/><Relationship Id="rId2" Type="http://schemas.openxmlformats.org/officeDocument/2006/relationships/slideLayout" Target="../slideLayouts/slideLayout119.xml"/><Relationship Id="rId1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6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7.xml"/><Relationship Id="rId13" Type="http://schemas.openxmlformats.org/officeDocument/2006/relationships/theme" Target="../theme/theme12.xml"/><Relationship Id="rId3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6.xml"/><Relationship Id="rId12" Type="http://schemas.openxmlformats.org/officeDocument/2006/relationships/slideLayout" Target="../slideLayouts/slideLayout141.xml"/><Relationship Id="rId2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30.xml"/><Relationship Id="rId6" Type="http://schemas.openxmlformats.org/officeDocument/2006/relationships/slideLayout" Target="../slideLayouts/slideLayout135.xml"/><Relationship Id="rId11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134.xml"/><Relationship Id="rId10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133.xml"/><Relationship Id="rId9" Type="http://schemas.openxmlformats.org/officeDocument/2006/relationships/slideLayout" Target="../slideLayouts/slideLayout138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9.xml"/><Relationship Id="rId13" Type="http://schemas.openxmlformats.org/officeDocument/2006/relationships/theme" Target="../theme/theme13.xml"/><Relationship Id="rId3" Type="http://schemas.openxmlformats.org/officeDocument/2006/relationships/slideLayout" Target="../slideLayouts/slideLayout144.xml"/><Relationship Id="rId7" Type="http://schemas.openxmlformats.org/officeDocument/2006/relationships/slideLayout" Target="../slideLayouts/slideLayout148.xml"/><Relationship Id="rId12" Type="http://schemas.openxmlformats.org/officeDocument/2006/relationships/slideLayout" Target="../slideLayouts/slideLayout153.xml"/><Relationship Id="rId2" Type="http://schemas.openxmlformats.org/officeDocument/2006/relationships/slideLayout" Target="../slideLayouts/slideLayout143.xml"/><Relationship Id="rId1" Type="http://schemas.openxmlformats.org/officeDocument/2006/relationships/slideLayout" Target="../slideLayouts/slideLayout142.xml"/><Relationship Id="rId6" Type="http://schemas.openxmlformats.org/officeDocument/2006/relationships/slideLayout" Target="../slideLayouts/slideLayout147.xml"/><Relationship Id="rId11" Type="http://schemas.openxmlformats.org/officeDocument/2006/relationships/slideLayout" Target="../slideLayouts/slideLayout152.xml"/><Relationship Id="rId5" Type="http://schemas.openxmlformats.org/officeDocument/2006/relationships/slideLayout" Target="../slideLayouts/slideLayout146.xml"/><Relationship Id="rId10" Type="http://schemas.openxmlformats.org/officeDocument/2006/relationships/slideLayout" Target="../slideLayouts/slideLayout151.xml"/><Relationship Id="rId4" Type="http://schemas.openxmlformats.org/officeDocument/2006/relationships/slideLayout" Target="../slideLayouts/slideLayout145.xml"/><Relationship Id="rId9" Type="http://schemas.openxmlformats.org/officeDocument/2006/relationships/slideLayout" Target="../slideLayouts/slideLayout150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1.xml"/><Relationship Id="rId13" Type="http://schemas.openxmlformats.org/officeDocument/2006/relationships/theme" Target="../theme/theme14.xml"/><Relationship Id="rId3" Type="http://schemas.openxmlformats.org/officeDocument/2006/relationships/slideLayout" Target="../slideLayouts/slideLayout156.xml"/><Relationship Id="rId7" Type="http://schemas.openxmlformats.org/officeDocument/2006/relationships/slideLayout" Target="../slideLayouts/slideLayout160.xml"/><Relationship Id="rId12" Type="http://schemas.openxmlformats.org/officeDocument/2006/relationships/slideLayout" Target="../slideLayouts/slideLayout165.xml"/><Relationship Id="rId2" Type="http://schemas.openxmlformats.org/officeDocument/2006/relationships/slideLayout" Target="../slideLayouts/slideLayout155.xml"/><Relationship Id="rId1" Type="http://schemas.openxmlformats.org/officeDocument/2006/relationships/slideLayout" Target="../slideLayouts/slideLayout154.xml"/><Relationship Id="rId6" Type="http://schemas.openxmlformats.org/officeDocument/2006/relationships/slideLayout" Target="../slideLayouts/slideLayout159.xml"/><Relationship Id="rId11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58.xml"/><Relationship Id="rId10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57.xml"/><Relationship Id="rId9" Type="http://schemas.openxmlformats.org/officeDocument/2006/relationships/slideLayout" Target="../slideLayouts/slideLayout162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3.xml"/><Relationship Id="rId13" Type="http://schemas.openxmlformats.org/officeDocument/2006/relationships/theme" Target="../theme/theme15.xml"/><Relationship Id="rId3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72.xml"/><Relationship Id="rId12" Type="http://schemas.openxmlformats.org/officeDocument/2006/relationships/slideLayout" Target="../slideLayouts/slideLayout177.xml"/><Relationship Id="rId2" Type="http://schemas.openxmlformats.org/officeDocument/2006/relationships/slideLayout" Target="../slideLayouts/slideLayout167.xml"/><Relationship Id="rId1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71.xml"/><Relationship Id="rId11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0.xml"/><Relationship Id="rId10" Type="http://schemas.openxmlformats.org/officeDocument/2006/relationships/slideLayout" Target="../slideLayouts/slideLayout175.xml"/><Relationship Id="rId4" Type="http://schemas.openxmlformats.org/officeDocument/2006/relationships/slideLayout" Target="../slideLayouts/slideLayout169.xml"/><Relationship Id="rId9" Type="http://schemas.openxmlformats.org/officeDocument/2006/relationships/slideLayout" Target="../slideLayouts/slideLayout174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5.xml"/><Relationship Id="rId13" Type="http://schemas.openxmlformats.org/officeDocument/2006/relationships/theme" Target="../theme/theme16.xml"/><Relationship Id="rId3" Type="http://schemas.openxmlformats.org/officeDocument/2006/relationships/slideLayout" Target="../slideLayouts/slideLayout180.xml"/><Relationship Id="rId7" Type="http://schemas.openxmlformats.org/officeDocument/2006/relationships/slideLayout" Target="../slideLayouts/slideLayout184.xml"/><Relationship Id="rId12" Type="http://schemas.openxmlformats.org/officeDocument/2006/relationships/slideLayout" Target="../slideLayouts/slideLayout189.xml"/><Relationship Id="rId2" Type="http://schemas.openxmlformats.org/officeDocument/2006/relationships/slideLayout" Target="../slideLayouts/slideLayout179.xml"/><Relationship Id="rId1" Type="http://schemas.openxmlformats.org/officeDocument/2006/relationships/slideLayout" Target="../slideLayouts/slideLayout178.xml"/><Relationship Id="rId6" Type="http://schemas.openxmlformats.org/officeDocument/2006/relationships/slideLayout" Target="../slideLayouts/slideLayout183.xml"/><Relationship Id="rId11" Type="http://schemas.openxmlformats.org/officeDocument/2006/relationships/slideLayout" Target="../slideLayouts/slideLayout188.xml"/><Relationship Id="rId5" Type="http://schemas.openxmlformats.org/officeDocument/2006/relationships/slideLayout" Target="../slideLayouts/slideLayout182.xml"/><Relationship Id="rId10" Type="http://schemas.openxmlformats.org/officeDocument/2006/relationships/slideLayout" Target="../slideLayouts/slideLayout187.xml"/><Relationship Id="rId4" Type="http://schemas.openxmlformats.org/officeDocument/2006/relationships/slideLayout" Target="../slideLayouts/slideLayout181.xml"/><Relationship Id="rId9" Type="http://schemas.openxmlformats.org/officeDocument/2006/relationships/slideLayout" Target="../slideLayouts/slideLayout186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7.xml"/><Relationship Id="rId13" Type="http://schemas.openxmlformats.org/officeDocument/2006/relationships/theme" Target="../theme/theme17.xml"/><Relationship Id="rId3" Type="http://schemas.openxmlformats.org/officeDocument/2006/relationships/slideLayout" Target="../slideLayouts/slideLayout192.xml"/><Relationship Id="rId7" Type="http://schemas.openxmlformats.org/officeDocument/2006/relationships/slideLayout" Target="../slideLayouts/slideLayout196.xml"/><Relationship Id="rId12" Type="http://schemas.openxmlformats.org/officeDocument/2006/relationships/slideLayout" Target="../slideLayouts/slideLayout201.xml"/><Relationship Id="rId2" Type="http://schemas.openxmlformats.org/officeDocument/2006/relationships/slideLayout" Target="../slideLayouts/slideLayout191.xml"/><Relationship Id="rId1" Type="http://schemas.openxmlformats.org/officeDocument/2006/relationships/slideLayout" Target="../slideLayouts/slideLayout190.xml"/><Relationship Id="rId6" Type="http://schemas.openxmlformats.org/officeDocument/2006/relationships/slideLayout" Target="../slideLayouts/slideLayout195.xml"/><Relationship Id="rId11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194.xml"/><Relationship Id="rId10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193.xml"/><Relationship Id="rId9" Type="http://schemas.openxmlformats.org/officeDocument/2006/relationships/slideLayout" Target="../slideLayouts/slideLayout198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9.xml"/><Relationship Id="rId13" Type="http://schemas.openxmlformats.org/officeDocument/2006/relationships/theme" Target="../theme/theme18.xml"/><Relationship Id="rId3" Type="http://schemas.openxmlformats.org/officeDocument/2006/relationships/slideLayout" Target="../slideLayouts/slideLayout204.xml"/><Relationship Id="rId7" Type="http://schemas.openxmlformats.org/officeDocument/2006/relationships/slideLayout" Target="../slideLayouts/slideLayout208.xml"/><Relationship Id="rId12" Type="http://schemas.openxmlformats.org/officeDocument/2006/relationships/slideLayout" Target="../slideLayouts/slideLayout213.xml"/><Relationship Id="rId2" Type="http://schemas.openxmlformats.org/officeDocument/2006/relationships/slideLayout" Target="../slideLayouts/slideLayout203.xml"/><Relationship Id="rId1" Type="http://schemas.openxmlformats.org/officeDocument/2006/relationships/slideLayout" Target="../slideLayouts/slideLayout202.xml"/><Relationship Id="rId6" Type="http://schemas.openxmlformats.org/officeDocument/2006/relationships/slideLayout" Target="../slideLayouts/slideLayout207.xml"/><Relationship Id="rId11" Type="http://schemas.openxmlformats.org/officeDocument/2006/relationships/slideLayout" Target="../slideLayouts/slideLayout212.xml"/><Relationship Id="rId5" Type="http://schemas.openxmlformats.org/officeDocument/2006/relationships/slideLayout" Target="../slideLayouts/slideLayout206.xml"/><Relationship Id="rId10" Type="http://schemas.openxmlformats.org/officeDocument/2006/relationships/slideLayout" Target="../slideLayouts/slideLayout211.xml"/><Relationship Id="rId4" Type="http://schemas.openxmlformats.org/officeDocument/2006/relationships/slideLayout" Target="../slideLayouts/slideLayout205.xml"/><Relationship Id="rId9" Type="http://schemas.openxmlformats.org/officeDocument/2006/relationships/slideLayout" Target="../slideLayouts/slideLayout210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1.xml"/><Relationship Id="rId13" Type="http://schemas.openxmlformats.org/officeDocument/2006/relationships/theme" Target="../theme/theme19.xml"/><Relationship Id="rId3" Type="http://schemas.openxmlformats.org/officeDocument/2006/relationships/slideLayout" Target="../slideLayouts/slideLayout216.xml"/><Relationship Id="rId7" Type="http://schemas.openxmlformats.org/officeDocument/2006/relationships/slideLayout" Target="../slideLayouts/slideLayout220.xml"/><Relationship Id="rId12" Type="http://schemas.openxmlformats.org/officeDocument/2006/relationships/slideLayout" Target="../slideLayouts/slideLayout225.xml"/><Relationship Id="rId2" Type="http://schemas.openxmlformats.org/officeDocument/2006/relationships/slideLayout" Target="../slideLayouts/slideLayout215.xml"/><Relationship Id="rId1" Type="http://schemas.openxmlformats.org/officeDocument/2006/relationships/slideLayout" Target="../slideLayouts/slideLayout214.xml"/><Relationship Id="rId6" Type="http://schemas.openxmlformats.org/officeDocument/2006/relationships/slideLayout" Target="../slideLayouts/slideLayout219.xml"/><Relationship Id="rId11" Type="http://schemas.openxmlformats.org/officeDocument/2006/relationships/slideLayout" Target="../slideLayouts/slideLayout224.xml"/><Relationship Id="rId5" Type="http://schemas.openxmlformats.org/officeDocument/2006/relationships/slideLayout" Target="../slideLayouts/slideLayout218.xml"/><Relationship Id="rId10" Type="http://schemas.openxmlformats.org/officeDocument/2006/relationships/slideLayout" Target="../slideLayouts/slideLayout223.xml"/><Relationship Id="rId4" Type="http://schemas.openxmlformats.org/officeDocument/2006/relationships/slideLayout" Target="../slideLayouts/slideLayout217.xml"/><Relationship Id="rId9" Type="http://schemas.openxmlformats.org/officeDocument/2006/relationships/slideLayout" Target="../slideLayouts/slideLayout222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3.xml"/><Relationship Id="rId13" Type="http://schemas.openxmlformats.org/officeDocument/2006/relationships/theme" Target="../theme/theme20.xml"/><Relationship Id="rId3" Type="http://schemas.openxmlformats.org/officeDocument/2006/relationships/slideLayout" Target="../slideLayouts/slideLayout228.xml"/><Relationship Id="rId7" Type="http://schemas.openxmlformats.org/officeDocument/2006/relationships/slideLayout" Target="../slideLayouts/slideLayout232.xml"/><Relationship Id="rId12" Type="http://schemas.openxmlformats.org/officeDocument/2006/relationships/slideLayout" Target="../slideLayouts/slideLayout237.xml"/><Relationship Id="rId2" Type="http://schemas.openxmlformats.org/officeDocument/2006/relationships/slideLayout" Target="../slideLayouts/slideLayout227.xml"/><Relationship Id="rId1" Type="http://schemas.openxmlformats.org/officeDocument/2006/relationships/slideLayout" Target="../slideLayouts/slideLayout226.xml"/><Relationship Id="rId6" Type="http://schemas.openxmlformats.org/officeDocument/2006/relationships/slideLayout" Target="../slideLayouts/slideLayout231.xml"/><Relationship Id="rId11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0.xml"/><Relationship Id="rId10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29.xml"/><Relationship Id="rId9" Type="http://schemas.openxmlformats.org/officeDocument/2006/relationships/slideLayout" Target="../slideLayouts/slideLayout234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5.xml"/><Relationship Id="rId3" Type="http://schemas.openxmlformats.org/officeDocument/2006/relationships/slideLayout" Target="../slideLayouts/slideLayout240.xml"/><Relationship Id="rId7" Type="http://schemas.openxmlformats.org/officeDocument/2006/relationships/slideLayout" Target="../slideLayouts/slideLayout244.xml"/><Relationship Id="rId12" Type="http://schemas.openxmlformats.org/officeDocument/2006/relationships/theme" Target="../theme/theme21.xml"/><Relationship Id="rId2" Type="http://schemas.openxmlformats.org/officeDocument/2006/relationships/slideLayout" Target="../slideLayouts/slideLayout239.xml"/><Relationship Id="rId1" Type="http://schemas.openxmlformats.org/officeDocument/2006/relationships/slideLayout" Target="../slideLayouts/slideLayout238.xml"/><Relationship Id="rId6" Type="http://schemas.openxmlformats.org/officeDocument/2006/relationships/slideLayout" Target="../slideLayouts/slideLayout243.xml"/><Relationship Id="rId11" Type="http://schemas.openxmlformats.org/officeDocument/2006/relationships/slideLayout" Target="../slideLayouts/slideLayout248.xml"/><Relationship Id="rId5" Type="http://schemas.openxmlformats.org/officeDocument/2006/relationships/slideLayout" Target="../slideLayouts/slideLayout242.xml"/><Relationship Id="rId10" Type="http://schemas.openxmlformats.org/officeDocument/2006/relationships/slideLayout" Target="../slideLayouts/slideLayout247.xml"/><Relationship Id="rId4" Type="http://schemas.openxmlformats.org/officeDocument/2006/relationships/slideLayout" Target="../slideLayouts/slideLayout241.xml"/><Relationship Id="rId9" Type="http://schemas.openxmlformats.org/officeDocument/2006/relationships/slideLayout" Target="../slideLayouts/slideLayout246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6.xml"/><Relationship Id="rId13" Type="http://schemas.openxmlformats.org/officeDocument/2006/relationships/theme" Target="../theme/theme22.xml"/><Relationship Id="rId3" Type="http://schemas.openxmlformats.org/officeDocument/2006/relationships/slideLayout" Target="../slideLayouts/slideLayout251.xml"/><Relationship Id="rId7" Type="http://schemas.openxmlformats.org/officeDocument/2006/relationships/slideLayout" Target="../slideLayouts/slideLayout255.xml"/><Relationship Id="rId12" Type="http://schemas.openxmlformats.org/officeDocument/2006/relationships/slideLayout" Target="../slideLayouts/slideLayout260.xml"/><Relationship Id="rId2" Type="http://schemas.openxmlformats.org/officeDocument/2006/relationships/slideLayout" Target="../slideLayouts/slideLayout250.xml"/><Relationship Id="rId1" Type="http://schemas.openxmlformats.org/officeDocument/2006/relationships/slideLayout" Target="../slideLayouts/slideLayout249.xml"/><Relationship Id="rId6" Type="http://schemas.openxmlformats.org/officeDocument/2006/relationships/slideLayout" Target="../slideLayouts/slideLayout254.xml"/><Relationship Id="rId11" Type="http://schemas.openxmlformats.org/officeDocument/2006/relationships/slideLayout" Target="../slideLayouts/slideLayout259.xml"/><Relationship Id="rId5" Type="http://schemas.openxmlformats.org/officeDocument/2006/relationships/slideLayout" Target="../slideLayouts/slideLayout253.xml"/><Relationship Id="rId10" Type="http://schemas.openxmlformats.org/officeDocument/2006/relationships/slideLayout" Target="../slideLayouts/slideLayout258.xml"/><Relationship Id="rId4" Type="http://schemas.openxmlformats.org/officeDocument/2006/relationships/slideLayout" Target="../slideLayouts/slideLayout252.xml"/><Relationship Id="rId9" Type="http://schemas.openxmlformats.org/officeDocument/2006/relationships/slideLayout" Target="../slideLayouts/slideLayout257.xml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8.xml"/><Relationship Id="rId13" Type="http://schemas.openxmlformats.org/officeDocument/2006/relationships/theme" Target="../theme/theme23.xml"/><Relationship Id="rId3" Type="http://schemas.openxmlformats.org/officeDocument/2006/relationships/slideLayout" Target="../slideLayouts/slideLayout263.xml"/><Relationship Id="rId7" Type="http://schemas.openxmlformats.org/officeDocument/2006/relationships/slideLayout" Target="../slideLayouts/slideLayout267.xml"/><Relationship Id="rId12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62.xml"/><Relationship Id="rId1" Type="http://schemas.openxmlformats.org/officeDocument/2006/relationships/slideLayout" Target="../slideLayouts/slideLayout261.xml"/><Relationship Id="rId6" Type="http://schemas.openxmlformats.org/officeDocument/2006/relationships/slideLayout" Target="../slideLayouts/slideLayout266.xml"/><Relationship Id="rId11" Type="http://schemas.openxmlformats.org/officeDocument/2006/relationships/slideLayout" Target="../slideLayouts/slideLayout271.xml"/><Relationship Id="rId5" Type="http://schemas.openxmlformats.org/officeDocument/2006/relationships/slideLayout" Target="../slideLayouts/slideLayout265.xml"/><Relationship Id="rId10" Type="http://schemas.openxmlformats.org/officeDocument/2006/relationships/slideLayout" Target="../slideLayouts/slideLayout270.xml"/><Relationship Id="rId4" Type="http://schemas.openxmlformats.org/officeDocument/2006/relationships/slideLayout" Target="../slideLayouts/slideLayout264.xml"/><Relationship Id="rId9" Type="http://schemas.openxmlformats.org/officeDocument/2006/relationships/slideLayout" Target="../slideLayouts/slideLayout269.xml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0.xml"/><Relationship Id="rId13" Type="http://schemas.openxmlformats.org/officeDocument/2006/relationships/theme" Target="../theme/theme24.xml"/><Relationship Id="rId3" Type="http://schemas.openxmlformats.org/officeDocument/2006/relationships/slideLayout" Target="../slideLayouts/slideLayout275.xml"/><Relationship Id="rId7" Type="http://schemas.openxmlformats.org/officeDocument/2006/relationships/slideLayout" Target="../slideLayouts/slideLayout279.xml"/><Relationship Id="rId12" Type="http://schemas.openxmlformats.org/officeDocument/2006/relationships/slideLayout" Target="../slideLayouts/slideLayout284.xml"/><Relationship Id="rId2" Type="http://schemas.openxmlformats.org/officeDocument/2006/relationships/slideLayout" Target="../slideLayouts/slideLayout274.xml"/><Relationship Id="rId1" Type="http://schemas.openxmlformats.org/officeDocument/2006/relationships/slideLayout" Target="../slideLayouts/slideLayout273.xml"/><Relationship Id="rId6" Type="http://schemas.openxmlformats.org/officeDocument/2006/relationships/slideLayout" Target="../slideLayouts/slideLayout278.xml"/><Relationship Id="rId11" Type="http://schemas.openxmlformats.org/officeDocument/2006/relationships/slideLayout" Target="../slideLayouts/slideLayout283.xml"/><Relationship Id="rId5" Type="http://schemas.openxmlformats.org/officeDocument/2006/relationships/slideLayout" Target="../slideLayouts/slideLayout277.xml"/><Relationship Id="rId10" Type="http://schemas.openxmlformats.org/officeDocument/2006/relationships/slideLayout" Target="../slideLayouts/slideLayout282.xml"/><Relationship Id="rId4" Type="http://schemas.openxmlformats.org/officeDocument/2006/relationships/slideLayout" Target="../slideLayouts/slideLayout276.xml"/><Relationship Id="rId9" Type="http://schemas.openxmlformats.org/officeDocument/2006/relationships/slideLayout" Target="../slideLayouts/slideLayout281.xml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2.xml"/><Relationship Id="rId13" Type="http://schemas.openxmlformats.org/officeDocument/2006/relationships/theme" Target="../theme/theme25.xml"/><Relationship Id="rId3" Type="http://schemas.openxmlformats.org/officeDocument/2006/relationships/slideLayout" Target="../slideLayouts/slideLayout287.xml"/><Relationship Id="rId7" Type="http://schemas.openxmlformats.org/officeDocument/2006/relationships/slideLayout" Target="../slideLayouts/slideLayout291.xml"/><Relationship Id="rId12" Type="http://schemas.openxmlformats.org/officeDocument/2006/relationships/slideLayout" Target="../slideLayouts/slideLayout296.xml"/><Relationship Id="rId2" Type="http://schemas.openxmlformats.org/officeDocument/2006/relationships/slideLayout" Target="../slideLayouts/slideLayout286.xml"/><Relationship Id="rId1" Type="http://schemas.openxmlformats.org/officeDocument/2006/relationships/slideLayout" Target="../slideLayouts/slideLayout285.xml"/><Relationship Id="rId6" Type="http://schemas.openxmlformats.org/officeDocument/2006/relationships/slideLayout" Target="../slideLayouts/slideLayout290.xml"/><Relationship Id="rId11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89.xml"/><Relationship Id="rId10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88.xml"/><Relationship Id="rId9" Type="http://schemas.openxmlformats.org/officeDocument/2006/relationships/slideLayout" Target="../slideLayouts/slideLayout293.xml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4.xml"/><Relationship Id="rId13" Type="http://schemas.openxmlformats.org/officeDocument/2006/relationships/theme" Target="../theme/theme26.xml"/><Relationship Id="rId3" Type="http://schemas.openxmlformats.org/officeDocument/2006/relationships/slideLayout" Target="../slideLayouts/slideLayout299.xml"/><Relationship Id="rId7" Type="http://schemas.openxmlformats.org/officeDocument/2006/relationships/slideLayout" Target="../slideLayouts/slideLayout303.xml"/><Relationship Id="rId12" Type="http://schemas.openxmlformats.org/officeDocument/2006/relationships/slideLayout" Target="../slideLayouts/slideLayout308.xml"/><Relationship Id="rId2" Type="http://schemas.openxmlformats.org/officeDocument/2006/relationships/slideLayout" Target="../slideLayouts/slideLayout298.xml"/><Relationship Id="rId1" Type="http://schemas.openxmlformats.org/officeDocument/2006/relationships/slideLayout" Target="../slideLayouts/slideLayout297.xml"/><Relationship Id="rId6" Type="http://schemas.openxmlformats.org/officeDocument/2006/relationships/slideLayout" Target="../slideLayouts/slideLayout302.xml"/><Relationship Id="rId11" Type="http://schemas.openxmlformats.org/officeDocument/2006/relationships/slideLayout" Target="../slideLayouts/slideLayout307.xml"/><Relationship Id="rId5" Type="http://schemas.openxmlformats.org/officeDocument/2006/relationships/slideLayout" Target="../slideLayouts/slideLayout301.xml"/><Relationship Id="rId10" Type="http://schemas.openxmlformats.org/officeDocument/2006/relationships/slideLayout" Target="../slideLayouts/slideLayout306.xml"/><Relationship Id="rId4" Type="http://schemas.openxmlformats.org/officeDocument/2006/relationships/slideLayout" Target="../slideLayouts/slideLayout300.xml"/><Relationship Id="rId9" Type="http://schemas.openxmlformats.org/officeDocument/2006/relationships/slideLayout" Target="../slideLayouts/slideLayout305.xml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6.xml"/><Relationship Id="rId13" Type="http://schemas.openxmlformats.org/officeDocument/2006/relationships/theme" Target="../theme/theme27.xml"/><Relationship Id="rId3" Type="http://schemas.openxmlformats.org/officeDocument/2006/relationships/slideLayout" Target="../slideLayouts/slideLayout311.xml"/><Relationship Id="rId7" Type="http://schemas.openxmlformats.org/officeDocument/2006/relationships/slideLayout" Target="../slideLayouts/slideLayout315.xml"/><Relationship Id="rId12" Type="http://schemas.openxmlformats.org/officeDocument/2006/relationships/slideLayout" Target="../slideLayouts/slideLayout320.xml"/><Relationship Id="rId2" Type="http://schemas.openxmlformats.org/officeDocument/2006/relationships/slideLayout" Target="../slideLayouts/slideLayout310.xml"/><Relationship Id="rId1" Type="http://schemas.openxmlformats.org/officeDocument/2006/relationships/slideLayout" Target="../slideLayouts/slideLayout309.xml"/><Relationship Id="rId6" Type="http://schemas.openxmlformats.org/officeDocument/2006/relationships/slideLayout" Target="../slideLayouts/slideLayout314.xml"/><Relationship Id="rId11" Type="http://schemas.openxmlformats.org/officeDocument/2006/relationships/slideLayout" Target="../slideLayouts/slideLayout319.xml"/><Relationship Id="rId5" Type="http://schemas.openxmlformats.org/officeDocument/2006/relationships/slideLayout" Target="../slideLayouts/slideLayout313.xml"/><Relationship Id="rId10" Type="http://schemas.openxmlformats.org/officeDocument/2006/relationships/slideLayout" Target="../slideLayouts/slideLayout318.xml"/><Relationship Id="rId4" Type="http://schemas.openxmlformats.org/officeDocument/2006/relationships/slideLayout" Target="../slideLayouts/slideLayout312.xml"/><Relationship Id="rId9" Type="http://schemas.openxmlformats.org/officeDocument/2006/relationships/slideLayout" Target="../slideLayouts/slideLayout317.xml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8.xml"/><Relationship Id="rId13" Type="http://schemas.openxmlformats.org/officeDocument/2006/relationships/theme" Target="../theme/theme28.xml"/><Relationship Id="rId3" Type="http://schemas.openxmlformats.org/officeDocument/2006/relationships/slideLayout" Target="../slideLayouts/slideLayout323.xml"/><Relationship Id="rId7" Type="http://schemas.openxmlformats.org/officeDocument/2006/relationships/slideLayout" Target="../slideLayouts/slideLayout327.xml"/><Relationship Id="rId12" Type="http://schemas.openxmlformats.org/officeDocument/2006/relationships/slideLayout" Target="../slideLayouts/slideLayout332.xml"/><Relationship Id="rId2" Type="http://schemas.openxmlformats.org/officeDocument/2006/relationships/slideLayout" Target="../slideLayouts/slideLayout322.xml"/><Relationship Id="rId1" Type="http://schemas.openxmlformats.org/officeDocument/2006/relationships/slideLayout" Target="../slideLayouts/slideLayout321.xml"/><Relationship Id="rId6" Type="http://schemas.openxmlformats.org/officeDocument/2006/relationships/slideLayout" Target="../slideLayouts/slideLayout326.xml"/><Relationship Id="rId11" Type="http://schemas.openxmlformats.org/officeDocument/2006/relationships/slideLayout" Target="../slideLayouts/slideLayout331.xml"/><Relationship Id="rId5" Type="http://schemas.openxmlformats.org/officeDocument/2006/relationships/slideLayout" Target="../slideLayouts/slideLayout325.xml"/><Relationship Id="rId10" Type="http://schemas.openxmlformats.org/officeDocument/2006/relationships/slideLayout" Target="../slideLayouts/slideLayout330.xml"/><Relationship Id="rId4" Type="http://schemas.openxmlformats.org/officeDocument/2006/relationships/slideLayout" Target="../slideLayouts/slideLayout324.xml"/><Relationship Id="rId9" Type="http://schemas.openxmlformats.org/officeDocument/2006/relationships/slideLayout" Target="../slideLayouts/slideLayout329.xml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0.xml"/><Relationship Id="rId13" Type="http://schemas.openxmlformats.org/officeDocument/2006/relationships/theme" Target="../theme/theme29.xml"/><Relationship Id="rId3" Type="http://schemas.openxmlformats.org/officeDocument/2006/relationships/slideLayout" Target="../slideLayouts/slideLayout335.xml"/><Relationship Id="rId7" Type="http://schemas.openxmlformats.org/officeDocument/2006/relationships/slideLayout" Target="../slideLayouts/slideLayout339.xml"/><Relationship Id="rId12" Type="http://schemas.openxmlformats.org/officeDocument/2006/relationships/slideLayout" Target="../slideLayouts/slideLayout344.xml"/><Relationship Id="rId2" Type="http://schemas.openxmlformats.org/officeDocument/2006/relationships/slideLayout" Target="../slideLayouts/slideLayout334.xml"/><Relationship Id="rId1" Type="http://schemas.openxmlformats.org/officeDocument/2006/relationships/slideLayout" Target="../slideLayouts/slideLayout333.xml"/><Relationship Id="rId6" Type="http://schemas.openxmlformats.org/officeDocument/2006/relationships/slideLayout" Target="../slideLayouts/slideLayout338.xml"/><Relationship Id="rId11" Type="http://schemas.openxmlformats.org/officeDocument/2006/relationships/slideLayout" Target="../slideLayouts/slideLayout343.xml"/><Relationship Id="rId5" Type="http://schemas.openxmlformats.org/officeDocument/2006/relationships/slideLayout" Target="../slideLayouts/slideLayout337.xml"/><Relationship Id="rId10" Type="http://schemas.openxmlformats.org/officeDocument/2006/relationships/slideLayout" Target="../slideLayouts/slideLayout342.xml"/><Relationship Id="rId4" Type="http://schemas.openxmlformats.org/officeDocument/2006/relationships/slideLayout" Target="../slideLayouts/slideLayout336.xml"/><Relationship Id="rId9" Type="http://schemas.openxmlformats.org/officeDocument/2006/relationships/slideLayout" Target="../slideLayouts/slideLayout341.xml"/></Relationships>
</file>

<file path=ppt/slideMasters/_rels/slideMaster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2.xml"/><Relationship Id="rId13" Type="http://schemas.openxmlformats.org/officeDocument/2006/relationships/theme" Target="../theme/theme30.xml"/><Relationship Id="rId3" Type="http://schemas.openxmlformats.org/officeDocument/2006/relationships/slideLayout" Target="../slideLayouts/slideLayout347.xml"/><Relationship Id="rId7" Type="http://schemas.openxmlformats.org/officeDocument/2006/relationships/slideLayout" Target="../slideLayouts/slideLayout351.xml"/><Relationship Id="rId12" Type="http://schemas.openxmlformats.org/officeDocument/2006/relationships/slideLayout" Target="../slideLayouts/slideLayout356.xml"/><Relationship Id="rId2" Type="http://schemas.openxmlformats.org/officeDocument/2006/relationships/slideLayout" Target="../slideLayouts/slideLayout346.xml"/><Relationship Id="rId1" Type="http://schemas.openxmlformats.org/officeDocument/2006/relationships/slideLayout" Target="../slideLayouts/slideLayout345.xml"/><Relationship Id="rId6" Type="http://schemas.openxmlformats.org/officeDocument/2006/relationships/slideLayout" Target="../slideLayouts/slideLayout350.xml"/><Relationship Id="rId11" Type="http://schemas.openxmlformats.org/officeDocument/2006/relationships/slideLayout" Target="../slideLayouts/slideLayout355.xml"/><Relationship Id="rId5" Type="http://schemas.openxmlformats.org/officeDocument/2006/relationships/slideLayout" Target="../slideLayouts/slideLayout349.xml"/><Relationship Id="rId10" Type="http://schemas.openxmlformats.org/officeDocument/2006/relationships/slideLayout" Target="../slideLayouts/slideLayout354.xml"/><Relationship Id="rId4" Type="http://schemas.openxmlformats.org/officeDocument/2006/relationships/slideLayout" Target="../slideLayouts/slideLayout348.xml"/><Relationship Id="rId9" Type="http://schemas.openxmlformats.org/officeDocument/2006/relationships/slideLayout" Target="../slideLayouts/slideLayout353.xml"/></Relationships>
</file>

<file path=ppt/slideMasters/_rels/slideMaster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4.xml"/><Relationship Id="rId13" Type="http://schemas.openxmlformats.org/officeDocument/2006/relationships/theme" Target="../theme/theme31.xml"/><Relationship Id="rId3" Type="http://schemas.openxmlformats.org/officeDocument/2006/relationships/slideLayout" Target="../slideLayouts/slideLayout359.xml"/><Relationship Id="rId7" Type="http://schemas.openxmlformats.org/officeDocument/2006/relationships/slideLayout" Target="../slideLayouts/slideLayout363.xml"/><Relationship Id="rId12" Type="http://schemas.openxmlformats.org/officeDocument/2006/relationships/slideLayout" Target="../slideLayouts/slideLayout368.xml"/><Relationship Id="rId2" Type="http://schemas.openxmlformats.org/officeDocument/2006/relationships/slideLayout" Target="../slideLayouts/slideLayout358.xml"/><Relationship Id="rId1" Type="http://schemas.openxmlformats.org/officeDocument/2006/relationships/slideLayout" Target="../slideLayouts/slideLayout357.xml"/><Relationship Id="rId6" Type="http://schemas.openxmlformats.org/officeDocument/2006/relationships/slideLayout" Target="../slideLayouts/slideLayout362.xml"/><Relationship Id="rId11" Type="http://schemas.openxmlformats.org/officeDocument/2006/relationships/slideLayout" Target="../slideLayouts/slideLayout367.xml"/><Relationship Id="rId5" Type="http://schemas.openxmlformats.org/officeDocument/2006/relationships/slideLayout" Target="../slideLayouts/slideLayout361.xml"/><Relationship Id="rId10" Type="http://schemas.openxmlformats.org/officeDocument/2006/relationships/slideLayout" Target="../slideLayouts/slideLayout366.xml"/><Relationship Id="rId4" Type="http://schemas.openxmlformats.org/officeDocument/2006/relationships/slideLayout" Target="../slideLayouts/slideLayout360.xml"/><Relationship Id="rId9" Type="http://schemas.openxmlformats.org/officeDocument/2006/relationships/slideLayout" Target="../slideLayouts/slideLayout365.xml"/></Relationships>
</file>

<file path=ppt/slideMasters/_rels/slideMaster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6.xml"/><Relationship Id="rId13" Type="http://schemas.openxmlformats.org/officeDocument/2006/relationships/theme" Target="../theme/theme32.xml"/><Relationship Id="rId3" Type="http://schemas.openxmlformats.org/officeDocument/2006/relationships/slideLayout" Target="../slideLayouts/slideLayout371.xml"/><Relationship Id="rId7" Type="http://schemas.openxmlformats.org/officeDocument/2006/relationships/slideLayout" Target="../slideLayouts/slideLayout375.xml"/><Relationship Id="rId12" Type="http://schemas.openxmlformats.org/officeDocument/2006/relationships/slideLayout" Target="../slideLayouts/slideLayout380.xml"/><Relationship Id="rId2" Type="http://schemas.openxmlformats.org/officeDocument/2006/relationships/slideLayout" Target="../slideLayouts/slideLayout370.xml"/><Relationship Id="rId1" Type="http://schemas.openxmlformats.org/officeDocument/2006/relationships/slideLayout" Target="../slideLayouts/slideLayout369.xml"/><Relationship Id="rId6" Type="http://schemas.openxmlformats.org/officeDocument/2006/relationships/slideLayout" Target="../slideLayouts/slideLayout374.xml"/><Relationship Id="rId11" Type="http://schemas.openxmlformats.org/officeDocument/2006/relationships/slideLayout" Target="../slideLayouts/slideLayout379.xml"/><Relationship Id="rId5" Type="http://schemas.openxmlformats.org/officeDocument/2006/relationships/slideLayout" Target="../slideLayouts/slideLayout373.xml"/><Relationship Id="rId10" Type="http://schemas.openxmlformats.org/officeDocument/2006/relationships/slideLayout" Target="../slideLayouts/slideLayout378.xml"/><Relationship Id="rId4" Type="http://schemas.openxmlformats.org/officeDocument/2006/relationships/slideLayout" Target="../slideLayouts/slideLayout372.xml"/><Relationship Id="rId9" Type="http://schemas.openxmlformats.org/officeDocument/2006/relationships/slideLayout" Target="../slideLayouts/slideLayout377.xml"/></Relationships>
</file>

<file path=ppt/slideMasters/_rels/slideMaster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8.xml"/><Relationship Id="rId13" Type="http://schemas.openxmlformats.org/officeDocument/2006/relationships/theme" Target="../theme/theme33.xml"/><Relationship Id="rId3" Type="http://schemas.openxmlformats.org/officeDocument/2006/relationships/slideLayout" Target="../slideLayouts/slideLayout383.xml"/><Relationship Id="rId7" Type="http://schemas.openxmlformats.org/officeDocument/2006/relationships/slideLayout" Target="../slideLayouts/slideLayout387.xml"/><Relationship Id="rId12" Type="http://schemas.openxmlformats.org/officeDocument/2006/relationships/slideLayout" Target="../slideLayouts/slideLayout392.xml"/><Relationship Id="rId2" Type="http://schemas.openxmlformats.org/officeDocument/2006/relationships/slideLayout" Target="../slideLayouts/slideLayout382.xml"/><Relationship Id="rId1" Type="http://schemas.openxmlformats.org/officeDocument/2006/relationships/slideLayout" Target="../slideLayouts/slideLayout381.xml"/><Relationship Id="rId6" Type="http://schemas.openxmlformats.org/officeDocument/2006/relationships/slideLayout" Target="../slideLayouts/slideLayout386.xml"/><Relationship Id="rId11" Type="http://schemas.openxmlformats.org/officeDocument/2006/relationships/slideLayout" Target="../slideLayouts/slideLayout391.xml"/><Relationship Id="rId5" Type="http://schemas.openxmlformats.org/officeDocument/2006/relationships/slideLayout" Target="../slideLayouts/slideLayout385.xml"/><Relationship Id="rId10" Type="http://schemas.openxmlformats.org/officeDocument/2006/relationships/slideLayout" Target="../slideLayouts/slideLayout390.xml"/><Relationship Id="rId4" Type="http://schemas.openxmlformats.org/officeDocument/2006/relationships/slideLayout" Target="../slideLayouts/slideLayout384.xml"/><Relationship Id="rId9" Type="http://schemas.openxmlformats.org/officeDocument/2006/relationships/slideLayout" Target="../slideLayouts/slideLayout389.xml"/></Relationships>
</file>

<file path=ppt/slideMasters/_rels/slideMaster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0.xml"/><Relationship Id="rId13" Type="http://schemas.openxmlformats.org/officeDocument/2006/relationships/theme" Target="../theme/theme34.xml"/><Relationship Id="rId3" Type="http://schemas.openxmlformats.org/officeDocument/2006/relationships/slideLayout" Target="../slideLayouts/slideLayout395.xml"/><Relationship Id="rId7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4.xml"/><Relationship Id="rId2" Type="http://schemas.openxmlformats.org/officeDocument/2006/relationships/slideLayout" Target="../slideLayouts/slideLayout394.xml"/><Relationship Id="rId1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403.xml"/><Relationship Id="rId5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402.xml"/><Relationship Id="rId4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401.xml"/></Relationships>
</file>

<file path=ppt/slideMasters/_rels/slideMaster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2.xml"/><Relationship Id="rId3" Type="http://schemas.openxmlformats.org/officeDocument/2006/relationships/slideLayout" Target="../slideLayouts/slideLayout407.xml"/><Relationship Id="rId7" Type="http://schemas.openxmlformats.org/officeDocument/2006/relationships/slideLayout" Target="../slideLayouts/slideLayout411.xml"/><Relationship Id="rId12" Type="http://schemas.openxmlformats.org/officeDocument/2006/relationships/theme" Target="../theme/theme35.xml"/><Relationship Id="rId2" Type="http://schemas.openxmlformats.org/officeDocument/2006/relationships/slideLayout" Target="../slideLayouts/slideLayout406.xml"/><Relationship Id="rId1" Type="http://schemas.openxmlformats.org/officeDocument/2006/relationships/slideLayout" Target="../slideLayouts/slideLayout405.xml"/><Relationship Id="rId6" Type="http://schemas.openxmlformats.org/officeDocument/2006/relationships/slideLayout" Target="../slideLayouts/slideLayout410.xml"/><Relationship Id="rId11" Type="http://schemas.openxmlformats.org/officeDocument/2006/relationships/slideLayout" Target="../slideLayouts/slideLayout415.xml"/><Relationship Id="rId5" Type="http://schemas.openxmlformats.org/officeDocument/2006/relationships/slideLayout" Target="../slideLayouts/slideLayout409.xml"/><Relationship Id="rId10" Type="http://schemas.openxmlformats.org/officeDocument/2006/relationships/slideLayout" Target="../slideLayouts/slideLayout414.xml"/><Relationship Id="rId4" Type="http://schemas.openxmlformats.org/officeDocument/2006/relationships/slideLayout" Target="../slideLayouts/slideLayout408.xml"/><Relationship Id="rId9" Type="http://schemas.openxmlformats.org/officeDocument/2006/relationships/slideLayout" Target="../slideLayouts/slideLayout413.xml"/></Relationships>
</file>

<file path=ppt/slideMasters/_rels/slideMaster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3.xml"/><Relationship Id="rId13" Type="http://schemas.openxmlformats.org/officeDocument/2006/relationships/theme" Target="../theme/theme36.xml"/><Relationship Id="rId3" Type="http://schemas.openxmlformats.org/officeDocument/2006/relationships/slideLayout" Target="../slideLayouts/slideLayout418.xml"/><Relationship Id="rId7" Type="http://schemas.openxmlformats.org/officeDocument/2006/relationships/slideLayout" Target="../slideLayouts/slideLayout422.xml"/><Relationship Id="rId12" Type="http://schemas.openxmlformats.org/officeDocument/2006/relationships/slideLayout" Target="../slideLayouts/slideLayout427.xml"/><Relationship Id="rId2" Type="http://schemas.openxmlformats.org/officeDocument/2006/relationships/slideLayout" Target="../slideLayouts/slideLayout417.xml"/><Relationship Id="rId1" Type="http://schemas.openxmlformats.org/officeDocument/2006/relationships/slideLayout" Target="../slideLayouts/slideLayout416.xml"/><Relationship Id="rId6" Type="http://schemas.openxmlformats.org/officeDocument/2006/relationships/slideLayout" Target="../slideLayouts/slideLayout421.xml"/><Relationship Id="rId11" Type="http://schemas.openxmlformats.org/officeDocument/2006/relationships/slideLayout" Target="../slideLayouts/slideLayout426.xml"/><Relationship Id="rId5" Type="http://schemas.openxmlformats.org/officeDocument/2006/relationships/slideLayout" Target="../slideLayouts/slideLayout420.xml"/><Relationship Id="rId10" Type="http://schemas.openxmlformats.org/officeDocument/2006/relationships/slideLayout" Target="../slideLayouts/slideLayout425.xml"/><Relationship Id="rId4" Type="http://schemas.openxmlformats.org/officeDocument/2006/relationships/slideLayout" Target="../slideLayouts/slideLayout419.xml"/><Relationship Id="rId9" Type="http://schemas.openxmlformats.org/officeDocument/2006/relationships/slideLayout" Target="../slideLayouts/slideLayout424.xml"/></Relationships>
</file>

<file path=ppt/slideMasters/_rels/slideMaster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5.xml"/><Relationship Id="rId13" Type="http://schemas.openxmlformats.org/officeDocument/2006/relationships/theme" Target="../theme/theme37.xml"/><Relationship Id="rId3" Type="http://schemas.openxmlformats.org/officeDocument/2006/relationships/slideLayout" Target="../slideLayouts/slideLayout430.xml"/><Relationship Id="rId7" Type="http://schemas.openxmlformats.org/officeDocument/2006/relationships/slideLayout" Target="../slideLayouts/slideLayout434.xml"/><Relationship Id="rId12" Type="http://schemas.openxmlformats.org/officeDocument/2006/relationships/slideLayout" Target="../slideLayouts/slideLayout439.xml"/><Relationship Id="rId2" Type="http://schemas.openxmlformats.org/officeDocument/2006/relationships/slideLayout" Target="../slideLayouts/slideLayout429.xml"/><Relationship Id="rId1" Type="http://schemas.openxmlformats.org/officeDocument/2006/relationships/slideLayout" Target="../slideLayouts/slideLayout428.xml"/><Relationship Id="rId6" Type="http://schemas.openxmlformats.org/officeDocument/2006/relationships/slideLayout" Target="../slideLayouts/slideLayout433.xml"/><Relationship Id="rId11" Type="http://schemas.openxmlformats.org/officeDocument/2006/relationships/slideLayout" Target="../slideLayouts/slideLayout438.xml"/><Relationship Id="rId5" Type="http://schemas.openxmlformats.org/officeDocument/2006/relationships/slideLayout" Target="../slideLayouts/slideLayout432.xml"/><Relationship Id="rId10" Type="http://schemas.openxmlformats.org/officeDocument/2006/relationships/slideLayout" Target="../slideLayouts/slideLayout437.xml"/><Relationship Id="rId4" Type="http://schemas.openxmlformats.org/officeDocument/2006/relationships/slideLayout" Target="../slideLayouts/slideLayout431.xml"/><Relationship Id="rId9" Type="http://schemas.openxmlformats.org/officeDocument/2006/relationships/slideLayout" Target="../slideLayouts/slideLayout436.xml"/></Relationships>
</file>

<file path=ppt/slideMasters/_rels/slideMaster3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7.xml"/><Relationship Id="rId13" Type="http://schemas.openxmlformats.org/officeDocument/2006/relationships/theme" Target="../theme/theme38.xml"/><Relationship Id="rId3" Type="http://schemas.openxmlformats.org/officeDocument/2006/relationships/slideLayout" Target="../slideLayouts/slideLayout442.xml"/><Relationship Id="rId7" Type="http://schemas.openxmlformats.org/officeDocument/2006/relationships/slideLayout" Target="../slideLayouts/slideLayout446.xml"/><Relationship Id="rId12" Type="http://schemas.openxmlformats.org/officeDocument/2006/relationships/slideLayout" Target="../slideLayouts/slideLayout451.xml"/><Relationship Id="rId2" Type="http://schemas.openxmlformats.org/officeDocument/2006/relationships/slideLayout" Target="../slideLayouts/slideLayout441.xml"/><Relationship Id="rId1" Type="http://schemas.openxmlformats.org/officeDocument/2006/relationships/slideLayout" Target="../slideLayouts/slideLayout440.xml"/><Relationship Id="rId6" Type="http://schemas.openxmlformats.org/officeDocument/2006/relationships/slideLayout" Target="../slideLayouts/slideLayout445.xml"/><Relationship Id="rId11" Type="http://schemas.openxmlformats.org/officeDocument/2006/relationships/slideLayout" Target="../slideLayouts/slideLayout450.xml"/><Relationship Id="rId5" Type="http://schemas.openxmlformats.org/officeDocument/2006/relationships/slideLayout" Target="../slideLayouts/slideLayout444.xml"/><Relationship Id="rId10" Type="http://schemas.openxmlformats.org/officeDocument/2006/relationships/slideLayout" Target="../slideLayouts/slideLayout449.xml"/><Relationship Id="rId4" Type="http://schemas.openxmlformats.org/officeDocument/2006/relationships/slideLayout" Target="../slideLayouts/slideLayout443.xml"/><Relationship Id="rId9" Type="http://schemas.openxmlformats.org/officeDocument/2006/relationships/slideLayout" Target="../slideLayouts/slideLayout448.xml"/></Relationships>
</file>

<file path=ppt/slideMasters/_rels/slideMaster3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9.xml"/><Relationship Id="rId13" Type="http://schemas.openxmlformats.org/officeDocument/2006/relationships/theme" Target="../theme/theme39.xml"/><Relationship Id="rId3" Type="http://schemas.openxmlformats.org/officeDocument/2006/relationships/slideLayout" Target="../slideLayouts/slideLayout454.xml"/><Relationship Id="rId7" Type="http://schemas.openxmlformats.org/officeDocument/2006/relationships/slideLayout" Target="../slideLayouts/slideLayout458.xml"/><Relationship Id="rId12" Type="http://schemas.openxmlformats.org/officeDocument/2006/relationships/slideLayout" Target="../slideLayouts/slideLayout463.xml"/><Relationship Id="rId2" Type="http://schemas.openxmlformats.org/officeDocument/2006/relationships/slideLayout" Target="../slideLayouts/slideLayout453.xml"/><Relationship Id="rId1" Type="http://schemas.openxmlformats.org/officeDocument/2006/relationships/slideLayout" Target="../slideLayouts/slideLayout452.xml"/><Relationship Id="rId6" Type="http://schemas.openxmlformats.org/officeDocument/2006/relationships/slideLayout" Target="../slideLayouts/slideLayout457.xml"/><Relationship Id="rId11" Type="http://schemas.openxmlformats.org/officeDocument/2006/relationships/slideLayout" Target="../slideLayouts/slideLayout462.xml"/><Relationship Id="rId5" Type="http://schemas.openxmlformats.org/officeDocument/2006/relationships/slideLayout" Target="../slideLayouts/slideLayout456.xml"/><Relationship Id="rId10" Type="http://schemas.openxmlformats.org/officeDocument/2006/relationships/slideLayout" Target="../slideLayouts/slideLayout461.xml"/><Relationship Id="rId4" Type="http://schemas.openxmlformats.org/officeDocument/2006/relationships/slideLayout" Target="../slideLayouts/slideLayout455.xml"/><Relationship Id="rId9" Type="http://schemas.openxmlformats.org/officeDocument/2006/relationships/slideLayout" Target="../slideLayouts/slideLayout460.xml"/></Relationships>
</file>

<file path=ppt/slideMasters/_rels/slideMaster4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1.xml"/><Relationship Id="rId13" Type="http://schemas.openxmlformats.org/officeDocument/2006/relationships/theme" Target="../theme/theme40.xml"/><Relationship Id="rId3" Type="http://schemas.openxmlformats.org/officeDocument/2006/relationships/slideLayout" Target="../slideLayouts/slideLayout466.xml"/><Relationship Id="rId7" Type="http://schemas.openxmlformats.org/officeDocument/2006/relationships/slideLayout" Target="../slideLayouts/slideLayout470.xml"/><Relationship Id="rId12" Type="http://schemas.openxmlformats.org/officeDocument/2006/relationships/slideLayout" Target="../slideLayouts/slideLayout475.xml"/><Relationship Id="rId2" Type="http://schemas.openxmlformats.org/officeDocument/2006/relationships/slideLayout" Target="../slideLayouts/slideLayout465.xml"/><Relationship Id="rId1" Type="http://schemas.openxmlformats.org/officeDocument/2006/relationships/slideLayout" Target="../slideLayouts/slideLayout464.xml"/><Relationship Id="rId6" Type="http://schemas.openxmlformats.org/officeDocument/2006/relationships/slideLayout" Target="../slideLayouts/slideLayout469.xml"/><Relationship Id="rId11" Type="http://schemas.openxmlformats.org/officeDocument/2006/relationships/slideLayout" Target="../slideLayouts/slideLayout474.xml"/><Relationship Id="rId5" Type="http://schemas.openxmlformats.org/officeDocument/2006/relationships/slideLayout" Target="../slideLayouts/slideLayout468.xml"/><Relationship Id="rId10" Type="http://schemas.openxmlformats.org/officeDocument/2006/relationships/slideLayout" Target="../slideLayouts/slideLayout473.xml"/><Relationship Id="rId4" Type="http://schemas.openxmlformats.org/officeDocument/2006/relationships/slideLayout" Target="../slideLayouts/slideLayout467.xml"/><Relationship Id="rId9" Type="http://schemas.openxmlformats.org/officeDocument/2006/relationships/slideLayout" Target="../slideLayouts/slideLayout472.xml"/></Relationships>
</file>

<file path=ppt/slideMasters/_rels/slideMaster4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3.xml"/><Relationship Id="rId13" Type="http://schemas.openxmlformats.org/officeDocument/2006/relationships/theme" Target="../theme/theme41.xml"/><Relationship Id="rId3" Type="http://schemas.openxmlformats.org/officeDocument/2006/relationships/slideLayout" Target="../slideLayouts/slideLayout478.xml"/><Relationship Id="rId7" Type="http://schemas.openxmlformats.org/officeDocument/2006/relationships/slideLayout" Target="../slideLayouts/slideLayout482.xml"/><Relationship Id="rId12" Type="http://schemas.openxmlformats.org/officeDocument/2006/relationships/slideLayout" Target="../slideLayouts/slideLayout487.xml"/><Relationship Id="rId2" Type="http://schemas.openxmlformats.org/officeDocument/2006/relationships/slideLayout" Target="../slideLayouts/slideLayout477.xml"/><Relationship Id="rId1" Type="http://schemas.openxmlformats.org/officeDocument/2006/relationships/slideLayout" Target="../slideLayouts/slideLayout476.xml"/><Relationship Id="rId6" Type="http://schemas.openxmlformats.org/officeDocument/2006/relationships/slideLayout" Target="../slideLayouts/slideLayout481.xml"/><Relationship Id="rId11" Type="http://schemas.openxmlformats.org/officeDocument/2006/relationships/slideLayout" Target="../slideLayouts/slideLayout486.xml"/><Relationship Id="rId5" Type="http://schemas.openxmlformats.org/officeDocument/2006/relationships/slideLayout" Target="../slideLayouts/slideLayout480.xml"/><Relationship Id="rId10" Type="http://schemas.openxmlformats.org/officeDocument/2006/relationships/slideLayout" Target="../slideLayouts/slideLayout485.xml"/><Relationship Id="rId4" Type="http://schemas.openxmlformats.org/officeDocument/2006/relationships/slideLayout" Target="../slideLayouts/slideLayout479.xml"/><Relationship Id="rId9" Type="http://schemas.openxmlformats.org/officeDocument/2006/relationships/slideLayout" Target="../slideLayouts/slideLayout484.xml"/></Relationships>
</file>

<file path=ppt/slideMasters/_rels/slideMaster4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5.xml"/><Relationship Id="rId3" Type="http://schemas.openxmlformats.org/officeDocument/2006/relationships/slideLayout" Target="../slideLayouts/slideLayout490.xml"/><Relationship Id="rId7" Type="http://schemas.openxmlformats.org/officeDocument/2006/relationships/slideLayout" Target="../slideLayouts/slideLayout494.xml"/><Relationship Id="rId12" Type="http://schemas.openxmlformats.org/officeDocument/2006/relationships/theme" Target="../theme/theme42.xml"/><Relationship Id="rId2" Type="http://schemas.openxmlformats.org/officeDocument/2006/relationships/slideLayout" Target="../slideLayouts/slideLayout489.xml"/><Relationship Id="rId1" Type="http://schemas.openxmlformats.org/officeDocument/2006/relationships/slideLayout" Target="../slideLayouts/slideLayout488.xml"/><Relationship Id="rId6" Type="http://schemas.openxmlformats.org/officeDocument/2006/relationships/slideLayout" Target="../slideLayouts/slideLayout493.xml"/><Relationship Id="rId11" Type="http://schemas.openxmlformats.org/officeDocument/2006/relationships/slideLayout" Target="../slideLayouts/slideLayout498.xml"/><Relationship Id="rId5" Type="http://schemas.openxmlformats.org/officeDocument/2006/relationships/slideLayout" Target="../slideLayouts/slideLayout492.xml"/><Relationship Id="rId10" Type="http://schemas.openxmlformats.org/officeDocument/2006/relationships/slideLayout" Target="../slideLayouts/slideLayout497.xml"/><Relationship Id="rId4" Type="http://schemas.openxmlformats.org/officeDocument/2006/relationships/slideLayout" Target="../slideLayouts/slideLayout491.xml"/><Relationship Id="rId9" Type="http://schemas.openxmlformats.org/officeDocument/2006/relationships/slideLayout" Target="../slideLayouts/slideLayout496.xml"/></Relationships>
</file>

<file path=ppt/slideMasters/_rels/slideMaster4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6.xml"/><Relationship Id="rId13" Type="http://schemas.openxmlformats.org/officeDocument/2006/relationships/theme" Target="../theme/theme43.xml"/><Relationship Id="rId3" Type="http://schemas.openxmlformats.org/officeDocument/2006/relationships/slideLayout" Target="../slideLayouts/slideLayout501.xml"/><Relationship Id="rId7" Type="http://schemas.openxmlformats.org/officeDocument/2006/relationships/slideLayout" Target="../slideLayouts/slideLayout505.xml"/><Relationship Id="rId12" Type="http://schemas.openxmlformats.org/officeDocument/2006/relationships/slideLayout" Target="../slideLayouts/slideLayout510.xml"/><Relationship Id="rId2" Type="http://schemas.openxmlformats.org/officeDocument/2006/relationships/slideLayout" Target="../slideLayouts/slideLayout500.xml"/><Relationship Id="rId1" Type="http://schemas.openxmlformats.org/officeDocument/2006/relationships/slideLayout" Target="../slideLayouts/slideLayout499.xml"/><Relationship Id="rId6" Type="http://schemas.openxmlformats.org/officeDocument/2006/relationships/slideLayout" Target="../slideLayouts/slideLayout504.xml"/><Relationship Id="rId11" Type="http://schemas.openxmlformats.org/officeDocument/2006/relationships/slideLayout" Target="../slideLayouts/slideLayout509.xml"/><Relationship Id="rId5" Type="http://schemas.openxmlformats.org/officeDocument/2006/relationships/slideLayout" Target="../slideLayouts/slideLayout503.xml"/><Relationship Id="rId10" Type="http://schemas.openxmlformats.org/officeDocument/2006/relationships/slideLayout" Target="../slideLayouts/slideLayout508.xml"/><Relationship Id="rId4" Type="http://schemas.openxmlformats.org/officeDocument/2006/relationships/slideLayout" Target="../slideLayouts/slideLayout502.xml"/><Relationship Id="rId9" Type="http://schemas.openxmlformats.org/officeDocument/2006/relationships/slideLayout" Target="../slideLayouts/slideLayout507.xml"/></Relationships>
</file>

<file path=ppt/slideMasters/_rels/slideMaster4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8.xml"/><Relationship Id="rId13" Type="http://schemas.openxmlformats.org/officeDocument/2006/relationships/theme" Target="../theme/theme44.xml"/><Relationship Id="rId3" Type="http://schemas.openxmlformats.org/officeDocument/2006/relationships/slideLayout" Target="../slideLayouts/slideLayout513.xml"/><Relationship Id="rId7" Type="http://schemas.openxmlformats.org/officeDocument/2006/relationships/slideLayout" Target="../slideLayouts/slideLayout517.xml"/><Relationship Id="rId12" Type="http://schemas.openxmlformats.org/officeDocument/2006/relationships/slideLayout" Target="../slideLayouts/slideLayout522.xml"/><Relationship Id="rId2" Type="http://schemas.openxmlformats.org/officeDocument/2006/relationships/slideLayout" Target="../slideLayouts/slideLayout512.xml"/><Relationship Id="rId1" Type="http://schemas.openxmlformats.org/officeDocument/2006/relationships/slideLayout" Target="../slideLayouts/slideLayout511.xml"/><Relationship Id="rId6" Type="http://schemas.openxmlformats.org/officeDocument/2006/relationships/slideLayout" Target="../slideLayouts/slideLayout516.xml"/><Relationship Id="rId11" Type="http://schemas.openxmlformats.org/officeDocument/2006/relationships/slideLayout" Target="../slideLayouts/slideLayout521.xml"/><Relationship Id="rId5" Type="http://schemas.openxmlformats.org/officeDocument/2006/relationships/slideLayout" Target="../slideLayouts/slideLayout515.xml"/><Relationship Id="rId10" Type="http://schemas.openxmlformats.org/officeDocument/2006/relationships/slideLayout" Target="../slideLayouts/slideLayout520.xml"/><Relationship Id="rId4" Type="http://schemas.openxmlformats.org/officeDocument/2006/relationships/slideLayout" Target="../slideLayouts/slideLayout514.xml"/><Relationship Id="rId9" Type="http://schemas.openxmlformats.org/officeDocument/2006/relationships/slideLayout" Target="../slideLayouts/slideLayout519.xml"/></Relationships>
</file>

<file path=ppt/slideMasters/_rels/slideMaster4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0.xml"/><Relationship Id="rId13" Type="http://schemas.openxmlformats.org/officeDocument/2006/relationships/theme" Target="../theme/theme45.xml"/><Relationship Id="rId3" Type="http://schemas.openxmlformats.org/officeDocument/2006/relationships/slideLayout" Target="../slideLayouts/slideLayout525.xml"/><Relationship Id="rId7" Type="http://schemas.openxmlformats.org/officeDocument/2006/relationships/slideLayout" Target="../slideLayouts/slideLayout529.xml"/><Relationship Id="rId12" Type="http://schemas.openxmlformats.org/officeDocument/2006/relationships/slideLayout" Target="../slideLayouts/slideLayout534.xml"/><Relationship Id="rId2" Type="http://schemas.openxmlformats.org/officeDocument/2006/relationships/slideLayout" Target="../slideLayouts/slideLayout524.xml"/><Relationship Id="rId1" Type="http://schemas.openxmlformats.org/officeDocument/2006/relationships/slideLayout" Target="../slideLayouts/slideLayout523.xml"/><Relationship Id="rId6" Type="http://schemas.openxmlformats.org/officeDocument/2006/relationships/slideLayout" Target="../slideLayouts/slideLayout528.xml"/><Relationship Id="rId11" Type="http://schemas.openxmlformats.org/officeDocument/2006/relationships/slideLayout" Target="../slideLayouts/slideLayout533.xml"/><Relationship Id="rId5" Type="http://schemas.openxmlformats.org/officeDocument/2006/relationships/slideLayout" Target="../slideLayouts/slideLayout527.xml"/><Relationship Id="rId10" Type="http://schemas.openxmlformats.org/officeDocument/2006/relationships/slideLayout" Target="../slideLayouts/slideLayout532.xml"/><Relationship Id="rId4" Type="http://schemas.openxmlformats.org/officeDocument/2006/relationships/slideLayout" Target="../slideLayouts/slideLayout526.xml"/><Relationship Id="rId9" Type="http://schemas.openxmlformats.org/officeDocument/2006/relationships/slideLayout" Target="../slideLayouts/slideLayout531.xml"/></Relationships>
</file>

<file path=ppt/slideMasters/_rels/slideMaster4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2.xml"/><Relationship Id="rId13" Type="http://schemas.openxmlformats.org/officeDocument/2006/relationships/theme" Target="../theme/theme46.xml"/><Relationship Id="rId3" Type="http://schemas.openxmlformats.org/officeDocument/2006/relationships/slideLayout" Target="../slideLayouts/slideLayout537.xml"/><Relationship Id="rId7" Type="http://schemas.openxmlformats.org/officeDocument/2006/relationships/slideLayout" Target="../slideLayouts/slideLayout541.xml"/><Relationship Id="rId12" Type="http://schemas.openxmlformats.org/officeDocument/2006/relationships/slideLayout" Target="../slideLayouts/slideLayout546.xml"/><Relationship Id="rId2" Type="http://schemas.openxmlformats.org/officeDocument/2006/relationships/slideLayout" Target="../slideLayouts/slideLayout536.xml"/><Relationship Id="rId1" Type="http://schemas.openxmlformats.org/officeDocument/2006/relationships/slideLayout" Target="../slideLayouts/slideLayout535.xml"/><Relationship Id="rId6" Type="http://schemas.openxmlformats.org/officeDocument/2006/relationships/slideLayout" Target="../slideLayouts/slideLayout540.xml"/><Relationship Id="rId11" Type="http://schemas.openxmlformats.org/officeDocument/2006/relationships/slideLayout" Target="../slideLayouts/slideLayout545.xml"/><Relationship Id="rId5" Type="http://schemas.openxmlformats.org/officeDocument/2006/relationships/slideLayout" Target="../slideLayouts/slideLayout539.xml"/><Relationship Id="rId10" Type="http://schemas.openxmlformats.org/officeDocument/2006/relationships/slideLayout" Target="../slideLayouts/slideLayout544.xml"/><Relationship Id="rId4" Type="http://schemas.openxmlformats.org/officeDocument/2006/relationships/slideLayout" Target="../slideLayouts/slideLayout538.xml"/><Relationship Id="rId9" Type="http://schemas.openxmlformats.org/officeDocument/2006/relationships/slideLayout" Target="../slideLayouts/slideLayout543.xml"/></Relationships>
</file>

<file path=ppt/slideMasters/_rels/slideMaster4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4.xml"/><Relationship Id="rId13" Type="http://schemas.openxmlformats.org/officeDocument/2006/relationships/theme" Target="../theme/theme47.xml"/><Relationship Id="rId3" Type="http://schemas.openxmlformats.org/officeDocument/2006/relationships/slideLayout" Target="../slideLayouts/slideLayout549.xml"/><Relationship Id="rId7" Type="http://schemas.openxmlformats.org/officeDocument/2006/relationships/slideLayout" Target="../slideLayouts/slideLayout553.xml"/><Relationship Id="rId12" Type="http://schemas.openxmlformats.org/officeDocument/2006/relationships/slideLayout" Target="../slideLayouts/slideLayout558.xml"/><Relationship Id="rId2" Type="http://schemas.openxmlformats.org/officeDocument/2006/relationships/slideLayout" Target="../slideLayouts/slideLayout548.xml"/><Relationship Id="rId1" Type="http://schemas.openxmlformats.org/officeDocument/2006/relationships/slideLayout" Target="../slideLayouts/slideLayout547.xml"/><Relationship Id="rId6" Type="http://schemas.openxmlformats.org/officeDocument/2006/relationships/slideLayout" Target="../slideLayouts/slideLayout552.xml"/><Relationship Id="rId11" Type="http://schemas.openxmlformats.org/officeDocument/2006/relationships/slideLayout" Target="../slideLayouts/slideLayout557.xml"/><Relationship Id="rId5" Type="http://schemas.openxmlformats.org/officeDocument/2006/relationships/slideLayout" Target="../slideLayouts/slideLayout551.xml"/><Relationship Id="rId10" Type="http://schemas.openxmlformats.org/officeDocument/2006/relationships/slideLayout" Target="../slideLayouts/slideLayout556.xml"/><Relationship Id="rId4" Type="http://schemas.openxmlformats.org/officeDocument/2006/relationships/slideLayout" Target="../slideLayouts/slideLayout550.xml"/><Relationship Id="rId9" Type="http://schemas.openxmlformats.org/officeDocument/2006/relationships/slideLayout" Target="../slideLayouts/slideLayout555.xml"/></Relationships>
</file>

<file path=ppt/slideMasters/_rels/slideMaster4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6.xml"/><Relationship Id="rId13" Type="http://schemas.openxmlformats.org/officeDocument/2006/relationships/theme" Target="../theme/theme48.xml"/><Relationship Id="rId3" Type="http://schemas.openxmlformats.org/officeDocument/2006/relationships/slideLayout" Target="../slideLayouts/slideLayout561.xml"/><Relationship Id="rId7" Type="http://schemas.openxmlformats.org/officeDocument/2006/relationships/slideLayout" Target="../slideLayouts/slideLayout565.xml"/><Relationship Id="rId12" Type="http://schemas.openxmlformats.org/officeDocument/2006/relationships/slideLayout" Target="../slideLayouts/slideLayout570.xml"/><Relationship Id="rId2" Type="http://schemas.openxmlformats.org/officeDocument/2006/relationships/slideLayout" Target="../slideLayouts/slideLayout560.xml"/><Relationship Id="rId1" Type="http://schemas.openxmlformats.org/officeDocument/2006/relationships/slideLayout" Target="../slideLayouts/slideLayout559.xml"/><Relationship Id="rId6" Type="http://schemas.openxmlformats.org/officeDocument/2006/relationships/slideLayout" Target="../slideLayouts/slideLayout564.xml"/><Relationship Id="rId11" Type="http://schemas.openxmlformats.org/officeDocument/2006/relationships/slideLayout" Target="../slideLayouts/slideLayout569.xml"/><Relationship Id="rId5" Type="http://schemas.openxmlformats.org/officeDocument/2006/relationships/slideLayout" Target="../slideLayouts/slideLayout563.xml"/><Relationship Id="rId10" Type="http://schemas.openxmlformats.org/officeDocument/2006/relationships/slideLayout" Target="../slideLayouts/slideLayout568.xml"/><Relationship Id="rId4" Type="http://schemas.openxmlformats.org/officeDocument/2006/relationships/slideLayout" Target="../slideLayouts/slideLayout562.xml"/><Relationship Id="rId9" Type="http://schemas.openxmlformats.org/officeDocument/2006/relationships/slideLayout" Target="../slideLayouts/slideLayout567.xml"/></Relationships>
</file>

<file path=ppt/slideMasters/_rels/slideMaster4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8.xml"/><Relationship Id="rId13" Type="http://schemas.openxmlformats.org/officeDocument/2006/relationships/theme" Target="../theme/theme49.xml"/><Relationship Id="rId3" Type="http://schemas.openxmlformats.org/officeDocument/2006/relationships/slideLayout" Target="../slideLayouts/slideLayout573.xml"/><Relationship Id="rId7" Type="http://schemas.openxmlformats.org/officeDocument/2006/relationships/slideLayout" Target="../slideLayouts/slideLayout577.xml"/><Relationship Id="rId12" Type="http://schemas.openxmlformats.org/officeDocument/2006/relationships/slideLayout" Target="../slideLayouts/slideLayout582.xml"/><Relationship Id="rId2" Type="http://schemas.openxmlformats.org/officeDocument/2006/relationships/slideLayout" Target="../slideLayouts/slideLayout572.xml"/><Relationship Id="rId1" Type="http://schemas.openxmlformats.org/officeDocument/2006/relationships/slideLayout" Target="../slideLayouts/slideLayout571.xml"/><Relationship Id="rId6" Type="http://schemas.openxmlformats.org/officeDocument/2006/relationships/slideLayout" Target="../slideLayouts/slideLayout576.xml"/><Relationship Id="rId11" Type="http://schemas.openxmlformats.org/officeDocument/2006/relationships/slideLayout" Target="../slideLayouts/slideLayout581.xml"/><Relationship Id="rId5" Type="http://schemas.openxmlformats.org/officeDocument/2006/relationships/slideLayout" Target="../slideLayouts/slideLayout575.xml"/><Relationship Id="rId10" Type="http://schemas.openxmlformats.org/officeDocument/2006/relationships/slideLayout" Target="../slideLayouts/slideLayout580.xml"/><Relationship Id="rId4" Type="http://schemas.openxmlformats.org/officeDocument/2006/relationships/slideLayout" Target="../slideLayouts/slideLayout574.xml"/><Relationship Id="rId9" Type="http://schemas.openxmlformats.org/officeDocument/2006/relationships/slideLayout" Target="../slideLayouts/slideLayout579.xml"/></Relationships>
</file>

<file path=ppt/slideMasters/_rels/slideMaster5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0.xml"/><Relationship Id="rId13" Type="http://schemas.openxmlformats.org/officeDocument/2006/relationships/theme" Target="../theme/theme50.xml"/><Relationship Id="rId3" Type="http://schemas.openxmlformats.org/officeDocument/2006/relationships/slideLayout" Target="../slideLayouts/slideLayout585.xml"/><Relationship Id="rId7" Type="http://schemas.openxmlformats.org/officeDocument/2006/relationships/slideLayout" Target="../slideLayouts/slideLayout589.xml"/><Relationship Id="rId12" Type="http://schemas.openxmlformats.org/officeDocument/2006/relationships/slideLayout" Target="../slideLayouts/slideLayout594.xml"/><Relationship Id="rId2" Type="http://schemas.openxmlformats.org/officeDocument/2006/relationships/slideLayout" Target="../slideLayouts/slideLayout584.xml"/><Relationship Id="rId1" Type="http://schemas.openxmlformats.org/officeDocument/2006/relationships/slideLayout" Target="../slideLayouts/slideLayout583.xml"/><Relationship Id="rId6" Type="http://schemas.openxmlformats.org/officeDocument/2006/relationships/slideLayout" Target="../slideLayouts/slideLayout588.xml"/><Relationship Id="rId11" Type="http://schemas.openxmlformats.org/officeDocument/2006/relationships/slideLayout" Target="../slideLayouts/slideLayout593.xml"/><Relationship Id="rId5" Type="http://schemas.openxmlformats.org/officeDocument/2006/relationships/slideLayout" Target="../slideLayouts/slideLayout587.xml"/><Relationship Id="rId10" Type="http://schemas.openxmlformats.org/officeDocument/2006/relationships/slideLayout" Target="../slideLayouts/slideLayout592.xml"/><Relationship Id="rId4" Type="http://schemas.openxmlformats.org/officeDocument/2006/relationships/slideLayout" Target="../slideLayouts/slideLayout586.xml"/><Relationship Id="rId9" Type="http://schemas.openxmlformats.org/officeDocument/2006/relationships/slideLayout" Target="../slideLayouts/slideLayout591.xml"/></Relationships>
</file>

<file path=ppt/slideMasters/_rels/slideMaster5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2.xml"/><Relationship Id="rId3" Type="http://schemas.openxmlformats.org/officeDocument/2006/relationships/slideLayout" Target="../slideLayouts/slideLayout597.xml"/><Relationship Id="rId7" Type="http://schemas.openxmlformats.org/officeDocument/2006/relationships/slideLayout" Target="../slideLayouts/slideLayout601.xml"/><Relationship Id="rId12" Type="http://schemas.openxmlformats.org/officeDocument/2006/relationships/theme" Target="../theme/theme51.xml"/><Relationship Id="rId2" Type="http://schemas.openxmlformats.org/officeDocument/2006/relationships/slideLayout" Target="../slideLayouts/slideLayout596.xml"/><Relationship Id="rId1" Type="http://schemas.openxmlformats.org/officeDocument/2006/relationships/slideLayout" Target="../slideLayouts/slideLayout595.xml"/><Relationship Id="rId6" Type="http://schemas.openxmlformats.org/officeDocument/2006/relationships/slideLayout" Target="../slideLayouts/slideLayout600.xml"/><Relationship Id="rId11" Type="http://schemas.openxmlformats.org/officeDocument/2006/relationships/slideLayout" Target="../slideLayouts/slideLayout605.xml"/><Relationship Id="rId5" Type="http://schemas.openxmlformats.org/officeDocument/2006/relationships/slideLayout" Target="../slideLayouts/slideLayout599.xml"/><Relationship Id="rId10" Type="http://schemas.openxmlformats.org/officeDocument/2006/relationships/slideLayout" Target="../slideLayouts/slideLayout604.xml"/><Relationship Id="rId4" Type="http://schemas.openxmlformats.org/officeDocument/2006/relationships/slideLayout" Target="../slideLayouts/slideLayout598.xml"/><Relationship Id="rId9" Type="http://schemas.openxmlformats.org/officeDocument/2006/relationships/slideLayout" Target="../slideLayouts/slideLayout603.xml"/></Relationships>
</file>

<file path=ppt/slideMasters/_rels/slideMaster5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3.xml"/><Relationship Id="rId3" Type="http://schemas.openxmlformats.org/officeDocument/2006/relationships/slideLayout" Target="../slideLayouts/slideLayout608.xml"/><Relationship Id="rId7" Type="http://schemas.openxmlformats.org/officeDocument/2006/relationships/slideLayout" Target="../slideLayouts/slideLayout612.xml"/><Relationship Id="rId12" Type="http://schemas.openxmlformats.org/officeDocument/2006/relationships/theme" Target="../theme/theme52.xml"/><Relationship Id="rId2" Type="http://schemas.openxmlformats.org/officeDocument/2006/relationships/slideLayout" Target="../slideLayouts/slideLayout607.xml"/><Relationship Id="rId1" Type="http://schemas.openxmlformats.org/officeDocument/2006/relationships/slideLayout" Target="../slideLayouts/slideLayout606.xml"/><Relationship Id="rId6" Type="http://schemas.openxmlformats.org/officeDocument/2006/relationships/slideLayout" Target="../slideLayouts/slideLayout611.xml"/><Relationship Id="rId11" Type="http://schemas.openxmlformats.org/officeDocument/2006/relationships/slideLayout" Target="../slideLayouts/slideLayout616.xml"/><Relationship Id="rId5" Type="http://schemas.openxmlformats.org/officeDocument/2006/relationships/slideLayout" Target="../slideLayouts/slideLayout610.xml"/><Relationship Id="rId10" Type="http://schemas.openxmlformats.org/officeDocument/2006/relationships/slideLayout" Target="../slideLayouts/slideLayout615.xml"/><Relationship Id="rId4" Type="http://schemas.openxmlformats.org/officeDocument/2006/relationships/slideLayout" Target="../slideLayouts/slideLayout609.xml"/><Relationship Id="rId9" Type="http://schemas.openxmlformats.org/officeDocument/2006/relationships/slideLayout" Target="../slideLayouts/slideLayout614.xml"/></Relationships>
</file>

<file path=ppt/slideMasters/_rels/slideMaster5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4.xml"/><Relationship Id="rId3" Type="http://schemas.openxmlformats.org/officeDocument/2006/relationships/slideLayout" Target="../slideLayouts/slideLayout619.xml"/><Relationship Id="rId7" Type="http://schemas.openxmlformats.org/officeDocument/2006/relationships/slideLayout" Target="../slideLayouts/slideLayout623.xml"/><Relationship Id="rId12" Type="http://schemas.openxmlformats.org/officeDocument/2006/relationships/theme" Target="../theme/theme53.xml"/><Relationship Id="rId2" Type="http://schemas.openxmlformats.org/officeDocument/2006/relationships/slideLayout" Target="../slideLayouts/slideLayout618.xml"/><Relationship Id="rId1" Type="http://schemas.openxmlformats.org/officeDocument/2006/relationships/slideLayout" Target="../slideLayouts/slideLayout617.xml"/><Relationship Id="rId6" Type="http://schemas.openxmlformats.org/officeDocument/2006/relationships/slideLayout" Target="../slideLayouts/slideLayout622.xml"/><Relationship Id="rId11" Type="http://schemas.openxmlformats.org/officeDocument/2006/relationships/slideLayout" Target="../slideLayouts/slideLayout627.xml"/><Relationship Id="rId5" Type="http://schemas.openxmlformats.org/officeDocument/2006/relationships/slideLayout" Target="../slideLayouts/slideLayout621.xml"/><Relationship Id="rId10" Type="http://schemas.openxmlformats.org/officeDocument/2006/relationships/slideLayout" Target="../slideLayouts/slideLayout626.xml"/><Relationship Id="rId4" Type="http://schemas.openxmlformats.org/officeDocument/2006/relationships/slideLayout" Target="../slideLayouts/slideLayout620.xml"/><Relationship Id="rId9" Type="http://schemas.openxmlformats.org/officeDocument/2006/relationships/slideLayout" Target="../slideLayouts/slideLayout625.xml"/></Relationships>
</file>

<file path=ppt/slideMasters/_rels/slideMaster5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5.xml"/><Relationship Id="rId3" Type="http://schemas.openxmlformats.org/officeDocument/2006/relationships/slideLayout" Target="../slideLayouts/slideLayout630.xml"/><Relationship Id="rId7" Type="http://schemas.openxmlformats.org/officeDocument/2006/relationships/slideLayout" Target="../slideLayouts/slideLayout634.xml"/><Relationship Id="rId12" Type="http://schemas.openxmlformats.org/officeDocument/2006/relationships/theme" Target="../theme/theme54.xml"/><Relationship Id="rId2" Type="http://schemas.openxmlformats.org/officeDocument/2006/relationships/slideLayout" Target="../slideLayouts/slideLayout629.xml"/><Relationship Id="rId1" Type="http://schemas.openxmlformats.org/officeDocument/2006/relationships/slideLayout" Target="../slideLayouts/slideLayout628.xml"/><Relationship Id="rId6" Type="http://schemas.openxmlformats.org/officeDocument/2006/relationships/slideLayout" Target="../slideLayouts/slideLayout633.xml"/><Relationship Id="rId11" Type="http://schemas.openxmlformats.org/officeDocument/2006/relationships/slideLayout" Target="../slideLayouts/slideLayout638.xml"/><Relationship Id="rId5" Type="http://schemas.openxmlformats.org/officeDocument/2006/relationships/slideLayout" Target="../slideLayouts/slideLayout632.xml"/><Relationship Id="rId10" Type="http://schemas.openxmlformats.org/officeDocument/2006/relationships/slideLayout" Target="../slideLayouts/slideLayout637.xml"/><Relationship Id="rId4" Type="http://schemas.openxmlformats.org/officeDocument/2006/relationships/slideLayout" Target="../slideLayouts/slideLayout631.xml"/><Relationship Id="rId9" Type="http://schemas.openxmlformats.org/officeDocument/2006/relationships/slideLayout" Target="../slideLayouts/slideLayout636.xml"/></Relationships>
</file>

<file path=ppt/slideMasters/_rels/slideMaster5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6.xml"/><Relationship Id="rId3" Type="http://schemas.openxmlformats.org/officeDocument/2006/relationships/slideLayout" Target="../slideLayouts/slideLayout641.xml"/><Relationship Id="rId7" Type="http://schemas.openxmlformats.org/officeDocument/2006/relationships/slideLayout" Target="../slideLayouts/slideLayout645.xml"/><Relationship Id="rId12" Type="http://schemas.openxmlformats.org/officeDocument/2006/relationships/theme" Target="../theme/theme55.xml"/><Relationship Id="rId2" Type="http://schemas.openxmlformats.org/officeDocument/2006/relationships/slideLayout" Target="../slideLayouts/slideLayout640.xml"/><Relationship Id="rId1" Type="http://schemas.openxmlformats.org/officeDocument/2006/relationships/slideLayout" Target="../slideLayouts/slideLayout639.xml"/><Relationship Id="rId6" Type="http://schemas.openxmlformats.org/officeDocument/2006/relationships/slideLayout" Target="../slideLayouts/slideLayout644.xml"/><Relationship Id="rId11" Type="http://schemas.openxmlformats.org/officeDocument/2006/relationships/slideLayout" Target="../slideLayouts/slideLayout649.xml"/><Relationship Id="rId5" Type="http://schemas.openxmlformats.org/officeDocument/2006/relationships/slideLayout" Target="../slideLayouts/slideLayout643.xml"/><Relationship Id="rId10" Type="http://schemas.openxmlformats.org/officeDocument/2006/relationships/slideLayout" Target="../slideLayouts/slideLayout648.xml"/><Relationship Id="rId4" Type="http://schemas.openxmlformats.org/officeDocument/2006/relationships/slideLayout" Target="../slideLayouts/slideLayout642.xml"/><Relationship Id="rId9" Type="http://schemas.openxmlformats.org/officeDocument/2006/relationships/slideLayout" Target="../slideLayouts/slideLayout647.xml"/></Relationships>
</file>

<file path=ppt/slideMasters/_rels/slideMaster5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7.xml"/><Relationship Id="rId3" Type="http://schemas.openxmlformats.org/officeDocument/2006/relationships/slideLayout" Target="../slideLayouts/slideLayout652.xml"/><Relationship Id="rId7" Type="http://schemas.openxmlformats.org/officeDocument/2006/relationships/slideLayout" Target="../slideLayouts/slideLayout656.xml"/><Relationship Id="rId12" Type="http://schemas.openxmlformats.org/officeDocument/2006/relationships/theme" Target="../theme/theme56.xml"/><Relationship Id="rId2" Type="http://schemas.openxmlformats.org/officeDocument/2006/relationships/slideLayout" Target="../slideLayouts/slideLayout651.xml"/><Relationship Id="rId1" Type="http://schemas.openxmlformats.org/officeDocument/2006/relationships/slideLayout" Target="../slideLayouts/slideLayout650.xml"/><Relationship Id="rId6" Type="http://schemas.openxmlformats.org/officeDocument/2006/relationships/slideLayout" Target="../slideLayouts/slideLayout655.xml"/><Relationship Id="rId11" Type="http://schemas.openxmlformats.org/officeDocument/2006/relationships/slideLayout" Target="../slideLayouts/slideLayout660.xml"/><Relationship Id="rId5" Type="http://schemas.openxmlformats.org/officeDocument/2006/relationships/slideLayout" Target="../slideLayouts/slideLayout654.xml"/><Relationship Id="rId10" Type="http://schemas.openxmlformats.org/officeDocument/2006/relationships/slideLayout" Target="../slideLayouts/slideLayout659.xml"/><Relationship Id="rId4" Type="http://schemas.openxmlformats.org/officeDocument/2006/relationships/slideLayout" Target="../slideLayouts/slideLayout653.xml"/><Relationship Id="rId9" Type="http://schemas.openxmlformats.org/officeDocument/2006/relationships/slideLayout" Target="../slideLayouts/slideLayout658.xml"/></Relationships>
</file>

<file path=ppt/slideMasters/_rels/slideMaster5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8.xml"/><Relationship Id="rId3" Type="http://schemas.openxmlformats.org/officeDocument/2006/relationships/slideLayout" Target="../slideLayouts/slideLayout663.xml"/><Relationship Id="rId7" Type="http://schemas.openxmlformats.org/officeDocument/2006/relationships/slideLayout" Target="../slideLayouts/slideLayout667.xml"/><Relationship Id="rId12" Type="http://schemas.openxmlformats.org/officeDocument/2006/relationships/theme" Target="../theme/theme57.xml"/><Relationship Id="rId2" Type="http://schemas.openxmlformats.org/officeDocument/2006/relationships/slideLayout" Target="../slideLayouts/slideLayout662.xml"/><Relationship Id="rId1" Type="http://schemas.openxmlformats.org/officeDocument/2006/relationships/slideLayout" Target="../slideLayouts/slideLayout661.xml"/><Relationship Id="rId6" Type="http://schemas.openxmlformats.org/officeDocument/2006/relationships/slideLayout" Target="../slideLayouts/slideLayout666.xml"/><Relationship Id="rId11" Type="http://schemas.openxmlformats.org/officeDocument/2006/relationships/slideLayout" Target="../slideLayouts/slideLayout671.xml"/><Relationship Id="rId5" Type="http://schemas.openxmlformats.org/officeDocument/2006/relationships/slideLayout" Target="../slideLayouts/slideLayout665.xml"/><Relationship Id="rId10" Type="http://schemas.openxmlformats.org/officeDocument/2006/relationships/slideLayout" Target="../slideLayouts/slideLayout670.xml"/><Relationship Id="rId4" Type="http://schemas.openxmlformats.org/officeDocument/2006/relationships/slideLayout" Target="../slideLayouts/slideLayout664.xml"/><Relationship Id="rId9" Type="http://schemas.openxmlformats.org/officeDocument/2006/relationships/slideLayout" Target="../slideLayouts/slideLayout669.xml"/></Relationships>
</file>

<file path=ppt/slideMasters/_rels/slideMaster5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9.xml"/><Relationship Id="rId3" Type="http://schemas.openxmlformats.org/officeDocument/2006/relationships/slideLayout" Target="../slideLayouts/slideLayout674.xml"/><Relationship Id="rId7" Type="http://schemas.openxmlformats.org/officeDocument/2006/relationships/slideLayout" Target="../slideLayouts/slideLayout678.xml"/><Relationship Id="rId12" Type="http://schemas.openxmlformats.org/officeDocument/2006/relationships/theme" Target="../theme/theme58.xml"/><Relationship Id="rId2" Type="http://schemas.openxmlformats.org/officeDocument/2006/relationships/slideLayout" Target="../slideLayouts/slideLayout673.xml"/><Relationship Id="rId1" Type="http://schemas.openxmlformats.org/officeDocument/2006/relationships/slideLayout" Target="../slideLayouts/slideLayout672.xml"/><Relationship Id="rId6" Type="http://schemas.openxmlformats.org/officeDocument/2006/relationships/slideLayout" Target="../slideLayouts/slideLayout677.xml"/><Relationship Id="rId11" Type="http://schemas.openxmlformats.org/officeDocument/2006/relationships/slideLayout" Target="../slideLayouts/slideLayout682.xml"/><Relationship Id="rId5" Type="http://schemas.openxmlformats.org/officeDocument/2006/relationships/slideLayout" Target="../slideLayouts/slideLayout676.xml"/><Relationship Id="rId10" Type="http://schemas.openxmlformats.org/officeDocument/2006/relationships/slideLayout" Target="../slideLayouts/slideLayout681.xml"/><Relationship Id="rId4" Type="http://schemas.openxmlformats.org/officeDocument/2006/relationships/slideLayout" Target="../slideLayouts/slideLayout675.xml"/><Relationship Id="rId9" Type="http://schemas.openxmlformats.org/officeDocument/2006/relationships/slideLayout" Target="../slideLayouts/slideLayout680.xml"/></Relationships>
</file>

<file path=ppt/slideMasters/_rels/slideMaster5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0.xml"/><Relationship Id="rId3" Type="http://schemas.openxmlformats.org/officeDocument/2006/relationships/slideLayout" Target="../slideLayouts/slideLayout685.xml"/><Relationship Id="rId7" Type="http://schemas.openxmlformats.org/officeDocument/2006/relationships/slideLayout" Target="../slideLayouts/slideLayout689.xml"/><Relationship Id="rId12" Type="http://schemas.openxmlformats.org/officeDocument/2006/relationships/theme" Target="../theme/theme59.xml"/><Relationship Id="rId2" Type="http://schemas.openxmlformats.org/officeDocument/2006/relationships/slideLayout" Target="../slideLayouts/slideLayout684.xml"/><Relationship Id="rId1" Type="http://schemas.openxmlformats.org/officeDocument/2006/relationships/slideLayout" Target="../slideLayouts/slideLayout683.xml"/><Relationship Id="rId6" Type="http://schemas.openxmlformats.org/officeDocument/2006/relationships/slideLayout" Target="../slideLayouts/slideLayout688.xml"/><Relationship Id="rId11" Type="http://schemas.openxmlformats.org/officeDocument/2006/relationships/slideLayout" Target="../slideLayouts/slideLayout693.xml"/><Relationship Id="rId5" Type="http://schemas.openxmlformats.org/officeDocument/2006/relationships/slideLayout" Target="../slideLayouts/slideLayout687.xml"/><Relationship Id="rId10" Type="http://schemas.openxmlformats.org/officeDocument/2006/relationships/slideLayout" Target="../slideLayouts/slideLayout692.xml"/><Relationship Id="rId4" Type="http://schemas.openxmlformats.org/officeDocument/2006/relationships/slideLayout" Target="../slideLayouts/slideLayout686.xml"/><Relationship Id="rId9" Type="http://schemas.openxmlformats.org/officeDocument/2006/relationships/slideLayout" Target="../slideLayouts/slideLayout691.xml"/></Relationships>
</file>

<file path=ppt/slideMasters/_rels/slideMaster6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1.xml"/><Relationship Id="rId3" Type="http://schemas.openxmlformats.org/officeDocument/2006/relationships/slideLayout" Target="../slideLayouts/slideLayout696.xml"/><Relationship Id="rId7" Type="http://schemas.openxmlformats.org/officeDocument/2006/relationships/slideLayout" Target="../slideLayouts/slideLayout700.xml"/><Relationship Id="rId12" Type="http://schemas.openxmlformats.org/officeDocument/2006/relationships/theme" Target="../theme/theme60.xml"/><Relationship Id="rId2" Type="http://schemas.openxmlformats.org/officeDocument/2006/relationships/slideLayout" Target="../slideLayouts/slideLayout695.xml"/><Relationship Id="rId1" Type="http://schemas.openxmlformats.org/officeDocument/2006/relationships/slideLayout" Target="../slideLayouts/slideLayout694.xml"/><Relationship Id="rId6" Type="http://schemas.openxmlformats.org/officeDocument/2006/relationships/slideLayout" Target="../slideLayouts/slideLayout699.xml"/><Relationship Id="rId11" Type="http://schemas.openxmlformats.org/officeDocument/2006/relationships/slideLayout" Target="../slideLayouts/slideLayout704.xml"/><Relationship Id="rId5" Type="http://schemas.openxmlformats.org/officeDocument/2006/relationships/slideLayout" Target="../slideLayouts/slideLayout698.xml"/><Relationship Id="rId10" Type="http://schemas.openxmlformats.org/officeDocument/2006/relationships/slideLayout" Target="../slideLayouts/slideLayout703.xml"/><Relationship Id="rId4" Type="http://schemas.openxmlformats.org/officeDocument/2006/relationships/slideLayout" Target="../slideLayouts/slideLayout697.xml"/><Relationship Id="rId9" Type="http://schemas.openxmlformats.org/officeDocument/2006/relationships/slideLayout" Target="../slideLayouts/slideLayout702.xml"/></Relationships>
</file>

<file path=ppt/slideMasters/_rels/slideMaster6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2.xml"/><Relationship Id="rId3" Type="http://schemas.openxmlformats.org/officeDocument/2006/relationships/slideLayout" Target="../slideLayouts/slideLayout707.xml"/><Relationship Id="rId7" Type="http://schemas.openxmlformats.org/officeDocument/2006/relationships/slideLayout" Target="../slideLayouts/slideLayout711.xml"/><Relationship Id="rId12" Type="http://schemas.openxmlformats.org/officeDocument/2006/relationships/theme" Target="../theme/theme61.xml"/><Relationship Id="rId2" Type="http://schemas.openxmlformats.org/officeDocument/2006/relationships/slideLayout" Target="../slideLayouts/slideLayout706.xml"/><Relationship Id="rId1" Type="http://schemas.openxmlformats.org/officeDocument/2006/relationships/slideLayout" Target="../slideLayouts/slideLayout705.xml"/><Relationship Id="rId6" Type="http://schemas.openxmlformats.org/officeDocument/2006/relationships/slideLayout" Target="../slideLayouts/slideLayout710.xml"/><Relationship Id="rId11" Type="http://schemas.openxmlformats.org/officeDocument/2006/relationships/slideLayout" Target="../slideLayouts/slideLayout715.xml"/><Relationship Id="rId5" Type="http://schemas.openxmlformats.org/officeDocument/2006/relationships/slideLayout" Target="../slideLayouts/slideLayout709.xml"/><Relationship Id="rId10" Type="http://schemas.openxmlformats.org/officeDocument/2006/relationships/slideLayout" Target="../slideLayouts/slideLayout714.xml"/><Relationship Id="rId4" Type="http://schemas.openxmlformats.org/officeDocument/2006/relationships/slideLayout" Target="../slideLayouts/slideLayout708.xml"/><Relationship Id="rId9" Type="http://schemas.openxmlformats.org/officeDocument/2006/relationships/slideLayout" Target="../slideLayouts/slideLayout713.xml"/></Relationships>
</file>

<file path=ppt/slideMasters/_rels/slideMaster6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3.xml"/><Relationship Id="rId3" Type="http://schemas.openxmlformats.org/officeDocument/2006/relationships/slideLayout" Target="../slideLayouts/slideLayout718.xml"/><Relationship Id="rId7" Type="http://schemas.openxmlformats.org/officeDocument/2006/relationships/slideLayout" Target="../slideLayouts/slideLayout722.xml"/><Relationship Id="rId12" Type="http://schemas.openxmlformats.org/officeDocument/2006/relationships/theme" Target="../theme/theme62.xml"/><Relationship Id="rId2" Type="http://schemas.openxmlformats.org/officeDocument/2006/relationships/slideLayout" Target="../slideLayouts/slideLayout717.xml"/><Relationship Id="rId1" Type="http://schemas.openxmlformats.org/officeDocument/2006/relationships/slideLayout" Target="../slideLayouts/slideLayout716.xml"/><Relationship Id="rId6" Type="http://schemas.openxmlformats.org/officeDocument/2006/relationships/slideLayout" Target="../slideLayouts/slideLayout721.xml"/><Relationship Id="rId11" Type="http://schemas.openxmlformats.org/officeDocument/2006/relationships/slideLayout" Target="../slideLayouts/slideLayout726.xml"/><Relationship Id="rId5" Type="http://schemas.openxmlformats.org/officeDocument/2006/relationships/slideLayout" Target="../slideLayouts/slideLayout720.xml"/><Relationship Id="rId10" Type="http://schemas.openxmlformats.org/officeDocument/2006/relationships/slideLayout" Target="../slideLayouts/slideLayout725.xml"/><Relationship Id="rId4" Type="http://schemas.openxmlformats.org/officeDocument/2006/relationships/slideLayout" Target="../slideLayouts/slideLayout719.xml"/><Relationship Id="rId9" Type="http://schemas.openxmlformats.org/officeDocument/2006/relationships/slideLayout" Target="../slideLayouts/slideLayout724.xml"/></Relationships>
</file>

<file path=ppt/slideMasters/_rels/slideMaster6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4.xml"/><Relationship Id="rId3" Type="http://schemas.openxmlformats.org/officeDocument/2006/relationships/slideLayout" Target="../slideLayouts/slideLayout729.xml"/><Relationship Id="rId7" Type="http://schemas.openxmlformats.org/officeDocument/2006/relationships/slideLayout" Target="../slideLayouts/slideLayout733.xml"/><Relationship Id="rId12" Type="http://schemas.openxmlformats.org/officeDocument/2006/relationships/theme" Target="../theme/theme63.xml"/><Relationship Id="rId2" Type="http://schemas.openxmlformats.org/officeDocument/2006/relationships/slideLayout" Target="../slideLayouts/slideLayout728.xml"/><Relationship Id="rId1" Type="http://schemas.openxmlformats.org/officeDocument/2006/relationships/slideLayout" Target="../slideLayouts/slideLayout727.xml"/><Relationship Id="rId6" Type="http://schemas.openxmlformats.org/officeDocument/2006/relationships/slideLayout" Target="../slideLayouts/slideLayout732.xml"/><Relationship Id="rId11" Type="http://schemas.openxmlformats.org/officeDocument/2006/relationships/slideLayout" Target="../slideLayouts/slideLayout737.xml"/><Relationship Id="rId5" Type="http://schemas.openxmlformats.org/officeDocument/2006/relationships/slideLayout" Target="../slideLayouts/slideLayout731.xml"/><Relationship Id="rId10" Type="http://schemas.openxmlformats.org/officeDocument/2006/relationships/slideLayout" Target="../slideLayouts/slideLayout736.xml"/><Relationship Id="rId4" Type="http://schemas.openxmlformats.org/officeDocument/2006/relationships/slideLayout" Target="../slideLayouts/slideLayout730.xml"/><Relationship Id="rId9" Type="http://schemas.openxmlformats.org/officeDocument/2006/relationships/slideLayout" Target="../slideLayouts/slideLayout7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4" y="-2"/>
            <a:ext cx="8495847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826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54857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5593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0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7297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8291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522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8741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1531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32104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4310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4134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17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709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3213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5720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7112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9322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  <p:sldLayoutId id="2147483893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4254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  <p:sldLayoutId id="2147483906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28144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  <p:sldLayoutId id="2147483919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13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2343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  <p:sldLayoutId id="2147483944" r:id="rId11"/>
    <p:sldLayoutId id="2147483945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0034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48" r:id="rId2"/>
    <p:sldLayoutId id="2147483949" r:id="rId3"/>
    <p:sldLayoutId id="2147483950" r:id="rId4"/>
    <p:sldLayoutId id="2147483951" r:id="rId5"/>
    <p:sldLayoutId id="2147483952" r:id="rId6"/>
    <p:sldLayoutId id="2147483953" r:id="rId7"/>
    <p:sldLayoutId id="2147483954" r:id="rId8"/>
    <p:sldLayoutId id="2147483955" r:id="rId9"/>
    <p:sldLayoutId id="2147483956" r:id="rId10"/>
    <p:sldLayoutId id="2147483957" r:id="rId11"/>
    <p:sldLayoutId id="2147483958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0856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61" r:id="rId2"/>
    <p:sldLayoutId id="2147483962" r:id="rId3"/>
    <p:sldLayoutId id="2147483963" r:id="rId4"/>
    <p:sldLayoutId id="2147483964" r:id="rId5"/>
    <p:sldLayoutId id="2147483965" r:id="rId6"/>
    <p:sldLayoutId id="2147483966" r:id="rId7"/>
    <p:sldLayoutId id="2147483967" r:id="rId8"/>
    <p:sldLayoutId id="2147483968" r:id="rId9"/>
    <p:sldLayoutId id="2147483969" r:id="rId10"/>
    <p:sldLayoutId id="2147483970" r:id="rId11"/>
    <p:sldLayoutId id="2147483971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4348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  <p:sldLayoutId id="2147483984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7999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3987" r:id="rId2"/>
    <p:sldLayoutId id="2147483988" r:id="rId3"/>
    <p:sldLayoutId id="2147483989" r:id="rId4"/>
    <p:sldLayoutId id="2147483990" r:id="rId5"/>
    <p:sldLayoutId id="2147483991" r:id="rId6"/>
    <p:sldLayoutId id="2147483992" r:id="rId7"/>
    <p:sldLayoutId id="2147483993" r:id="rId8"/>
    <p:sldLayoutId id="2147483994" r:id="rId9"/>
    <p:sldLayoutId id="2147483995" r:id="rId10"/>
    <p:sldLayoutId id="2147483996" r:id="rId11"/>
    <p:sldLayoutId id="2147483997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2878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  <p:sldLayoutId id="2147484001" r:id="rId3"/>
    <p:sldLayoutId id="2147484002" r:id="rId4"/>
    <p:sldLayoutId id="2147484003" r:id="rId5"/>
    <p:sldLayoutId id="2147484004" r:id="rId6"/>
    <p:sldLayoutId id="2147484005" r:id="rId7"/>
    <p:sldLayoutId id="2147484006" r:id="rId8"/>
    <p:sldLayoutId id="2147484007" r:id="rId9"/>
    <p:sldLayoutId id="2147484008" r:id="rId10"/>
    <p:sldLayoutId id="2147484009" r:id="rId11"/>
    <p:sldLayoutId id="2147484010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8844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2" r:id="rId1"/>
    <p:sldLayoutId id="2147484013" r:id="rId2"/>
    <p:sldLayoutId id="2147484014" r:id="rId3"/>
    <p:sldLayoutId id="2147484015" r:id="rId4"/>
    <p:sldLayoutId id="2147484016" r:id="rId5"/>
    <p:sldLayoutId id="2147484017" r:id="rId6"/>
    <p:sldLayoutId id="2147484018" r:id="rId7"/>
    <p:sldLayoutId id="2147484019" r:id="rId8"/>
    <p:sldLayoutId id="2147484020" r:id="rId9"/>
    <p:sldLayoutId id="2147484021" r:id="rId10"/>
    <p:sldLayoutId id="2147484022" r:id="rId11"/>
    <p:sldLayoutId id="2147484023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047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5" r:id="rId1"/>
    <p:sldLayoutId id="2147484026" r:id="rId2"/>
    <p:sldLayoutId id="2147484027" r:id="rId3"/>
    <p:sldLayoutId id="2147484028" r:id="rId4"/>
    <p:sldLayoutId id="2147484029" r:id="rId5"/>
    <p:sldLayoutId id="2147484030" r:id="rId6"/>
    <p:sldLayoutId id="2147484031" r:id="rId7"/>
    <p:sldLayoutId id="2147484032" r:id="rId8"/>
    <p:sldLayoutId id="2147484033" r:id="rId9"/>
    <p:sldLayoutId id="2147484034" r:id="rId10"/>
    <p:sldLayoutId id="2147484035" r:id="rId11"/>
    <p:sldLayoutId id="2147484036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2720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  <p:sldLayoutId id="2147484049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86886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1" r:id="rId1"/>
    <p:sldLayoutId id="2147484052" r:id="rId2"/>
    <p:sldLayoutId id="2147484053" r:id="rId3"/>
    <p:sldLayoutId id="2147484054" r:id="rId4"/>
    <p:sldLayoutId id="2147484055" r:id="rId5"/>
    <p:sldLayoutId id="2147484056" r:id="rId6"/>
    <p:sldLayoutId id="2147484057" r:id="rId7"/>
    <p:sldLayoutId id="2147484058" r:id="rId8"/>
    <p:sldLayoutId id="2147484059" r:id="rId9"/>
    <p:sldLayoutId id="2147484060" r:id="rId10"/>
    <p:sldLayoutId id="2147484061" r:id="rId11"/>
    <p:sldLayoutId id="2147484062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00157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4" r:id="rId1"/>
    <p:sldLayoutId id="2147484065" r:id="rId2"/>
    <p:sldLayoutId id="2147484066" r:id="rId3"/>
    <p:sldLayoutId id="2147484067" r:id="rId4"/>
    <p:sldLayoutId id="2147484068" r:id="rId5"/>
    <p:sldLayoutId id="2147484069" r:id="rId6"/>
    <p:sldLayoutId id="2147484070" r:id="rId7"/>
    <p:sldLayoutId id="2147484071" r:id="rId8"/>
    <p:sldLayoutId id="2147484072" r:id="rId9"/>
    <p:sldLayoutId id="2147484073" r:id="rId10"/>
    <p:sldLayoutId id="2147484074" r:id="rId11"/>
    <p:sldLayoutId id="2147484075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6057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7" r:id="rId1"/>
    <p:sldLayoutId id="2147484078" r:id="rId2"/>
    <p:sldLayoutId id="2147484079" r:id="rId3"/>
    <p:sldLayoutId id="2147484080" r:id="rId4"/>
    <p:sldLayoutId id="2147484081" r:id="rId5"/>
    <p:sldLayoutId id="2147484082" r:id="rId6"/>
    <p:sldLayoutId id="2147484083" r:id="rId7"/>
    <p:sldLayoutId id="2147484084" r:id="rId8"/>
    <p:sldLayoutId id="2147484085" r:id="rId9"/>
    <p:sldLayoutId id="2147484086" r:id="rId10"/>
    <p:sldLayoutId id="2147484087" r:id="rId11"/>
    <p:sldLayoutId id="2147484088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1788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0" r:id="rId1"/>
    <p:sldLayoutId id="2147484091" r:id="rId2"/>
    <p:sldLayoutId id="2147484092" r:id="rId3"/>
    <p:sldLayoutId id="2147484093" r:id="rId4"/>
    <p:sldLayoutId id="2147484094" r:id="rId5"/>
    <p:sldLayoutId id="2147484095" r:id="rId6"/>
    <p:sldLayoutId id="2147484096" r:id="rId7"/>
    <p:sldLayoutId id="2147484097" r:id="rId8"/>
    <p:sldLayoutId id="2147484098" r:id="rId9"/>
    <p:sldLayoutId id="2147484099" r:id="rId10"/>
    <p:sldLayoutId id="2147484100" r:id="rId11"/>
    <p:sldLayoutId id="2147484101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8108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3" r:id="rId1"/>
    <p:sldLayoutId id="2147484104" r:id="rId2"/>
    <p:sldLayoutId id="2147484105" r:id="rId3"/>
    <p:sldLayoutId id="2147484106" r:id="rId4"/>
    <p:sldLayoutId id="2147484107" r:id="rId5"/>
    <p:sldLayoutId id="2147484108" r:id="rId6"/>
    <p:sldLayoutId id="2147484109" r:id="rId7"/>
    <p:sldLayoutId id="2147484110" r:id="rId8"/>
    <p:sldLayoutId id="2147484111" r:id="rId9"/>
    <p:sldLayoutId id="2147484112" r:id="rId10"/>
    <p:sldLayoutId id="2147484113" r:id="rId11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0802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6" r:id="rId1"/>
    <p:sldLayoutId id="2147484117" r:id="rId2"/>
    <p:sldLayoutId id="2147484118" r:id="rId3"/>
    <p:sldLayoutId id="2147484119" r:id="rId4"/>
    <p:sldLayoutId id="2147484120" r:id="rId5"/>
    <p:sldLayoutId id="2147484121" r:id="rId6"/>
    <p:sldLayoutId id="2147484122" r:id="rId7"/>
    <p:sldLayoutId id="2147484123" r:id="rId8"/>
    <p:sldLayoutId id="2147484124" r:id="rId9"/>
    <p:sldLayoutId id="2147484125" r:id="rId10"/>
    <p:sldLayoutId id="2147484126" r:id="rId11"/>
    <p:sldLayoutId id="2147484127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0611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9" r:id="rId1"/>
    <p:sldLayoutId id="2147484130" r:id="rId2"/>
    <p:sldLayoutId id="2147484131" r:id="rId3"/>
    <p:sldLayoutId id="2147484132" r:id="rId4"/>
    <p:sldLayoutId id="2147484133" r:id="rId5"/>
    <p:sldLayoutId id="2147484134" r:id="rId6"/>
    <p:sldLayoutId id="2147484135" r:id="rId7"/>
    <p:sldLayoutId id="2147484136" r:id="rId8"/>
    <p:sldLayoutId id="2147484137" r:id="rId9"/>
    <p:sldLayoutId id="2147484138" r:id="rId10"/>
    <p:sldLayoutId id="2147484139" r:id="rId11"/>
    <p:sldLayoutId id="2147484140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1806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2" r:id="rId1"/>
    <p:sldLayoutId id="2147484143" r:id="rId2"/>
    <p:sldLayoutId id="2147484144" r:id="rId3"/>
    <p:sldLayoutId id="2147484145" r:id="rId4"/>
    <p:sldLayoutId id="2147484146" r:id="rId5"/>
    <p:sldLayoutId id="2147484147" r:id="rId6"/>
    <p:sldLayoutId id="2147484148" r:id="rId7"/>
    <p:sldLayoutId id="2147484149" r:id="rId8"/>
    <p:sldLayoutId id="2147484150" r:id="rId9"/>
    <p:sldLayoutId id="2147484151" r:id="rId10"/>
    <p:sldLayoutId id="2147484152" r:id="rId11"/>
    <p:sldLayoutId id="2147484153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2595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5" r:id="rId1"/>
    <p:sldLayoutId id="2147484156" r:id="rId2"/>
    <p:sldLayoutId id="2147484157" r:id="rId3"/>
    <p:sldLayoutId id="2147484158" r:id="rId4"/>
    <p:sldLayoutId id="2147484159" r:id="rId5"/>
    <p:sldLayoutId id="2147484160" r:id="rId6"/>
    <p:sldLayoutId id="2147484161" r:id="rId7"/>
    <p:sldLayoutId id="2147484162" r:id="rId8"/>
    <p:sldLayoutId id="2147484163" r:id="rId9"/>
    <p:sldLayoutId id="2147484164" r:id="rId10"/>
    <p:sldLayoutId id="2147484165" r:id="rId11"/>
    <p:sldLayoutId id="2147484166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9041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8" r:id="rId1"/>
    <p:sldLayoutId id="2147484169" r:id="rId2"/>
    <p:sldLayoutId id="2147484170" r:id="rId3"/>
    <p:sldLayoutId id="2147484171" r:id="rId4"/>
    <p:sldLayoutId id="2147484172" r:id="rId5"/>
    <p:sldLayoutId id="2147484173" r:id="rId6"/>
    <p:sldLayoutId id="2147484174" r:id="rId7"/>
    <p:sldLayoutId id="2147484175" r:id="rId8"/>
    <p:sldLayoutId id="2147484176" r:id="rId9"/>
    <p:sldLayoutId id="2147484177" r:id="rId10"/>
    <p:sldLayoutId id="2147484178" r:id="rId11"/>
    <p:sldLayoutId id="2147484179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6446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1" r:id="rId1"/>
    <p:sldLayoutId id="2147484182" r:id="rId2"/>
    <p:sldLayoutId id="2147484183" r:id="rId3"/>
    <p:sldLayoutId id="2147484184" r:id="rId4"/>
    <p:sldLayoutId id="2147484185" r:id="rId5"/>
    <p:sldLayoutId id="2147484186" r:id="rId6"/>
    <p:sldLayoutId id="2147484187" r:id="rId7"/>
    <p:sldLayoutId id="2147484188" r:id="rId8"/>
    <p:sldLayoutId id="2147484189" r:id="rId9"/>
    <p:sldLayoutId id="2147484190" r:id="rId10"/>
    <p:sldLayoutId id="2147484191" r:id="rId11"/>
    <p:sldLayoutId id="2147484192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9126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4" r:id="rId1"/>
    <p:sldLayoutId id="2147484195" r:id="rId2"/>
    <p:sldLayoutId id="2147484196" r:id="rId3"/>
    <p:sldLayoutId id="2147484197" r:id="rId4"/>
    <p:sldLayoutId id="2147484198" r:id="rId5"/>
    <p:sldLayoutId id="2147484199" r:id="rId6"/>
    <p:sldLayoutId id="2147484200" r:id="rId7"/>
    <p:sldLayoutId id="2147484201" r:id="rId8"/>
    <p:sldLayoutId id="2147484202" r:id="rId9"/>
    <p:sldLayoutId id="2147484203" r:id="rId10"/>
    <p:sldLayoutId id="2147484204" r:id="rId11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8412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7" r:id="rId1"/>
    <p:sldLayoutId id="2147484208" r:id="rId2"/>
    <p:sldLayoutId id="2147484209" r:id="rId3"/>
    <p:sldLayoutId id="2147484210" r:id="rId4"/>
    <p:sldLayoutId id="2147484211" r:id="rId5"/>
    <p:sldLayoutId id="2147484212" r:id="rId6"/>
    <p:sldLayoutId id="2147484213" r:id="rId7"/>
    <p:sldLayoutId id="2147484214" r:id="rId8"/>
    <p:sldLayoutId id="2147484215" r:id="rId9"/>
    <p:sldLayoutId id="2147484216" r:id="rId10"/>
    <p:sldLayoutId id="2147484217" r:id="rId11"/>
    <p:sldLayoutId id="2147484218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0850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0" r:id="rId1"/>
    <p:sldLayoutId id="2147484221" r:id="rId2"/>
    <p:sldLayoutId id="2147484222" r:id="rId3"/>
    <p:sldLayoutId id="2147484223" r:id="rId4"/>
    <p:sldLayoutId id="2147484224" r:id="rId5"/>
    <p:sldLayoutId id="2147484225" r:id="rId6"/>
    <p:sldLayoutId id="2147484226" r:id="rId7"/>
    <p:sldLayoutId id="2147484227" r:id="rId8"/>
    <p:sldLayoutId id="2147484228" r:id="rId9"/>
    <p:sldLayoutId id="2147484229" r:id="rId10"/>
    <p:sldLayoutId id="2147484230" r:id="rId11"/>
    <p:sldLayoutId id="2147484231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7306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3" r:id="rId1"/>
    <p:sldLayoutId id="2147484234" r:id="rId2"/>
    <p:sldLayoutId id="2147484235" r:id="rId3"/>
    <p:sldLayoutId id="2147484236" r:id="rId4"/>
    <p:sldLayoutId id="2147484237" r:id="rId5"/>
    <p:sldLayoutId id="2147484238" r:id="rId6"/>
    <p:sldLayoutId id="2147484239" r:id="rId7"/>
    <p:sldLayoutId id="2147484240" r:id="rId8"/>
    <p:sldLayoutId id="2147484241" r:id="rId9"/>
    <p:sldLayoutId id="2147484242" r:id="rId10"/>
    <p:sldLayoutId id="2147484243" r:id="rId11"/>
    <p:sldLayoutId id="2147484244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885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6" r:id="rId1"/>
    <p:sldLayoutId id="2147484247" r:id="rId2"/>
    <p:sldLayoutId id="2147484248" r:id="rId3"/>
    <p:sldLayoutId id="2147484249" r:id="rId4"/>
    <p:sldLayoutId id="2147484250" r:id="rId5"/>
    <p:sldLayoutId id="2147484251" r:id="rId6"/>
    <p:sldLayoutId id="2147484252" r:id="rId7"/>
    <p:sldLayoutId id="2147484253" r:id="rId8"/>
    <p:sldLayoutId id="2147484254" r:id="rId9"/>
    <p:sldLayoutId id="2147484255" r:id="rId10"/>
    <p:sldLayoutId id="2147484256" r:id="rId11"/>
    <p:sldLayoutId id="2147484257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6708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9" r:id="rId1"/>
    <p:sldLayoutId id="2147484260" r:id="rId2"/>
    <p:sldLayoutId id="2147484261" r:id="rId3"/>
    <p:sldLayoutId id="2147484262" r:id="rId4"/>
    <p:sldLayoutId id="2147484263" r:id="rId5"/>
    <p:sldLayoutId id="2147484264" r:id="rId6"/>
    <p:sldLayoutId id="2147484265" r:id="rId7"/>
    <p:sldLayoutId id="2147484266" r:id="rId8"/>
    <p:sldLayoutId id="2147484267" r:id="rId9"/>
    <p:sldLayoutId id="2147484268" r:id="rId10"/>
    <p:sldLayoutId id="2147484269" r:id="rId11"/>
    <p:sldLayoutId id="2147484270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4946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2" r:id="rId1"/>
    <p:sldLayoutId id="2147484273" r:id="rId2"/>
    <p:sldLayoutId id="2147484274" r:id="rId3"/>
    <p:sldLayoutId id="2147484275" r:id="rId4"/>
    <p:sldLayoutId id="2147484276" r:id="rId5"/>
    <p:sldLayoutId id="2147484277" r:id="rId6"/>
    <p:sldLayoutId id="2147484278" r:id="rId7"/>
    <p:sldLayoutId id="2147484279" r:id="rId8"/>
    <p:sldLayoutId id="2147484280" r:id="rId9"/>
    <p:sldLayoutId id="2147484281" r:id="rId10"/>
    <p:sldLayoutId id="2147484282" r:id="rId11"/>
    <p:sldLayoutId id="2147484283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0419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5" r:id="rId1"/>
    <p:sldLayoutId id="2147484286" r:id="rId2"/>
    <p:sldLayoutId id="2147484287" r:id="rId3"/>
    <p:sldLayoutId id="2147484288" r:id="rId4"/>
    <p:sldLayoutId id="2147484289" r:id="rId5"/>
    <p:sldLayoutId id="2147484290" r:id="rId6"/>
    <p:sldLayoutId id="2147484291" r:id="rId7"/>
    <p:sldLayoutId id="2147484292" r:id="rId8"/>
    <p:sldLayoutId id="2147484293" r:id="rId9"/>
    <p:sldLayoutId id="2147484294" r:id="rId10"/>
    <p:sldLayoutId id="2147484295" r:id="rId11"/>
    <p:sldLayoutId id="2147484296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3351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8" r:id="rId1"/>
    <p:sldLayoutId id="2147484299" r:id="rId2"/>
    <p:sldLayoutId id="2147484300" r:id="rId3"/>
    <p:sldLayoutId id="2147484301" r:id="rId4"/>
    <p:sldLayoutId id="2147484302" r:id="rId5"/>
    <p:sldLayoutId id="2147484303" r:id="rId6"/>
    <p:sldLayoutId id="2147484304" r:id="rId7"/>
    <p:sldLayoutId id="2147484305" r:id="rId8"/>
    <p:sldLayoutId id="2147484306" r:id="rId9"/>
    <p:sldLayoutId id="2147484307" r:id="rId10"/>
    <p:sldLayoutId id="2147484308" r:id="rId11"/>
    <p:sldLayoutId id="2147484309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7494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1" r:id="rId1"/>
    <p:sldLayoutId id="2147484312" r:id="rId2"/>
    <p:sldLayoutId id="2147484313" r:id="rId3"/>
    <p:sldLayoutId id="2147484314" r:id="rId4"/>
    <p:sldLayoutId id="2147484315" r:id="rId5"/>
    <p:sldLayoutId id="2147484316" r:id="rId6"/>
    <p:sldLayoutId id="2147484317" r:id="rId7"/>
    <p:sldLayoutId id="2147484318" r:id="rId8"/>
    <p:sldLayoutId id="2147484319" r:id="rId9"/>
    <p:sldLayoutId id="2147484320" r:id="rId10"/>
    <p:sldLayoutId id="2147484321" r:id="rId11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1490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4" r:id="rId1"/>
    <p:sldLayoutId id="2147484325" r:id="rId2"/>
    <p:sldLayoutId id="2147484326" r:id="rId3"/>
    <p:sldLayoutId id="2147484327" r:id="rId4"/>
    <p:sldLayoutId id="2147484328" r:id="rId5"/>
    <p:sldLayoutId id="2147484329" r:id="rId6"/>
    <p:sldLayoutId id="2147484330" r:id="rId7"/>
    <p:sldLayoutId id="2147484331" r:id="rId8"/>
    <p:sldLayoutId id="2147484332" r:id="rId9"/>
    <p:sldLayoutId id="2147484333" r:id="rId10"/>
    <p:sldLayoutId id="2147484334" r:id="rId11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5354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7" r:id="rId1"/>
    <p:sldLayoutId id="2147484338" r:id="rId2"/>
    <p:sldLayoutId id="2147484339" r:id="rId3"/>
    <p:sldLayoutId id="2147484340" r:id="rId4"/>
    <p:sldLayoutId id="2147484341" r:id="rId5"/>
    <p:sldLayoutId id="2147484342" r:id="rId6"/>
    <p:sldLayoutId id="2147484343" r:id="rId7"/>
    <p:sldLayoutId id="2147484344" r:id="rId8"/>
    <p:sldLayoutId id="2147484345" r:id="rId9"/>
    <p:sldLayoutId id="2147484346" r:id="rId10"/>
    <p:sldLayoutId id="2147484347" r:id="rId11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001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0" r:id="rId1"/>
    <p:sldLayoutId id="2147484351" r:id="rId2"/>
    <p:sldLayoutId id="2147484352" r:id="rId3"/>
    <p:sldLayoutId id="2147484353" r:id="rId4"/>
    <p:sldLayoutId id="2147484354" r:id="rId5"/>
    <p:sldLayoutId id="2147484355" r:id="rId6"/>
    <p:sldLayoutId id="2147484356" r:id="rId7"/>
    <p:sldLayoutId id="2147484357" r:id="rId8"/>
    <p:sldLayoutId id="2147484358" r:id="rId9"/>
    <p:sldLayoutId id="2147484359" r:id="rId10"/>
    <p:sldLayoutId id="2147484360" r:id="rId11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9477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63" r:id="rId1"/>
    <p:sldLayoutId id="2147484364" r:id="rId2"/>
    <p:sldLayoutId id="2147484365" r:id="rId3"/>
    <p:sldLayoutId id="2147484366" r:id="rId4"/>
    <p:sldLayoutId id="2147484367" r:id="rId5"/>
    <p:sldLayoutId id="2147484368" r:id="rId6"/>
    <p:sldLayoutId id="2147484369" r:id="rId7"/>
    <p:sldLayoutId id="2147484370" r:id="rId8"/>
    <p:sldLayoutId id="2147484371" r:id="rId9"/>
    <p:sldLayoutId id="2147484372" r:id="rId10"/>
    <p:sldLayoutId id="2147484373" r:id="rId11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0287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76" r:id="rId1"/>
    <p:sldLayoutId id="2147484377" r:id="rId2"/>
    <p:sldLayoutId id="2147484378" r:id="rId3"/>
    <p:sldLayoutId id="2147484379" r:id="rId4"/>
    <p:sldLayoutId id="2147484380" r:id="rId5"/>
    <p:sldLayoutId id="2147484381" r:id="rId6"/>
    <p:sldLayoutId id="2147484382" r:id="rId7"/>
    <p:sldLayoutId id="2147484383" r:id="rId8"/>
    <p:sldLayoutId id="2147484384" r:id="rId9"/>
    <p:sldLayoutId id="2147484385" r:id="rId10"/>
    <p:sldLayoutId id="2147484386" r:id="rId11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9958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89" r:id="rId1"/>
    <p:sldLayoutId id="2147484390" r:id="rId2"/>
    <p:sldLayoutId id="2147484391" r:id="rId3"/>
    <p:sldLayoutId id="2147484392" r:id="rId4"/>
    <p:sldLayoutId id="2147484393" r:id="rId5"/>
    <p:sldLayoutId id="2147484394" r:id="rId6"/>
    <p:sldLayoutId id="2147484395" r:id="rId7"/>
    <p:sldLayoutId id="2147484396" r:id="rId8"/>
    <p:sldLayoutId id="2147484397" r:id="rId9"/>
    <p:sldLayoutId id="2147484398" r:id="rId10"/>
    <p:sldLayoutId id="2147484399" r:id="rId11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1823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2" r:id="rId1"/>
    <p:sldLayoutId id="2147484403" r:id="rId2"/>
    <p:sldLayoutId id="2147484404" r:id="rId3"/>
    <p:sldLayoutId id="2147484405" r:id="rId4"/>
    <p:sldLayoutId id="2147484406" r:id="rId5"/>
    <p:sldLayoutId id="2147484407" r:id="rId6"/>
    <p:sldLayoutId id="2147484408" r:id="rId7"/>
    <p:sldLayoutId id="2147484409" r:id="rId8"/>
    <p:sldLayoutId id="2147484410" r:id="rId9"/>
    <p:sldLayoutId id="2147484411" r:id="rId10"/>
    <p:sldLayoutId id="2147484412" r:id="rId11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1322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5" r:id="rId1"/>
    <p:sldLayoutId id="2147484416" r:id="rId2"/>
    <p:sldLayoutId id="2147484417" r:id="rId3"/>
    <p:sldLayoutId id="2147484418" r:id="rId4"/>
    <p:sldLayoutId id="2147484419" r:id="rId5"/>
    <p:sldLayoutId id="2147484420" r:id="rId6"/>
    <p:sldLayoutId id="2147484421" r:id="rId7"/>
    <p:sldLayoutId id="2147484422" r:id="rId8"/>
    <p:sldLayoutId id="2147484423" r:id="rId9"/>
    <p:sldLayoutId id="2147484424" r:id="rId10"/>
    <p:sldLayoutId id="2147484425" r:id="rId11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8997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8" r:id="rId1"/>
    <p:sldLayoutId id="2147484429" r:id="rId2"/>
    <p:sldLayoutId id="2147484430" r:id="rId3"/>
    <p:sldLayoutId id="2147484431" r:id="rId4"/>
    <p:sldLayoutId id="2147484432" r:id="rId5"/>
    <p:sldLayoutId id="2147484433" r:id="rId6"/>
    <p:sldLayoutId id="2147484434" r:id="rId7"/>
    <p:sldLayoutId id="2147484435" r:id="rId8"/>
    <p:sldLayoutId id="2147484436" r:id="rId9"/>
    <p:sldLayoutId id="2147484437" r:id="rId10"/>
    <p:sldLayoutId id="2147484438" r:id="rId11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2568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6794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54" r:id="rId1"/>
    <p:sldLayoutId id="2147484455" r:id="rId2"/>
    <p:sldLayoutId id="2147484456" r:id="rId3"/>
    <p:sldLayoutId id="2147484457" r:id="rId4"/>
    <p:sldLayoutId id="2147484458" r:id="rId5"/>
    <p:sldLayoutId id="2147484459" r:id="rId6"/>
    <p:sldLayoutId id="2147484460" r:id="rId7"/>
    <p:sldLayoutId id="2147484461" r:id="rId8"/>
    <p:sldLayoutId id="2147484462" r:id="rId9"/>
    <p:sldLayoutId id="2147484463" r:id="rId10"/>
    <p:sldLayoutId id="2147484464" r:id="rId11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001" name="Rectangle 9"/>
          <p:cNvSpPr>
            <a:spLocks noChangeArrowheads="1"/>
          </p:cNvSpPr>
          <p:nvPr/>
        </p:nvSpPr>
        <p:spPr bwMode="auto">
          <a:xfrm>
            <a:off x="4763" y="731838"/>
            <a:ext cx="9136062" cy="6111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-2"/>
            <a:ext cx="7773988" cy="740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Slide Title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021215"/>
            <a:ext cx="8119156" cy="514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8604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7" r:id="rId1"/>
    <p:sldLayoutId id="2147484468" r:id="rId2"/>
    <p:sldLayoutId id="2147484469" r:id="rId3"/>
    <p:sldLayoutId id="2147484470" r:id="rId4"/>
    <p:sldLayoutId id="2147484471" r:id="rId5"/>
    <p:sldLayoutId id="2147484472" r:id="rId6"/>
    <p:sldLayoutId id="2147484473" r:id="rId7"/>
    <p:sldLayoutId id="2147484474" r:id="rId8"/>
    <p:sldLayoutId id="2147484475" r:id="rId9"/>
    <p:sldLayoutId id="2147484476" r:id="rId10"/>
    <p:sldLayoutId id="2147484477" r:id="rId11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800">
          <a:solidFill>
            <a:schemeClr val="bg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buClr>
          <a:srgbClr val="DC0081"/>
        </a:buClr>
        <a:buFont typeface="Wingdings" pitchFamily="2" charset="2"/>
        <a:defRPr sz="2400">
          <a:solidFill>
            <a:schemeClr val="tx1"/>
          </a:solidFill>
          <a:latin typeface="Verdana" pitchFamily="34" charset="0"/>
        </a:defRPr>
      </a:lvl9pPr>
    </p:titleStyle>
    <p:bodyStyle>
      <a:lvl1pPr marL="174625" indent="-17462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2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458788" indent="-169863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4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4075" indent="-173038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80000"/>
        <a:buFont typeface="Arial" pitchFamily="34" charset="0"/>
        <a:buChar char="•"/>
        <a:defRPr sz="20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54125" indent="-165100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4638" indent="-168275" algn="l" rtl="0" eaLnBrk="1" fontAlgn="base" hangingPunct="1">
        <a:lnSpc>
          <a:spcPct val="100000"/>
        </a:lnSpc>
        <a:spcBef>
          <a:spcPts val="600"/>
        </a:spcBef>
        <a:spcAft>
          <a:spcPct val="0"/>
        </a:spcAft>
        <a:buClr>
          <a:srgbClr val="0070C0"/>
        </a:buClr>
        <a:buSzPct val="90000"/>
        <a:buFont typeface="Arial" pitchFamily="34" charset="0"/>
        <a:buChar char="•"/>
        <a:defRPr sz="180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20018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6pPr>
      <a:lvl7pPr marL="24590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7pPr>
      <a:lvl8pPr marL="29162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8pPr>
      <a:lvl9pPr marL="3373438" indent="-168275" algn="l" rtl="0" eaLnBrk="1" fontAlgn="base" hangingPunct="1">
        <a:lnSpc>
          <a:spcPct val="90000"/>
        </a:lnSpc>
        <a:spcBef>
          <a:spcPct val="70000"/>
        </a:spcBef>
        <a:spcAft>
          <a:spcPct val="0"/>
        </a:spcAft>
        <a:buClr>
          <a:srgbClr val="2D4A6D"/>
        </a:buClr>
        <a:buSzPct val="9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9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8c790333-064c-4985-a532-d483aa4769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>
          <a:xfrm>
            <a:off x="3106782" y="3169492"/>
            <a:ext cx="5732417" cy="340093"/>
          </a:xfrm>
        </p:spPr>
        <p:txBody>
          <a:bodyPr/>
          <a:lstStyle/>
          <a:p>
            <a:r>
              <a:rPr lang="en-CA" sz="2600" dirty="0" smtClean="0"/>
              <a:t>Module </a:t>
            </a:r>
            <a:r>
              <a:rPr lang="en-CA" sz="2600" dirty="0" smtClean="0"/>
              <a:t>1 - LAB</a:t>
            </a:r>
            <a:endParaRPr lang="en-CA" sz="2600" dirty="0"/>
          </a:p>
        </p:txBody>
      </p:sp>
      <p:sp>
        <p:nvSpPr>
          <p:cNvPr id="3" name="Subtitle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en-CA" smtClean="0"/>
              <a:t>Deploying and Managing Windows Server 2012
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0231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7896d5c-e62d-4e00-a461-57f334fa0b2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374" y="-2"/>
            <a:ext cx="8465911" cy="740664"/>
          </a:xfrm>
        </p:spPr>
        <p:txBody>
          <a:bodyPr/>
          <a:lstStyle/>
          <a:p>
            <a:r>
              <a:rPr lang="en-CA" dirty="0" smtClean="0"/>
              <a:t>Lab: Deploying and Managing Windows Server 2012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8787" y="1021215"/>
            <a:ext cx="8467497" cy="267924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CA" sz="2550" dirty="0" smtClean="0"/>
              <a:t>Exercise 1: Deploying Windows Server 2012
Exercise 2: Configuring Windows Server 2012 Server Core
Exercise 3: Managing Servers
Exercise 4: Using Windows PowerShell to Manage Servers</a:t>
            </a:r>
            <a:endParaRPr lang="en-CA" sz="2550" dirty="0"/>
          </a:p>
        </p:txBody>
      </p:sp>
      <p:sp>
        <p:nvSpPr>
          <p:cNvPr id="4" name="TextBox 3"/>
          <p:cNvSpPr txBox="1"/>
          <p:nvPr/>
        </p:nvSpPr>
        <p:spPr>
          <a:xfrm>
            <a:off x="515940" y="3716573"/>
            <a:ext cx="2694199" cy="430887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CA" sz="2200" b="1" dirty="0" smtClean="0">
                <a:latin typeface="Segoe UI" panose="020B0502040204020203" pitchFamily="34" charset="0"/>
              </a:rPr>
              <a:t>Logon Information</a:t>
            </a:r>
            <a:endParaRPr lang="en-CA" sz="2200" b="1" dirty="0">
              <a:latin typeface="Segoe UI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5940" y="4177552"/>
            <a:ext cx="5724644" cy="1631216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>
              <a:tabLst>
                <a:tab pos="2514600" algn="l"/>
              </a:tabLst>
            </a:pPr>
            <a:r>
              <a:rPr lang="en-US" sz="2000" b="0" i="0" u="none" strike="noStrike" baseline="0" dirty="0" smtClean="0">
                <a:latin typeface="Segoe UI" panose="020B0502040204020203" pitchFamily="34" charset="0"/>
              </a:rPr>
              <a:t>Virtual machines	</a:t>
            </a:r>
            <a:r>
              <a:rPr lang="fi-FI" sz="2000" b="1" i="0" u="none" strike="noStrike" baseline="0" dirty="0" smtClean="0">
                <a:latin typeface="Segoe UI" panose="020B0502040204020203" pitchFamily="34" charset="0"/>
              </a:rPr>
              <a:t>20410D‑LON‑DC1</a:t>
            </a:r>
          </a:p>
          <a:p>
            <a:pPr>
              <a:tabLst>
                <a:tab pos="2514600" algn="l"/>
              </a:tabLst>
            </a:pPr>
            <a:r>
              <a:rPr lang="fi-FI" sz="2000" b="1" i="0" u="none" strike="noStrike" baseline="0" dirty="0" smtClean="0">
                <a:latin typeface="Segoe UI" panose="020B0502040204020203" pitchFamily="34" charset="0"/>
              </a:rPr>
              <a:t>	20410D‑LON‑SVR3</a:t>
            </a:r>
          </a:p>
          <a:p>
            <a:pPr>
              <a:tabLst>
                <a:tab pos="2514600" algn="l"/>
              </a:tabLst>
            </a:pPr>
            <a:r>
              <a:rPr lang="en-US" sz="2000" b="1" i="0" u="none" strike="noStrike" baseline="0" dirty="0" smtClean="0">
                <a:latin typeface="Segoe UI" panose="020B0502040204020203" pitchFamily="34" charset="0"/>
              </a:rPr>
              <a:t>	20410D‑LON‑CORE</a:t>
            </a:r>
            <a:r>
              <a:rPr lang="en-US" sz="2000" b="0" i="0" u="none" strike="noStrike" baseline="0" dirty="0" smtClean="0">
                <a:latin typeface="Segoe UI" panose="020B0502040204020203" pitchFamily="34" charset="0"/>
              </a:rPr>
              <a:t>	</a:t>
            </a:r>
          </a:p>
          <a:p>
            <a:pPr>
              <a:tabLst>
                <a:tab pos="2514600" algn="l"/>
              </a:tabLst>
            </a:pPr>
            <a:r>
              <a:rPr lang="en-US" sz="2000" b="0" i="0" u="none" strike="noStrike" baseline="0" dirty="0" smtClean="0">
                <a:latin typeface="Segoe UI" panose="020B0502040204020203" pitchFamily="34" charset="0"/>
              </a:rPr>
              <a:t>User name	</a:t>
            </a:r>
            <a:r>
              <a:rPr lang="en-US" sz="2000" b="1" i="0" u="none" strike="noStrike" baseline="0" dirty="0" err="1" smtClean="0">
                <a:latin typeface="Segoe UI" panose="020B0502040204020203" pitchFamily="34" charset="0"/>
              </a:rPr>
              <a:t>Adatum</a:t>
            </a:r>
            <a:r>
              <a:rPr lang="en-US" sz="2000" b="1" i="0" u="none" strike="noStrike" baseline="0" dirty="0" smtClean="0">
                <a:latin typeface="Segoe UI" panose="020B0502040204020203" pitchFamily="34" charset="0"/>
              </a:rPr>
              <a:t>\Administrator</a:t>
            </a:r>
            <a:r>
              <a:rPr lang="en-US" sz="2000" b="0" i="0" u="none" strike="noStrike" baseline="0" dirty="0" smtClean="0">
                <a:latin typeface="Segoe UI" panose="020B0502040204020203" pitchFamily="34" charset="0"/>
              </a:rPr>
              <a:t>	</a:t>
            </a:r>
          </a:p>
          <a:p>
            <a:pPr>
              <a:tabLst>
                <a:tab pos="2514600" algn="l"/>
              </a:tabLst>
            </a:pPr>
            <a:r>
              <a:rPr lang="en-US" sz="2000" b="0" i="0" u="none" strike="noStrike" baseline="0" dirty="0" smtClean="0">
                <a:latin typeface="Segoe UI" panose="020B0502040204020203" pitchFamily="34" charset="0"/>
              </a:rPr>
              <a:t>Password	</a:t>
            </a:r>
            <a:r>
              <a:rPr lang="en-US" sz="2000" b="1" i="0" u="none" strike="noStrike" baseline="0" dirty="0" smtClean="0">
                <a:latin typeface="Segoe UI" panose="020B0502040204020203" pitchFamily="34" charset="0"/>
              </a:rPr>
              <a:t>Pa$$w0rd</a:t>
            </a:r>
            <a:endParaRPr lang="fr-CA" sz="2000" b="1" dirty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5940" y="6034770"/>
            <a:ext cx="3516860" cy="40011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CA" sz="2000" b="1" dirty="0" smtClean="0">
                <a:latin typeface="Segoe UI" panose="020B0502040204020203" pitchFamily="34" charset="0"/>
              </a:rPr>
              <a:t>Estimated Time: 75 minutes</a:t>
            </a:r>
            <a:endParaRPr lang="en-CA" sz="2000" b="1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226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Commandes pour configurer une carte réseau</a:t>
            </a:r>
            <a:endParaRPr lang="fr-BE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8788" y="1021214"/>
            <a:ext cx="8119156" cy="5772391"/>
          </a:xfrm>
          <a:prstGeom prst="rect">
            <a:avLst/>
          </a:prstGeom>
        </p:spPr>
        <p:txBody>
          <a:bodyPr/>
          <a:lstStyle>
            <a:lvl1pPr marL="174625" indent="-17462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8788" indent="-169863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54075" indent="-173038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254125" indent="-1651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4638" indent="-16827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0018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4590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9162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3734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lvl="0" indent="0">
              <a:buNone/>
            </a:pPr>
            <a:r>
              <a:rPr lang="fr-BE" kern="0" dirty="0" smtClean="0">
                <a:solidFill>
                  <a:srgbClr val="000000"/>
                </a:solidFill>
              </a:rPr>
              <a:t>Invite de commandes :</a:t>
            </a:r>
            <a:endParaRPr lang="fr-BE" kern="0" dirty="0" smtClean="0">
              <a:solidFill>
                <a:srgbClr val="000000"/>
              </a:solidFill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Netsh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interface ipv4 set address "Local Area Connection" static 10.10.10.10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255.255.255.0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Netsh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interface ipv4 set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dnsservers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"Local Area Connection" static 10.10.10.5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primary</a:t>
            </a:r>
          </a:p>
          <a:p>
            <a:pPr marL="0" lvl="1" indent="0">
              <a:buNone/>
            </a:pPr>
            <a:r>
              <a:rPr lang="en-US" sz="2000" kern="0" dirty="0" smtClean="0">
                <a:solidFill>
                  <a:srgbClr val="000000"/>
                </a:solidFill>
              </a:rPr>
              <a:t/>
            </a:r>
            <a:br>
              <a:rPr lang="en-US" sz="2000" kern="0" dirty="0" smtClean="0">
                <a:solidFill>
                  <a:srgbClr val="000000"/>
                </a:solidFill>
              </a:rPr>
            </a:br>
            <a:r>
              <a:rPr lang="en-US" sz="2800" kern="0" dirty="0" smtClean="0">
                <a:solidFill>
                  <a:srgbClr val="000000"/>
                </a:solidFill>
              </a:rPr>
              <a:t>Power Shell</a:t>
            </a:r>
          </a:p>
          <a:p>
            <a:pPr lvl="1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New-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NetIPAddress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–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InterfaceIndex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–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IPAddress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10.10.10.10 –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PrefixLength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Set-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DNSClientServerAddress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–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InterfaceIndex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–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ServerAddresses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10.10.10.5</a:t>
            </a:r>
            <a:endParaRPr lang="fr-BE" kern="0" dirty="0" smtClean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023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Gérer un serveur à distance</a:t>
            </a:r>
            <a:endParaRPr lang="fr-BE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8788" y="1021214"/>
            <a:ext cx="8119156" cy="5772391"/>
          </a:xfrm>
          <a:prstGeom prst="rect">
            <a:avLst/>
          </a:prstGeom>
        </p:spPr>
        <p:txBody>
          <a:bodyPr/>
          <a:lstStyle>
            <a:lvl1pPr marL="174625" indent="-17462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8788" indent="-169863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54075" indent="-173038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80000"/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254125" indent="-1651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4638" indent="-168275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70C0"/>
              </a:buClr>
              <a:buSzPct val="90000"/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20018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4590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29162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373438" indent="-168275" algn="l" rtl="0" eaLnBrk="1" fontAlgn="base" hangingPunct="1">
              <a:lnSpc>
                <a:spcPct val="90000"/>
              </a:lnSpc>
              <a:spcBef>
                <a:spcPct val="70000"/>
              </a:spcBef>
              <a:spcAft>
                <a:spcPct val="0"/>
              </a:spcAft>
              <a:buClr>
                <a:srgbClr val="2D4A6D"/>
              </a:buClr>
              <a:buSzPct val="90000"/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lvl="0" indent="0">
              <a:buNone/>
            </a:pPr>
            <a:r>
              <a:rPr lang="fr-FR" kern="0" dirty="0" smtClean="0">
                <a:solidFill>
                  <a:srgbClr val="000000"/>
                </a:solidFill>
              </a:rPr>
              <a:t>Server Manager :</a:t>
            </a:r>
          </a:p>
          <a:p>
            <a:pPr lvl="1"/>
            <a:r>
              <a:rPr lang="fr-FR" dirty="0" smtClean="0"/>
              <a:t>Dans </a:t>
            </a:r>
            <a:r>
              <a:rPr lang="fr-FR" i="1" dirty="0" smtClean="0"/>
              <a:t>Server Manager</a:t>
            </a:r>
            <a:r>
              <a:rPr lang="fr-FR" dirty="0"/>
              <a:t>&gt;</a:t>
            </a:r>
            <a:r>
              <a:rPr lang="fr-FR" i="1" dirty="0" smtClean="0"/>
              <a:t>Dashboard</a:t>
            </a:r>
            <a:r>
              <a:rPr lang="fr-FR" dirty="0" smtClean="0"/>
              <a:t>, cliquez sur </a:t>
            </a:r>
            <a:r>
              <a:rPr lang="fr-FR" i="1" dirty="0" err="1" smtClean="0"/>
              <a:t>Create</a:t>
            </a:r>
            <a:r>
              <a:rPr lang="fr-FR" i="1" dirty="0" smtClean="0"/>
              <a:t> a server group</a:t>
            </a:r>
            <a:r>
              <a:rPr lang="fr-FR" dirty="0" smtClean="0"/>
              <a:t>.</a:t>
            </a:r>
          </a:p>
          <a:p>
            <a:pPr lvl="1"/>
            <a:r>
              <a:rPr lang="fr-FR" dirty="0" smtClean="0"/>
              <a:t>Cliquez sur l’onglet </a:t>
            </a:r>
            <a:r>
              <a:rPr lang="fr-FR" i="1" dirty="0" smtClean="0"/>
              <a:t>Active Directory</a:t>
            </a:r>
            <a:r>
              <a:rPr lang="fr-FR" dirty="0" smtClean="0"/>
              <a:t> et ensuite sur </a:t>
            </a:r>
            <a:r>
              <a:rPr lang="fr-FR" i="1" dirty="0" err="1" smtClean="0"/>
              <a:t>Find</a:t>
            </a:r>
            <a:r>
              <a:rPr lang="fr-FR" i="1" dirty="0" smtClean="0"/>
              <a:t> </a:t>
            </a:r>
            <a:r>
              <a:rPr lang="fr-FR" i="1" dirty="0" err="1" smtClean="0"/>
              <a:t>Now</a:t>
            </a:r>
            <a:r>
              <a:rPr lang="fr-FR" dirty="0" smtClean="0"/>
              <a:t>.</a:t>
            </a:r>
          </a:p>
          <a:p>
            <a:pPr lvl="1"/>
            <a:r>
              <a:rPr lang="fr-FR" dirty="0" smtClean="0"/>
              <a:t>Dans le champ </a:t>
            </a:r>
            <a:r>
              <a:rPr lang="fr-FR" i="1" dirty="0" smtClean="0"/>
              <a:t>Server group </a:t>
            </a:r>
            <a:r>
              <a:rPr lang="fr-FR" i="1" dirty="0" err="1" smtClean="0"/>
              <a:t>name</a:t>
            </a:r>
            <a:r>
              <a:rPr lang="fr-FR" dirty="0" smtClean="0"/>
              <a:t>, tapez un nom de groupe.</a:t>
            </a:r>
          </a:p>
          <a:p>
            <a:pPr lvl="1"/>
            <a:r>
              <a:rPr lang="fr-FR" dirty="0" smtClean="0"/>
              <a:t>Ajoutez les serveurs à gérer à distance.</a:t>
            </a:r>
          </a:p>
          <a:p>
            <a:pPr marL="0" lvl="1" indent="0">
              <a:buNone/>
            </a:pPr>
            <a:r>
              <a:rPr lang="fr-FR" sz="1500" kern="0" dirty="0" smtClean="0">
                <a:solidFill>
                  <a:srgbClr val="000000"/>
                </a:solidFill>
              </a:rPr>
              <a:t/>
            </a:r>
            <a:br>
              <a:rPr lang="fr-FR" sz="1500" kern="0" dirty="0" smtClean="0">
                <a:solidFill>
                  <a:srgbClr val="000000"/>
                </a:solidFill>
              </a:rPr>
            </a:br>
            <a:r>
              <a:rPr lang="fr-FR" sz="2800" kern="0" dirty="0" smtClean="0">
                <a:solidFill>
                  <a:srgbClr val="000000"/>
                </a:solidFill>
              </a:rPr>
              <a:t>Power Shell</a:t>
            </a:r>
          </a:p>
          <a:p>
            <a:pPr lvl="1"/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Get-WindowsFeature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ComputerName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nom_serveur</a:t>
            </a:r>
            <a:endParaRPr lang="fr-FR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Install-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WindowsFeature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XPS-Viewer -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ComputerName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nom_serveur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805729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6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7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8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9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0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1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2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3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14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15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16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17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18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0.xml><?xml version="1.0" encoding="utf-8"?>
<a:theme xmlns:a="http://schemas.openxmlformats.org/drawingml/2006/main" name="19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1.xml><?xml version="1.0" encoding="utf-8"?>
<a:theme xmlns:a="http://schemas.openxmlformats.org/drawingml/2006/main" name="20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2.xml><?xml version="1.0" encoding="utf-8"?>
<a:theme xmlns:a="http://schemas.openxmlformats.org/drawingml/2006/main" name="21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3.xml><?xml version="1.0" encoding="utf-8"?>
<a:theme xmlns:a="http://schemas.openxmlformats.org/drawingml/2006/main" name="22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4.xml><?xml version="1.0" encoding="utf-8"?>
<a:theme xmlns:a="http://schemas.openxmlformats.org/drawingml/2006/main" name="23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5.xml><?xml version="1.0" encoding="utf-8"?>
<a:theme xmlns:a="http://schemas.openxmlformats.org/drawingml/2006/main" name="24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6.xml><?xml version="1.0" encoding="utf-8"?>
<a:theme xmlns:a="http://schemas.openxmlformats.org/drawingml/2006/main" name="25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7.xml><?xml version="1.0" encoding="utf-8"?>
<a:theme xmlns:a="http://schemas.openxmlformats.org/drawingml/2006/main" name="26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8.xml><?xml version="1.0" encoding="utf-8"?>
<a:theme xmlns:a="http://schemas.openxmlformats.org/drawingml/2006/main" name="27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9.xml><?xml version="1.0" encoding="utf-8"?>
<a:theme xmlns:a="http://schemas.openxmlformats.org/drawingml/2006/main" name="28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0.xml><?xml version="1.0" encoding="utf-8"?>
<a:theme xmlns:a="http://schemas.openxmlformats.org/drawingml/2006/main" name="29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1.xml><?xml version="1.0" encoding="utf-8"?>
<a:theme xmlns:a="http://schemas.openxmlformats.org/drawingml/2006/main" name="30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2.xml><?xml version="1.0" encoding="utf-8"?>
<a:theme xmlns:a="http://schemas.openxmlformats.org/drawingml/2006/main" name="31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3.xml><?xml version="1.0" encoding="utf-8"?>
<a:theme xmlns:a="http://schemas.openxmlformats.org/drawingml/2006/main" name="32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4.xml><?xml version="1.0" encoding="utf-8"?>
<a:theme xmlns:a="http://schemas.openxmlformats.org/drawingml/2006/main" name="33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5.xml><?xml version="1.0" encoding="utf-8"?>
<a:theme xmlns:a="http://schemas.openxmlformats.org/drawingml/2006/main" name="34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6.xml><?xml version="1.0" encoding="utf-8"?>
<a:theme xmlns:a="http://schemas.openxmlformats.org/drawingml/2006/main" name="35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7.xml><?xml version="1.0" encoding="utf-8"?>
<a:theme xmlns:a="http://schemas.openxmlformats.org/drawingml/2006/main" name="36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8.xml><?xml version="1.0" encoding="utf-8"?>
<a:theme xmlns:a="http://schemas.openxmlformats.org/drawingml/2006/main" name="37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9.xml><?xml version="1.0" encoding="utf-8"?>
<a:theme xmlns:a="http://schemas.openxmlformats.org/drawingml/2006/main" name="38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0.xml><?xml version="1.0" encoding="utf-8"?>
<a:theme xmlns:a="http://schemas.openxmlformats.org/drawingml/2006/main" name="39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1.xml><?xml version="1.0" encoding="utf-8"?>
<a:theme xmlns:a="http://schemas.openxmlformats.org/drawingml/2006/main" name="40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2.xml><?xml version="1.0" encoding="utf-8"?>
<a:theme xmlns:a="http://schemas.openxmlformats.org/drawingml/2006/main" name="41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3.xml><?xml version="1.0" encoding="utf-8"?>
<a:theme xmlns:a="http://schemas.openxmlformats.org/drawingml/2006/main" name="42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4.xml><?xml version="1.0" encoding="utf-8"?>
<a:theme xmlns:a="http://schemas.openxmlformats.org/drawingml/2006/main" name="43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5.xml><?xml version="1.0" encoding="utf-8"?>
<a:theme xmlns:a="http://schemas.openxmlformats.org/drawingml/2006/main" name="44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6.xml><?xml version="1.0" encoding="utf-8"?>
<a:theme xmlns:a="http://schemas.openxmlformats.org/drawingml/2006/main" name="45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7.xml><?xml version="1.0" encoding="utf-8"?>
<a:theme xmlns:a="http://schemas.openxmlformats.org/drawingml/2006/main" name="46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8.xml><?xml version="1.0" encoding="utf-8"?>
<a:theme xmlns:a="http://schemas.openxmlformats.org/drawingml/2006/main" name="47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9.xml><?xml version="1.0" encoding="utf-8"?>
<a:theme xmlns:a="http://schemas.openxmlformats.org/drawingml/2006/main" name="48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0.xml><?xml version="1.0" encoding="utf-8"?>
<a:theme xmlns:a="http://schemas.openxmlformats.org/drawingml/2006/main" name="49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1.xml><?xml version="1.0" encoding="utf-8"?>
<a:theme xmlns:a="http://schemas.openxmlformats.org/drawingml/2006/main" name="50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2.xml><?xml version="1.0" encoding="utf-8"?>
<a:theme xmlns:a="http://schemas.openxmlformats.org/drawingml/2006/main" name="51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3.xml><?xml version="1.0" encoding="utf-8"?>
<a:theme xmlns:a="http://schemas.openxmlformats.org/drawingml/2006/main" name="52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4.xml><?xml version="1.0" encoding="utf-8"?>
<a:theme xmlns:a="http://schemas.openxmlformats.org/drawingml/2006/main" name="53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5.xml><?xml version="1.0" encoding="utf-8"?>
<a:theme xmlns:a="http://schemas.openxmlformats.org/drawingml/2006/main" name="54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6.xml><?xml version="1.0" encoding="utf-8"?>
<a:theme xmlns:a="http://schemas.openxmlformats.org/drawingml/2006/main" name="55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7.xml><?xml version="1.0" encoding="utf-8"?>
<a:theme xmlns:a="http://schemas.openxmlformats.org/drawingml/2006/main" name="56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8.xml><?xml version="1.0" encoding="utf-8"?>
<a:theme xmlns:a="http://schemas.openxmlformats.org/drawingml/2006/main" name="57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9.xml><?xml version="1.0" encoding="utf-8"?>
<a:theme xmlns:a="http://schemas.openxmlformats.org/drawingml/2006/main" name="58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0.xml><?xml version="1.0" encoding="utf-8"?>
<a:theme xmlns:a="http://schemas.openxmlformats.org/drawingml/2006/main" name="59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1.xml><?xml version="1.0" encoding="utf-8"?>
<a:theme xmlns:a="http://schemas.openxmlformats.org/drawingml/2006/main" name="60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2.xml><?xml version="1.0" encoding="utf-8"?>
<a:theme xmlns:a="http://schemas.openxmlformats.org/drawingml/2006/main" name="61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3.xml><?xml version="1.0" encoding="utf-8"?>
<a:theme xmlns:a="http://schemas.openxmlformats.org/drawingml/2006/main" name="62_Presentation1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2_Master_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E4CD9A"/>
            </a:gs>
            <a:gs pos="100000">
              <a:srgbClr val="EEEFD7"/>
            </a:gs>
          </a:gsLst>
          <a:lin ang="27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rgbClr val="AFAFAF"/>
          </a:outerShdw>
        </a:effectLst>
      </a:spPr>
      <a:bodyPr vert="horz" wrap="square" lIns="182880" tIns="45720" rIns="18288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2_Master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1FEF9"/>
        </a:accent1>
        <a:accent2>
          <a:srgbClr val="DC0081"/>
        </a:accent2>
        <a:accent3>
          <a:srgbClr val="FFFFFF"/>
        </a:accent3>
        <a:accent4>
          <a:srgbClr val="000000"/>
        </a:accent4>
        <a:accent5>
          <a:srgbClr val="DDFEFB"/>
        </a:accent5>
        <a:accent6>
          <a:srgbClr val="C70074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9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618FFD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0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3333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00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99CC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006699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436F9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5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E4BB0E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_Template 1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FFFFFF"/>
        </a:accent1>
        <a:accent2>
          <a:srgbClr val="8DACD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F9BBC"/>
        </a:accent6>
        <a:hlink>
          <a:srgbClr val="FFFF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NG_MOC_Core_ModuleNew</Template>
  <TotalTime>504</TotalTime>
  <Words>197</Words>
  <Application>Microsoft Office PowerPoint</Application>
  <PresentationFormat>Affichage à l'écran (4:3)</PresentationFormat>
  <Paragraphs>41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63</vt:i4>
      </vt:variant>
      <vt:variant>
        <vt:lpstr>Titres des diapositives</vt:lpstr>
      </vt:variant>
      <vt:variant>
        <vt:i4>4</vt:i4>
      </vt:variant>
    </vt:vector>
  </HeadingPairs>
  <TitlesOfParts>
    <vt:vector size="76" baseType="lpstr">
      <vt:lpstr>Segoe UI</vt:lpstr>
      <vt:lpstr>Times New Roman</vt:lpstr>
      <vt:lpstr>Wingdings</vt:lpstr>
      <vt:lpstr>Arial</vt:lpstr>
      <vt:lpstr>Segoe UI Light</vt:lpstr>
      <vt:lpstr>Segoe Light</vt:lpstr>
      <vt:lpstr>Courier New</vt:lpstr>
      <vt:lpstr>Verdana</vt:lpstr>
      <vt:lpstr>Calibri</vt:lpstr>
      <vt:lpstr>Presentation1</vt:lpstr>
      <vt:lpstr>1_Presentation1</vt:lpstr>
      <vt:lpstr>2_Presentation1</vt:lpstr>
      <vt:lpstr>3_Presentation1</vt:lpstr>
      <vt:lpstr>4_Presentation1</vt:lpstr>
      <vt:lpstr>5_Presentation1</vt:lpstr>
      <vt:lpstr>6_Presentation1</vt:lpstr>
      <vt:lpstr>7_Presentation1</vt:lpstr>
      <vt:lpstr>8_Presentation1</vt:lpstr>
      <vt:lpstr>9_Presentation1</vt:lpstr>
      <vt:lpstr>10_Presentation1</vt:lpstr>
      <vt:lpstr>11_Presentation1</vt:lpstr>
      <vt:lpstr>12_Presentation1</vt:lpstr>
      <vt:lpstr>13_Presentation1</vt:lpstr>
      <vt:lpstr>14_Presentation1</vt:lpstr>
      <vt:lpstr>15_Presentation1</vt:lpstr>
      <vt:lpstr>16_Presentation1</vt:lpstr>
      <vt:lpstr>17_Presentation1</vt:lpstr>
      <vt:lpstr>18_Presentation1</vt:lpstr>
      <vt:lpstr>19_Presentation1</vt:lpstr>
      <vt:lpstr>20_Presentation1</vt:lpstr>
      <vt:lpstr>21_Presentation1</vt:lpstr>
      <vt:lpstr>22_Presentation1</vt:lpstr>
      <vt:lpstr>23_Presentation1</vt:lpstr>
      <vt:lpstr>24_Presentation1</vt:lpstr>
      <vt:lpstr>25_Presentation1</vt:lpstr>
      <vt:lpstr>26_Presentation1</vt:lpstr>
      <vt:lpstr>27_Presentation1</vt:lpstr>
      <vt:lpstr>28_Presentation1</vt:lpstr>
      <vt:lpstr>29_Presentation1</vt:lpstr>
      <vt:lpstr>30_Presentation1</vt:lpstr>
      <vt:lpstr>31_Presentation1</vt:lpstr>
      <vt:lpstr>32_Presentation1</vt:lpstr>
      <vt:lpstr>33_Presentation1</vt:lpstr>
      <vt:lpstr>34_Presentation1</vt:lpstr>
      <vt:lpstr>35_Presentation1</vt:lpstr>
      <vt:lpstr>36_Presentation1</vt:lpstr>
      <vt:lpstr>37_Presentation1</vt:lpstr>
      <vt:lpstr>38_Presentation1</vt:lpstr>
      <vt:lpstr>39_Presentation1</vt:lpstr>
      <vt:lpstr>40_Presentation1</vt:lpstr>
      <vt:lpstr>41_Presentation1</vt:lpstr>
      <vt:lpstr>42_Presentation1</vt:lpstr>
      <vt:lpstr>43_Presentation1</vt:lpstr>
      <vt:lpstr>44_Presentation1</vt:lpstr>
      <vt:lpstr>45_Presentation1</vt:lpstr>
      <vt:lpstr>46_Presentation1</vt:lpstr>
      <vt:lpstr>47_Presentation1</vt:lpstr>
      <vt:lpstr>48_Presentation1</vt:lpstr>
      <vt:lpstr>49_Presentation1</vt:lpstr>
      <vt:lpstr>50_Presentation1</vt:lpstr>
      <vt:lpstr>51_Presentation1</vt:lpstr>
      <vt:lpstr>52_Presentation1</vt:lpstr>
      <vt:lpstr>53_Presentation1</vt:lpstr>
      <vt:lpstr>54_Presentation1</vt:lpstr>
      <vt:lpstr>55_Presentation1</vt:lpstr>
      <vt:lpstr>56_Presentation1</vt:lpstr>
      <vt:lpstr>57_Presentation1</vt:lpstr>
      <vt:lpstr>58_Presentation1</vt:lpstr>
      <vt:lpstr>59_Presentation1</vt:lpstr>
      <vt:lpstr>60_Presentation1</vt:lpstr>
      <vt:lpstr>61_Presentation1</vt:lpstr>
      <vt:lpstr>62_Presentation1</vt:lpstr>
      <vt:lpstr>Module 1 - LAB</vt:lpstr>
      <vt:lpstr>Lab: Deploying and Managing Windows Server 2012</vt:lpstr>
      <vt:lpstr>Commandes pour configurer une carte réseau</vt:lpstr>
      <vt:lpstr>Gérer un serveur à distance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Karin Carlson</dc:creator>
  <cp:lastModifiedBy>Administrator</cp:lastModifiedBy>
  <cp:revision>47</cp:revision>
  <dcterms:created xsi:type="dcterms:W3CDTF">2014-02-21T05:11:33Z</dcterms:created>
  <dcterms:modified xsi:type="dcterms:W3CDTF">2017-04-26T03:38:37Z</dcterms:modified>
</cp:coreProperties>
</file>