
<file path=[Content_Types].xml><?xml version="1.0" encoding="utf-8"?>
<Types xmlns="http://schemas.openxmlformats.org/package/2006/content-types">
  <Override PartName="/ppt/theme/theme5.xml" ContentType="application/vnd.openxmlformats-officedocument.theme+xml"/>
  <Override PartName="/ppt/slideLayouts/slideLayout307.xml" ContentType="application/vnd.openxmlformats-officedocument.presentationml.slideLayout+xml"/>
  <Override PartName="/ppt/slideLayouts/slideLayout354.xml" ContentType="application/vnd.openxmlformats-officedocument.presentationml.slideLayout+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Layouts/slideLayout146.xml" ContentType="application/vnd.openxmlformats-officedocument.presentationml.slideLayout+xml"/>
  <Override PartName="/ppt/slideLayouts/slideLayout193.xml" ContentType="application/vnd.openxmlformats-officedocument.presentationml.slideLayout+xml"/>
  <Override PartName="/ppt/slideLayouts/slideLayout332.xml" ContentType="application/vnd.openxmlformats-officedocument.presentationml.slideLayout+xml"/>
  <Override PartName="/ppt/slideLayouts/slideLayout477.xml" ContentType="application/vnd.openxmlformats-officedocument.presentationml.slideLayout+xml"/>
  <Override PartName="/ppt/slideLayouts/slideLayout2.xml" ContentType="application/vnd.openxmlformats-officedocument.presentationml.slideLayout+xml"/>
  <Override PartName="/ppt/slideLayouts/slideLayout124.xml" ContentType="application/vnd.openxmlformats-officedocument.presentationml.slideLayout+xml"/>
  <Override PartName="/ppt/slideLayouts/slideLayout171.xml" ContentType="application/vnd.openxmlformats-officedocument.presentationml.slideLayout+xml"/>
  <Override PartName="/ppt/slideLayouts/slideLayout269.xml" ContentType="application/vnd.openxmlformats-officedocument.presentationml.slideLayout+xml"/>
  <Override PartName="/ppt/slideLayouts/slideLayout408.xml" ContentType="application/vnd.openxmlformats-officedocument.presentationml.slideLayout+xml"/>
  <Override PartName="/ppt/slideLayouts/slideLayout455.xml" ContentType="application/vnd.openxmlformats-officedocument.presentationml.slideLayout+xml"/>
  <Default Extension="xml" ContentType="application/xml"/>
  <Override PartName="/ppt/slideLayouts/slideLayout24.xml" ContentType="application/vnd.openxmlformats-officedocument.presentationml.slideLayout+xml"/>
  <Override PartName="/ppt/slideLayouts/slideLayout71.xml" ContentType="application/vnd.openxmlformats-officedocument.presentationml.slideLayout+xml"/>
  <Override PartName="/ppt/slideLayouts/slideLayout247.xml" ContentType="application/vnd.openxmlformats-officedocument.presentationml.slideLayout+xml"/>
  <Override PartName="/ppt/slideLayouts/slideLayout294.xml" ContentType="application/vnd.openxmlformats-officedocument.presentationml.slideLayout+xml"/>
  <Override PartName="/ppt/slideLayouts/slideLayout310.xml" ContentType="application/vnd.openxmlformats-officedocument.presentationml.slideLayout+xml"/>
  <Override PartName="/ppt/theme/theme29.xml" ContentType="application/vnd.openxmlformats-officedocument.theme+xml"/>
  <Override PartName="/ppt/slideMasters/slideMaster33.xml" ContentType="application/vnd.openxmlformats-officedocument.presentationml.slideMaster+xml"/>
  <Override PartName="/ppt/slideLayouts/slideLayout102.xml" ContentType="application/vnd.openxmlformats-officedocument.presentationml.slideLayout+xml"/>
  <Override PartName="/ppt/slideLayouts/slideLayout433.xml" ContentType="application/vnd.openxmlformats-officedocument.presentationml.slideLayout+xml"/>
  <Override PartName="/ppt/slideLayouts/slideLayout480.xml" ContentType="application/vnd.openxmlformats-officedocument.presentationml.slideLayout+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slideLayouts/slideLayout225.xml" ContentType="application/vnd.openxmlformats-officedocument.presentationml.slideLayout+xml"/>
  <Override PartName="/ppt/slideLayouts/slideLayout272.xml" ContentType="application/vnd.openxmlformats-officedocument.presentationml.slideLayout+xml"/>
  <Override PartName="/ppt/slideLayouts/slideLayout411.xml" ContentType="application/vnd.openxmlformats-officedocument.presentationml.slideLayout+xml"/>
  <Override PartName="/ppt/slideLayouts/slideLayout203.xml" ContentType="application/vnd.openxmlformats-officedocument.presentationml.slideLayout+xml"/>
  <Override PartName="/ppt/slideLayouts/slideLayout250.xml" ContentType="application/vnd.openxmlformats-officedocument.presentationml.slideLayout+xml"/>
  <Override PartName="/ppt/slideLayouts/slideLayout348.xml" ContentType="application/vnd.openxmlformats-officedocument.presentationml.slideLayout+xml"/>
  <Override PartName="/ppt/theme/theme32.xml" ContentType="application/vnd.openxmlformats-officedocument.theme+xml"/>
  <Override PartName="/ppt/slideLayouts/slideLayout395.xml" ContentType="application/vnd.openxmlformats-officedocument.presentationml.slideLayout+xml"/>
  <Override PartName="/ppt/notesSlides/notesSlide7.xml" ContentType="application/vnd.openxmlformats-officedocument.presentationml.notesSlide+xml"/>
  <Override PartName="/ppt/slideLayouts/slideLayout87.xml" ContentType="application/vnd.openxmlformats-officedocument.presentationml.slideLayout+xml"/>
  <Override PartName="/ppt/theme/theme10.xml" ContentType="application/vnd.openxmlformats-officedocument.theme+xml"/>
  <Override PartName="/ppt/slideLayouts/slideLayout187.xml" ContentType="application/vnd.openxmlformats-officedocument.presentationml.slideLayout+xml"/>
  <Override PartName="/ppt/slideLayouts/slideLayout326.xml" ContentType="application/vnd.openxmlformats-officedocument.presentationml.slideLayout+xml"/>
  <Override PartName="/ppt/slideLayouts/slideLayout373.xml" ContentType="application/vnd.openxmlformats-officedocument.presentationml.slideLayout+xml"/>
  <Default Extension="png" ContentType="image/png"/>
  <Override PartName="/ppt/slideLayouts/slideLayout118.xml" ContentType="application/vnd.openxmlformats-officedocument.presentationml.slideLayout+xml"/>
  <Override PartName="/ppt/slideLayouts/slideLayout16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304.xml" ContentType="application/vnd.openxmlformats-officedocument.presentationml.slideLayout+xml"/>
  <Override PartName="/ppt/slideLayouts/slideLayout351.xml" ContentType="application/vnd.openxmlformats-officedocument.presentationml.slideLayout+xml"/>
  <Override PartName="/ppt/slideLayouts/slideLayout449.xml" ContentType="application/vnd.openxmlformats-officedocument.presentationml.slideLayout+xml"/>
  <Override PartName="/ppt/slideLayouts/slideLayout496.xml" ContentType="application/vnd.openxmlformats-officedocument.presentationml.slideLayout+xml"/>
  <Override PartName="/ppt/slideMasters/slideMaster27.xml" ContentType="application/vnd.openxmlformats-officedocument.presentationml.slideMaster+xml"/>
  <Override PartName="/ppt/slideLayouts/slideLayout43.xml" ContentType="application/vnd.openxmlformats-officedocument.presentationml.slideLayout+xml"/>
  <Override PartName="/ppt/slideLayouts/slideLayout90.xml" ContentType="application/vnd.openxmlformats-officedocument.presentationml.slideLayout+xml"/>
  <Override PartName="/ppt/slideLayouts/slideLayout143.xml" ContentType="application/vnd.openxmlformats-officedocument.presentationml.slideLayout+xml"/>
  <Override PartName="/ppt/slideLayouts/slideLayout190.xml" ContentType="application/vnd.openxmlformats-officedocument.presentationml.slideLayout+xml"/>
  <Override PartName="/ppt/slideLayouts/slideLayout288.xml" ContentType="application/vnd.openxmlformats-officedocument.presentationml.slideLayout+xml"/>
  <Override PartName="/ppt/slideLayouts/slideLayout427.xml" ContentType="application/vnd.openxmlformats-officedocument.presentationml.slideLayout+xml"/>
  <Override PartName="/ppt/slideLayouts/slideLayout474.xml" ContentType="application/vnd.openxmlformats-officedocument.presentationml.slideLayout+xml"/>
  <Override PartName="/ppt/slideLayouts/slideLayout219.xml" ContentType="application/vnd.openxmlformats-officedocument.presentationml.slideLayout+xml"/>
  <Override PartName="/ppt/slideLayouts/slideLayout266.xml" ContentType="application/vnd.openxmlformats-officedocument.presentationml.slideLayout+xml"/>
  <Override PartName="/ppt/slideLayouts/slideLayout21.xml" ContentType="application/vnd.openxmlformats-officedocument.presentationml.slideLayout+xml"/>
  <Override PartName="/ppt/slideLayouts/slideLayout121.xml" ContentType="application/vnd.openxmlformats-officedocument.presentationml.slideLayout+xml"/>
  <Override PartName="/ppt/theme/theme26.xml" ContentType="application/vnd.openxmlformats-officedocument.theme+xml"/>
  <Override PartName="/ppt/slideLayouts/slideLayout389.xml" ContentType="application/vnd.openxmlformats-officedocument.presentationml.slideLayout+xml"/>
  <Override PartName="/ppt/slideLayouts/slideLayout405.xml" ContentType="application/vnd.openxmlformats-officedocument.presentationml.slideLayout+xml"/>
  <Override PartName="/ppt/slideLayouts/slideLayout452.xml" ContentType="application/vnd.openxmlformats-officedocument.presentationml.slideLayout+xml"/>
  <Override PartName="/ppt/notesSlides/notesSlide13.xml" ContentType="application/vnd.openxmlformats-officedocument.presentationml.notesSlide+xml"/>
  <Override PartName="/ppt/slideMasters/slideMaster30.xml" ContentType="application/vnd.openxmlformats-officedocument.presentationml.slideMaster+xml"/>
  <Override PartName="/ppt/slideLayouts/slideLayout244.xml" ContentType="application/vnd.openxmlformats-officedocument.presentationml.slideLayout+xml"/>
  <Override PartName="/ppt/slideLayouts/slideLayout291.xml" ContentType="application/vnd.openxmlformats-officedocument.presentationml.slideLayout+xml"/>
  <Override PartName="/ppt/slideLayouts/slideLayout430.xml" ContentType="application/vnd.openxmlformats-officedocument.presentationml.slideLayout+xml"/>
  <Override PartName="/ppt/slideLayouts/slideLayout222.xml" ContentType="application/vnd.openxmlformats-officedocument.presentationml.slideLayout+xml"/>
  <Override PartName="/ppt/slideLayouts/slideLayout367.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ppt/slideLayouts/slideLayout159.xml" ContentType="application/vnd.openxmlformats-officedocument.presentationml.slideLayout+xml"/>
  <Override PartName="/ppt/slideLayouts/slideLayout345.xml" ContentType="application/vnd.openxmlformats-officedocument.presentationml.slideLayout+xml"/>
  <Override PartName="/ppt/slideLayouts/slideLayout392.xml" ContentType="application/vnd.openxmlformats-officedocument.presentationml.slideLayout+xml"/>
  <Override PartName="/ppt/notesSlides/notesSlide4.xml" ContentType="application/vnd.openxmlformats-officedocument.presentationml.notesSlide+xml"/>
  <Override PartName="/ppt/slideLayouts/slideLayout137.xml" ContentType="application/vnd.openxmlformats-officedocument.presentationml.slideLayout+xml"/>
  <Override PartName="/ppt/slideLayouts/slideLayout184.xml" ContentType="application/vnd.openxmlformats-officedocument.presentationml.slideLayout+xml"/>
  <Override PartName="/ppt/slideLayouts/slideLayout200.xml" ContentType="application/vnd.openxmlformats-officedocument.presentationml.slideLayout+xml"/>
  <Override PartName="/ppt/slideLayouts/slideLayout37.xml" ContentType="application/vnd.openxmlformats-officedocument.presentationml.slideLayout+xml"/>
  <Override PartName="/ppt/slideLayouts/slideLayout84.xml" ContentType="application/vnd.openxmlformats-officedocument.presentationml.slideLayout+xml"/>
  <Override PartName="/ppt/slideLayouts/slideLayout323.xml" ContentType="application/vnd.openxmlformats-officedocument.presentationml.slideLayout+xml"/>
  <Override PartName="/ppt/slideLayouts/slideLayout370.xml" ContentType="application/vnd.openxmlformats-officedocument.presentationml.slideLayout+xml"/>
  <Override PartName="/ppt/slideLayouts/slideLayout468.xml" ContentType="application/vnd.openxmlformats-officedocument.presentationml.slideLayout+xml"/>
  <Override PartName="/ppt/slideLayouts/slideLayout15.xml" ContentType="application/vnd.openxmlformats-officedocument.presentationml.slideLayout+xml"/>
  <Override PartName="/ppt/slideLayouts/slideLayout62.xml" ContentType="application/vnd.openxmlformats-officedocument.presentationml.slideLayout+xml"/>
  <Override PartName="/ppt/slideLayouts/slideLayout115.xml" ContentType="application/vnd.openxmlformats-officedocument.presentationml.slideLayout+xml"/>
  <Override PartName="/ppt/slideLayouts/slideLayout162.xml" ContentType="application/vnd.openxmlformats-officedocument.presentationml.slideLayout+xml"/>
  <Override PartName="/ppt/slideLayouts/slideLayout301.xml" ContentType="application/vnd.openxmlformats-officedocument.presentationml.slideLayout+xml"/>
  <Override PartName="/ppt/slideLayouts/slideLayout446.xml" ContentType="application/vnd.openxmlformats-officedocument.presentationml.slideLayout+xml"/>
  <Override PartName="/ppt/slideLayouts/slideLayout493.xml" ContentType="application/vnd.openxmlformats-officedocument.presentationml.slideLayout+xml"/>
  <Override PartName="/ppt/slideLayouts/slideLayout140.xml" ContentType="application/vnd.openxmlformats-officedocument.presentationml.slideLayout+xml"/>
  <Override PartName="/ppt/slideLayouts/slideLayout238.xml" ContentType="application/vnd.openxmlformats-officedocument.presentationml.slideLayout+xml"/>
  <Override PartName="/ppt/slideLayouts/slideLayout285.xml" ContentType="application/vnd.openxmlformats-officedocument.presentationml.slideLayout+xml"/>
  <Override PartName="/ppt/slideMasters/slideMaster24.xml" ContentType="application/vnd.openxmlformats-officedocument.presentationml.slideMaster+xml"/>
  <Override PartName="/ppt/slideLayouts/slideLayout40.xml" ContentType="application/vnd.openxmlformats-officedocument.presentationml.slideLayout+xml"/>
  <Override PartName="/ppt/slideLayouts/slideLayout424.xml" ContentType="application/vnd.openxmlformats-officedocument.presentationml.slideLayout+xml"/>
  <Override PartName="/ppt/slideLayouts/slideLayout471.xml" ContentType="application/vnd.openxmlformats-officedocument.presentationml.slideLayout+xml"/>
  <Override PartName="/ppt/slideLayouts/slideLayout216.xml" ContentType="application/vnd.openxmlformats-officedocument.presentationml.slideLayout+xml"/>
  <Override PartName="/ppt/slideLayouts/slideLayout263.xml" ContentType="application/vnd.openxmlformats-officedocument.presentationml.slideLayout+xml"/>
  <Override PartName="/ppt/theme/theme23.xml" ContentType="application/vnd.openxmlformats-officedocument.theme+xml"/>
  <Override PartName="/ppt/slideLayouts/slideLayout402.xml" ContentType="application/vnd.openxmlformats-officedocument.presentationml.slideLayout+xml"/>
  <Override PartName="/ppt/slideLayouts/slideLayout241.xml" ContentType="application/vnd.openxmlformats-officedocument.presentationml.slideLayout+xml"/>
  <Override PartName="/ppt/slideLayouts/slideLayout339.xml" ContentType="application/vnd.openxmlformats-officedocument.presentationml.slideLayout+xml"/>
  <Override PartName="/ppt/slideLayouts/slideLayout386.xml" ContentType="application/vnd.openxmlformats-officedocument.presentationml.slideLayout+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Layouts/slideLayout178.xml" ContentType="application/vnd.openxmlformats-officedocument.presentationml.slideLayout+xml"/>
  <Override PartName="/ppt/slideLayouts/slideLayout317.xml" ContentType="application/vnd.openxmlformats-officedocument.presentationml.slideLayout+xml"/>
  <Override PartName="/ppt/slideLayouts/slideLayout364.xml" ContentType="application/vnd.openxmlformats-officedocument.presentationml.slideLayout+xml"/>
  <Override PartName="/ppt/slideMasters/slideMaster2.xml" ContentType="application/vnd.openxmlformats-officedocument.presentationml.slideMaster+xml"/>
  <Override PartName="/ppt/slideLayouts/slideLayout109.xml" ContentType="application/vnd.openxmlformats-officedocument.presentationml.slideLayout+xml"/>
  <Override PartName="/ppt/slideLayouts/slideLayout156.xml" ContentType="application/vnd.openxmlformats-officedocument.presentationml.slideLayout+xml"/>
  <Override PartName="/ppt/slideLayouts/slideLayout487.xml" ContentType="application/vnd.openxmlformats-officedocument.presentationml.slideLayout+xml"/>
  <Override PartName="/ppt/notesSlides/notesSlide1.xml" ContentType="application/vnd.openxmlformats-officedocument.presentationml.notesSlide+xml"/>
  <Override PartName="/ppt/slideLayouts/slideLayout56.xml" ContentType="application/vnd.openxmlformats-officedocument.presentationml.slideLayout+xml"/>
  <Override PartName="/ppt/slideLayouts/slideLayout279.xml" ContentType="application/vnd.openxmlformats-officedocument.presentationml.slideLayout+xml"/>
  <Override PartName="/ppt/slideLayouts/slideLayout342.xml" ContentType="application/vnd.openxmlformats-officedocument.presentationml.slideLayout+xml"/>
  <Override PartName="/ppt/slideMasters/slideMaster18.xml" ContentType="application/vnd.openxmlformats-officedocument.presentationml.slideMaster+xml"/>
  <Override PartName="/ppt/slideLayouts/slideLayout34.xml" ContentType="application/vnd.openxmlformats-officedocument.presentationml.slideLayout+xml"/>
  <Override PartName="/ppt/slideLayouts/slideLayout81.xml" ContentType="application/vnd.openxmlformats-officedocument.presentationml.slideLayout+xml"/>
  <Override PartName="/ppt/slideLayouts/slideLayout134.xml" ContentType="application/vnd.openxmlformats-officedocument.presentationml.slideLayout+xml"/>
  <Override PartName="/ppt/slideLayouts/slideLayout181.xml" ContentType="application/vnd.openxmlformats-officedocument.presentationml.slideLayout+xml"/>
  <Override PartName="/ppt/slideLayouts/slideLayout320.xml" ContentType="application/vnd.openxmlformats-officedocument.presentationml.slideLayout+xml"/>
  <Override PartName="/ppt/slideLayouts/slideLayout418.xml" ContentType="application/vnd.openxmlformats-officedocument.presentationml.slideLayout+xml"/>
  <Override PartName="/ppt/theme/theme39.xml" ContentType="application/vnd.openxmlformats-officedocument.theme+xml"/>
  <Override PartName="/ppt/slideLayouts/slideLayout465.xml" ContentType="application/vnd.openxmlformats-officedocument.presentationml.slideLayout+xml"/>
  <Override PartName="/ppt/slides/slide13.xml" ContentType="application/vnd.openxmlformats-officedocument.presentationml.slide+xml"/>
  <Override PartName="/ppt/slideLayouts/slideLayout112.xml" ContentType="application/vnd.openxmlformats-officedocument.presentationml.slideLayout+xml"/>
  <Override PartName="/ppt/slideLayouts/slideLayout257.xml" ContentType="application/vnd.openxmlformats-officedocument.presentationml.slideLayout+xml"/>
  <Override PartName="/ppt/slideLayouts/slideLayout12.xml" ContentType="application/vnd.openxmlformats-officedocument.presentationml.slideLayout+xml"/>
  <Override PartName="/ppt/theme/theme17.xml" ContentType="application/vnd.openxmlformats-officedocument.theme+xml"/>
  <Override PartName="/ppt/slideLayouts/slideLayout235.xml" ContentType="application/vnd.openxmlformats-officedocument.presentationml.slideLayout+xml"/>
  <Override PartName="/ppt/slideLayouts/slideLayout443.xml" ContentType="application/vnd.openxmlformats-officedocument.presentationml.slideLayout+xml"/>
  <Override PartName="/ppt/slideLayouts/slideLayout490.xml" ContentType="application/vnd.openxmlformats-officedocument.presentationml.slideLayout+xml"/>
  <Override PartName="/ppt/slideMasters/slideMaster21.xml" ContentType="application/vnd.openxmlformats-officedocument.presentationml.slideMaster+xml"/>
  <Override PartName="/ppt/slideLayouts/slideLayout282.xml" ContentType="application/vnd.openxmlformats-officedocument.presentationml.slideLayout+xml"/>
  <Override PartName="/ppt/slideLayouts/slideLayout421.xml" ContentType="application/vnd.openxmlformats-officedocument.presentationml.slideLayout+xml"/>
  <Override PartName="/ppt/theme/theme42.xml" ContentType="application/vnd.openxmlformats-officedocument.theme+xml"/>
  <Override PartName="/ppt/theme/theme9.xml" ContentType="application/vnd.openxmlformats-officedocument.theme+xml"/>
  <Override PartName="/ppt/slideLayouts/slideLayout213.xml" ContentType="application/vnd.openxmlformats-officedocument.presentationml.slideLayout+xml"/>
  <Override PartName="/ppt/slideLayouts/slideLayout260.xml" ContentType="application/vnd.openxmlformats-officedocument.presentationml.slideLayout+xml"/>
  <Override PartName="/ppt/slideLayouts/slideLayout358.xml" ContentType="application/vnd.openxmlformats-officedocument.presentationml.slideLayout+xml"/>
  <Override PartName="/ppt/slideLayouts/slideLayout97.xml" ContentType="application/vnd.openxmlformats-officedocument.presentationml.slideLayout+xml"/>
  <Override PartName="/ppt/slideLayouts/slideLayout197.xml" ContentType="application/vnd.openxmlformats-officedocument.presentationml.slideLayout+xml"/>
  <Override PartName="/ppt/theme/theme20.xml" ContentType="application/vnd.openxmlformats-officedocument.theme+xml"/>
  <Override PartName="/ppt/slideLayouts/slideLayout336.xml" ContentType="application/vnd.openxmlformats-officedocument.presentationml.slideLayout+xml"/>
  <Override PartName="/ppt/slideLayouts/slideLayout383.xml" ContentType="application/vnd.openxmlformats-officedocument.presentationml.slideLayout+xml"/>
  <Override PartName="/ppt/slideLayouts/slideLayout128.xml" ContentType="application/vnd.openxmlformats-officedocument.presentationml.slideLayout+xml"/>
  <Override PartName="/ppt/slideLayouts/slideLayout175.xml" ContentType="application/vnd.openxmlformats-officedocument.presentationml.slideLayout+xml"/>
  <Override PartName="/ppt/slideLayouts/slideLayout459.xml" ContentType="application/vnd.openxmlformats-officedocument.presentationml.slideLayout+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75.xml" ContentType="application/vnd.openxmlformats-officedocument.presentationml.slideLayout+xml"/>
  <Override PartName="/ppt/slideLayouts/slideLayout298.xml" ContentType="application/vnd.openxmlformats-officedocument.presentationml.slideLayout+xml"/>
  <Override PartName="/ppt/slideLayouts/slideLayout314.xml" ContentType="application/vnd.openxmlformats-officedocument.presentationml.slideLayout+xml"/>
  <Override PartName="/ppt/slideLayouts/slideLayout361.xml" ContentType="application/vnd.openxmlformats-officedocument.presentationml.slideLayout+xml"/>
  <Override PartName="/ppt/slideMasters/slideMaster37.xml" ContentType="application/vnd.openxmlformats-officedocument.presentationml.slideMaster+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Layouts/slideLayout153.xml" ContentType="application/vnd.openxmlformats-officedocument.presentationml.slideLayout+xml"/>
  <Override PartName="/ppt/slideLayouts/slideLayout437.xml" ContentType="application/vnd.openxmlformats-officedocument.presentationml.slideLayout+xml"/>
  <Override PartName="/ppt/slideLayouts/slideLayout484.xml" ContentType="application/vnd.openxmlformats-officedocument.presentationml.slideLayout+xml"/>
  <Default Extension="fntdata" ContentType="application/x-fontdata"/>
  <Override PartName="/ppt/slideLayouts/slideLayout131.xml" ContentType="application/vnd.openxmlformats-officedocument.presentationml.slideLayout+xml"/>
  <Override PartName="/ppt/slideLayouts/slideLayout229.xml" ContentType="application/vnd.openxmlformats-officedocument.presentationml.slideLayout+xml"/>
  <Override PartName="/ppt/slideLayouts/slideLayout276.xml" ContentType="application/vnd.openxmlformats-officedocument.presentationml.slideLayout+xml"/>
  <Override PartName="/ppt/slideLayouts/slideLayout415.xml" ContentType="application/vnd.openxmlformats-officedocument.presentationml.slideLayout+xml"/>
  <Override PartName="/ppt/slideLayouts/slideLayout462.xml" ContentType="application/vnd.openxmlformats-officedocument.presentationml.slideLayout+xml"/>
  <Override PartName="/ppt/slideMasters/slideMaster15.xml" ContentType="application/vnd.openxmlformats-officedocument.presentationml.slideMaster+xml"/>
  <Override PartName="/ppt/slides/slide10.xml" ContentType="application/vnd.openxmlformats-officedocument.presentationml.slide+xml"/>
  <Override PartName="/ppt/slideLayouts/slideLayout31.xml" ContentType="application/vnd.openxmlformats-officedocument.presentationml.slideLayout+xml"/>
  <Override PartName="/ppt/slideLayouts/slideLayout207.xml" ContentType="application/vnd.openxmlformats-officedocument.presentationml.slideLayout+xml"/>
  <Override PartName="/ppt/slideLayouts/slideLayout254.xml" ContentType="application/vnd.openxmlformats-officedocument.presentationml.slideLayout+xml"/>
  <Override PartName="/ppt/slideLayouts/slideLayout399.xml" ContentType="application/vnd.openxmlformats-officedocument.presentationml.slideLayout+xml"/>
  <Override PartName="/ppt/theme/theme36.xml" ContentType="application/vnd.openxmlformats-officedocument.theme+xml"/>
  <Override PartName="/ppt/slideMasters/slideMaster40.xml" ContentType="application/vnd.openxmlformats-officedocument.presentationml.slideMaster+xml"/>
  <Override PartName="/ppt/theme/theme14.xml" ContentType="application/vnd.openxmlformats-officedocument.theme+xml"/>
  <Override PartName="/ppt/slideLayouts/slideLayout440.xml" ContentType="application/vnd.openxmlformats-officedocument.presentationml.slideLayout+xml"/>
  <Override PartName="/ppt/slideLayouts/slideLayout232.xml" ContentType="application/vnd.openxmlformats-officedocument.presentationml.slideLayout+xml"/>
  <Override PartName="/ppt/slideLayouts/slideLayout377.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169.xml" ContentType="application/vnd.openxmlformats-officedocument.presentationml.slideLayout+xml"/>
  <Override PartName="/ppt/slideLayouts/slideLayout210.xml" ContentType="application/vnd.openxmlformats-officedocument.presentationml.slideLayout+xml"/>
  <Override PartName="/ppt/slideLayouts/slideLayout308.xml" ContentType="application/vnd.openxmlformats-officedocument.presentationml.slideLayout+xml"/>
  <Override PartName="/ppt/slideLayouts/slideLayout355.xml" ContentType="application/vnd.openxmlformats-officedocument.presentationml.slideLayout+xml"/>
  <Override PartName="/ppt/slideLayouts/slideLayout58.xml" ContentType="application/vnd.openxmlformats-officedocument.presentationml.slideLayout+xml"/>
  <Override PartName="/ppt/slideLayouts/slideLayout147.xml" ContentType="application/vnd.openxmlformats-officedocument.presentationml.slideLayout+xml"/>
  <Override PartName="/ppt/slideLayouts/slideLayout194.xml" ContentType="application/vnd.openxmlformats-officedocument.presentationml.slideLayout+xml"/>
  <Override PartName="/ppt/slideLayouts/slideLayout344.xml" ContentType="application/vnd.openxmlformats-officedocument.presentationml.slideLayout+xml"/>
  <Override PartName="/ppt/slideLayouts/slideLayout391.xml" ContentType="application/vnd.openxmlformats-officedocument.presentationml.slideLayout+xml"/>
  <Override PartName="/ppt/slideLayouts/slideLayout478.xml" ContentType="application/vnd.openxmlformats-officedocument.presentationml.slideLayout+xml"/>
  <Override PartName="/ppt/slideLayouts/slideLayout489.xml" ContentType="application/vnd.openxmlformats-officedocument.presentationml.slideLayout+xml"/>
  <Override PartName="/ppt/notesSlides/notesSlide3.xml" ContentType="application/vnd.openxmlformats-officedocument.presentationml.notes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83.xml" ContentType="application/vnd.openxmlformats-officedocument.presentationml.slideLayout+xml"/>
  <Override PartName="/ppt/slideLayouts/slideLayout94.xml" ContentType="application/vnd.openxmlformats-officedocument.presentationml.slideLayout+xml"/>
  <Override PartName="/ppt/slideLayouts/slideLayout136.xml" ContentType="application/vnd.openxmlformats-officedocument.presentationml.slideLayout+xml"/>
  <Override PartName="/ppt/slideLayouts/slideLayout183.xml" ContentType="application/vnd.openxmlformats-officedocument.presentationml.slideLayout+xml"/>
  <Override PartName="/ppt/slideLayouts/slideLayout322.xml" ContentType="application/vnd.openxmlformats-officedocument.presentationml.slideLayout+xml"/>
  <Override PartName="/ppt/slideLayouts/slideLayout333.xml" ContentType="application/vnd.openxmlformats-officedocument.presentationml.slideLayout+xml"/>
  <Override PartName="/ppt/slideLayouts/slideLayout380.xml" ContentType="application/vnd.openxmlformats-officedocument.presentationml.slideLayout+xml"/>
  <Override PartName="/ppt/slideLayouts/slideLayout467.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72.xml" ContentType="application/vnd.openxmlformats-officedocument.presentationml.slideLayout+xml"/>
  <Override PartName="/ppt/slideLayouts/slideLayout114.xml" ContentType="application/vnd.openxmlformats-officedocument.presentationml.slideLayout+xml"/>
  <Override PartName="/ppt/slideLayouts/slideLayout125.xml" ContentType="application/vnd.openxmlformats-officedocument.presentationml.slideLayout+xml"/>
  <Override PartName="/ppt/slideLayouts/slideLayout161.xml" ContentType="application/vnd.openxmlformats-officedocument.presentationml.slideLayout+xml"/>
  <Override PartName="/ppt/slideLayouts/slideLayout172.xml" ContentType="application/vnd.openxmlformats-officedocument.presentationml.slideLayout+xml"/>
  <Override PartName="/ppt/slideLayouts/slideLayout259.xml" ContentType="application/vnd.openxmlformats-officedocument.presentationml.slideLayout+xml"/>
  <Override PartName="/ppt/slideLayouts/slideLayout311.xml" ContentType="application/vnd.openxmlformats-officedocument.presentationml.slideLayout+xml"/>
  <Override PartName="/ppt/slideLayouts/slideLayout409.xml" ContentType="application/vnd.openxmlformats-officedocument.presentationml.slideLayout+xml"/>
  <Override PartName="/ppt/slideLayouts/slideLayout456.xml" ContentType="application/vnd.openxmlformats-officedocument.presentationml.slideLayout+xml"/>
  <Override PartName="/ppt/slideMasters/slideMaster34.xml" ContentType="application/vnd.openxmlformats-officedocument.presentationml.slideMaster+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150.xml" ContentType="application/vnd.openxmlformats-officedocument.presentationml.slideLayout+xml"/>
  <Override PartName="/ppt/theme/theme19.xml" ContentType="application/vnd.openxmlformats-officedocument.theme+xml"/>
  <Override PartName="/ppt/slideLayouts/slideLayout248.xml" ContentType="application/vnd.openxmlformats-officedocument.presentationml.slideLayout+xml"/>
  <Override PartName="/ppt/slideLayouts/slideLayout295.xml" ContentType="application/vnd.openxmlformats-officedocument.presentationml.slideLayout+xml"/>
  <Override PartName="/ppt/slideLayouts/slideLayout300.xml" ContentType="application/vnd.openxmlformats-officedocument.presentationml.slideLayout+xml"/>
  <Override PartName="/ppt/slideLayouts/slideLayout434.xml" ContentType="application/vnd.openxmlformats-officedocument.presentationml.slideLayout+xml"/>
  <Override PartName="/ppt/slideLayouts/slideLayout445.xml" ContentType="application/vnd.openxmlformats-officedocument.presentationml.slideLayout+xml"/>
  <Override PartName="/ppt/slideLayouts/slideLayout481.xml" ContentType="application/vnd.openxmlformats-officedocument.presentationml.slideLayout+xml"/>
  <Override PartName="/ppt/slideLayouts/slideLayout492.xml" ContentType="application/vnd.openxmlformats-officedocument.presentationml.slideLayout+xml"/>
  <Override PartName="/ppt/slideMasters/slideMaster23.xml" ContentType="application/vnd.openxmlformats-officedocument.presentationml.slideMaster+xml"/>
  <Override PartName="/ppt/slideLayouts/slideLayout50.xml" ContentType="application/vnd.openxmlformats-officedocument.presentationml.slideLayout+xml"/>
  <Override PartName="/ppt/slideLayouts/slideLayout226.xml" ContentType="application/vnd.openxmlformats-officedocument.presentationml.slideLayout+xml"/>
  <Override PartName="/ppt/slideLayouts/slideLayout237.xml" ContentType="application/vnd.openxmlformats-officedocument.presentationml.slideLayout+xml"/>
  <Override PartName="/ppt/slideLayouts/slideLayout273.xml" ContentType="application/vnd.openxmlformats-officedocument.presentationml.slideLayout+xml"/>
  <Override PartName="/ppt/slideLayouts/slideLayout284.xml" ContentType="application/vnd.openxmlformats-officedocument.presentationml.slideLayout+xml"/>
  <Override PartName="/ppt/slideLayouts/slideLayout423.xml" ContentType="application/vnd.openxmlformats-officedocument.presentationml.slideLayout+xml"/>
  <Override PartName="/ppt/slideLayouts/slideLayout470.xml" ContentType="application/vnd.openxmlformats-officedocument.presentationml.slideLayout+xml"/>
  <Default Extension="wdp" ContentType="image/vnd.ms-photo"/>
  <Override PartName="/ppt/slideMasters/slideMaster9.xml" ContentType="application/vnd.openxmlformats-officedocument.presentationml.slideMaster+xml"/>
  <Override PartName="/ppt/slideMasters/slideMaster12.xml" ContentType="application/vnd.openxmlformats-officedocument.presentationml.slideMaster+xml"/>
  <Override PartName="/ppt/slideLayouts/slideLayout215.xml" ContentType="application/vnd.openxmlformats-officedocument.presentationml.slideLayout+xml"/>
  <Override PartName="/ppt/slideLayouts/slideLayout262.xml" ContentType="application/vnd.openxmlformats-officedocument.presentationml.slideLayout+xml"/>
  <Override PartName="/ppt/slideLayouts/slideLayout349.xml" ContentType="application/vnd.openxmlformats-officedocument.presentationml.slideLayout+xml"/>
  <Override PartName="/ppt/theme/theme33.xml" ContentType="application/vnd.openxmlformats-officedocument.theme+xml"/>
  <Override PartName="/ppt/slideLayouts/slideLayout396.xml" ContentType="application/vnd.openxmlformats-officedocument.presentationml.slideLayout+xml"/>
  <Override PartName="/ppt/slideLayouts/slideLayout412.xml" ContentType="application/vnd.openxmlformats-officedocument.presentationml.slideLayout+xml"/>
  <Override PartName="/ppt/notesSlides/notesSlide8.xml" ContentType="application/vnd.openxmlformats-officedocument.presentationml.notesSlide+xml"/>
  <Override PartName="/ppt/slideLayouts/slideLayout99.xml" ContentType="application/vnd.openxmlformats-officedocument.presentationml.slideLayout+xml"/>
  <Override PartName="/ppt/slideLayouts/slideLayout188.xml" ContentType="application/vnd.openxmlformats-officedocument.presentationml.slideLayout+xml"/>
  <Override PartName="/ppt/slideLayouts/slideLayout199.xml" ContentType="application/vnd.openxmlformats-officedocument.presentationml.slideLayout+xml"/>
  <Override PartName="/ppt/slideLayouts/slideLayout204.xml" ContentType="application/vnd.openxmlformats-officedocument.presentationml.slideLayout+xml"/>
  <Override PartName="/ppt/slideLayouts/slideLayout251.xml" ContentType="application/vnd.openxmlformats-officedocument.presentationml.slideLayout+xml"/>
  <Override PartName="/ppt/theme/theme22.xml" ContentType="application/vnd.openxmlformats-officedocument.theme+xml"/>
  <Override PartName="/ppt/slideLayouts/slideLayout338.xml" ContentType="application/vnd.openxmlformats-officedocument.presentationml.slideLayout+xml"/>
  <Override PartName="/ppt/slideLayouts/slideLayout385.xml" ContentType="application/vnd.openxmlformats-officedocument.presentationml.slideLayout+xml"/>
  <Override PartName="/ppt/slideLayouts/slideLayout401.xml" ContentType="application/vnd.openxmlformats-officedocument.presentationml.slideLayout+xml"/>
  <Override PartName="/ppt/slideLayouts/slideLayout88.xml" ContentType="application/vnd.openxmlformats-officedocument.presentationml.slideLayout+xml"/>
  <Override PartName="/ppt/theme/theme11.xml" ContentType="application/vnd.openxmlformats-officedocument.theme+xml"/>
  <Override PartName="/ppt/slideLayouts/slideLayout177.xml" ContentType="application/vnd.openxmlformats-officedocument.presentationml.slideLayout+xml"/>
  <Override PartName="/ppt/slideLayouts/slideLayout240.xml" ContentType="application/vnd.openxmlformats-officedocument.presentationml.slideLayout+xml"/>
  <Override PartName="/ppt/slideLayouts/slideLayout327.xml" ContentType="application/vnd.openxmlformats-officedocument.presentationml.slideLayout+xml"/>
  <Override PartName="/ppt/slideLayouts/slideLayout374.xml" ContentType="application/vnd.openxmlformats-officedocument.presentationml.slideLayout+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Layouts/slideLayout119.xml" ContentType="application/vnd.openxmlformats-officedocument.presentationml.slideLayout+xml"/>
  <Override PartName="/ppt/slideLayouts/slideLayout166.xml" ContentType="application/vnd.openxmlformats-officedocument.presentationml.slideLayout+xml"/>
  <Override PartName="/ppt/slideLayouts/slideLayout316.xml" ContentType="application/vnd.openxmlformats-officedocument.presentationml.slideLayout+xml"/>
  <Override PartName="/ppt/slideLayouts/slideLayout363.xml" ContentType="application/vnd.openxmlformats-officedocument.presentationml.slideLayout+xml"/>
  <Override PartName="/ppt/slideLayouts/slideLayout497.xml" ContentType="application/vnd.openxmlformats-officedocument.presentationml.slideLayout+xml"/>
  <Override PartName="/ppt/slideMasters/slideMaster1.xml" ContentType="application/vnd.openxmlformats-officedocument.presentationml.slideMaster+xml"/>
  <Override PartName="/ppt/slideMasters/slideMaster39.xml" ContentType="application/vnd.openxmlformats-officedocument.presentationml.slideMaster+xml"/>
  <Override PartName="/ppt/theme/theme3.xml" ContentType="application/vnd.openxmlformats-officedocument.theme+xml"/>
  <Override PartName="/ppt/slideLayouts/slideLayout55.xml" ContentType="application/vnd.openxmlformats-officedocument.presentationml.slideLayout+xml"/>
  <Override PartName="/ppt/slideLayouts/slideLayout108.xml" ContentType="application/vnd.openxmlformats-officedocument.presentationml.slideLayout+xml"/>
  <Override PartName="/ppt/slideLayouts/slideLayout155.xml" ContentType="application/vnd.openxmlformats-officedocument.presentationml.slideLayout+xml"/>
  <Override PartName="/ppt/slideLayouts/slideLayout289.xml" ContentType="application/vnd.openxmlformats-officedocument.presentationml.slideLayout+xml"/>
  <Override PartName="/ppt/slideLayouts/slideLayout305.xml" ContentType="application/vnd.openxmlformats-officedocument.presentationml.slideLayout+xml"/>
  <Override PartName="/ppt/slideLayouts/slideLayout341.xml" ContentType="application/vnd.openxmlformats-officedocument.presentationml.slideLayout+xml"/>
  <Override PartName="/ppt/slideLayouts/slideLayout352.xml" ContentType="application/vnd.openxmlformats-officedocument.presentationml.slideLayout+xml"/>
  <Override PartName="/ppt/slideLayouts/slideLayout439.xml" ContentType="application/vnd.openxmlformats-officedocument.presentationml.slideLayout+xml"/>
  <Override PartName="/ppt/slideLayouts/slideLayout486.xml" ContentType="application/vnd.openxmlformats-officedocument.presentationml.slideLayout+xml"/>
  <Override PartName="/ppt/slideMasters/slideMaster28.xml" ContentType="application/vnd.openxmlformats-officedocument.presentationml.slideMaster+xml"/>
  <Override PartName="/ppt/slideLayouts/slideLayout44.xml" ContentType="application/vnd.openxmlformats-officedocument.presentationml.slideLayout+xml"/>
  <Override PartName="/ppt/slideLayouts/slideLayout91.xml" ContentType="application/vnd.openxmlformats-officedocument.presentationml.slideLayout+xml"/>
  <Override PartName="/ppt/slideLayouts/slideLayout133.xml" ContentType="application/vnd.openxmlformats-officedocument.presentationml.slideLayout+xml"/>
  <Override PartName="/ppt/slideLayouts/slideLayout144.xml" ContentType="application/vnd.openxmlformats-officedocument.presentationml.slideLayout+xml"/>
  <Override PartName="/ppt/slideLayouts/slideLayout180.xml" ContentType="application/vnd.openxmlformats-officedocument.presentationml.slideLayout+xml"/>
  <Override PartName="/ppt/slideLayouts/slideLayout191.xml" ContentType="application/vnd.openxmlformats-officedocument.presentationml.slideLayout+xml"/>
  <Override PartName="/ppt/slideLayouts/slideLayout278.xml" ContentType="application/vnd.openxmlformats-officedocument.presentationml.slideLayout+xml"/>
  <Override PartName="/ppt/slideLayouts/slideLayout330.xml" ContentType="application/vnd.openxmlformats-officedocument.presentationml.slideLayout+xml"/>
  <Override PartName="/ppt/slideLayouts/slideLayout417.xml" ContentType="application/vnd.openxmlformats-officedocument.presentationml.slideLayout+xml"/>
  <Override PartName="/ppt/slideLayouts/slideLayout428.xml" ContentType="application/vnd.openxmlformats-officedocument.presentationml.slideLayout+xml"/>
  <Override PartName="/ppt/slideLayouts/slideLayout464.xml" ContentType="application/vnd.openxmlformats-officedocument.presentationml.slideLayout+xml"/>
  <Override PartName="/ppt/slideLayouts/slideLayout475.xml" ContentType="application/vnd.openxmlformats-officedocument.presentationml.slideLayout+xml"/>
  <Default Extension="rels" ContentType="application/vnd.openxmlformats-package.relationships+xml"/>
  <Override PartName="/ppt/slideMasters/slideMaster17.xml" ContentType="application/vnd.openxmlformats-officedocument.presentationml.slideMaster+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80.xml" ContentType="application/vnd.openxmlformats-officedocument.presentationml.slideLayout+xml"/>
  <Override PartName="/ppt/slideLayouts/slideLayout122.xml" ContentType="application/vnd.openxmlformats-officedocument.presentationml.slideLayout+xml"/>
  <Override PartName="/ppt/slideLayouts/slideLayout209.xml" ContentType="application/vnd.openxmlformats-officedocument.presentationml.slideLayout+xml"/>
  <Override PartName="/ppt/slideLayouts/slideLayout256.xml" ContentType="application/vnd.openxmlformats-officedocument.presentationml.slideLayout+xml"/>
  <Override PartName="/ppt/slideLayouts/slideLayout267.xml" ContentType="application/vnd.openxmlformats-officedocument.presentationml.slideLayout+xml"/>
  <Override PartName="/ppt/slideLayouts/slideLayout406.xml" ContentType="application/vnd.openxmlformats-officedocument.presentationml.slideLayout+xml"/>
  <Override PartName="/ppt/theme/theme38.xml" ContentType="application/vnd.openxmlformats-officedocument.theme+xml"/>
  <Override PartName="/ppt/slideLayouts/slideLayout453.xml" ContentType="application/vnd.openxmlformats-officedocument.presentationml.slideLayout+xml"/>
  <Override PartName="/ppt/slideMasters/slideMaster42.xml" ContentType="application/vnd.openxmlformats-officedocument.presentationml.slideMaster+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111.xml" ContentType="application/vnd.openxmlformats-officedocument.presentationml.slideLayout+xml"/>
  <Override PartName="/ppt/theme/theme16.xml" ContentType="application/vnd.openxmlformats-officedocument.theme+xml"/>
  <Override PartName="/ppt/slideLayouts/slideLayout245.xml" ContentType="application/vnd.openxmlformats-officedocument.presentationml.slideLayout+xml"/>
  <Override PartName="/ppt/slideLayouts/slideLayout292.xml" ContentType="application/vnd.openxmlformats-officedocument.presentationml.slideLayout+xml"/>
  <Override PartName="/ppt/theme/theme27.xml" ContentType="application/vnd.openxmlformats-officedocument.theme+xml"/>
  <Override PartName="/ppt/slideLayouts/slideLayout442.xml" ContentType="application/vnd.openxmlformats-officedocument.presentationml.slideLayout+xml"/>
  <Override PartName="/ppt/notesSlides/notesSlide14.xml" ContentType="application/vnd.openxmlformats-officedocument.presentationml.notesSlide+xml"/>
  <Override PartName="/ppt/slideMasters/slideMaster31.xml" ContentType="application/vnd.openxmlformats-officedocument.presentationml.slideMaster+xml"/>
  <Override PartName="/ppt/slideLayouts/slideLayout100.xml" ContentType="application/vnd.openxmlformats-officedocument.presentationml.slideLayout+xml"/>
  <Override PartName="/ppt/slideLayouts/slideLayout234.xml" ContentType="application/vnd.openxmlformats-officedocument.presentationml.slideLayout+xml"/>
  <Override PartName="/ppt/slideLayouts/slideLayout281.xml" ContentType="application/vnd.openxmlformats-officedocument.presentationml.slideLayout+xml"/>
  <Override PartName="/ppt/slideLayouts/slideLayout368.xml" ContentType="application/vnd.openxmlformats-officedocument.presentationml.slideLayout+xml"/>
  <Override PartName="/ppt/slideLayouts/slideLayout379.xml" ContentType="application/vnd.openxmlformats-officedocument.presentationml.slideLayout+xml"/>
  <Override PartName="/ppt/slideLayouts/slideLayout431.xml" ContentType="application/vnd.openxmlformats-officedocument.presentationml.slideLayout+xml"/>
  <Override PartName="/ppt/slideMasters/slideMaster6.xml" ContentType="application/vnd.openxmlformats-officedocument.presentationml.slideMaster+xml"/>
  <Override PartName="/ppt/slideMasters/slideMaster20.xml" ContentType="application/vnd.openxmlformats-officedocument.presentationml.slideMaster+xml"/>
  <Override PartName="/ppt/theme/theme8.xml" ContentType="application/vnd.openxmlformats-officedocument.theme+xml"/>
  <Override PartName="/ppt/slideLayouts/slideLayout223.xml" ContentType="application/vnd.openxmlformats-officedocument.presentationml.slideLayout+xml"/>
  <Override PartName="/ppt/slideLayouts/slideLayout270.xml" ContentType="application/vnd.openxmlformats-officedocument.presentationml.slideLayout+xml"/>
  <Override PartName="/ppt/slideLayouts/slideLayout357.xml" ContentType="application/vnd.openxmlformats-officedocument.presentationml.slideLayout+xml"/>
  <Override PartName="/ppt/slideLayouts/slideLayout420.xml" ContentType="application/vnd.openxmlformats-officedocument.presentationml.slideLayout+xml"/>
  <Override PartName="/ppt/theme/theme41.xml" ContentType="application/vnd.openxmlformats-officedocument.theme+xml"/>
  <Override PartName="/ppt/slideLayouts/slideLayout149.xml" ContentType="application/vnd.openxmlformats-officedocument.presentationml.slideLayout+xml"/>
  <Override PartName="/ppt/slideLayouts/slideLayout196.xml" ContentType="application/vnd.openxmlformats-officedocument.presentationml.slideLayout+xml"/>
  <Override PartName="/ppt/slideLayouts/slideLayout201.xml" ContentType="application/vnd.openxmlformats-officedocument.presentationml.slideLayout+xml"/>
  <Override PartName="/ppt/slideLayouts/slideLayout212.xml" ContentType="application/vnd.openxmlformats-officedocument.presentationml.slideLayout+xml"/>
  <Override PartName="/ppt/slideLayouts/slideLayout346.xml" ContentType="application/vnd.openxmlformats-officedocument.presentationml.slideLayout+xml"/>
  <Override PartName="/ppt/theme/theme30.xml" ContentType="application/vnd.openxmlformats-officedocument.theme+xml"/>
  <Override PartName="/ppt/slideLayouts/slideLayout393.xml" ContentType="application/vnd.openxmlformats-officedocument.presentationml.slideLayout+xml"/>
  <Override PartName="/ppt/notesSlides/notesSlide5.xml" ContentType="application/vnd.openxmlformats-officedocument.presentationml.notesSlide+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38.xml" ContentType="application/vnd.openxmlformats-officedocument.presentationml.slideLayout+xml"/>
  <Override PartName="/ppt/slideLayouts/slideLayout185.xml" ContentType="application/vnd.openxmlformats-officedocument.presentationml.slideLayout+xml"/>
  <Override PartName="/ppt/slideLayouts/slideLayout324.xml" ContentType="application/vnd.openxmlformats-officedocument.presentationml.slideLayout+xml"/>
  <Override PartName="/ppt/slideLayouts/slideLayout335.xml" ContentType="application/vnd.openxmlformats-officedocument.presentationml.slideLayout+xml"/>
  <Override PartName="/ppt/slideLayouts/slideLayout371.xml" ContentType="application/vnd.openxmlformats-officedocument.presentationml.slideLayout+xml"/>
  <Override PartName="/ppt/slideLayouts/slideLayout382.xml" ContentType="application/vnd.openxmlformats-officedocument.presentationml.slideLayout+xml"/>
  <Override PartName="/ppt/slideLayouts/slideLayout469.xml" ContentType="application/vnd.openxmlformats-officedocument.presentationml.slideLayout+xml"/>
  <Override PartName="/ppt/slides/slide3.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slideLayouts/slideLayout127.xml" ContentType="application/vnd.openxmlformats-officedocument.presentationml.slideLayout+xml"/>
  <Override PartName="/ppt/slideLayouts/slideLayout163.xml" ContentType="application/vnd.openxmlformats-officedocument.presentationml.slideLayout+xml"/>
  <Override PartName="/ppt/slideLayouts/slideLayout174.xml" ContentType="application/vnd.openxmlformats-officedocument.presentationml.slideLayout+xml"/>
  <Override PartName="/ppt/slideLayouts/slideLayout313.xml" ContentType="application/vnd.openxmlformats-officedocument.presentationml.slideLayout+xml"/>
  <Override PartName="/ppt/slideLayouts/slideLayout360.xml" ContentType="application/vnd.openxmlformats-officedocument.presentationml.slideLayout+xml"/>
  <Override PartName="/ppt/slideLayouts/slideLayout458.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63.xml" ContentType="application/vnd.openxmlformats-officedocument.presentationml.slideLayout+xml"/>
  <Override PartName="/ppt/slideLayouts/slideLayout105.xml" ContentType="application/vnd.openxmlformats-officedocument.presentationml.slideLayout+xml"/>
  <Override PartName="/ppt/slideLayouts/slideLayout152.xml" ContentType="application/vnd.openxmlformats-officedocument.presentationml.slideLayout+xml"/>
  <Override PartName="/ppt/slideLayouts/slideLayout297.xml" ContentType="application/vnd.openxmlformats-officedocument.presentationml.slideLayout+xml"/>
  <Override PartName="/ppt/slideLayouts/slideLayout302.xml" ContentType="application/vnd.openxmlformats-officedocument.presentationml.slideLayout+xml"/>
  <Override PartName="/ppt/slideLayouts/slideLayout436.xml" ContentType="application/vnd.openxmlformats-officedocument.presentationml.slideLayout+xml"/>
  <Override PartName="/ppt/slideLayouts/slideLayout447.xml" ContentType="application/vnd.openxmlformats-officedocument.presentationml.slideLayout+xml"/>
  <Override PartName="/ppt/slideLayouts/slideLayout483.xml" ContentType="application/vnd.openxmlformats-officedocument.presentationml.slideLayout+xml"/>
  <Override PartName="/ppt/slideLayouts/slideLayout494.xml" ContentType="application/vnd.openxmlformats-officedocument.presentationml.slideLayout+xml"/>
  <Override PartName="/ppt/slideMasters/slideMaster25.xml" ContentType="application/vnd.openxmlformats-officedocument.presentationml.slideMaster+xml"/>
  <Override PartName="/ppt/slideMasters/slideMaster36.xml" ContentType="application/vnd.openxmlformats-officedocument.presentationml.slideMaster+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141.xml" ContentType="application/vnd.openxmlformats-officedocument.presentationml.slideLayout+xml"/>
  <Override PartName="/ppt/slideLayouts/slideLayout228.xml" ContentType="application/vnd.openxmlformats-officedocument.presentationml.slideLayout+xml"/>
  <Override PartName="/ppt/slideLayouts/slideLayout239.xml" ContentType="application/vnd.openxmlformats-officedocument.presentationml.slideLayout+xml"/>
  <Override PartName="/ppt/slideLayouts/slideLayout275.xml" ContentType="application/vnd.openxmlformats-officedocument.presentationml.slideLayout+xml"/>
  <Override PartName="/ppt/slideLayouts/slideLayout286.xml" ContentType="application/vnd.openxmlformats-officedocument.presentationml.slideLayout+xml"/>
  <Override PartName="/ppt/slideLayouts/slideLayout425.xml" ContentType="application/vnd.openxmlformats-officedocument.presentationml.slideLayout+xml"/>
  <Override PartName="/ppt/slideLayouts/slideLayout472.xml" ContentType="application/vnd.openxmlformats-officedocument.presentationml.slideLayout+xml"/>
  <Override PartName="/ppt/slideMasters/slideMaster14.xml" ContentType="application/vnd.openxmlformats-officedocument.presentationml.slideMaster+xml"/>
  <Override PartName="/ppt/slideLayouts/slideLayout30.xml" ContentType="application/vnd.openxmlformats-officedocument.presentationml.slideLayout+xml"/>
  <Override PartName="/ppt/slideLayouts/slideLayout130.xml" ContentType="application/vnd.openxmlformats-officedocument.presentationml.slideLayout+xml"/>
  <Override PartName="/ppt/slideLayouts/slideLayout217.xml" ContentType="application/vnd.openxmlformats-officedocument.presentationml.slideLayout+xml"/>
  <Override PartName="/ppt/slideLayouts/slideLayout264.xml" ContentType="application/vnd.openxmlformats-officedocument.presentationml.slideLayout+xml"/>
  <Override PartName="/ppt/slideLayouts/slideLayout414.xml" ContentType="application/vnd.openxmlformats-officedocument.presentationml.slideLayout+xml"/>
  <Override PartName="/ppt/theme/theme35.xml" ContentType="application/vnd.openxmlformats-officedocument.theme+xml"/>
  <Override PartName="/ppt/slideLayouts/slideLayout461.xml" ContentType="application/vnd.openxmlformats-officedocument.presentationml.slideLayout+xml"/>
  <Override PartName="/ppt/slideLayouts/slideLayout206.xml" ContentType="application/vnd.openxmlformats-officedocument.presentationml.slideLayout+xml"/>
  <Override PartName="/ppt/slideLayouts/slideLayout253.xml" ContentType="application/vnd.openxmlformats-officedocument.presentationml.slideLayout+xml"/>
  <Override PartName="/ppt/theme/theme24.xml" ContentType="application/vnd.openxmlformats-officedocument.theme+xml"/>
  <Override PartName="/ppt/slideLayouts/slideLayout387.xml" ContentType="application/vnd.openxmlformats-officedocument.presentationml.slideLayout+xml"/>
  <Override PartName="/ppt/slideLayouts/slideLayout398.xml" ContentType="application/vnd.openxmlformats-officedocument.presentationml.slideLayout+xml"/>
  <Override PartName="/ppt/slideLayouts/slideLayout403.xml" ContentType="application/vnd.openxmlformats-officedocument.presentationml.slideLayout+xml"/>
  <Override PartName="/ppt/slideLayouts/slideLayout450.xml" ContentType="application/vnd.openxmlformats-officedocument.presentationml.slideLayout+xml"/>
  <Override PartName="/ppt/notesSlides/notesSlide11.xml" ContentType="application/vnd.openxmlformats-officedocument.presentationml.notesSlide+xml"/>
  <Override PartName="/ppt/theme/theme13.xml" ContentType="application/vnd.openxmlformats-officedocument.theme+xml"/>
  <Override PartName="/ppt/slideLayouts/slideLayout179.xml" ContentType="application/vnd.openxmlformats-officedocument.presentationml.slideLayout+xml"/>
  <Override PartName="/ppt/slideLayouts/slideLayout231.xml" ContentType="application/vnd.openxmlformats-officedocument.presentationml.slideLayout+xml"/>
  <Override PartName="/ppt/slideLayouts/slideLayout242.xml" ContentType="application/vnd.openxmlformats-officedocument.presentationml.slideLayout+xml"/>
  <Override PartName="/ppt/slideLayouts/slideLayout329.xml" ContentType="application/vnd.openxmlformats-officedocument.presentationml.slideLayout+xml"/>
  <Override PartName="/ppt/slideLayouts/slideLayout376.xml" ContentType="application/vnd.openxmlformats-officedocument.presentationml.slideLayout+xml"/>
  <Override PartName="/ppt/slides/slide8.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168.xml" ContentType="application/vnd.openxmlformats-officedocument.presentationml.slideLayout+xml"/>
  <Override PartName="/ppt/slideLayouts/slideLayout220.xml" ContentType="application/vnd.openxmlformats-officedocument.presentationml.slideLayout+xml"/>
  <Override PartName="/ppt/slideLayouts/slideLayout318.xml" ContentType="application/vnd.openxmlformats-officedocument.presentationml.slideLayout+xml"/>
  <Override PartName="/ppt/slideLayouts/slideLayout365.xml" ContentType="application/vnd.openxmlformats-officedocument.presentationml.slideLayout+xml"/>
  <Override PartName="/ppt/slideMasters/slideMaster3.xml" ContentType="application/vnd.openxmlformats-officedocument.presentationml.slideMaster+xml"/>
  <Override PartName="/ppt/slideLayouts/slideLayout57.xml" ContentType="application/vnd.openxmlformats-officedocument.presentationml.slideLayout+xml"/>
  <Override PartName="/ppt/slideLayouts/slideLayout157.xml" ContentType="application/vnd.openxmlformats-officedocument.presentationml.slideLayout+xml"/>
  <Override PartName="/ppt/slideLayouts/slideLayout343.xml" ContentType="application/vnd.openxmlformats-officedocument.presentationml.slideLayout+xml"/>
  <Override PartName="/ppt/slideLayouts/slideLayout390.xml" ContentType="application/vnd.openxmlformats-officedocument.presentationml.slideLayout+xml"/>
  <Override PartName="/ppt/slideLayouts/slideLayout488.xml" ContentType="application/vnd.openxmlformats-officedocument.presentationml.slideLayout+xml"/>
  <Override PartName="/ppt/notesSlides/notesSlide2.xml" ContentType="application/vnd.openxmlformats-officedocument.presentationml.notesSlide+xml"/>
  <Override PartName="/ppt/slideLayouts/slideLayout135.xml" ContentType="application/vnd.openxmlformats-officedocument.presentationml.slideLayout+xml"/>
  <Override PartName="/ppt/slideLayouts/slideLayout182.xml" ContentType="application/vnd.openxmlformats-officedocument.presentationml.slideLayout+xml"/>
  <Override PartName="/ppt/slideMasters/slideMaster19.xml" ContentType="application/vnd.openxmlformats-officedocument.presentationml.slideMaster+xml"/>
  <Override PartName="/ppt/slideLayouts/slideLayout35.xml" ContentType="application/vnd.openxmlformats-officedocument.presentationml.slideLayout+xml"/>
  <Override PartName="/ppt/slideLayouts/slideLayout82.xml" ContentType="application/vnd.openxmlformats-officedocument.presentationml.slideLayout+xml"/>
  <Override PartName="/ppt/slideLayouts/slideLayout258.xml" ContentType="application/vnd.openxmlformats-officedocument.presentationml.slideLayout+xml"/>
  <Override PartName="/ppt/slideLayouts/slideLayout321.xml" ContentType="application/vnd.openxmlformats-officedocument.presentationml.slideLayout+xml"/>
  <Override PartName="/ppt/slideLayouts/slideLayout419.xml" ContentType="application/vnd.openxmlformats-officedocument.presentationml.slideLayout+xml"/>
  <Override PartName="/ppt/slideLayouts/slideLayout466.xml" ContentType="application/vnd.openxmlformats-officedocument.presentationml.slideLayout+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60.xml" ContentType="application/vnd.openxmlformats-officedocument.presentationml.slideLayout+xml"/>
  <Override PartName="/ppt/slideLayouts/slideLayout113.xml" ContentType="application/vnd.openxmlformats-officedocument.presentationml.slideLayout+xml"/>
  <Override PartName="/ppt/slideLayouts/slideLayout160.xml" ContentType="application/vnd.openxmlformats-officedocument.presentationml.slideLayout+xml"/>
  <Override PartName="/ppt/theme/theme18.xml" ContentType="application/vnd.openxmlformats-officedocument.theme+xml"/>
  <Override PartName="/ppt/slideLayouts/slideLayout444.xml" ContentType="application/vnd.openxmlformats-officedocument.presentationml.slideLayout+xml"/>
  <Override PartName="/ppt/slideLayouts/slideLayout491.xml" ContentType="application/vnd.openxmlformats-officedocument.presentationml.slideLayout+xml"/>
  <Override PartName="/ppt/tableStyles.xml" ContentType="application/vnd.openxmlformats-officedocument.presentationml.tableStyles+xml"/>
  <Override PartName="/ppt/slideLayouts/slideLayout236.xml" ContentType="application/vnd.openxmlformats-officedocument.presentationml.slideLayout+xml"/>
  <Override PartName="/ppt/slideLayouts/slideLayout283.xml" ContentType="application/vnd.openxmlformats-officedocument.presentationml.slideLayout+xml"/>
  <Override PartName="/ppt/slideMasters/slideMaster22.xml" ContentType="application/vnd.openxmlformats-officedocument.presentationml.slideMaster+xml"/>
  <Override PartName="/ppt/slideLayouts/slideLayout359.xml" ContentType="application/vnd.openxmlformats-officedocument.presentationml.slideLayout+xml"/>
  <Override PartName="/ppt/slideLayouts/slideLayout422.xml" ContentType="application/vnd.openxmlformats-officedocument.presentationml.slideLayout+xml"/>
  <Override PartName="/ppt/theme/theme43.xml" ContentType="application/vnd.openxmlformats-officedocument.theme+xml"/>
  <Override PartName="/ppt/slideLayouts/slideLayout198.xml" ContentType="application/vnd.openxmlformats-officedocument.presentationml.slideLayout+xml"/>
  <Override PartName="/ppt/slideLayouts/slideLayout214.xml" ContentType="application/vnd.openxmlformats-officedocument.presentationml.slideLayout+xml"/>
  <Override PartName="/ppt/theme/theme21.xml" ContentType="application/vnd.openxmlformats-officedocument.theme+xml"/>
  <Override PartName="/ppt/slideLayouts/slideLayout261.xml" ContentType="application/vnd.openxmlformats-officedocument.presentationml.slideLayout+xml"/>
  <Override PartName="/ppt/slideLayouts/slideLayout400.xml" ContentType="application/vnd.openxmlformats-officedocument.presentationml.slideLayout+xml"/>
  <Override PartName="/ppt/slideLayouts/slideLayout98.xml" ContentType="application/vnd.openxmlformats-officedocument.presentationml.slideLayout+xml"/>
  <Override PartName="/ppt/slideLayouts/slideLayout337.xml" ContentType="application/vnd.openxmlformats-officedocument.presentationml.slideLayout+xml"/>
  <Override PartName="/ppt/slideLayouts/slideLayout384.xml" ContentType="application/vnd.openxmlformats-officedocument.presentationml.slideLayout+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76.xml" ContentType="application/vnd.openxmlformats-officedocument.presentationml.slideLayout+xml"/>
  <Override PartName="/ppt/slideLayouts/slideLayout129.xml" ContentType="application/vnd.openxmlformats-officedocument.presentationml.slideLayout+xml"/>
  <Override PartName="/ppt/slideLayouts/slideLayout176.xml" ContentType="application/vnd.openxmlformats-officedocument.presentationml.slideLayout+xml"/>
  <Override PartName="/ppt/slideLayouts/slideLayout315.xml" ContentType="application/vnd.openxmlformats-officedocument.presentationml.slideLayout+xml"/>
  <Override PartName="/ppt/slideLayouts/slideLayout362.xml" ContentType="application/vnd.openxmlformats-officedocument.presentationml.slideLayout+xml"/>
  <Override PartName="/ppt/slideLayouts/slideLayout107.xml" ContentType="application/vnd.openxmlformats-officedocument.presentationml.slideLayout+xml"/>
  <Override PartName="/ppt/slideLayouts/slideLayout154.xml" ContentType="application/vnd.openxmlformats-officedocument.presentationml.slideLayout+xml"/>
  <Override PartName="/ppt/slideLayouts/slideLayout299.xml" ContentType="application/vnd.openxmlformats-officedocument.presentationml.slideLayout+xml"/>
  <Override PartName="/ppt/slideLayouts/slideLayout438.xml" ContentType="application/vnd.openxmlformats-officedocument.presentationml.slideLayout+xml"/>
  <Override PartName="/ppt/slideLayouts/slideLayout485.xml" ContentType="application/vnd.openxmlformats-officedocument.presentationml.slideLayout+xml"/>
  <Override PartName="/ppt/slideMasters/slideMaster38.xml" ContentType="application/vnd.openxmlformats-officedocument.presentationml.slideMaster+xml"/>
  <Override PartName="/ppt/slideLayouts/slideLayout54.xml" ContentType="application/vnd.openxmlformats-officedocument.presentationml.slideLayout+xml"/>
  <Override PartName="/ppt/slideLayouts/slideLayout277.xml" ContentType="application/vnd.openxmlformats-officedocument.presentationml.slideLayout+xml"/>
  <Override PartName="/ppt/slideLayouts/slideLayout340.xml" ContentType="application/vnd.openxmlformats-officedocument.presentationml.slideLayout+xml"/>
  <Override PartName="/ppt/presentation.xml" ContentType="application/vnd.openxmlformats-officedocument.presentationml.presentation.main+xml"/>
  <Override PartName="/ppt/slideMasters/slideMaster16.xml" ContentType="application/vnd.openxmlformats-officedocument.presentationml.slideMaster+xml"/>
  <Override PartName="/ppt/slideLayouts/slideLayout32.xml" ContentType="application/vnd.openxmlformats-officedocument.presentationml.slideLayout+xml"/>
  <Override PartName="/ppt/slideLayouts/slideLayout132.xml" ContentType="application/vnd.openxmlformats-officedocument.presentationml.slideLayout+xml"/>
  <Override PartName="/ppt/slideLayouts/slideLayout416.xml" ContentType="application/vnd.openxmlformats-officedocument.presentationml.slideLayout+xml"/>
  <Override PartName="/ppt/theme/theme37.xml" ContentType="application/vnd.openxmlformats-officedocument.theme+xml"/>
  <Override PartName="/ppt/slideLayouts/slideLayout46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10.xml" ContentType="application/vnd.openxmlformats-officedocument.presentationml.slideLayout+xml"/>
  <Override PartName="/ppt/slideLayouts/slideLayout208.xml" ContentType="application/vnd.openxmlformats-officedocument.presentationml.slideLayout+xml"/>
  <Override PartName="/ppt/slideLayouts/slideLayout255.xml" ContentType="application/vnd.openxmlformats-officedocument.presentationml.slideLayout+xml"/>
  <Override PartName="/ppt/slideLayouts/slideLayout441.xml" ContentType="application/vnd.openxmlformats-officedocument.presentationml.slideLayout+xml"/>
  <Override PartName="/ppt/slideMasters/slideMaster41.xml" ContentType="application/vnd.openxmlformats-officedocument.presentationml.slideMaster+xml"/>
  <Override PartName="/ppt/slideLayouts/slideLayout10.xml" ContentType="application/vnd.openxmlformats-officedocument.presentationml.slideLayout+xml"/>
  <Override PartName="/ppt/theme/theme15.xml" ContentType="application/vnd.openxmlformats-officedocument.theme+xml"/>
  <Override PartName="/ppt/slideLayouts/slideLayout233.xml" ContentType="application/vnd.openxmlformats-officedocument.presentationml.slideLayout+xml"/>
  <Override PartName="/ppt/slideLayouts/slideLayout280.xml" ContentType="application/vnd.openxmlformats-officedocument.presentationml.slideLayout+xml"/>
  <Override PartName="/ppt/slideLayouts/slideLayout378.xml" ContentType="application/vnd.openxmlformats-officedocument.presentationml.slideLayout+xml"/>
  <Override PartName="/ppt/theme/theme40.xml" ContentType="application/vnd.openxmlformats-officedocument.theme+xml"/>
  <Override PartName="/ppt/theme/theme7.xml" ContentType="application/vnd.openxmlformats-officedocument.theme+xml"/>
  <Override PartName="/ppt/slideLayouts/slideLayout211.xml" ContentType="application/vnd.openxmlformats-officedocument.presentationml.slideLayout+xml"/>
  <Override PartName="/ppt/slideLayouts/slideLayout309.xml" ContentType="application/vnd.openxmlformats-officedocument.presentationml.slideLayout+xml"/>
  <Override PartName="/ppt/slideLayouts/slideLayout356.xml" ContentType="application/vnd.openxmlformats-officedocument.presentationml.slideLayout+xml"/>
  <Override PartName="/ppt/slideLayouts/slideLayout48.xml" ContentType="application/vnd.openxmlformats-officedocument.presentationml.slideLayout+xml"/>
  <Override PartName="/ppt/slideLayouts/slideLayout95.xml" ContentType="application/vnd.openxmlformats-officedocument.presentationml.slideLayout+xml"/>
  <Override PartName="/ppt/slideLayouts/slideLayout148.xml" ContentType="application/vnd.openxmlformats-officedocument.presentationml.slideLayout+xml"/>
  <Override PartName="/ppt/slideLayouts/slideLayout195.xml" ContentType="application/vnd.openxmlformats-officedocument.presentationml.slideLayout+xml"/>
  <Override PartName="/ppt/slideLayouts/slideLayout334.xml" ContentType="application/vnd.openxmlformats-officedocument.presentationml.slideLayout+xml"/>
  <Override PartName="/ppt/slideLayouts/slideLayout381.xml" ContentType="application/vnd.openxmlformats-officedocument.presentationml.slideLayout+xml"/>
  <Override PartName="/ppt/slideLayouts/slideLayout479.xml" ContentType="application/vnd.openxmlformats-officedocument.presentationml.slideLayout+xml"/>
  <Override PartName="/ppt/slideLayouts/slideLayout4.xml" ContentType="application/vnd.openxmlformats-officedocument.presentationml.slideLayout+xml"/>
  <Override PartName="/ppt/slideLayouts/slideLayout126.xml" ContentType="application/vnd.openxmlformats-officedocument.presentationml.slideLayout+xml"/>
  <Override PartName="/ppt/slideLayouts/slideLayout173.xml" ContentType="application/vnd.openxmlformats-officedocument.presentationml.slideLayout+xml"/>
  <Override PartName="/ppt/slideLayouts/slideLayout457.xml" ContentType="application/vnd.openxmlformats-officedocument.presentationml.slideLayout+xml"/>
  <Override PartName="/ppt/slides/slide2.xml" ContentType="application/vnd.openxmlformats-officedocument.presentationml.slide+xml"/>
  <Override PartName="/ppt/slideLayouts/slideLayout26.xml" ContentType="application/vnd.openxmlformats-officedocument.presentationml.slideLayout+xml"/>
  <Override PartName="/ppt/slideLayouts/slideLayout73.xml" ContentType="application/vnd.openxmlformats-officedocument.presentationml.slideLayout+xml"/>
  <Override PartName="/ppt/slideLayouts/slideLayout249.xml" ContentType="application/vnd.openxmlformats-officedocument.presentationml.slideLayout+xml"/>
  <Override PartName="/ppt/slideLayouts/slideLayout296.xml" ContentType="application/vnd.openxmlformats-officedocument.presentationml.slideLayout+xml"/>
  <Override PartName="/ppt/slideLayouts/slideLayout312.xml" ContentType="application/vnd.openxmlformats-officedocument.presentationml.slideLayout+xml"/>
  <Override PartName="/ppt/slideMasters/slideMaster35.xml" ContentType="application/vnd.openxmlformats-officedocument.presentationml.slideMaster+xml"/>
  <Override PartName="/ppt/slideLayouts/slideLayout51.xml" ContentType="application/vnd.openxmlformats-officedocument.presentationml.slideLayout+xml"/>
  <Override PartName="/ppt/slideLayouts/slideLayout104.xml" ContentType="application/vnd.openxmlformats-officedocument.presentationml.slideLayout+xml"/>
  <Override PartName="/ppt/slideLayouts/slideLayout151.xml" ContentType="application/vnd.openxmlformats-officedocument.presentationml.slideLayout+xml"/>
  <Override PartName="/ppt/slideLayouts/slideLayout435.xml" ContentType="application/vnd.openxmlformats-officedocument.presentationml.slideLayout+xml"/>
  <Override PartName="/ppt/slideLayouts/slideLayout482.xml" ContentType="application/vnd.openxmlformats-officedocument.presentationml.slideLayout+xml"/>
  <Override PartName="/ppt/slideLayouts/slideLayout227.xml" ContentType="application/vnd.openxmlformats-officedocument.presentationml.slideLayout+xml"/>
  <Override PartName="/ppt/slideLayouts/slideLayout274.xml" ContentType="application/vnd.openxmlformats-officedocument.presentationml.slideLayout+xml"/>
  <Override PartName="/ppt/slideLayouts/slideLayout413.xml" ContentType="application/vnd.openxmlformats-officedocument.presentationml.slideLayout+xml"/>
  <Override PartName="/ppt/slideLayouts/slideLayout460.xml" ContentType="application/vnd.openxmlformats-officedocument.presentationml.slideLayout+xml"/>
  <Override PartName="/ppt/slideMasters/slideMaster13.xml" ContentType="application/vnd.openxmlformats-officedocument.presentationml.slideMaster+xml"/>
  <Override PartName="/ppt/slideLayouts/slideLayout205.xml" ContentType="application/vnd.openxmlformats-officedocument.presentationml.slideLayout+xml"/>
  <Override PartName="/ppt/slideLayouts/slideLayout252.xml" ContentType="application/vnd.openxmlformats-officedocument.presentationml.slideLayout+xml"/>
  <Override PartName="/ppt/slideLayouts/slideLayout397.xml" ContentType="application/vnd.openxmlformats-officedocument.presentationml.slideLayout+xml"/>
  <Override PartName="/ppt/theme/theme34.xml" ContentType="application/vnd.openxmlformats-officedocument.theme+xml"/>
  <Override PartName="/ppt/notesSlides/notesSlide9.xml" ContentType="application/vnd.openxmlformats-officedocument.presentationml.notesSlide+xml"/>
  <Override PartName="/ppt/slideLayouts/slideLayout89.xml" ContentType="application/vnd.openxmlformats-officedocument.presentationml.slideLayout+xml"/>
  <Override PartName="/ppt/theme/theme12.xml" ContentType="application/vnd.openxmlformats-officedocument.theme+xml"/>
  <Override PartName="/ppt/slideLayouts/slideLayout189.xml" ContentType="application/vnd.openxmlformats-officedocument.presentationml.slideLayout+xml"/>
  <Override PartName="/ppt/slideLayouts/slideLayout230.xml" ContentType="application/vnd.openxmlformats-officedocument.presentationml.slideLayout+xml"/>
  <Override PartName="/ppt/slideLayouts/slideLayout328.xml" ContentType="application/vnd.openxmlformats-officedocument.presentationml.slideLayout+xml"/>
  <Override PartName="/ppt/slideLayouts/slideLayout375.xml" ContentType="application/vnd.openxmlformats-officedocument.presentationml.slideLayout+xml"/>
  <Override PartName="/ppt/theme/theme4.xml" ContentType="application/vnd.openxmlformats-officedocument.theme+xml"/>
  <Override PartName="/ppt/slideLayouts/slideLayout67.xml" ContentType="application/vnd.openxmlformats-officedocument.presentationml.slideLayout+xml"/>
  <Override PartName="/ppt/slideLayouts/slideLayout167.xml" ContentType="application/vnd.openxmlformats-officedocument.presentationml.slideLayout+xml"/>
  <Override PartName="/ppt/slideLayouts/slideLayout306.xml" ContentType="application/vnd.openxmlformats-officedocument.presentationml.slideLayout+xml"/>
  <Override PartName="/ppt/slideLayouts/slideLayout353.xml" ContentType="application/vnd.openxmlformats-officedocument.presentationml.slideLayout+xml"/>
  <Override PartName="/ppt/slideLayouts/slideLayout498.xml" ContentType="application/vnd.openxmlformats-officedocument.presentationml.slideLayout+xml"/>
  <Override PartName="/ppt/slideMasters/slideMaster29.xml" ContentType="application/vnd.openxmlformats-officedocument.presentationml.slideMaster+xml"/>
  <Override PartName="/ppt/slideLayouts/slideLayout45.xml" ContentType="application/vnd.openxmlformats-officedocument.presentationml.slideLayout+xml"/>
  <Override PartName="/ppt/slideLayouts/slideLayout145.xml" ContentType="application/vnd.openxmlformats-officedocument.presentationml.slideLayout+xml"/>
  <Override PartName="/ppt/slideLayouts/slideLayout192.xml" ContentType="application/vnd.openxmlformats-officedocument.presentationml.slideLayout+xml"/>
  <Override PartName="/ppt/slideLayouts/slideLayout429.xml" ContentType="application/vnd.openxmlformats-officedocument.presentationml.slideLayout+xml"/>
  <Override PartName="/ppt/slideLayouts/slideLayout476.xml" ContentType="application/vnd.openxmlformats-officedocument.presentationml.slideLayout+xml"/>
  <Override PartName="/ppt/slideLayouts/slideLayout92.xml" ContentType="application/vnd.openxmlformats-officedocument.presentationml.slideLayout+xml"/>
  <Override PartName="/ppt/slideLayouts/slideLayout268.xml" ContentType="application/vnd.openxmlformats-officedocument.presentationml.slideLayout+xml"/>
  <Override PartName="/ppt/slideLayouts/slideLayout331.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70.xml" ContentType="application/vnd.openxmlformats-officedocument.presentationml.slideLayout+xml"/>
  <Override PartName="/ppt/slideLayouts/slideLayout123.xml" ContentType="application/vnd.openxmlformats-officedocument.presentationml.slideLayout+xml"/>
  <Override PartName="/ppt/slideLayouts/slideLayout170.xml" ContentType="application/vnd.openxmlformats-officedocument.presentationml.slideLayout+xml"/>
  <Override PartName="/ppt/theme/theme28.xml" ContentType="application/vnd.openxmlformats-officedocument.theme+xml"/>
  <Override PartName="/ppt/slideLayouts/slideLayout407.xml" ContentType="application/vnd.openxmlformats-officedocument.presentationml.slideLayout+xml"/>
  <Override PartName="/ppt/slideLayouts/slideLayout454.xml" ContentType="application/vnd.openxmlformats-officedocument.presentationml.slideLayout+xml"/>
  <Override PartName="/ppt/slideMasters/slideMaster32.xml" ContentType="application/vnd.openxmlformats-officedocument.presentationml.slideMaster+xml"/>
  <Override PartName="/ppt/slideLayouts/slideLayout101.xml" ContentType="application/vnd.openxmlformats-officedocument.presentationml.slideLayout+xml"/>
  <Override PartName="/ppt/slideLayouts/slideLayout246.xml" ContentType="application/vnd.openxmlformats-officedocument.presentationml.slideLayout+xml"/>
  <Override PartName="/ppt/slideLayouts/slideLayout293.xml" ContentType="application/vnd.openxmlformats-officedocument.presentationml.slideLayout+xml"/>
  <Override PartName="/ppt/slideLayouts/slideLayout432.xml" ContentType="application/vnd.openxmlformats-officedocument.presentationml.slideLayout+xml"/>
  <Override PartName="/ppt/slideLayouts/slideLayout224.xml" ContentType="application/vnd.openxmlformats-officedocument.presentationml.slideLayout+xml"/>
  <Override PartName="/ppt/slideLayouts/slideLayout271.xml" ContentType="application/vnd.openxmlformats-officedocument.presentationml.slideLayout+xml"/>
  <Override PartName="/ppt/slideLayouts/slideLayout369.xml" ContentType="application/vnd.openxmlformats-officedocument.presentationml.slideLayout+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slideLayouts/slideLayout347.xml" ContentType="application/vnd.openxmlformats-officedocument.presentationml.slideLayout+xml"/>
  <Override PartName="/ppt/theme/theme31.xml" ContentType="application/vnd.openxmlformats-officedocument.theme+xml"/>
  <Override PartName="/ppt/slideLayouts/slideLayout394.xml" ContentType="application/vnd.openxmlformats-officedocument.presentationml.slideLayout+xml"/>
  <Override PartName="/ppt/slideLayouts/slideLayout410.xml" ContentType="application/vnd.openxmlformats-officedocument.presentationml.slideLayout+xml"/>
  <Override PartName="/ppt/notesSlides/notesSlide6.xml" ContentType="application/vnd.openxmlformats-officedocument.presentationml.notesSlide+xml"/>
  <Override PartName="/ppt/slideLayouts/slideLayout139.xml" ContentType="application/vnd.openxmlformats-officedocument.presentationml.slideLayout+xml"/>
  <Override PartName="/ppt/slideLayouts/slideLayout186.xml" ContentType="application/vnd.openxmlformats-officedocument.presentationml.slideLayout+xml"/>
  <Override PartName="/ppt/slideLayouts/slideLayout202.xml" ContentType="application/vnd.openxmlformats-officedocument.presentationml.slideLayout+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325.xml" ContentType="application/vnd.openxmlformats-officedocument.presentationml.slideLayout+xml"/>
  <Override PartName="/ppt/slideLayouts/slideLayout372.xml" ContentType="application/vnd.openxmlformats-officedocument.presentationml.slideLayout+xml"/>
  <Override PartName="/ppt/slideLayouts/slideLayout17.xml" ContentType="application/vnd.openxmlformats-officedocument.presentationml.slideLayout+xml"/>
  <Override PartName="/ppt/slideLayouts/slideLayout64.xml" ContentType="application/vnd.openxmlformats-officedocument.presentationml.slideLayout+xml"/>
  <Override PartName="/ppt/slideLayouts/slideLayout117.xml" ContentType="application/vnd.openxmlformats-officedocument.presentationml.slideLayout+xml"/>
  <Override PartName="/ppt/slideLayouts/slideLayout164.xml" ContentType="application/vnd.openxmlformats-officedocument.presentationml.slideLayout+xml"/>
  <Override PartName="/ppt/slideLayouts/slideLayout303.xml" ContentType="application/vnd.openxmlformats-officedocument.presentationml.slideLayout+xml"/>
  <Override PartName="/ppt/slideLayouts/slideLayout350.xml" ContentType="application/vnd.openxmlformats-officedocument.presentationml.slideLayout+xml"/>
  <Override PartName="/ppt/slideLayouts/slideLayout448.xml" ContentType="application/vnd.openxmlformats-officedocument.presentationml.slideLayout+xml"/>
  <Override PartName="/ppt/slideLayouts/slideLayout495.xml" ContentType="application/vnd.openxmlformats-officedocument.presentationml.slideLayout+xml"/>
  <Override PartName="/ppt/theme/theme1.xml" ContentType="application/vnd.openxmlformats-officedocument.theme+xml"/>
  <Override PartName="/ppt/slideLayouts/slideLayout142.xml" ContentType="application/vnd.openxmlformats-officedocument.presentationml.slideLayout+xml"/>
  <Override PartName="/ppt/slideLayouts/slideLayout287.xml" ContentType="application/vnd.openxmlformats-officedocument.presentationml.slideLayout+xml"/>
  <Override PartName="/ppt/slideMasters/slideMaster26.xml" ContentType="application/vnd.openxmlformats-officedocument.presentationml.slideMaster+xml"/>
  <Override PartName="/ppt/slideLayouts/slideLayout42.xml" ContentType="application/vnd.openxmlformats-officedocument.presentationml.slideLayout+xml"/>
  <Override PartName="/ppt/slideLayouts/slideLayout426.xml" ContentType="application/vnd.openxmlformats-officedocument.presentationml.slideLayout+xml"/>
  <Override PartName="/ppt/slideLayouts/slideLayout473.xml" ContentType="application/vnd.openxmlformats-officedocument.presentationml.slideLayout+xml"/>
  <Override PartName="/ppt/slideLayouts/slideLayout20.xml" ContentType="application/vnd.openxmlformats-officedocument.presentationml.slideLayout+xml"/>
  <Override PartName="/ppt/slideLayouts/slideLayout120.xml" ContentType="application/vnd.openxmlformats-officedocument.presentationml.slideLayout+xml"/>
  <Override PartName="/ppt/slideLayouts/slideLayout218.xml" ContentType="application/vnd.openxmlformats-officedocument.presentationml.slideLayout+xml"/>
  <Override PartName="/ppt/slideLayouts/slideLayout265.xml" ContentType="application/vnd.openxmlformats-officedocument.presentationml.slideLayout+xml"/>
  <Override PartName="/ppt/slideLayouts/slideLayout404.xml" ContentType="application/vnd.openxmlformats-officedocument.presentationml.slideLayout+xml"/>
  <Override PartName="/ppt/slideLayouts/slideLayout451.xml" ContentType="application/vnd.openxmlformats-officedocument.presentationml.slideLayout+xml"/>
  <Override PartName="/ppt/slideLayouts/slideLayout243.xml" ContentType="application/vnd.openxmlformats-officedocument.presentationml.slideLayout+xml"/>
  <Override PartName="/ppt/slideLayouts/slideLayout290.xml" ContentType="application/vnd.openxmlformats-officedocument.presentationml.slideLayout+xml"/>
  <Override PartName="/ppt/theme/theme25.xml" ContentType="application/vnd.openxmlformats-officedocument.theme+xml"/>
  <Override PartName="/ppt/slideLayouts/slideLayout388.xml" ContentType="application/vnd.openxmlformats-officedocument.presentationml.slideLayout+xml"/>
  <Override PartName="/ppt/notesSlides/notesSlide12.xml" ContentType="application/vnd.openxmlformats-officedocument.presentationml.notesSlide+xml"/>
  <Override PartName="/ppt/slideLayouts/slideLayout319.xml" ContentType="application/vnd.openxmlformats-officedocument.presentationml.slideLayout+xml"/>
  <Override PartName="/ppt/slideLayouts/slideLayout366.xml" ContentType="application/vnd.openxmlformats-officedocument.presentationml.slideLayout+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slideLayouts/slideLayout158.xml" ContentType="application/vnd.openxmlformats-officedocument.presentationml.slideLayout+xml"/>
  <Override PartName="/ppt/slideLayouts/slideLayout2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73" r:id="rId2"/>
    <p:sldMasterId id="2147483686" r:id="rId3"/>
    <p:sldMasterId id="2147483699" r:id="rId4"/>
    <p:sldMasterId id="2147483712" r:id="rId5"/>
    <p:sldMasterId id="2147483725" r:id="rId6"/>
    <p:sldMasterId id="2147483738" r:id="rId7"/>
    <p:sldMasterId id="2147483751" r:id="rId8"/>
    <p:sldMasterId id="2147483764" r:id="rId9"/>
    <p:sldMasterId id="2147483777" r:id="rId10"/>
    <p:sldMasterId id="2147483790" r:id="rId11"/>
    <p:sldMasterId id="2147483803" r:id="rId12"/>
    <p:sldMasterId id="2147483816" r:id="rId13"/>
    <p:sldMasterId id="2147483829" r:id="rId14"/>
    <p:sldMasterId id="2147483842" r:id="rId15"/>
    <p:sldMasterId id="2147483855" r:id="rId16"/>
    <p:sldMasterId id="2147483868" r:id="rId17"/>
    <p:sldMasterId id="2147483881" r:id="rId18"/>
    <p:sldMasterId id="2147483894" r:id="rId19"/>
    <p:sldMasterId id="2147483907" r:id="rId20"/>
    <p:sldMasterId id="2147483920" r:id="rId21"/>
    <p:sldMasterId id="2147483933" r:id="rId22"/>
    <p:sldMasterId id="2147483946" r:id="rId23"/>
    <p:sldMasterId id="2147483959" r:id="rId24"/>
    <p:sldMasterId id="2147483972" r:id="rId25"/>
    <p:sldMasterId id="2147483985" r:id="rId26"/>
    <p:sldMasterId id="2147483998" r:id="rId27"/>
    <p:sldMasterId id="2147484011" r:id="rId28"/>
    <p:sldMasterId id="2147484024" r:id="rId29"/>
    <p:sldMasterId id="2147484037" r:id="rId30"/>
    <p:sldMasterId id="2147484050" r:id="rId31"/>
    <p:sldMasterId id="2147484063" r:id="rId32"/>
    <p:sldMasterId id="2147484076" r:id="rId33"/>
    <p:sldMasterId id="2147484089" r:id="rId34"/>
    <p:sldMasterId id="2147484102" r:id="rId35"/>
    <p:sldMasterId id="2147484115" r:id="rId36"/>
    <p:sldMasterId id="2147484128" r:id="rId37"/>
    <p:sldMasterId id="2147484141" r:id="rId38"/>
    <p:sldMasterId id="2147484154" r:id="rId39"/>
    <p:sldMasterId id="2147484167" r:id="rId40"/>
    <p:sldMasterId id="2147484180" r:id="rId41"/>
    <p:sldMasterId id="2147484193" r:id="rId42"/>
  </p:sldMasterIdLst>
  <p:notesMasterIdLst>
    <p:notesMasterId r:id="rId57"/>
  </p:notesMasterIdLst>
  <p:sldIdLst>
    <p:sldId id="256" r:id="rId43"/>
    <p:sldId id="260" r:id="rId44"/>
    <p:sldId id="261" r:id="rId45"/>
    <p:sldId id="267" r:id="rId46"/>
    <p:sldId id="268" r:id="rId47"/>
    <p:sldId id="270" r:id="rId48"/>
    <p:sldId id="287" r:id="rId49"/>
    <p:sldId id="291" r:id="rId50"/>
    <p:sldId id="292" r:id="rId51"/>
    <p:sldId id="293" r:id="rId52"/>
    <p:sldId id="294" r:id="rId53"/>
    <p:sldId id="295" r:id="rId54"/>
    <p:sldId id="298" r:id="rId55"/>
    <p:sldId id="296" r:id="rId56"/>
  </p:sldIdLst>
  <p:sldSz cx="9144000" cy="6858000" type="screen4x3"/>
  <p:notesSz cx="6858000" cy="9144000"/>
  <p:embeddedFontLst>
    <p:embeddedFont>
      <p:font typeface="Segoe Light" charset="0"/>
      <p:regular r:id="rId58"/>
      <p:italic r:id="rId59"/>
    </p:embeddedFont>
    <p:embeddedFont>
      <p:font typeface="Segoe UI" pitchFamily="34" charset="0"/>
      <p:regular r:id="rId60"/>
      <p:bold r:id="rId61"/>
      <p:italic r:id="rId62"/>
      <p:boldItalic r:id="rId63"/>
    </p:embeddedFont>
    <p:embeddedFont>
      <p:font typeface="Verdana" pitchFamily="34" charset="0"/>
      <p:regular r:id="rId64"/>
      <p:bold r:id="rId65"/>
      <p:italic r:id="rId66"/>
      <p:boldItalic r:id="rId67"/>
    </p:embeddedFont>
    <p:embeddedFont>
      <p:font typeface="Calibri" pitchFamily="34" charset="0"/>
      <p:regular r:id="rId68"/>
      <p:bold r:id="rId69"/>
      <p:italic r:id="rId70"/>
      <p:boldItalic r:id="rId71"/>
    </p:embeddedFont>
    <p:embeddedFont>
      <p:font typeface="MS Mincho" pitchFamily="49" charset="-128"/>
      <p:regular r:id="rId72"/>
    </p:embeddedFont>
    <p:embeddedFont>
      <p:font typeface="굴림" charset="-127"/>
      <p:regular r:id="rId73"/>
    </p:embeddedFont>
    <p:embeddedFont>
      <p:font typeface="Segoe UI Light" pitchFamily="34" charset="0"/>
      <p:regular r:id="rId74"/>
      <p:italic r:id="rId7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535" autoAdjust="0"/>
    <p:restoredTop sz="97094" autoAdjust="0"/>
  </p:normalViewPr>
  <p:slideViewPr>
    <p:cSldViewPr snapToGrid="0">
      <p:cViewPr varScale="1">
        <p:scale>
          <a:sx n="82" d="100"/>
          <a:sy n="82" d="100"/>
        </p:scale>
        <p:origin x="-1968" y="-86"/>
      </p:cViewPr>
      <p:guideLst>
        <p:guide orient="horz" pos="2160"/>
        <p:guide pos="2880"/>
      </p:guideLst>
    </p:cSldViewPr>
  </p:slideViewPr>
  <p:notesTextViewPr>
    <p:cViewPr>
      <p:scale>
        <a:sx n="1" d="1"/>
        <a:sy n="1" d="1"/>
      </p:scale>
      <p:origin x="0" y="0"/>
    </p:cViewPr>
  </p:notesTextViewPr>
  <p:notesViewPr>
    <p:cSldViewPr snapToGrid="0">
      <p:cViewPr varScale="1">
        <p:scale>
          <a:sx n="64" d="100"/>
          <a:sy n="64" d="100"/>
        </p:scale>
        <p:origin x="1656" y="77"/>
      </p:cViewPr>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Master" Target="slideMasters/slideMaster39.xml"/><Relationship Id="rId21" Type="http://schemas.openxmlformats.org/officeDocument/2006/relationships/slideMaster" Target="slideMasters/slideMaster21.xml"/><Relationship Id="rId34" Type="http://schemas.openxmlformats.org/officeDocument/2006/relationships/slideMaster" Target="slideMasters/slideMaster34.xml"/><Relationship Id="rId42" Type="http://schemas.openxmlformats.org/officeDocument/2006/relationships/slideMaster" Target="slideMasters/slideMaster42.xml"/><Relationship Id="rId47" Type="http://schemas.openxmlformats.org/officeDocument/2006/relationships/slide" Target="slides/slide5.xml"/><Relationship Id="rId50" Type="http://schemas.openxmlformats.org/officeDocument/2006/relationships/slide" Target="slides/slide8.xml"/><Relationship Id="rId55" Type="http://schemas.openxmlformats.org/officeDocument/2006/relationships/slide" Target="slides/slide13.xml"/><Relationship Id="rId63" Type="http://schemas.openxmlformats.org/officeDocument/2006/relationships/font" Target="fonts/font6.fntdata"/><Relationship Id="rId68" Type="http://schemas.openxmlformats.org/officeDocument/2006/relationships/font" Target="fonts/font11.fntdata"/><Relationship Id="rId76"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font" Target="fonts/font14.fntdata"/><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40" Type="http://schemas.openxmlformats.org/officeDocument/2006/relationships/slideMaster" Target="slideMasters/slideMaster40.xml"/><Relationship Id="rId45" Type="http://schemas.openxmlformats.org/officeDocument/2006/relationships/slide" Target="slides/slide3.xml"/><Relationship Id="rId53" Type="http://schemas.openxmlformats.org/officeDocument/2006/relationships/slide" Target="slides/slide11.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font" Target="fonts/font17.fntdata"/><Relationship Id="rId79"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font" Target="fonts/font4.fntdata"/><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Master" Target="slideMasters/slideMaster31.xml"/><Relationship Id="rId44" Type="http://schemas.openxmlformats.org/officeDocument/2006/relationships/slide" Target="slides/slide2.xml"/><Relationship Id="rId52" Type="http://schemas.openxmlformats.org/officeDocument/2006/relationships/slide" Target="slides/slide10.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font" Target="fonts/font16.fntdata"/><Relationship Id="rId78"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43" Type="http://schemas.openxmlformats.org/officeDocument/2006/relationships/slide" Target="slides/slide1.xml"/><Relationship Id="rId48" Type="http://schemas.openxmlformats.org/officeDocument/2006/relationships/slide" Target="slides/slide6.xml"/><Relationship Id="rId56" Type="http://schemas.openxmlformats.org/officeDocument/2006/relationships/slide" Target="slides/slide14.xml"/><Relationship Id="rId64" Type="http://schemas.openxmlformats.org/officeDocument/2006/relationships/font" Target="fonts/font7.fntdata"/><Relationship Id="rId69" Type="http://schemas.openxmlformats.org/officeDocument/2006/relationships/font" Target="fonts/font12.fntdata"/><Relationship Id="rId77"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9.xml"/><Relationship Id="rId72" Type="http://schemas.openxmlformats.org/officeDocument/2006/relationships/font" Target="fonts/font15.fnt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46" Type="http://schemas.openxmlformats.org/officeDocument/2006/relationships/slide" Target="slides/slide4.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Master" Target="slideMasters/slideMaster20.xml"/><Relationship Id="rId41" Type="http://schemas.openxmlformats.org/officeDocument/2006/relationships/slideMaster" Target="slideMasters/slideMaster41.xml"/><Relationship Id="rId54" Type="http://schemas.openxmlformats.org/officeDocument/2006/relationships/slide" Target="slides/slide12.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 Target="slides/slide7.xml"/><Relationship Id="rId5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A1A012-95EA-4A8F-B360-8738154B41FD}" type="datetimeFigureOut">
              <a:rPr lang="en-CA" smtClean="0"/>
              <a:pPr/>
              <a:t>2017-06-29</a:t>
            </a:fld>
            <a:endParaRPr lang="en-CA"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59AFD-7339-47D4-8CBB-BEB64EE51E58}" type="slidenum">
              <a:rPr lang="en-CA" smtClean="0"/>
              <a:pPr/>
              <a:t>‹N°›</a:t>
            </a:fld>
            <a:endParaRPr lang="en-CA" dirty="0"/>
          </a:p>
        </p:txBody>
      </p:sp>
    </p:spTree>
    <p:extLst>
      <p:ext uri="{BB962C8B-B14F-4D97-AF65-F5344CB8AC3E}">
        <p14:creationId xmlns="" xmlns:p14="http://schemas.microsoft.com/office/powerpoint/2010/main" val="226217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windowsazure.com/"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Presentation: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60 minutes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Lab: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70 minutes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After completing this module, students should be able to:</a:t>
            </a: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Describe the Microsoft</a:t>
            </a:r>
            <a:r>
              <a:rPr lang="en-US" sz="1000" baseline="30000" dirty="0" smtClean="0">
                <a:effectLst/>
                <a:latin typeface="Arial" panose="020B0604020202020204" pitchFamily="34" charset="0"/>
                <a:ea typeface="Times New Roman" panose="02020603050405020304" pitchFamily="18" charset="0"/>
                <a:cs typeface="Times New Roman" panose="02020603050405020304" pitchFamily="18" charset="0"/>
              </a:rPr>
              <a: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virtualization technologies.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Implement Hyper‑V</a:t>
            </a:r>
            <a:r>
              <a:rPr lang="en-US" sz="1000" baseline="30000" dirty="0" smtClean="0">
                <a:effectLst/>
                <a:latin typeface="Arial" panose="020B0604020202020204" pitchFamily="34" charset="0"/>
                <a:ea typeface="Times New Roman" panose="02020603050405020304" pitchFamily="18" charset="0"/>
                <a:cs typeface="Times New Roman" panose="02020603050405020304" pitchFamily="18" charset="0"/>
              </a:rPr>
              <a: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Manage virtual machine storage.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Manage virtual networks.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Required</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Materials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To teach this module, you need the Microsoft Office PowerPoint</a:t>
            </a:r>
            <a:r>
              <a:rPr lang="en-CA" sz="1000" baseline="30000" dirty="0" smtClean="0">
                <a:effectLst/>
                <a:latin typeface="Arial" panose="020B0604020202020204" pitchFamily="34" charset="0"/>
                <a:ea typeface="Calibri" panose="020F0502020204030204" pitchFamily="34" charset="0"/>
                <a:cs typeface="Times New Roman" panose="02020603050405020304" pitchFamily="18" charset="0"/>
              </a:rPr>
              <a:t>®</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file 20410D_13.pptx.</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Important:</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We recommend that you use Office PowerPoint 2007 or a newer version to display the slides for this course. If you use PowerPoint Viewer or an earlier version of Office PowerPoint, all the features of the slides might not display correctly.</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9759AFD-7339-47D4-8CBB-BEB64EE51E58}" type="slidenum">
              <a:rPr lang="en-CA" smtClean="0"/>
              <a:pPr/>
              <a:t>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2538758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Discuss cloud providers such as Amazon EC2.</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Ask students if they are using either a public cloud or a private cloud in their organization. If they are, ask them what led them to this decision. Point out to students that they can sign up for a 30-day trial of Windows Azure by going to </a:t>
            </a:r>
            <a:r>
              <a:rPr lang="en-CA" sz="1000" dirty="0" smtClean="0">
                <a:effectLst/>
                <a:latin typeface="Arial" panose="020B0604020202020204" pitchFamily="34" charset="0"/>
                <a:ea typeface="Calibri" panose="020F0502020204030204" pitchFamily="34" charset="0"/>
                <a:cs typeface="Times New Roman" panose="02020603050405020304" pitchFamily="18" charset="0"/>
                <a:hlinkClick r:id="rId3"/>
              </a:rPr>
              <a:t>http://www.windowsazure.com</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9759AFD-7339-47D4-8CBB-BEB64EE51E58}" type="slidenum">
              <a:rPr lang="en-CA" smtClean="0"/>
              <a:pPr/>
              <a:t>2</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3203440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Discuss the use of desktop virtualization and the differences between Virtual PC on Windows</a:t>
            </a:r>
            <a:r>
              <a:rPr lang="en-CA" sz="1000" baseline="30000" dirty="0" smtClean="0">
                <a:effectLst/>
                <a:latin typeface="Arial" panose="020B0604020202020204" pitchFamily="34" charset="0"/>
                <a:ea typeface="Calibri" panose="020F0502020204030204" pitchFamily="34" charset="0"/>
                <a:cs typeface="Times New Roman" panose="02020603050405020304" pitchFamily="18" charset="0"/>
              </a:rPr>
              <a:t>®</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7 and Client Hyper‑V on Windows 8 and Windows 8.1</a:t>
            </a: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Virtual PC can run only x86 virtual machines.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Client Hyper‑V supports almost all features available in Hyper‑V on Windows Server 2012.</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Aft>
                <a:spcPts val="995"/>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Discuss why administrators might want to run demonstration labs on Windows 8 or Windows 8.1 clients, rather than deploying them on production servers.</a:t>
            </a: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This method allows a less formal proof-of-concept phase before dedicating organizational resources to a test.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9759AFD-7339-47D4-8CBB-BEB64EE51E58}" type="slidenum">
              <a:rPr lang="en-CA" smtClean="0"/>
              <a:pPr/>
              <a:t>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83669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When presenting this slide, explain the different hardware components that virtual machines can include. Additionally, explain the limitations of Integrated Drive Electronics (IDE) and SCSI devices.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9759AFD-7339-47D4-8CBB-BEB64EE51E58}" type="slidenum">
              <a:rPr lang="en-CA" smtClean="0"/>
              <a:pPr/>
              <a:t>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3302348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Introduce the generation 2 virtual machine. Point out that virtual machines that were used before Windows Server 2012 R2 are all generation 1, and that generation 2 virtual machines are available only with Hyper-V on Windows Server 2012 R2. Explain that unlike with generation 1 virtual machines, emulated hardware components are not present in generation 2 virtual machines. Conversely, new features, such as Secure Boot and boot from SCSI controller, are present in generation 2 virtual machines.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Point out that generation 2 virtual machines do not have better performance, except when starting and installing operating systems. Emphasize that you can install only supported operating systems on generation 2 virtual machines, which are:</a:t>
            </a: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Windows Server 2012.</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64-bit versions of Windows 8 and newer operating systems.</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9759AFD-7339-47D4-8CBB-BEB64EE51E58}" type="slidenum">
              <a:rPr lang="en-CA" smtClean="0"/>
              <a:pPr/>
              <a:t>5</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744698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parameters on the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slide are listed in the virtual machine’s Settings dialog box. This dialog box is accessible by right-clicking on a virtual machine, and then clicking Settings.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Describe each virtual machine integration services component.</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Describe the supported operating systems.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Mention that it is not necessary to install virtual machine components, but that it does make managing virtual machines substantially easier.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9759AFD-7339-47D4-8CBB-BEB64EE51E58}" type="slidenum">
              <a:rPr lang="en-CA" smtClean="0"/>
              <a:pPr/>
              <a:t>6</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088390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Several networking vendors have already used Hyper-V virtual switch extensions extensibility to implement virtual versions of hardware switches. Prior to teaching this course, you may want to investigate vendors that have produced virtual versions of hardware switches, and then ask the students if they use any of this equipment in their own organizational environments.</a:t>
            </a:r>
            <a:r>
              <a:rPr lang="en-CA" sz="10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9759AFD-7339-47D4-8CBB-BEB64EE51E58}" type="slidenum">
              <a:rPr lang="en-CA" smtClean="0"/>
              <a:pPr/>
              <a:t>7</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607142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Explain why you would want to configure virtual NIC Teaming for virtual machines. Discuss how you can use multiple NIC Teams on the host connected to multiple virtual switches, and then use NIC Teaming that you configure through the virtual machine’s host operating system, to add another layer of performance and redundancy.</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9759AFD-7339-47D4-8CBB-BEB64EE51E58}" type="slidenum">
              <a:rPr lang="en-CA" smtClean="0"/>
              <a:pPr/>
              <a:t>8</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324872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854082"/>
          </a:xfrm>
        </p:spPr>
        <p:txBody>
          <a:bodyPr>
            <a:noAutofit/>
          </a:bodyPr>
          <a:lstStyle/>
          <a:p>
            <a:pPr>
              <a:lnSpc>
                <a:spcPct val="115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Before the students begin the lab, read the lab scenario, and display the next slide. Before each exercise, read the scenario associated with the exercise to the class. The scenarios give context to the lab and exercises, and help to facilitate the discussion at the end of the lab. Remind the students to complete the discussion questions after the last lab exercise.</a:t>
            </a:r>
          </a:p>
          <a:p>
            <a:pPr>
              <a:lnSpc>
                <a:spcPct val="107000"/>
              </a:lnSpc>
              <a:spcAft>
                <a:spcPts val="800"/>
              </a:spcAft>
            </a:pPr>
            <a:r>
              <a:rPr lang="en-CA" sz="1000" b="1" dirty="0" smtClean="0">
                <a:latin typeface="Arial" panose="020B0604020202020204" pitchFamily="34" charset="0"/>
                <a:ea typeface="Calibri" panose="020F0502020204030204" pitchFamily="34" charset="0"/>
                <a:cs typeface="Times New Roman" panose="02020603050405020304" pitchFamily="18" charset="0"/>
              </a:rPr>
              <a:t>Note: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If the labs are hosted rather than being run on classroom machines, you will be able to perform only “</a:t>
            </a:r>
            <a:r>
              <a:rPr lang="en-CA" sz="10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Exercise 3: Creating and Configuring a Virtual Machine.”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Hyper-V does not support nested virtual machines, so students will be unable to perform exercises 1, 2, and 4.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As part of your preparation to teach this course, you might consider using a screen-recording app to record exercises 1, 2, and 4, while running the labs on your own equipment. You then could show these videos to the class.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Exercise 1: Installing the Hyper-V Role onto a Server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The first step in migrating to a virtualized environment for the branch office is installing the Hyper‑V role on a new Windows Server 2012 server.</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Exercise 2: Configuring Virtual Networking</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After installing the Hyper‑V role on the new server, you need to configure the virtual network. You need to create a network that connects to the physical network </a:t>
            </a:r>
            <a:r>
              <a:rPr lang="en-CA" sz="1000" i="1" dirty="0" smtClean="0">
                <a:effectLst/>
                <a:latin typeface="Arial" panose="020B0604020202020204" pitchFamily="34" charset="0"/>
                <a:ea typeface="Calibri" panose="020F0502020204030204" pitchFamily="34" charset="0"/>
                <a:cs typeface="Times New Roman" panose="02020603050405020304" pitchFamily="18" charset="0"/>
              </a:rPr>
              <a:t>and</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a private network that you can use only for communication between virtual machines. You will use the private network when you configure the virtual machines for high availability. You also need to configure a specific range of media access control (MAC) addresses for the virtual machines.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Exercise 3: Creating and Configuring a Virtual Machine</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have been asked to deploy two virtual machines to LON‑HOST1. You have copied a sysprepped virtual hard disk file that hosts a Windows Server 2012 installation.</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To minimize disk space use at the cost of performance, you are going to create two differencing virtual hard disk files based on the sysprepped virtual hard disk. You then will use these differencing virtual hard disk files as the virtual hard disk files for the new virtual machines.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Exercise 4: Using Virtual Machine Checkpoints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are in the process of developing a strategy to mitigate the impact of incorrectly applied change requests. As a part of this strategy development, you are testing the speed and functionality of virtual machine checkpoints to roll back to a previously existing stable configuration.</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In this exercise, you will deploy Windows Server 2012 in a virtual machine. You then will create a stable </a:t>
            </a:r>
            <a:r>
              <a:rPr lang="en-CA"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configuration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for that virtual machine, and create a virtual machine checkpoint. Finally, you will modify the configuration, and roll back to the </a:t>
            </a:r>
            <a:r>
              <a:rPr lang="en-CA"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checkpoint</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a:t>
            </a:r>
            <a:endParaRPr lang="en-CA" sz="1000" dirty="0"/>
          </a:p>
        </p:txBody>
      </p:sp>
      <p:sp>
        <p:nvSpPr>
          <p:cNvPr id="4" name="Slide Number Placeholder 3"/>
          <p:cNvSpPr>
            <a:spLocks noGrp="1"/>
          </p:cNvSpPr>
          <p:nvPr>
            <p:ph type="sldNum" sz="quarter" idx="10"/>
          </p:nvPr>
        </p:nvSpPr>
        <p:spPr/>
        <p:txBody>
          <a:bodyPr/>
          <a:lstStyle/>
          <a:p>
            <a:fld id="{69759AFD-7339-47D4-8CBB-BEB64EE51E58}" type="slidenum">
              <a:rPr lang="en-CA" smtClean="0"/>
              <a:pPr/>
              <a:t>9</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775544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endParaRPr lang="en-CA" dirty="0"/>
          </a:p>
        </p:txBody>
      </p:sp>
      <p:sp>
        <p:nvSpPr>
          <p:cNvPr id="4" name="Slide Number Placeholder 3"/>
          <p:cNvSpPr>
            <a:spLocks noGrp="1"/>
          </p:cNvSpPr>
          <p:nvPr>
            <p:ph type="sldNum" sz="quarter" idx="10"/>
          </p:nvPr>
        </p:nvSpPr>
        <p:spPr/>
        <p:txBody>
          <a:bodyPr/>
          <a:lstStyle/>
          <a:p>
            <a:fld id="{69759AFD-7339-47D4-8CBB-BEB64EE51E58}" type="slidenum">
              <a:rPr lang="en-CA" smtClean="0"/>
              <a:pPr/>
              <a:t>10</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967483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Lab Review Questions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What type of virtual network switch would you create if you want to allow the virtual machine to communicate with the LAN that is connected to the Hyper‑V virtualization server?</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would create an external virtual network switch.</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How can you ensure that no single virtual machine uses all of the available bandwidth that the Hyper‑V virtualization server provides?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would configure maximum and minimum bandwidth settings on virtual network adapters.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What Dynamic Memory configuration task was not possible on previous versions of Hyper‑V, but which you can now perform on a virtual machine that is hosted on the Hyper‑V role on a Windows Server 2012 server?</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can modify some Dynamic Memory settings while the virtual machine is running on Hyper‑V. You could not do this in previous Hyper-V versions.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9759AFD-7339-47D4-8CBB-BEB64EE51E58}" type="slidenum">
              <a:rPr lang="en-CA" smtClean="0"/>
              <a:pPr/>
              <a:t>11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36036252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Module Review Questions</a:t>
            </a:r>
          </a:p>
          <a:p>
            <a:pPr marL="0" marR="0" indent="0" algn="l" defTabSz="914400" rtl="0" eaLnBrk="1" fontAlgn="auto" latinLnBrk="0" hangingPunct="1">
              <a:lnSpc>
                <a:spcPct val="107000"/>
              </a:lnSpc>
              <a:spcBef>
                <a:spcPts val="0"/>
              </a:spcBef>
              <a:spcAft>
                <a:spcPts val="800"/>
              </a:spcAft>
              <a:buClrTx/>
              <a:buSzTx/>
              <a:buFontTx/>
              <a:buNone/>
              <a:tabLst/>
              <a:defRPr/>
            </a:pPr>
            <a:r>
              <a:rPr lang="en-CA" sz="1000" dirty="0" smtClean="0">
                <a:solidFill>
                  <a:prstClr val="black"/>
                </a:solidFill>
                <a:latin typeface="Arial" panose="020B0604020202020204" pitchFamily="34" charset="0"/>
                <a:ea typeface="Calibri" panose="020F0502020204030204" pitchFamily="34" charset="0"/>
                <a:cs typeface="Segoe UI" panose="020B0502040204020203" pitchFamily="34" charset="0"/>
              </a:rPr>
              <a:t>Point students to the appropriate section in the course, so that they are able to answer the questions that this section presents.</a:t>
            </a:r>
            <a:endParaRPr lang="en-CA" sz="1000" dirty="0" smtClean="0"/>
          </a:p>
          <a:p>
            <a:pPr>
              <a:lnSpc>
                <a:spcPct val="107000"/>
              </a:lnSpc>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In which situations should you use a fixed memory allocation instead of Dynamic Memory?</a:t>
            </a:r>
          </a:p>
          <a:p>
            <a:pPr>
              <a:lnSpc>
                <a:spcPct val="107000"/>
              </a:lnSpc>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should use fixed memory allocation when the:</a:t>
            </a:r>
          </a:p>
          <a:p>
            <a:pPr marL="342900" marR="0" lvl="0" indent="-342900">
              <a:lnSpc>
                <a:spcPct val="115000"/>
              </a:lnSpc>
              <a:spcBef>
                <a:spcPts val="0"/>
              </a:spcBef>
              <a:spcAft>
                <a:spcPts val="600"/>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Guest operating system does not support Dynamic Memory.</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Management operating system has limited memory resources, and you need to ensure balanced allocation of memory to the operating systems.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In which situations must you use virtual hard disks with the new .vhdx format, instead of virtual hard disks with the old .vhd format?</a:t>
            </a:r>
          </a:p>
          <a:p>
            <a:pPr>
              <a:lnSpc>
                <a:spcPct val="107000"/>
              </a:lnSpc>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should use virtual hard disks with the new .vhdx format rather than virtual hard disks with the old .vhd format when you need to:</a:t>
            </a: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Support virtual hard disks larger than 2 TB. Virtual hard disks with the new .vhdx format can be a maximum of 64 TB, while virtual hard disks with the old .vhd format are limited to 2 TB.</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Protect against data corruption that power failures cause. Virtual hard disks with the new .vhdx format are less likely to become corrupt if an unexpected power failure occurs, because of how the file format processes updates.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Deploy a virtual hard disk to a large sector disk.</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want to deploy a Windows Server 2012 Hyper‑V virtual machine’s virtual hard disk on a file share. What operating system must the file server be running to support this configuration?</a:t>
            </a:r>
          </a:p>
          <a:p>
            <a:pPr>
              <a:lnSpc>
                <a:spcPct val="107000"/>
              </a:lnSpc>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can only deploy virtual hard disks to file shares that support SMB 3.0, and only the Windows Server 2012 operating system supports hosting of SMB 3.0 file shares.</a:t>
            </a:r>
          </a:p>
          <a:p>
            <a:pPr>
              <a:lnSpc>
                <a:spcPct val="107000"/>
              </a:lnSpc>
              <a:spcAft>
                <a:spcPts val="800"/>
              </a:spcAft>
            </a:pP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9759AFD-7339-47D4-8CBB-BEB64EE51E58}" type="slidenum">
              <a:rPr lang="en-CA" smtClean="0"/>
              <a:pPr/>
              <a:t>12</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 xmlns:p14="http://schemas.microsoft.com/office/powerpoint/2010/main" val="366084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Best Practices</a:t>
            </a:r>
          </a:p>
          <a:p>
            <a:pPr lvl="0">
              <a:lnSpc>
                <a:spcPct val="107000"/>
              </a:lnSpc>
              <a:spcAft>
                <a:spcPts val="800"/>
              </a:spcAf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When implementing server virtualization with Hyper‑V, use the following best practices:</a:t>
            </a:r>
          </a:p>
          <a:p>
            <a:pPr marL="342900" lvl="0" indent="-342900">
              <a:lnSpc>
                <a:spcPct val="115000"/>
              </a:lnSpc>
              <a:spcAft>
                <a:spcPts val="995"/>
              </a:spcAft>
              <a:buFont typeface="Symbol" panose="05050102010706020507" pitchFamily="18" charset="2"/>
              <a:buChar char=""/>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Ensure that the processor on the computer that will run Hyper‑V supports hardware assisted virtualization.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Ensure that you provision a virtualization server with adequate RAM. Having multiple virtual machines paging the hard disk drive because they have inadequate memory decreases performance for all virtual machines on the server.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Monitor virtual machine performance carefully. A virtual machine that uses a disproportionate amount of server resources can reduce the performance of all other virtual machines that the same </a:t>
            </a:r>
            <a:r>
              <a:rPr lang="en-US" sz="1000" dirty="0">
                <a:solidFill>
                  <a:srgbClr val="000000"/>
                </a:solidFill>
                <a:latin typeface="Arial" panose="020B0604020202020204" pitchFamily="34" charset="0"/>
                <a:ea typeface="Times New Roman" panose="02020603050405020304" pitchFamily="18" charset="0"/>
                <a:cs typeface="Arial" panose="020B0604020202020204" pitchFamily="34" charset="0"/>
              </a:rPr>
              <a:t>virtualization</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server is hosting.</a:t>
            </a:r>
            <a:endParaRPr lang="en-CA" sz="1000" dirty="0"/>
          </a:p>
          <a:p>
            <a:pPr lvl="0">
              <a:lnSpc>
                <a:spcPct val="107000"/>
              </a:lnSpc>
              <a:spcAft>
                <a:spcPts val="800"/>
              </a:spcAft>
            </a:pPr>
            <a:endParaRPr lang="en-CA" sz="1000" b="1" dirty="0" smtClean="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Common </a:t>
            </a: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Issues and Troubleshooting Tips</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Cannot deploy Hyper‑V on an x64 platform.</a:t>
            </a:r>
          </a:p>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Check if the processor supports hardware-assisted virtualization.</a:t>
            </a:r>
          </a:p>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Virtual machine does not use Dynamic Memory.</a:t>
            </a:r>
          </a:p>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The operating system may not support Dynamic Memory. In some non‑Microsoft operating systems, applying a service pack or installing virtual machine integration services resolves this issue</a:t>
            </a:r>
            <a:r>
              <a:rPr lang="en-CA"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a:t>
            </a:r>
          </a:p>
          <a:p>
            <a:pPr lvl="0">
              <a:lnSpc>
                <a:spcPct val="107000"/>
              </a:lnSpc>
              <a:spcAft>
                <a:spcPts val="800"/>
              </a:spcAft>
            </a:pPr>
            <a:endPar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Tools</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You can use the following tools with Hyper‑V to deploy and manage virtual machines</a:t>
            </a:r>
            <a:r>
              <a:rPr lang="en-CA"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9759AFD-7339-47D4-8CBB-BEB64EE51E58}" type="slidenum">
              <a:rPr lang="en-CA" smtClean="0"/>
              <a:pPr/>
              <a:t>13</a:t>
            </a:fld>
            <a:endParaRPr lang="en-CA" dirty="0"/>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13: Implementing Server Virtualization with Hyper-V</a:t>
            </a:r>
            <a:endParaRPr lang="en-CA" sz="1200" b="1" dirty="0">
              <a:solidFill>
                <a:srgbClr val="336699"/>
              </a:solidFill>
              <a:latin typeface="Arial" panose="020B0604020202020204" pitchFamily="34" charset="0"/>
            </a:endParaRPr>
          </a:p>
        </p:txBody>
      </p:sp>
      <p:graphicFrame>
        <p:nvGraphicFramePr>
          <p:cNvPr id="8" name="Table 7"/>
          <p:cNvGraphicFramePr>
            <a:graphicFrameLocks noGrp="1"/>
          </p:cNvGraphicFramePr>
          <p:nvPr>
            <p:extLst>
              <p:ext uri="{D42A27DB-BD31-4B8C-83A1-F6EECF244321}">
                <p14:modId xmlns="" xmlns:p14="http://schemas.microsoft.com/office/powerpoint/2010/main" val="799776158"/>
              </p:ext>
            </p:extLst>
          </p:nvPr>
        </p:nvGraphicFramePr>
        <p:xfrm>
          <a:off x="431075" y="7147448"/>
          <a:ext cx="5473337" cy="601980"/>
        </p:xfrm>
        <a:graphic>
          <a:graphicData uri="http://schemas.openxmlformats.org/drawingml/2006/table">
            <a:tbl>
              <a:tblPr firstRow="1" firstCol="1" bandRow="1">
                <a:tableStyleId>{5940675A-B579-460E-94D1-54222C63F5DA}</a:tableStyleId>
              </a:tblPr>
              <a:tblGrid>
                <a:gridCol w="1459708"/>
                <a:gridCol w="2287411"/>
                <a:gridCol w="1726218"/>
              </a:tblGrid>
              <a:tr h="0">
                <a:tc>
                  <a:txBody>
                    <a:bodyPr/>
                    <a:lstStyle/>
                    <a:p>
                      <a:pPr marL="0" marR="0">
                        <a:lnSpc>
                          <a:spcPts val="1100"/>
                        </a:lnSpc>
                        <a:spcBef>
                          <a:spcPts val="200"/>
                        </a:spcBef>
                        <a:spcAft>
                          <a:spcPts val="0"/>
                        </a:spcAft>
                      </a:pPr>
                      <a:r>
                        <a:rPr lang="en-US" sz="1000" b="1" dirty="0">
                          <a:effectLst/>
                          <a:latin typeface="Arial" panose="020B0604020202020204" pitchFamily="34" charset="0"/>
                          <a:cs typeface="Arial" panose="020B0604020202020204" pitchFamily="34" charset="0"/>
                        </a:rPr>
                        <a:t>Name of tool</a:t>
                      </a:r>
                      <a:endParaRPr lang="en-CA" sz="1000" b="1" dirty="0">
                        <a:effectLst/>
                        <a:latin typeface="Arial" panose="020B0604020202020204" pitchFamily="34" charset="0"/>
                        <a:ea typeface="Calibri" panose="020F0502020204030204" pitchFamily="34" charset="0"/>
                        <a:cs typeface="Arial" panose="020B0604020202020204" pitchFamily="34" charset="0"/>
                      </a:endParaRPr>
                    </a:p>
                  </a:txBody>
                  <a:tcPr marL="73025" marR="73025" anchor="ctr"/>
                </a:tc>
                <a:tc>
                  <a:txBody>
                    <a:bodyPr/>
                    <a:lstStyle/>
                    <a:p>
                      <a:pPr marL="0" marR="0">
                        <a:lnSpc>
                          <a:spcPts val="1100"/>
                        </a:lnSpc>
                        <a:spcBef>
                          <a:spcPts val="200"/>
                        </a:spcBef>
                        <a:spcAft>
                          <a:spcPts val="0"/>
                        </a:spcAft>
                      </a:pPr>
                      <a:r>
                        <a:rPr lang="en-US" sz="1000" b="1" dirty="0">
                          <a:effectLst/>
                          <a:latin typeface="Arial" panose="020B0604020202020204" pitchFamily="34" charset="0"/>
                          <a:cs typeface="Arial" panose="020B0604020202020204" pitchFamily="34" charset="0"/>
                        </a:rPr>
                        <a:t>Used for</a:t>
                      </a:r>
                      <a:endParaRPr lang="en-CA" sz="1000" b="1" dirty="0">
                        <a:effectLst/>
                        <a:latin typeface="Arial" panose="020B0604020202020204" pitchFamily="34" charset="0"/>
                        <a:ea typeface="Calibri" panose="020F0502020204030204" pitchFamily="34" charset="0"/>
                        <a:cs typeface="Arial" panose="020B0604020202020204" pitchFamily="34" charset="0"/>
                      </a:endParaRPr>
                    </a:p>
                  </a:txBody>
                  <a:tcPr marL="73025" marR="73025" anchor="ctr"/>
                </a:tc>
                <a:tc>
                  <a:txBody>
                    <a:bodyPr/>
                    <a:lstStyle/>
                    <a:p>
                      <a:pPr marL="0" marR="0">
                        <a:lnSpc>
                          <a:spcPts val="1100"/>
                        </a:lnSpc>
                        <a:spcBef>
                          <a:spcPts val="200"/>
                        </a:spcBef>
                        <a:spcAft>
                          <a:spcPts val="0"/>
                        </a:spcAft>
                      </a:pPr>
                      <a:r>
                        <a:rPr lang="en-US" sz="1000" b="1" dirty="0">
                          <a:effectLst/>
                          <a:latin typeface="Arial" panose="020B0604020202020204" pitchFamily="34" charset="0"/>
                          <a:cs typeface="Arial" panose="020B0604020202020204" pitchFamily="34" charset="0"/>
                        </a:rPr>
                        <a:t>Where to find it</a:t>
                      </a:r>
                      <a:endParaRPr lang="en-CA" sz="1000" b="1" dirty="0">
                        <a:effectLst/>
                        <a:latin typeface="Arial" panose="020B0604020202020204" pitchFamily="34" charset="0"/>
                        <a:ea typeface="Calibri" panose="020F0502020204030204" pitchFamily="34" charset="0"/>
                        <a:cs typeface="Arial" panose="020B0604020202020204" pitchFamily="34" charset="0"/>
                      </a:endParaRPr>
                    </a:p>
                  </a:txBody>
                  <a:tcPr marL="73025" marR="73025" anchor="ctr"/>
                </a:tc>
              </a:tr>
              <a:tr h="0">
                <a:tc>
                  <a:txBody>
                    <a:bodyPr/>
                    <a:lstStyle/>
                    <a:p>
                      <a:pPr marL="36830" marR="0">
                        <a:lnSpc>
                          <a:spcPts val="1100"/>
                        </a:lnSpc>
                        <a:spcBef>
                          <a:spcPts val="200"/>
                        </a:spcBef>
                        <a:spcAft>
                          <a:spcPts val="300"/>
                        </a:spcAft>
                      </a:pPr>
                      <a:r>
                        <a:rPr lang="en-US" sz="1000" dirty="0">
                          <a:effectLst/>
                          <a:latin typeface="Arial" panose="020B0604020202020204" pitchFamily="34" charset="0"/>
                          <a:cs typeface="Arial" panose="020B0604020202020204" pitchFamily="34" charset="0"/>
                        </a:rPr>
                        <a:t>Sysinternals disk2vhd tool</a:t>
                      </a:r>
                      <a:endParaRPr lang="en-CA" sz="1000" dirty="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dirty="0">
                          <a:effectLst/>
                          <a:latin typeface="Arial" panose="020B0604020202020204" pitchFamily="34" charset="0"/>
                          <a:cs typeface="Arial" panose="020B0604020202020204" pitchFamily="34" charset="0"/>
                        </a:rPr>
                        <a:t>Use to convert physical hard disks to virtual hard disk format. </a:t>
                      </a:r>
                      <a:endParaRPr lang="en-CA" sz="1000" dirty="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dirty="0">
                          <a:effectLst/>
                          <a:latin typeface="Arial" panose="020B0604020202020204" pitchFamily="34" charset="0"/>
                          <a:cs typeface="Arial" panose="020B0604020202020204" pitchFamily="34" charset="0"/>
                        </a:rPr>
                        <a:t>Microsoft TechNet website.</a:t>
                      </a:r>
                      <a:endParaRPr lang="en-CA" sz="1000" dirty="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bl>
          </a:graphicData>
        </a:graphic>
      </p:graphicFrame>
    </p:spTree>
    <p:extLst>
      <p:ext uri="{BB962C8B-B14F-4D97-AF65-F5344CB8AC3E}">
        <p14:creationId xmlns="" xmlns:p14="http://schemas.microsoft.com/office/powerpoint/2010/main" val="1834326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xfrm>
            <a:off x="0" y="185873"/>
            <a:ext cx="3038475" cy="347663"/>
          </a:xfrm>
        </p:spPr>
        <p:txBody>
          <a:bodyPr/>
          <a:lstStyle/>
          <a:p>
            <a:pPr>
              <a:defRPr/>
            </a:pPr>
            <a:r>
              <a:rPr lang="en-CA" b="1" dirty="0" smtClean="0">
                <a:solidFill>
                  <a:srgbClr val="336699"/>
                </a:solidFill>
                <a:latin typeface="Arial" panose="020B0604020202020204" pitchFamily="34" charset="0"/>
              </a:rPr>
              <a:t>13: Implementing Server Virtualization with Hyper-V</a:t>
            </a:r>
            <a:endParaRPr lang="en-US" b="1" dirty="0" smtClean="0">
              <a:solidFill>
                <a:srgbClr val="336699"/>
              </a:solidFill>
              <a:latin typeface="Arial" panose="020B0604020202020204" pitchFamily="34" charset="0"/>
            </a:endParaRPr>
          </a:p>
        </p:txBody>
      </p:sp>
      <p:sp>
        <p:nvSpPr>
          <p:cNvPr id="35843" name="Rectangle 3"/>
          <p:cNvSpPr>
            <a:spLocks noGrp="1" noChangeArrowheads="1"/>
          </p:cNvSpPr>
          <p:nvPr>
            <p:ph type="dt" sz="quarter" idx="1"/>
          </p:nvPr>
        </p:nvSpPr>
        <p:spPr>
          <a:xfrm>
            <a:off x="0" y="-26126"/>
            <a:ext cx="3038475" cy="222250"/>
          </a:xfrm>
        </p:spPr>
        <p:txBody>
          <a:bodyPr/>
          <a:lstStyle/>
          <a:p>
            <a:pPr algn="l">
              <a:defRPr/>
            </a:pPr>
            <a:r>
              <a:rPr lang="en-US" b="1" dirty="0" smtClean="0">
                <a:solidFill>
                  <a:srgbClr val="000000"/>
                </a:solidFill>
                <a:latin typeface="Arial" panose="020B0604020202020204" pitchFamily="34" charset="0"/>
              </a:rPr>
              <a:t>20410D</a:t>
            </a:r>
          </a:p>
        </p:txBody>
      </p:sp>
      <p:sp>
        <p:nvSpPr>
          <p:cNvPr id="35844" name="Rectangle 7"/>
          <p:cNvSpPr>
            <a:spLocks noGrp="1" noChangeArrowheads="1"/>
          </p:cNvSpPr>
          <p:nvPr>
            <p:ph type="sldNum" sz="quarter" idx="5"/>
          </p:nvPr>
        </p:nvSpPr>
        <p:spPr/>
        <p:txBody>
          <a:bodyPr/>
          <a:lstStyle/>
          <a:p>
            <a:pPr>
              <a:defRPr/>
            </a:pPr>
            <a:fld id="{FE8447A3-87D6-4C56-8518-E71A4C2008B7}" type="slidenum">
              <a:rPr lang="en-US" smtClean="0"/>
              <a:pPr>
                <a:defRPr/>
              </a:pPr>
              <a:t>14</a:t>
            </a:fld>
            <a:endParaRPr lang="en-US" dirty="0" smtClean="0"/>
          </a:p>
        </p:txBody>
      </p:sp>
      <p:sp>
        <p:nvSpPr>
          <p:cNvPr id="33797" name="Rectangle 2"/>
          <p:cNvSpPr>
            <a:spLocks noGrp="1" noRot="1" noChangeAspect="1" noChangeArrowheads="1" noTextEdit="1"/>
          </p:cNvSpPr>
          <p:nvPr>
            <p:ph type="sldImg"/>
          </p:nvPr>
        </p:nvSpPr>
        <p:spPr>
          <a:xfrm>
            <a:off x="4330010" y="93610"/>
            <a:ext cx="2447149" cy="1825387"/>
          </a:xfrm>
          <a:ln/>
        </p:spPr>
      </p:sp>
      <p:sp>
        <p:nvSpPr>
          <p:cNvPr id="33798" name="Rectangle 3"/>
          <p:cNvSpPr>
            <a:spLocks noGrp="1" noChangeArrowheads="1"/>
          </p:cNvSpPr>
          <p:nvPr>
            <p:ph type="body" idx="1"/>
          </p:nvPr>
        </p:nvSpPr>
        <p:spPr>
          <a:xfrm>
            <a:off x="314326" y="2033588"/>
            <a:ext cx="6286500" cy="5651500"/>
          </a:xfrm>
          <a:noFill/>
          <a:ln/>
        </p:spPr>
        <p:txBody>
          <a:bodyPr/>
          <a:lstStyle/>
          <a:p>
            <a:pPr eaLnBrk="1" hangingPunct="1"/>
            <a:r>
              <a:rPr lang="en-US" altLang="ko-KR" sz="1000" dirty="0" smtClean="0">
                <a:latin typeface="Arial" panose="020B0604020202020204" pitchFamily="34" charset="0"/>
                <a:ea typeface="굴림" pitchFamily="34" charset="-127"/>
                <a:cs typeface="Arial" panose="020B0604020202020204" pitchFamily="34" charset="0"/>
              </a:rPr>
              <a:t>Remind students to complete the course evaluation.</a:t>
            </a:r>
          </a:p>
        </p:txBody>
      </p:sp>
    </p:spTree>
    <p:extLst>
      <p:ext uri="{BB962C8B-B14F-4D97-AF65-F5344CB8AC3E}">
        <p14:creationId xmlns="" xmlns:p14="http://schemas.microsoft.com/office/powerpoint/2010/main" val="207363504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2.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2.jpe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7.xml"/><Relationship Id="rId4" Type="http://schemas.openxmlformats.org/officeDocument/2006/relationships/image" Target="../media/image2.jpe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8.xml"/><Relationship Id="rId4" Type="http://schemas.openxmlformats.org/officeDocument/2006/relationships/image" Target="../media/image2.jpe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2.jpe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2.jpe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2.jpe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2.xml"/><Relationship Id="rId4" Type="http://schemas.openxmlformats.org/officeDocument/2006/relationships/image" Target="../media/image2.jpe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3.xml"/><Relationship Id="rId4" Type="http://schemas.openxmlformats.org/officeDocument/2006/relationships/image" Target="../media/image2.jpe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4.xml"/><Relationship Id="rId4" Type="http://schemas.openxmlformats.org/officeDocument/2006/relationships/image" Target="../media/image2.jpe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5.xml"/><Relationship Id="rId4" Type="http://schemas.openxmlformats.org/officeDocument/2006/relationships/image" Target="../media/image2.jpe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6.xml"/><Relationship Id="rId4" Type="http://schemas.openxmlformats.org/officeDocument/2006/relationships/image" Target="../media/image2.jpe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7.xml"/><Relationship Id="rId4" Type="http://schemas.openxmlformats.org/officeDocument/2006/relationships/image" Target="../media/image2.jpe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8.xml"/><Relationship Id="rId4" Type="http://schemas.openxmlformats.org/officeDocument/2006/relationships/image" Target="../media/image2.jpe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9.xml"/><Relationship Id="rId4" Type="http://schemas.openxmlformats.org/officeDocument/2006/relationships/image" Target="../media/image2.jpe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2.jpe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1.xml"/><Relationship Id="rId4" Type="http://schemas.openxmlformats.org/officeDocument/2006/relationships/image" Target="../media/image2.jpe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2.xml"/><Relationship Id="rId4" Type="http://schemas.openxmlformats.org/officeDocument/2006/relationships/image" Target="../media/image2.jpe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3.xml"/><Relationship Id="rId4" Type="http://schemas.openxmlformats.org/officeDocument/2006/relationships/image" Target="../media/image2.jpe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4.xml"/><Relationship Id="rId4" Type="http://schemas.openxmlformats.org/officeDocument/2006/relationships/image" Target="../media/image2.jpe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5.xml"/><Relationship Id="rId4" Type="http://schemas.openxmlformats.org/officeDocument/2006/relationships/image" Target="../media/image2.jpeg"/></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6.xml"/><Relationship Id="rId4" Type="http://schemas.openxmlformats.org/officeDocument/2006/relationships/image" Target="../media/image2.jpeg"/></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7.xml"/><Relationship Id="rId4" Type="http://schemas.openxmlformats.org/officeDocument/2006/relationships/image" Target="../media/image2.jpeg"/></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8.xml"/><Relationship Id="rId4" Type="http://schemas.openxmlformats.org/officeDocument/2006/relationships/image" Target="../media/image2.jpeg"/></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9.xml"/><Relationship Id="rId4" Type="http://schemas.openxmlformats.org/officeDocument/2006/relationships/image" Target="../media/image2.jpeg"/></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0.xml"/><Relationship Id="rId4" Type="http://schemas.openxmlformats.org/officeDocument/2006/relationships/image" Target="../media/image2.jpeg"/></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1.xml"/><Relationship Id="rId4" Type="http://schemas.openxmlformats.org/officeDocument/2006/relationships/image" Target="../media/image2.jpeg"/></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2.xml"/><Relationship Id="rId4" Type="http://schemas.openxmlformats.org/officeDocument/2006/relationships/image" Target="../media/image2.jpeg"/></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3.xml"/><Relationship Id="rId4" Type="http://schemas.openxmlformats.org/officeDocument/2006/relationships/image" Target="../media/image2.jpeg"/></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4.xml"/><Relationship Id="rId4" Type="http://schemas.openxmlformats.org/officeDocument/2006/relationships/image" Target="../media/image2.jpeg"/></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5.xml"/><Relationship Id="rId4" Type="http://schemas.openxmlformats.org/officeDocument/2006/relationships/image" Target="../media/image2.jpeg"/></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6.xml"/><Relationship Id="rId4" Type="http://schemas.openxmlformats.org/officeDocument/2006/relationships/image" Target="../media/image2.jpeg"/></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7.xml"/><Relationship Id="rId4" Type="http://schemas.openxmlformats.org/officeDocument/2006/relationships/image" Target="../media/image2.jpeg"/></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8.xml"/><Relationship Id="rId4" Type="http://schemas.openxmlformats.org/officeDocument/2006/relationships/image" Target="../media/image2.jpeg"/></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9.xml"/><Relationship Id="rId4" Type="http://schemas.openxmlformats.org/officeDocument/2006/relationships/image" Target="../media/image2.jpeg"/></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0.xml"/><Relationship Id="rId4" Type="http://schemas.openxmlformats.org/officeDocument/2006/relationships/image" Target="../media/image2.jpeg"/></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1.xml"/><Relationship Id="rId4" Type="http://schemas.openxmlformats.org/officeDocument/2006/relationships/image" Target="../media/image2.jpeg"/></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2.xml"/><Relationship Id="rId4" Type="http://schemas.openxmlformats.org/officeDocument/2006/relationships/image" Target="../media/image2.jpeg"/></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106748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80720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690081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8674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42878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169984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70416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746340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536157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363415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3861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694216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1911360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55774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3492545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146277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261354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2348882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4435965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2926592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611147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750167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3367849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8067257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9881811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3468283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65022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507961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647530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161903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57673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7433442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325338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064214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0395500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176283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4554144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838743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1683455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7636688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3138661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99219671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3520718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397018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4512979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9799117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40256816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85698531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477013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908245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3472649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7598970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84845754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374065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8929023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779499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0492391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75404410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403632392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83518255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0570045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6407467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778983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8856492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898800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0431024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25725988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973079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106535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78662459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80910839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87479391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7737300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01922752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92094582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27275723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51395480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85186053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8353475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7405522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3284998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44600365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67299924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93038803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50265024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6580107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0487363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99368061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36341590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96812424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54931897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723862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2036007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71512981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72026880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3443662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8165922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2918870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4637669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06812496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04210326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66576710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39577740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6168683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9879373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61150080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3542989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22532264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9247196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5065631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42845536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9059915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2970755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36215205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8527964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98986372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98714708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53105414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6119367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54580587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08038232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169358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79434059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4480730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55630444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60297985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01009970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86811598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44911748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50015806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10035993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96156138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03632697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90464218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408166244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92152203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11822985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30815120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1866709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7171007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97862927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84512275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3534262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69213193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3867606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18283443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68462711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72260485"/>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06159389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91612361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87287920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1303805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409187126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27938884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7236615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879092683"/>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27338719"/>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4865785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56844584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63358481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83195980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56688363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7323250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96145543"/>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81673481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5779248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1039271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81714406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33376785"/>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7729651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415858493"/>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881626010"/>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01323157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488801803"/>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65776919"/>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41185611"/>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158441394"/>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450476871"/>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504432273"/>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379839521"/>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1868028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590929612"/>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745008582"/>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868700988"/>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501777210"/>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993634035"/>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8044308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85901235"/>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73434864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58611653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01708043"/>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773975892"/>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84779729"/>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78603444"/>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665080040"/>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328758085"/>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215791055"/>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733089118"/>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18754680"/>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82195850"/>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966752278"/>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162068732"/>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1919841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919023657"/>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896452199"/>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761436241"/>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485605721"/>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49880679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151568622"/>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127885560"/>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6072467"/>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13072305"/>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168846013"/>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640823248"/>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40148258"/>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53012382"/>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71132569"/>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528257508"/>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27216859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27783506"/>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916302011"/>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133416183"/>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7326144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62442731"/>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82444285"/>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68033465"/>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74959800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51881614"/>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912909967"/>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800151787"/>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31283213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233902545"/>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102638108"/>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7733630"/>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90443585"/>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601385772"/>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207882956"/>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95535517"/>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251328982"/>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540865126"/>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80962689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41234040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109753824"/>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730148037"/>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584292076"/>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043563273"/>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007642593"/>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90479711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864816042"/>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99658987"/>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096362406"/>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718335228"/>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36912803"/>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213890796"/>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00342170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514729072"/>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9156742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30046204"/>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751693707"/>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770581704"/>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3031872"/>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084000895"/>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237980796"/>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67832503"/>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02208518"/>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62230483"/>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434443637"/>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543004158"/>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174247506"/>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98822977"/>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80202039"/>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77902158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82975150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960309166"/>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4253765074"/>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07099761"/>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03689200"/>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231426799"/>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47504212"/>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182546336"/>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922578509"/>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8297350"/>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45904416"/>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874275193"/>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273482647"/>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828176947"/>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665416445"/>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38643112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17731752"/>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99569242"/>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091728696"/>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13576633"/>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027743476"/>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99201054"/>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6748221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91838303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935155755"/>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01537161"/>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540173996"/>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198089654"/>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26635917"/>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206140180"/>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283434406"/>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005725045"/>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826866978"/>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502610265"/>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29933589"/>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76666967"/>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514355058"/>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26988466"/>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4135140587"/>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72084555"/>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49961986"/>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602718937"/>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713032515"/>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396563452"/>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902004111"/>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30136692"/>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863382852"/>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893985355"/>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465368514"/>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49716033"/>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654946490"/>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854107238"/>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03071232"/>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384280437"/>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389395639"/>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365636149"/>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438754367"/>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70998637"/>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24856943"/>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998964078"/>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933666066"/>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71590471"/>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0409120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28457608"/>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57772932"/>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810707198"/>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048117938"/>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362135695"/>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971853490"/>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457054896"/>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6082560"/>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318747078"/>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67241015"/>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359707249"/>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04908267"/>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497206118"/>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51161087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538418735"/>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247334049"/>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909933110"/>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05729011"/>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823436275"/>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331723294"/>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130553831"/>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38202140"/>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868375438"/>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121008042"/>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48211958"/>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70628262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267985642"/>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866306158"/>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346937016"/>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104851707"/>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84919097"/>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01081119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197702391"/>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11249732"/>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04719506"/>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04620483"/>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4988088"/>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724086467"/>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456500335"/>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159826649"/>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402409585"/>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95837112"/>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07900521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872179784"/>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6478292"/>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37117628"/>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991447304"/>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71832983"/>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42615768"/>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806223336"/>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187355999"/>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613138231"/>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457494007"/>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9544643"/>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98833707"/>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945638943"/>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455740206"/>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008939340"/>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603425736"/>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437369998"/>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15505283"/>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4109940273"/>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218933596"/>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812831116"/>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61428591"/>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99268419"/>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07195941"/>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534938711"/>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453951382"/>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402133181"/>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540764525"/>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45677141"/>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89216565"/>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027077535"/>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936674583"/>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884628213"/>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945493717"/>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83944669"/>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12977136"/>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917307819"/>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83173529"/>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825898657"/>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802417758"/>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741580562"/>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24045150"/>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326872705"/>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512122127"/>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744851821"/>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591501889"/>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054885435"/>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1064654"/>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4000855790"/>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369311138"/>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94158348"/>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406084023"/>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68523450"/>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729740433"/>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4046039426"/>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274636336"/>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269812746"/>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271198124"/>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99352345"/>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527223447"/>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980693594"/>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12292941"/>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326305860"/>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050213215"/>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77016080"/>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00355099"/>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932924398"/>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050344135"/>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074081987"/>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618196716"/>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572819896"/>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869723521"/>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4200158742"/>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005922335"/>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35187937"/>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67395222"/>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20507254"/>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90079462"/>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224072289"/>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428277714"/>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650464115"/>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498448790"/>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899320461"/>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774409492"/>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305963962"/>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246586406"/>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04788425"/>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128923661"/>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805061657"/>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94398092"/>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792501076"/>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44159693"/>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185696094"/>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466912826"/>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68413410"/>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67832564"/>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684846626"/>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146662673"/>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935741497"/>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082088381"/>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891339140"/>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523412797"/>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655842648"/>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33507883"/>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926322896"/>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408338339"/>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83234445"/>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99965374"/>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755444519"/>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94082741"/>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861784156"/>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99128387"/>
      </p:ext>
    </p:extLst>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36948743"/>
      </p:ext>
    </p:extLst>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325610947"/>
      </p:ext>
    </p:extLst>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324318345"/>
      </p:ext>
    </p:extLst>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886134188"/>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188384912"/>
      </p:ext>
    </p:extLst>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33554685"/>
      </p:ext>
    </p:extLst>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45850328"/>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4230649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theme" Target="../theme/theme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theme" Target="../theme/theme7.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theme" Target="../theme/theme8.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2.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theme" Target="../theme/theme9.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3.xml"/><Relationship Id="rId13" Type="http://schemas.openxmlformats.org/officeDocument/2006/relationships/theme" Target="../theme/theme10.xml"/><Relationship Id="rId3" Type="http://schemas.openxmlformats.org/officeDocument/2006/relationships/slideLayout" Target="../slideLayouts/slideLayout108.xml"/><Relationship Id="rId7" Type="http://schemas.openxmlformats.org/officeDocument/2006/relationships/slideLayout" Target="../slideLayouts/slideLayout112.xml"/><Relationship Id="rId12" Type="http://schemas.openxmlformats.org/officeDocument/2006/relationships/slideLayout" Target="../slideLayouts/slideLayout117.xml"/><Relationship Id="rId2" Type="http://schemas.openxmlformats.org/officeDocument/2006/relationships/slideLayout" Target="../slideLayouts/slideLayout107.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0" Type="http://schemas.openxmlformats.org/officeDocument/2006/relationships/slideLayout" Target="../slideLayouts/slideLayout115.xml"/><Relationship Id="rId4" Type="http://schemas.openxmlformats.org/officeDocument/2006/relationships/slideLayout" Target="../slideLayouts/slideLayout109.xml"/><Relationship Id="rId9" Type="http://schemas.openxmlformats.org/officeDocument/2006/relationships/slideLayout" Target="../slideLayouts/slideLayout114.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5.xml"/><Relationship Id="rId13" Type="http://schemas.openxmlformats.org/officeDocument/2006/relationships/theme" Target="../theme/theme11.xml"/><Relationship Id="rId3" Type="http://schemas.openxmlformats.org/officeDocument/2006/relationships/slideLayout" Target="../slideLayouts/slideLayout120.xml"/><Relationship Id="rId7" Type="http://schemas.openxmlformats.org/officeDocument/2006/relationships/slideLayout" Target="../slideLayouts/slideLayout124.xml"/><Relationship Id="rId12" Type="http://schemas.openxmlformats.org/officeDocument/2006/relationships/slideLayout" Target="../slideLayouts/slideLayout129.xml"/><Relationship Id="rId2" Type="http://schemas.openxmlformats.org/officeDocument/2006/relationships/slideLayout" Target="../slideLayouts/slideLayout119.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5" Type="http://schemas.openxmlformats.org/officeDocument/2006/relationships/slideLayout" Target="../slideLayouts/slideLayout122.xml"/><Relationship Id="rId10" Type="http://schemas.openxmlformats.org/officeDocument/2006/relationships/slideLayout" Target="../slideLayouts/slideLayout127.xml"/><Relationship Id="rId4" Type="http://schemas.openxmlformats.org/officeDocument/2006/relationships/slideLayout" Target="../slideLayouts/slideLayout121.xml"/><Relationship Id="rId9" Type="http://schemas.openxmlformats.org/officeDocument/2006/relationships/slideLayout" Target="../slideLayouts/slideLayout126.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37.xml"/><Relationship Id="rId13" Type="http://schemas.openxmlformats.org/officeDocument/2006/relationships/theme" Target="../theme/theme12.xml"/><Relationship Id="rId3" Type="http://schemas.openxmlformats.org/officeDocument/2006/relationships/slideLayout" Target="../slideLayouts/slideLayout132.xml"/><Relationship Id="rId7" Type="http://schemas.openxmlformats.org/officeDocument/2006/relationships/slideLayout" Target="../slideLayouts/slideLayout136.xml"/><Relationship Id="rId12" Type="http://schemas.openxmlformats.org/officeDocument/2006/relationships/slideLayout" Target="../slideLayouts/slideLayout141.xml"/><Relationship Id="rId2" Type="http://schemas.openxmlformats.org/officeDocument/2006/relationships/slideLayout" Target="../slideLayouts/slideLayout131.xml"/><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slideLayout" Target="../slideLayouts/slideLayout140.xml"/><Relationship Id="rId5" Type="http://schemas.openxmlformats.org/officeDocument/2006/relationships/slideLayout" Target="../slideLayouts/slideLayout134.xml"/><Relationship Id="rId10" Type="http://schemas.openxmlformats.org/officeDocument/2006/relationships/slideLayout" Target="../slideLayouts/slideLayout139.xml"/><Relationship Id="rId4" Type="http://schemas.openxmlformats.org/officeDocument/2006/relationships/slideLayout" Target="../slideLayouts/slideLayout133.xml"/><Relationship Id="rId9" Type="http://schemas.openxmlformats.org/officeDocument/2006/relationships/slideLayout" Target="../slideLayouts/slideLayout138.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9.xml"/><Relationship Id="rId13" Type="http://schemas.openxmlformats.org/officeDocument/2006/relationships/theme" Target="../theme/theme13.xml"/><Relationship Id="rId3" Type="http://schemas.openxmlformats.org/officeDocument/2006/relationships/slideLayout" Target="../slideLayouts/slideLayout144.xml"/><Relationship Id="rId7" Type="http://schemas.openxmlformats.org/officeDocument/2006/relationships/slideLayout" Target="../slideLayouts/slideLayout148.xml"/><Relationship Id="rId12" Type="http://schemas.openxmlformats.org/officeDocument/2006/relationships/slideLayout" Target="../slideLayouts/slideLayout153.xml"/><Relationship Id="rId2" Type="http://schemas.openxmlformats.org/officeDocument/2006/relationships/slideLayout" Target="../slideLayouts/slideLayout143.xml"/><Relationship Id="rId1" Type="http://schemas.openxmlformats.org/officeDocument/2006/relationships/slideLayout" Target="../slideLayouts/slideLayout142.xml"/><Relationship Id="rId6" Type="http://schemas.openxmlformats.org/officeDocument/2006/relationships/slideLayout" Target="../slideLayouts/slideLayout147.xml"/><Relationship Id="rId11" Type="http://schemas.openxmlformats.org/officeDocument/2006/relationships/slideLayout" Target="../slideLayouts/slideLayout152.xml"/><Relationship Id="rId5" Type="http://schemas.openxmlformats.org/officeDocument/2006/relationships/slideLayout" Target="../slideLayouts/slideLayout146.xml"/><Relationship Id="rId10" Type="http://schemas.openxmlformats.org/officeDocument/2006/relationships/slideLayout" Target="../slideLayouts/slideLayout151.xml"/><Relationship Id="rId4" Type="http://schemas.openxmlformats.org/officeDocument/2006/relationships/slideLayout" Target="../slideLayouts/slideLayout145.xml"/><Relationship Id="rId9" Type="http://schemas.openxmlformats.org/officeDocument/2006/relationships/slideLayout" Target="../slideLayouts/slideLayout150.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1.xml"/><Relationship Id="rId13" Type="http://schemas.openxmlformats.org/officeDocument/2006/relationships/theme" Target="../theme/theme14.xml"/><Relationship Id="rId3" Type="http://schemas.openxmlformats.org/officeDocument/2006/relationships/slideLayout" Target="../slideLayouts/slideLayout156.xml"/><Relationship Id="rId7" Type="http://schemas.openxmlformats.org/officeDocument/2006/relationships/slideLayout" Target="../slideLayouts/slideLayout160.xml"/><Relationship Id="rId12" Type="http://schemas.openxmlformats.org/officeDocument/2006/relationships/slideLayout" Target="../slideLayouts/slideLayout165.xml"/><Relationship Id="rId2" Type="http://schemas.openxmlformats.org/officeDocument/2006/relationships/slideLayout" Target="../slideLayouts/slideLayout155.xml"/><Relationship Id="rId1" Type="http://schemas.openxmlformats.org/officeDocument/2006/relationships/slideLayout" Target="../slideLayouts/slideLayout154.xml"/><Relationship Id="rId6" Type="http://schemas.openxmlformats.org/officeDocument/2006/relationships/slideLayout" Target="../slideLayouts/slideLayout159.xml"/><Relationship Id="rId11" Type="http://schemas.openxmlformats.org/officeDocument/2006/relationships/slideLayout" Target="../slideLayouts/slideLayout164.xml"/><Relationship Id="rId5" Type="http://schemas.openxmlformats.org/officeDocument/2006/relationships/slideLayout" Target="../slideLayouts/slideLayout158.xml"/><Relationship Id="rId10" Type="http://schemas.openxmlformats.org/officeDocument/2006/relationships/slideLayout" Target="../slideLayouts/slideLayout163.xml"/><Relationship Id="rId4" Type="http://schemas.openxmlformats.org/officeDocument/2006/relationships/slideLayout" Target="../slideLayouts/slideLayout157.xml"/><Relationship Id="rId9" Type="http://schemas.openxmlformats.org/officeDocument/2006/relationships/slideLayout" Target="../slideLayouts/slideLayout16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3.xml"/><Relationship Id="rId13" Type="http://schemas.openxmlformats.org/officeDocument/2006/relationships/theme" Target="../theme/theme15.xml"/><Relationship Id="rId3" Type="http://schemas.openxmlformats.org/officeDocument/2006/relationships/slideLayout" Target="../slideLayouts/slideLayout168.xml"/><Relationship Id="rId7" Type="http://schemas.openxmlformats.org/officeDocument/2006/relationships/slideLayout" Target="../slideLayouts/slideLayout172.xml"/><Relationship Id="rId12" Type="http://schemas.openxmlformats.org/officeDocument/2006/relationships/slideLayout" Target="../slideLayouts/slideLayout177.xml"/><Relationship Id="rId2" Type="http://schemas.openxmlformats.org/officeDocument/2006/relationships/slideLayout" Target="../slideLayouts/slideLayout167.xml"/><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5" Type="http://schemas.openxmlformats.org/officeDocument/2006/relationships/slideLayout" Target="../slideLayouts/slideLayout170.xml"/><Relationship Id="rId10" Type="http://schemas.openxmlformats.org/officeDocument/2006/relationships/slideLayout" Target="../slideLayouts/slideLayout175.xml"/><Relationship Id="rId4" Type="http://schemas.openxmlformats.org/officeDocument/2006/relationships/slideLayout" Target="../slideLayouts/slideLayout169.xml"/><Relationship Id="rId9" Type="http://schemas.openxmlformats.org/officeDocument/2006/relationships/slideLayout" Target="../slideLayouts/slideLayout174.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85.xml"/><Relationship Id="rId13" Type="http://schemas.openxmlformats.org/officeDocument/2006/relationships/theme" Target="../theme/theme16.xml"/><Relationship Id="rId3" Type="http://schemas.openxmlformats.org/officeDocument/2006/relationships/slideLayout" Target="../slideLayouts/slideLayout180.xml"/><Relationship Id="rId7" Type="http://schemas.openxmlformats.org/officeDocument/2006/relationships/slideLayout" Target="../slideLayouts/slideLayout184.xml"/><Relationship Id="rId12" Type="http://schemas.openxmlformats.org/officeDocument/2006/relationships/slideLayout" Target="../slideLayouts/slideLayout189.xml"/><Relationship Id="rId2" Type="http://schemas.openxmlformats.org/officeDocument/2006/relationships/slideLayout" Target="../slideLayouts/slideLayout179.xml"/><Relationship Id="rId1" Type="http://schemas.openxmlformats.org/officeDocument/2006/relationships/slideLayout" Target="../slideLayouts/slideLayout178.xml"/><Relationship Id="rId6" Type="http://schemas.openxmlformats.org/officeDocument/2006/relationships/slideLayout" Target="../slideLayouts/slideLayout183.xml"/><Relationship Id="rId11" Type="http://schemas.openxmlformats.org/officeDocument/2006/relationships/slideLayout" Target="../slideLayouts/slideLayout188.xml"/><Relationship Id="rId5" Type="http://schemas.openxmlformats.org/officeDocument/2006/relationships/slideLayout" Target="../slideLayouts/slideLayout182.xml"/><Relationship Id="rId10" Type="http://schemas.openxmlformats.org/officeDocument/2006/relationships/slideLayout" Target="../slideLayouts/slideLayout187.xml"/><Relationship Id="rId4" Type="http://schemas.openxmlformats.org/officeDocument/2006/relationships/slideLayout" Target="../slideLayouts/slideLayout181.xml"/><Relationship Id="rId9" Type="http://schemas.openxmlformats.org/officeDocument/2006/relationships/slideLayout" Target="../slideLayouts/slideLayout186.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97.xml"/><Relationship Id="rId13" Type="http://schemas.openxmlformats.org/officeDocument/2006/relationships/theme" Target="../theme/theme17.xml"/><Relationship Id="rId3" Type="http://schemas.openxmlformats.org/officeDocument/2006/relationships/slideLayout" Target="../slideLayouts/slideLayout192.xml"/><Relationship Id="rId7" Type="http://schemas.openxmlformats.org/officeDocument/2006/relationships/slideLayout" Target="../slideLayouts/slideLayout196.xml"/><Relationship Id="rId12" Type="http://schemas.openxmlformats.org/officeDocument/2006/relationships/slideLayout" Target="../slideLayouts/slideLayout201.xml"/><Relationship Id="rId2" Type="http://schemas.openxmlformats.org/officeDocument/2006/relationships/slideLayout" Target="../slideLayouts/slideLayout191.xml"/><Relationship Id="rId1" Type="http://schemas.openxmlformats.org/officeDocument/2006/relationships/slideLayout" Target="../slideLayouts/slideLayout190.xml"/><Relationship Id="rId6" Type="http://schemas.openxmlformats.org/officeDocument/2006/relationships/slideLayout" Target="../slideLayouts/slideLayout195.xml"/><Relationship Id="rId11" Type="http://schemas.openxmlformats.org/officeDocument/2006/relationships/slideLayout" Target="../slideLayouts/slideLayout200.xml"/><Relationship Id="rId5" Type="http://schemas.openxmlformats.org/officeDocument/2006/relationships/slideLayout" Target="../slideLayouts/slideLayout194.xml"/><Relationship Id="rId10" Type="http://schemas.openxmlformats.org/officeDocument/2006/relationships/slideLayout" Target="../slideLayouts/slideLayout199.xml"/><Relationship Id="rId4" Type="http://schemas.openxmlformats.org/officeDocument/2006/relationships/slideLayout" Target="../slideLayouts/slideLayout193.xml"/><Relationship Id="rId9" Type="http://schemas.openxmlformats.org/officeDocument/2006/relationships/slideLayout" Target="../slideLayouts/slideLayout198.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09.xml"/><Relationship Id="rId13" Type="http://schemas.openxmlformats.org/officeDocument/2006/relationships/theme" Target="../theme/theme18.xml"/><Relationship Id="rId3" Type="http://schemas.openxmlformats.org/officeDocument/2006/relationships/slideLayout" Target="../slideLayouts/slideLayout204.xml"/><Relationship Id="rId7" Type="http://schemas.openxmlformats.org/officeDocument/2006/relationships/slideLayout" Target="../slideLayouts/slideLayout208.xml"/><Relationship Id="rId12" Type="http://schemas.openxmlformats.org/officeDocument/2006/relationships/slideLayout" Target="../slideLayouts/slideLayout213.xml"/><Relationship Id="rId2" Type="http://schemas.openxmlformats.org/officeDocument/2006/relationships/slideLayout" Target="../slideLayouts/slideLayout203.xml"/><Relationship Id="rId1" Type="http://schemas.openxmlformats.org/officeDocument/2006/relationships/slideLayout" Target="../slideLayouts/slideLayout202.xml"/><Relationship Id="rId6" Type="http://schemas.openxmlformats.org/officeDocument/2006/relationships/slideLayout" Target="../slideLayouts/slideLayout207.xml"/><Relationship Id="rId11" Type="http://schemas.openxmlformats.org/officeDocument/2006/relationships/slideLayout" Target="../slideLayouts/slideLayout212.xml"/><Relationship Id="rId5" Type="http://schemas.openxmlformats.org/officeDocument/2006/relationships/slideLayout" Target="../slideLayouts/slideLayout206.xml"/><Relationship Id="rId10" Type="http://schemas.openxmlformats.org/officeDocument/2006/relationships/slideLayout" Target="../slideLayouts/slideLayout211.xml"/><Relationship Id="rId4" Type="http://schemas.openxmlformats.org/officeDocument/2006/relationships/slideLayout" Target="../slideLayouts/slideLayout205.xml"/><Relationship Id="rId9" Type="http://schemas.openxmlformats.org/officeDocument/2006/relationships/slideLayout" Target="../slideLayouts/slideLayout210.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21.xml"/><Relationship Id="rId3" Type="http://schemas.openxmlformats.org/officeDocument/2006/relationships/slideLayout" Target="../slideLayouts/slideLayout216.xml"/><Relationship Id="rId7" Type="http://schemas.openxmlformats.org/officeDocument/2006/relationships/slideLayout" Target="../slideLayouts/slideLayout220.xml"/><Relationship Id="rId12" Type="http://schemas.openxmlformats.org/officeDocument/2006/relationships/theme" Target="../theme/theme19.xml"/><Relationship Id="rId2" Type="http://schemas.openxmlformats.org/officeDocument/2006/relationships/slideLayout" Target="../slideLayouts/slideLayout215.xml"/><Relationship Id="rId1" Type="http://schemas.openxmlformats.org/officeDocument/2006/relationships/slideLayout" Target="../slideLayouts/slideLayout214.xml"/><Relationship Id="rId6" Type="http://schemas.openxmlformats.org/officeDocument/2006/relationships/slideLayout" Target="../slideLayouts/slideLayout219.xml"/><Relationship Id="rId11" Type="http://schemas.openxmlformats.org/officeDocument/2006/relationships/slideLayout" Target="../slideLayouts/slideLayout224.xml"/><Relationship Id="rId5" Type="http://schemas.openxmlformats.org/officeDocument/2006/relationships/slideLayout" Target="../slideLayouts/slideLayout218.xml"/><Relationship Id="rId10" Type="http://schemas.openxmlformats.org/officeDocument/2006/relationships/slideLayout" Target="../slideLayouts/slideLayout223.xml"/><Relationship Id="rId4" Type="http://schemas.openxmlformats.org/officeDocument/2006/relationships/slideLayout" Target="../slideLayouts/slideLayout217.xml"/><Relationship Id="rId9" Type="http://schemas.openxmlformats.org/officeDocument/2006/relationships/slideLayout" Target="../slideLayouts/slideLayout222.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32.xml"/><Relationship Id="rId13" Type="http://schemas.openxmlformats.org/officeDocument/2006/relationships/theme" Target="../theme/theme20.xml"/><Relationship Id="rId3" Type="http://schemas.openxmlformats.org/officeDocument/2006/relationships/slideLayout" Target="../slideLayouts/slideLayout227.xml"/><Relationship Id="rId7" Type="http://schemas.openxmlformats.org/officeDocument/2006/relationships/slideLayout" Target="../slideLayouts/slideLayout231.xml"/><Relationship Id="rId12" Type="http://schemas.openxmlformats.org/officeDocument/2006/relationships/slideLayout" Target="../slideLayouts/slideLayout236.xml"/><Relationship Id="rId2" Type="http://schemas.openxmlformats.org/officeDocument/2006/relationships/slideLayout" Target="../slideLayouts/slideLayout226.xml"/><Relationship Id="rId1" Type="http://schemas.openxmlformats.org/officeDocument/2006/relationships/slideLayout" Target="../slideLayouts/slideLayout225.xml"/><Relationship Id="rId6" Type="http://schemas.openxmlformats.org/officeDocument/2006/relationships/slideLayout" Target="../slideLayouts/slideLayout230.xml"/><Relationship Id="rId11" Type="http://schemas.openxmlformats.org/officeDocument/2006/relationships/slideLayout" Target="../slideLayouts/slideLayout235.xml"/><Relationship Id="rId5" Type="http://schemas.openxmlformats.org/officeDocument/2006/relationships/slideLayout" Target="../slideLayouts/slideLayout229.xml"/><Relationship Id="rId10" Type="http://schemas.openxmlformats.org/officeDocument/2006/relationships/slideLayout" Target="../slideLayouts/slideLayout234.xml"/><Relationship Id="rId4" Type="http://schemas.openxmlformats.org/officeDocument/2006/relationships/slideLayout" Target="../slideLayouts/slideLayout228.xml"/><Relationship Id="rId9" Type="http://schemas.openxmlformats.org/officeDocument/2006/relationships/slideLayout" Target="../slideLayouts/slideLayout233.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44.xml"/><Relationship Id="rId13" Type="http://schemas.openxmlformats.org/officeDocument/2006/relationships/theme" Target="../theme/theme21.xml"/><Relationship Id="rId3" Type="http://schemas.openxmlformats.org/officeDocument/2006/relationships/slideLayout" Target="../slideLayouts/slideLayout239.xml"/><Relationship Id="rId7" Type="http://schemas.openxmlformats.org/officeDocument/2006/relationships/slideLayout" Target="../slideLayouts/slideLayout243.xml"/><Relationship Id="rId12" Type="http://schemas.openxmlformats.org/officeDocument/2006/relationships/slideLayout" Target="../slideLayouts/slideLayout248.xml"/><Relationship Id="rId2" Type="http://schemas.openxmlformats.org/officeDocument/2006/relationships/slideLayout" Target="../slideLayouts/slideLayout238.xml"/><Relationship Id="rId1" Type="http://schemas.openxmlformats.org/officeDocument/2006/relationships/slideLayout" Target="../slideLayouts/slideLayout237.xml"/><Relationship Id="rId6" Type="http://schemas.openxmlformats.org/officeDocument/2006/relationships/slideLayout" Target="../slideLayouts/slideLayout242.xml"/><Relationship Id="rId11" Type="http://schemas.openxmlformats.org/officeDocument/2006/relationships/slideLayout" Target="../slideLayouts/slideLayout247.xml"/><Relationship Id="rId5" Type="http://schemas.openxmlformats.org/officeDocument/2006/relationships/slideLayout" Target="../slideLayouts/slideLayout241.xml"/><Relationship Id="rId10" Type="http://schemas.openxmlformats.org/officeDocument/2006/relationships/slideLayout" Target="../slideLayouts/slideLayout246.xml"/><Relationship Id="rId4" Type="http://schemas.openxmlformats.org/officeDocument/2006/relationships/slideLayout" Target="../slideLayouts/slideLayout240.xml"/><Relationship Id="rId9" Type="http://schemas.openxmlformats.org/officeDocument/2006/relationships/slideLayout" Target="../slideLayouts/slideLayout245.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56.xml"/><Relationship Id="rId13" Type="http://schemas.openxmlformats.org/officeDocument/2006/relationships/theme" Target="../theme/theme22.xml"/><Relationship Id="rId3" Type="http://schemas.openxmlformats.org/officeDocument/2006/relationships/slideLayout" Target="../slideLayouts/slideLayout251.xml"/><Relationship Id="rId7" Type="http://schemas.openxmlformats.org/officeDocument/2006/relationships/slideLayout" Target="../slideLayouts/slideLayout255.xml"/><Relationship Id="rId12" Type="http://schemas.openxmlformats.org/officeDocument/2006/relationships/slideLayout" Target="../slideLayouts/slideLayout260.xml"/><Relationship Id="rId2" Type="http://schemas.openxmlformats.org/officeDocument/2006/relationships/slideLayout" Target="../slideLayouts/slideLayout250.xml"/><Relationship Id="rId1" Type="http://schemas.openxmlformats.org/officeDocument/2006/relationships/slideLayout" Target="../slideLayouts/slideLayout249.xml"/><Relationship Id="rId6" Type="http://schemas.openxmlformats.org/officeDocument/2006/relationships/slideLayout" Target="../slideLayouts/slideLayout254.xml"/><Relationship Id="rId11" Type="http://schemas.openxmlformats.org/officeDocument/2006/relationships/slideLayout" Target="../slideLayouts/slideLayout259.xml"/><Relationship Id="rId5" Type="http://schemas.openxmlformats.org/officeDocument/2006/relationships/slideLayout" Target="../slideLayouts/slideLayout253.xml"/><Relationship Id="rId10" Type="http://schemas.openxmlformats.org/officeDocument/2006/relationships/slideLayout" Target="../slideLayouts/slideLayout258.xml"/><Relationship Id="rId4" Type="http://schemas.openxmlformats.org/officeDocument/2006/relationships/slideLayout" Target="../slideLayouts/slideLayout252.xml"/><Relationship Id="rId9" Type="http://schemas.openxmlformats.org/officeDocument/2006/relationships/slideLayout" Target="../slideLayouts/slideLayout257.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68.xml"/><Relationship Id="rId13" Type="http://schemas.openxmlformats.org/officeDocument/2006/relationships/theme" Target="../theme/theme23.xml"/><Relationship Id="rId3" Type="http://schemas.openxmlformats.org/officeDocument/2006/relationships/slideLayout" Target="../slideLayouts/slideLayout263.xml"/><Relationship Id="rId7" Type="http://schemas.openxmlformats.org/officeDocument/2006/relationships/slideLayout" Target="../slideLayouts/slideLayout267.xml"/><Relationship Id="rId12" Type="http://schemas.openxmlformats.org/officeDocument/2006/relationships/slideLayout" Target="../slideLayouts/slideLayout272.xml"/><Relationship Id="rId2" Type="http://schemas.openxmlformats.org/officeDocument/2006/relationships/slideLayout" Target="../slideLayouts/slideLayout262.xml"/><Relationship Id="rId1" Type="http://schemas.openxmlformats.org/officeDocument/2006/relationships/slideLayout" Target="../slideLayouts/slideLayout261.xml"/><Relationship Id="rId6" Type="http://schemas.openxmlformats.org/officeDocument/2006/relationships/slideLayout" Target="../slideLayouts/slideLayout266.xml"/><Relationship Id="rId11" Type="http://schemas.openxmlformats.org/officeDocument/2006/relationships/slideLayout" Target="../slideLayouts/slideLayout271.xml"/><Relationship Id="rId5" Type="http://schemas.openxmlformats.org/officeDocument/2006/relationships/slideLayout" Target="../slideLayouts/slideLayout265.xml"/><Relationship Id="rId10" Type="http://schemas.openxmlformats.org/officeDocument/2006/relationships/slideLayout" Target="../slideLayouts/slideLayout270.xml"/><Relationship Id="rId4" Type="http://schemas.openxmlformats.org/officeDocument/2006/relationships/slideLayout" Target="../slideLayouts/slideLayout264.xml"/><Relationship Id="rId9" Type="http://schemas.openxmlformats.org/officeDocument/2006/relationships/slideLayout" Target="../slideLayouts/slideLayout269.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0.xml"/><Relationship Id="rId13" Type="http://schemas.openxmlformats.org/officeDocument/2006/relationships/theme" Target="../theme/theme24.xml"/><Relationship Id="rId3" Type="http://schemas.openxmlformats.org/officeDocument/2006/relationships/slideLayout" Target="../slideLayouts/slideLayout275.xml"/><Relationship Id="rId7" Type="http://schemas.openxmlformats.org/officeDocument/2006/relationships/slideLayout" Target="../slideLayouts/slideLayout279.xml"/><Relationship Id="rId12" Type="http://schemas.openxmlformats.org/officeDocument/2006/relationships/slideLayout" Target="../slideLayouts/slideLayout284.xml"/><Relationship Id="rId2" Type="http://schemas.openxmlformats.org/officeDocument/2006/relationships/slideLayout" Target="../slideLayouts/slideLayout274.xml"/><Relationship Id="rId1" Type="http://schemas.openxmlformats.org/officeDocument/2006/relationships/slideLayout" Target="../slideLayouts/slideLayout273.xml"/><Relationship Id="rId6" Type="http://schemas.openxmlformats.org/officeDocument/2006/relationships/slideLayout" Target="../slideLayouts/slideLayout278.xml"/><Relationship Id="rId11" Type="http://schemas.openxmlformats.org/officeDocument/2006/relationships/slideLayout" Target="../slideLayouts/slideLayout283.xml"/><Relationship Id="rId5" Type="http://schemas.openxmlformats.org/officeDocument/2006/relationships/slideLayout" Target="../slideLayouts/slideLayout277.xml"/><Relationship Id="rId10" Type="http://schemas.openxmlformats.org/officeDocument/2006/relationships/slideLayout" Target="../slideLayouts/slideLayout282.xml"/><Relationship Id="rId4" Type="http://schemas.openxmlformats.org/officeDocument/2006/relationships/slideLayout" Target="../slideLayouts/slideLayout276.xml"/><Relationship Id="rId9" Type="http://schemas.openxmlformats.org/officeDocument/2006/relationships/slideLayout" Target="../slideLayouts/slideLayout281.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2.xml"/><Relationship Id="rId13" Type="http://schemas.openxmlformats.org/officeDocument/2006/relationships/theme" Target="../theme/theme25.xml"/><Relationship Id="rId3" Type="http://schemas.openxmlformats.org/officeDocument/2006/relationships/slideLayout" Target="../slideLayouts/slideLayout287.xml"/><Relationship Id="rId7" Type="http://schemas.openxmlformats.org/officeDocument/2006/relationships/slideLayout" Target="../slideLayouts/slideLayout291.xml"/><Relationship Id="rId12" Type="http://schemas.openxmlformats.org/officeDocument/2006/relationships/slideLayout" Target="../slideLayouts/slideLayout296.xml"/><Relationship Id="rId2" Type="http://schemas.openxmlformats.org/officeDocument/2006/relationships/slideLayout" Target="../slideLayouts/slideLayout286.xml"/><Relationship Id="rId1" Type="http://schemas.openxmlformats.org/officeDocument/2006/relationships/slideLayout" Target="../slideLayouts/slideLayout285.xml"/><Relationship Id="rId6" Type="http://schemas.openxmlformats.org/officeDocument/2006/relationships/slideLayout" Target="../slideLayouts/slideLayout290.xml"/><Relationship Id="rId11" Type="http://schemas.openxmlformats.org/officeDocument/2006/relationships/slideLayout" Target="../slideLayouts/slideLayout295.xml"/><Relationship Id="rId5" Type="http://schemas.openxmlformats.org/officeDocument/2006/relationships/slideLayout" Target="../slideLayouts/slideLayout289.xml"/><Relationship Id="rId10" Type="http://schemas.openxmlformats.org/officeDocument/2006/relationships/slideLayout" Target="../slideLayouts/slideLayout294.xml"/><Relationship Id="rId4" Type="http://schemas.openxmlformats.org/officeDocument/2006/relationships/slideLayout" Target="../slideLayouts/slideLayout288.xml"/><Relationship Id="rId9" Type="http://schemas.openxmlformats.org/officeDocument/2006/relationships/slideLayout" Target="../slideLayouts/slideLayout293.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04.xml"/><Relationship Id="rId13" Type="http://schemas.openxmlformats.org/officeDocument/2006/relationships/theme" Target="../theme/theme26.xml"/><Relationship Id="rId3" Type="http://schemas.openxmlformats.org/officeDocument/2006/relationships/slideLayout" Target="../slideLayouts/slideLayout299.xml"/><Relationship Id="rId7" Type="http://schemas.openxmlformats.org/officeDocument/2006/relationships/slideLayout" Target="../slideLayouts/slideLayout303.xml"/><Relationship Id="rId12" Type="http://schemas.openxmlformats.org/officeDocument/2006/relationships/slideLayout" Target="../slideLayouts/slideLayout308.xml"/><Relationship Id="rId2" Type="http://schemas.openxmlformats.org/officeDocument/2006/relationships/slideLayout" Target="../slideLayouts/slideLayout298.xml"/><Relationship Id="rId1" Type="http://schemas.openxmlformats.org/officeDocument/2006/relationships/slideLayout" Target="../slideLayouts/slideLayout297.xml"/><Relationship Id="rId6" Type="http://schemas.openxmlformats.org/officeDocument/2006/relationships/slideLayout" Target="../slideLayouts/slideLayout302.xml"/><Relationship Id="rId11" Type="http://schemas.openxmlformats.org/officeDocument/2006/relationships/slideLayout" Target="../slideLayouts/slideLayout307.xml"/><Relationship Id="rId5" Type="http://schemas.openxmlformats.org/officeDocument/2006/relationships/slideLayout" Target="../slideLayouts/slideLayout301.xml"/><Relationship Id="rId10" Type="http://schemas.openxmlformats.org/officeDocument/2006/relationships/slideLayout" Target="../slideLayouts/slideLayout306.xml"/><Relationship Id="rId4" Type="http://schemas.openxmlformats.org/officeDocument/2006/relationships/slideLayout" Target="../slideLayouts/slideLayout300.xml"/><Relationship Id="rId9" Type="http://schemas.openxmlformats.org/officeDocument/2006/relationships/slideLayout" Target="../slideLayouts/slideLayout305.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16.xml"/><Relationship Id="rId13" Type="http://schemas.openxmlformats.org/officeDocument/2006/relationships/theme" Target="../theme/theme27.xml"/><Relationship Id="rId3" Type="http://schemas.openxmlformats.org/officeDocument/2006/relationships/slideLayout" Target="../slideLayouts/slideLayout311.xml"/><Relationship Id="rId7" Type="http://schemas.openxmlformats.org/officeDocument/2006/relationships/slideLayout" Target="../slideLayouts/slideLayout315.xml"/><Relationship Id="rId12" Type="http://schemas.openxmlformats.org/officeDocument/2006/relationships/slideLayout" Target="../slideLayouts/slideLayout320.xml"/><Relationship Id="rId2" Type="http://schemas.openxmlformats.org/officeDocument/2006/relationships/slideLayout" Target="../slideLayouts/slideLayout310.xml"/><Relationship Id="rId1" Type="http://schemas.openxmlformats.org/officeDocument/2006/relationships/slideLayout" Target="../slideLayouts/slideLayout309.xml"/><Relationship Id="rId6" Type="http://schemas.openxmlformats.org/officeDocument/2006/relationships/slideLayout" Target="../slideLayouts/slideLayout314.xml"/><Relationship Id="rId11" Type="http://schemas.openxmlformats.org/officeDocument/2006/relationships/slideLayout" Target="../slideLayouts/slideLayout319.xml"/><Relationship Id="rId5" Type="http://schemas.openxmlformats.org/officeDocument/2006/relationships/slideLayout" Target="../slideLayouts/slideLayout313.xml"/><Relationship Id="rId10" Type="http://schemas.openxmlformats.org/officeDocument/2006/relationships/slideLayout" Target="../slideLayouts/slideLayout318.xml"/><Relationship Id="rId4" Type="http://schemas.openxmlformats.org/officeDocument/2006/relationships/slideLayout" Target="../slideLayouts/slideLayout312.xml"/><Relationship Id="rId9" Type="http://schemas.openxmlformats.org/officeDocument/2006/relationships/slideLayout" Target="../slideLayouts/slideLayout317.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28.xml"/><Relationship Id="rId13" Type="http://schemas.openxmlformats.org/officeDocument/2006/relationships/theme" Target="../theme/theme28.xml"/><Relationship Id="rId3" Type="http://schemas.openxmlformats.org/officeDocument/2006/relationships/slideLayout" Target="../slideLayouts/slideLayout323.xml"/><Relationship Id="rId7" Type="http://schemas.openxmlformats.org/officeDocument/2006/relationships/slideLayout" Target="../slideLayouts/slideLayout327.xml"/><Relationship Id="rId12" Type="http://schemas.openxmlformats.org/officeDocument/2006/relationships/slideLayout" Target="../slideLayouts/slideLayout332.xml"/><Relationship Id="rId2" Type="http://schemas.openxmlformats.org/officeDocument/2006/relationships/slideLayout" Target="../slideLayouts/slideLayout322.xml"/><Relationship Id="rId1" Type="http://schemas.openxmlformats.org/officeDocument/2006/relationships/slideLayout" Target="../slideLayouts/slideLayout321.xml"/><Relationship Id="rId6" Type="http://schemas.openxmlformats.org/officeDocument/2006/relationships/slideLayout" Target="../slideLayouts/slideLayout326.xml"/><Relationship Id="rId11" Type="http://schemas.openxmlformats.org/officeDocument/2006/relationships/slideLayout" Target="../slideLayouts/slideLayout331.xml"/><Relationship Id="rId5" Type="http://schemas.openxmlformats.org/officeDocument/2006/relationships/slideLayout" Target="../slideLayouts/slideLayout325.xml"/><Relationship Id="rId10" Type="http://schemas.openxmlformats.org/officeDocument/2006/relationships/slideLayout" Target="../slideLayouts/slideLayout330.xml"/><Relationship Id="rId4" Type="http://schemas.openxmlformats.org/officeDocument/2006/relationships/slideLayout" Target="../slideLayouts/slideLayout324.xml"/><Relationship Id="rId9" Type="http://schemas.openxmlformats.org/officeDocument/2006/relationships/slideLayout" Target="../slideLayouts/slideLayout329.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0.xml"/><Relationship Id="rId3" Type="http://schemas.openxmlformats.org/officeDocument/2006/relationships/slideLayout" Target="../slideLayouts/slideLayout335.xml"/><Relationship Id="rId7" Type="http://schemas.openxmlformats.org/officeDocument/2006/relationships/slideLayout" Target="../slideLayouts/slideLayout339.xml"/><Relationship Id="rId12" Type="http://schemas.openxmlformats.org/officeDocument/2006/relationships/theme" Target="../theme/theme29.xml"/><Relationship Id="rId2" Type="http://schemas.openxmlformats.org/officeDocument/2006/relationships/slideLayout" Target="../slideLayouts/slideLayout334.xml"/><Relationship Id="rId1" Type="http://schemas.openxmlformats.org/officeDocument/2006/relationships/slideLayout" Target="../slideLayouts/slideLayout333.xml"/><Relationship Id="rId6" Type="http://schemas.openxmlformats.org/officeDocument/2006/relationships/slideLayout" Target="../slideLayouts/slideLayout338.xml"/><Relationship Id="rId11" Type="http://schemas.openxmlformats.org/officeDocument/2006/relationships/slideLayout" Target="../slideLayouts/slideLayout343.xml"/><Relationship Id="rId5" Type="http://schemas.openxmlformats.org/officeDocument/2006/relationships/slideLayout" Target="../slideLayouts/slideLayout337.xml"/><Relationship Id="rId10" Type="http://schemas.openxmlformats.org/officeDocument/2006/relationships/slideLayout" Target="../slideLayouts/slideLayout342.xml"/><Relationship Id="rId4" Type="http://schemas.openxmlformats.org/officeDocument/2006/relationships/slideLayout" Target="../slideLayouts/slideLayout336.xml"/><Relationship Id="rId9" Type="http://schemas.openxmlformats.org/officeDocument/2006/relationships/slideLayout" Target="../slideLayouts/slideLayout341.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51.xml"/><Relationship Id="rId13" Type="http://schemas.openxmlformats.org/officeDocument/2006/relationships/theme" Target="../theme/theme30.xml"/><Relationship Id="rId3" Type="http://schemas.openxmlformats.org/officeDocument/2006/relationships/slideLayout" Target="../slideLayouts/slideLayout346.xml"/><Relationship Id="rId7" Type="http://schemas.openxmlformats.org/officeDocument/2006/relationships/slideLayout" Target="../slideLayouts/slideLayout350.xml"/><Relationship Id="rId12" Type="http://schemas.openxmlformats.org/officeDocument/2006/relationships/slideLayout" Target="../slideLayouts/slideLayout355.xml"/><Relationship Id="rId2" Type="http://schemas.openxmlformats.org/officeDocument/2006/relationships/slideLayout" Target="../slideLayouts/slideLayout345.xml"/><Relationship Id="rId1" Type="http://schemas.openxmlformats.org/officeDocument/2006/relationships/slideLayout" Target="../slideLayouts/slideLayout344.xml"/><Relationship Id="rId6" Type="http://schemas.openxmlformats.org/officeDocument/2006/relationships/slideLayout" Target="../slideLayouts/slideLayout349.xml"/><Relationship Id="rId11" Type="http://schemas.openxmlformats.org/officeDocument/2006/relationships/slideLayout" Target="../slideLayouts/slideLayout354.xml"/><Relationship Id="rId5" Type="http://schemas.openxmlformats.org/officeDocument/2006/relationships/slideLayout" Target="../slideLayouts/slideLayout348.xml"/><Relationship Id="rId10" Type="http://schemas.openxmlformats.org/officeDocument/2006/relationships/slideLayout" Target="../slideLayouts/slideLayout353.xml"/><Relationship Id="rId4" Type="http://schemas.openxmlformats.org/officeDocument/2006/relationships/slideLayout" Target="../slideLayouts/slideLayout347.xml"/><Relationship Id="rId9" Type="http://schemas.openxmlformats.org/officeDocument/2006/relationships/slideLayout" Target="../slideLayouts/slideLayout352.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63.xml"/><Relationship Id="rId13" Type="http://schemas.openxmlformats.org/officeDocument/2006/relationships/theme" Target="../theme/theme31.xml"/><Relationship Id="rId3" Type="http://schemas.openxmlformats.org/officeDocument/2006/relationships/slideLayout" Target="../slideLayouts/slideLayout358.xml"/><Relationship Id="rId7" Type="http://schemas.openxmlformats.org/officeDocument/2006/relationships/slideLayout" Target="../slideLayouts/slideLayout362.xml"/><Relationship Id="rId12" Type="http://schemas.openxmlformats.org/officeDocument/2006/relationships/slideLayout" Target="../slideLayouts/slideLayout367.xml"/><Relationship Id="rId2" Type="http://schemas.openxmlformats.org/officeDocument/2006/relationships/slideLayout" Target="../slideLayouts/slideLayout357.xml"/><Relationship Id="rId1" Type="http://schemas.openxmlformats.org/officeDocument/2006/relationships/slideLayout" Target="../slideLayouts/slideLayout356.xml"/><Relationship Id="rId6" Type="http://schemas.openxmlformats.org/officeDocument/2006/relationships/slideLayout" Target="../slideLayouts/slideLayout361.xml"/><Relationship Id="rId11" Type="http://schemas.openxmlformats.org/officeDocument/2006/relationships/slideLayout" Target="../slideLayouts/slideLayout366.xml"/><Relationship Id="rId5" Type="http://schemas.openxmlformats.org/officeDocument/2006/relationships/slideLayout" Target="../slideLayouts/slideLayout360.xml"/><Relationship Id="rId10" Type="http://schemas.openxmlformats.org/officeDocument/2006/relationships/slideLayout" Target="../slideLayouts/slideLayout365.xml"/><Relationship Id="rId4" Type="http://schemas.openxmlformats.org/officeDocument/2006/relationships/slideLayout" Target="../slideLayouts/slideLayout359.xml"/><Relationship Id="rId9" Type="http://schemas.openxmlformats.org/officeDocument/2006/relationships/slideLayout" Target="../slideLayouts/slideLayout364.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75.xml"/><Relationship Id="rId13" Type="http://schemas.openxmlformats.org/officeDocument/2006/relationships/theme" Target="../theme/theme32.xml"/><Relationship Id="rId3" Type="http://schemas.openxmlformats.org/officeDocument/2006/relationships/slideLayout" Target="../slideLayouts/slideLayout370.xml"/><Relationship Id="rId7" Type="http://schemas.openxmlformats.org/officeDocument/2006/relationships/slideLayout" Target="../slideLayouts/slideLayout374.xml"/><Relationship Id="rId12" Type="http://schemas.openxmlformats.org/officeDocument/2006/relationships/slideLayout" Target="../slideLayouts/slideLayout379.xml"/><Relationship Id="rId2" Type="http://schemas.openxmlformats.org/officeDocument/2006/relationships/slideLayout" Target="../slideLayouts/slideLayout369.xml"/><Relationship Id="rId1" Type="http://schemas.openxmlformats.org/officeDocument/2006/relationships/slideLayout" Target="../slideLayouts/slideLayout368.xml"/><Relationship Id="rId6" Type="http://schemas.openxmlformats.org/officeDocument/2006/relationships/slideLayout" Target="../slideLayouts/slideLayout373.xml"/><Relationship Id="rId11" Type="http://schemas.openxmlformats.org/officeDocument/2006/relationships/slideLayout" Target="../slideLayouts/slideLayout378.xml"/><Relationship Id="rId5" Type="http://schemas.openxmlformats.org/officeDocument/2006/relationships/slideLayout" Target="../slideLayouts/slideLayout372.xml"/><Relationship Id="rId10" Type="http://schemas.openxmlformats.org/officeDocument/2006/relationships/slideLayout" Target="../slideLayouts/slideLayout377.xml"/><Relationship Id="rId4" Type="http://schemas.openxmlformats.org/officeDocument/2006/relationships/slideLayout" Target="../slideLayouts/slideLayout371.xml"/><Relationship Id="rId9" Type="http://schemas.openxmlformats.org/officeDocument/2006/relationships/slideLayout" Target="../slideLayouts/slideLayout376.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87.xml"/><Relationship Id="rId13" Type="http://schemas.openxmlformats.org/officeDocument/2006/relationships/theme" Target="../theme/theme33.xml"/><Relationship Id="rId3" Type="http://schemas.openxmlformats.org/officeDocument/2006/relationships/slideLayout" Target="../slideLayouts/slideLayout382.xml"/><Relationship Id="rId7" Type="http://schemas.openxmlformats.org/officeDocument/2006/relationships/slideLayout" Target="../slideLayouts/slideLayout386.xml"/><Relationship Id="rId12" Type="http://schemas.openxmlformats.org/officeDocument/2006/relationships/slideLayout" Target="../slideLayouts/slideLayout391.xml"/><Relationship Id="rId2" Type="http://schemas.openxmlformats.org/officeDocument/2006/relationships/slideLayout" Target="../slideLayouts/slideLayout381.xml"/><Relationship Id="rId1" Type="http://schemas.openxmlformats.org/officeDocument/2006/relationships/slideLayout" Target="../slideLayouts/slideLayout380.xml"/><Relationship Id="rId6" Type="http://schemas.openxmlformats.org/officeDocument/2006/relationships/slideLayout" Target="../slideLayouts/slideLayout385.xml"/><Relationship Id="rId11" Type="http://schemas.openxmlformats.org/officeDocument/2006/relationships/slideLayout" Target="../slideLayouts/slideLayout390.xml"/><Relationship Id="rId5" Type="http://schemas.openxmlformats.org/officeDocument/2006/relationships/slideLayout" Target="../slideLayouts/slideLayout384.xml"/><Relationship Id="rId10" Type="http://schemas.openxmlformats.org/officeDocument/2006/relationships/slideLayout" Target="../slideLayouts/slideLayout389.xml"/><Relationship Id="rId4" Type="http://schemas.openxmlformats.org/officeDocument/2006/relationships/slideLayout" Target="../slideLayouts/slideLayout383.xml"/><Relationship Id="rId9" Type="http://schemas.openxmlformats.org/officeDocument/2006/relationships/slideLayout" Target="../slideLayouts/slideLayout388.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399.xml"/><Relationship Id="rId13" Type="http://schemas.openxmlformats.org/officeDocument/2006/relationships/theme" Target="../theme/theme34.xml"/><Relationship Id="rId3" Type="http://schemas.openxmlformats.org/officeDocument/2006/relationships/slideLayout" Target="../slideLayouts/slideLayout394.xml"/><Relationship Id="rId7" Type="http://schemas.openxmlformats.org/officeDocument/2006/relationships/slideLayout" Target="../slideLayouts/slideLayout398.xml"/><Relationship Id="rId12" Type="http://schemas.openxmlformats.org/officeDocument/2006/relationships/slideLayout" Target="../slideLayouts/slideLayout403.xml"/><Relationship Id="rId2" Type="http://schemas.openxmlformats.org/officeDocument/2006/relationships/slideLayout" Target="../slideLayouts/slideLayout393.xml"/><Relationship Id="rId1" Type="http://schemas.openxmlformats.org/officeDocument/2006/relationships/slideLayout" Target="../slideLayouts/slideLayout392.xml"/><Relationship Id="rId6" Type="http://schemas.openxmlformats.org/officeDocument/2006/relationships/slideLayout" Target="../slideLayouts/slideLayout397.xml"/><Relationship Id="rId11" Type="http://schemas.openxmlformats.org/officeDocument/2006/relationships/slideLayout" Target="../slideLayouts/slideLayout402.xml"/><Relationship Id="rId5" Type="http://schemas.openxmlformats.org/officeDocument/2006/relationships/slideLayout" Target="../slideLayouts/slideLayout396.xml"/><Relationship Id="rId10" Type="http://schemas.openxmlformats.org/officeDocument/2006/relationships/slideLayout" Target="../slideLayouts/slideLayout401.xml"/><Relationship Id="rId4" Type="http://schemas.openxmlformats.org/officeDocument/2006/relationships/slideLayout" Target="../slideLayouts/slideLayout395.xml"/><Relationship Id="rId9" Type="http://schemas.openxmlformats.org/officeDocument/2006/relationships/slideLayout" Target="../slideLayouts/slideLayout400.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411.xml"/><Relationship Id="rId13" Type="http://schemas.openxmlformats.org/officeDocument/2006/relationships/theme" Target="../theme/theme35.xml"/><Relationship Id="rId3" Type="http://schemas.openxmlformats.org/officeDocument/2006/relationships/slideLayout" Target="../slideLayouts/slideLayout406.xml"/><Relationship Id="rId7" Type="http://schemas.openxmlformats.org/officeDocument/2006/relationships/slideLayout" Target="../slideLayouts/slideLayout410.xml"/><Relationship Id="rId12" Type="http://schemas.openxmlformats.org/officeDocument/2006/relationships/slideLayout" Target="../slideLayouts/slideLayout415.xml"/><Relationship Id="rId2" Type="http://schemas.openxmlformats.org/officeDocument/2006/relationships/slideLayout" Target="../slideLayouts/slideLayout405.xml"/><Relationship Id="rId1" Type="http://schemas.openxmlformats.org/officeDocument/2006/relationships/slideLayout" Target="../slideLayouts/slideLayout404.xml"/><Relationship Id="rId6" Type="http://schemas.openxmlformats.org/officeDocument/2006/relationships/slideLayout" Target="../slideLayouts/slideLayout409.xml"/><Relationship Id="rId11" Type="http://schemas.openxmlformats.org/officeDocument/2006/relationships/slideLayout" Target="../slideLayouts/slideLayout414.xml"/><Relationship Id="rId5" Type="http://schemas.openxmlformats.org/officeDocument/2006/relationships/slideLayout" Target="../slideLayouts/slideLayout408.xml"/><Relationship Id="rId10" Type="http://schemas.openxmlformats.org/officeDocument/2006/relationships/slideLayout" Target="../slideLayouts/slideLayout413.xml"/><Relationship Id="rId4" Type="http://schemas.openxmlformats.org/officeDocument/2006/relationships/slideLayout" Target="../slideLayouts/slideLayout407.xml"/><Relationship Id="rId9" Type="http://schemas.openxmlformats.org/officeDocument/2006/relationships/slideLayout" Target="../slideLayouts/slideLayout412.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423.xml"/><Relationship Id="rId13" Type="http://schemas.openxmlformats.org/officeDocument/2006/relationships/theme" Target="../theme/theme36.xml"/><Relationship Id="rId3" Type="http://schemas.openxmlformats.org/officeDocument/2006/relationships/slideLayout" Target="../slideLayouts/slideLayout418.xml"/><Relationship Id="rId7" Type="http://schemas.openxmlformats.org/officeDocument/2006/relationships/slideLayout" Target="../slideLayouts/slideLayout422.xml"/><Relationship Id="rId12" Type="http://schemas.openxmlformats.org/officeDocument/2006/relationships/slideLayout" Target="../slideLayouts/slideLayout427.xml"/><Relationship Id="rId2" Type="http://schemas.openxmlformats.org/officeDocument/2006/relationships/slideLayout" Target="../slideLayouts/slideLayout417.xml"/><Relationship Id="rId1" Type="http://schemas.openxmlformats.org/officeDocument/2006/relationships/slideLayout" Target="../slideLayouts/slideLayout416.xml"/><Relationship Id="rId6" Type="http://schemas.openxmlformats.org/officeDocument/2006/relationships/slideLayout" Target="../slideLayouts/slideLayout421.xml"/><Relationship Id="rId11" Type="http://schemas.openxmlformats.org/officeDocument/2006/relationships/slideLayout" Target="../slideLayouts/slideLayout426.xml"/><Relationship Id="rId5" Type="http://schemas.openxmlformats.org/officeDocument/2006/relationships/slideLayout" Target="../slideLayouts/slideLayout420.xml"/><Relationship Id="rId10" Type="http://schemas.openxmlformats.org/officeDocument/2006/relationships/slideLayout" Target="../slideLayouts/slideLayout425.xml"/><Relationship Id="rId4" Type="http://schemas.openxmlformats.org/officeDocument/2006/relationships/slideLayout" Target="../slideLayouts/slideLayout419.xml"/><Relationship Id="rId9" Type="http://schemas.openxmlformats.org/officeDocument/2006/relationships/slideLayout" Target="../slideLayouts/slideLayout424.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435.xml"/><Relationship Id="rId13" Type="http://schemas.openxmlformats.org/officeDocument/2006/relationships/theme" Target="../theme/theme37.xml"/><Relationship Id="rId3" Type="http://schemas.openxmlformats.org/officeDocument/2006/relationships/slideLayout" Target="../slideLayouts/slideLayout430.xml"/><Relationship Id="rId7" Type="http://schemas.openxmlformats.org/officeDocument/2006/relationships/slideLayout" Target="../slideLayouts/slideLayout434.xml"/><Relationship Id="rId12" Type="http://schemas.openxmlformats.org/officeDocument/2006/relationships/slideLayout" Target="../slideLayouts/slideLayout439.xml"/><Relationship Id="rId2" Type="http://schemas.openxmlformats.org/officeDocument/2006/relationships/slideLayout" Target="../slideLayouts/slideLayout429.xml"/><Relationship Id="rId1" Type="http://schemas.openxmlformats.org/officeDocument/2006/relationships/slideLayout" Target="../slideLayouts/slideLayout428.xml"/><Relationship Id="rId6" Type="http://schemas.openxmlformats.org/officeDocument/2006/relationships/slideLayout" Target="../slideLayouts/slideLayout433.xml"/><Relationship Id="rId11" Type="http://schemas.openxmlformats.org/officeDocument/2006/relationships/slideLayout" Target="../slideLayouts/slideLayout438.xml"/><Relationship Id="rId5" Type="http://schemas.openxmlformats.org/officeDocument/2006/relationships/slideLayout" Target="../slideLayouts/slideLayout432.xml"/><Relationship Id="rId10" Type="http://schemas.openxmlformats.org/officeDocument/2006/relationships/slideLayout" Target="../slideLayouts/slideLayout437.xml"/><Relationship Id="rId4" Type="http://schemas.openxmlformats.org/officeDocument/2006/relationships/slideLayout" Target="../slideLayouts/slideLayout431.xml"/><Relationship Id="rId9" Type="http://schemas.openxmlformats.org/officeDocument/2006/relationships/slideLayout" Target="../slideLayouts/slideLayout436.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447.xml"/><Relationship Id="rId13" Type="http://schemas.openxmlformats.org/officeDocument/2006/relationships/theme" Target="../theme/theme38.xml"/><Relationship Id="rId3" Type="http://schemas.openxmlformats.org/officeDocument/2006/relationships/slideLayout" Target="../slideLayouts/slideLayout442.xml"/><Relationship Id="rId7" Type="http://schemas.openxmlformats.org/officeDocument/2006/relationships/slideLayout" Target="../slideLayouts/slideLayout446.xml"/><Relationship Id="rId12" Type="http://schemas.openxmlformats.org/officeDocument/2006/relationships/slideLayout" Target="../slideLayouts/slideLayout451.xml"/><Relationship Id="rId2" Type="http://schemas.openxmlformats.org/officeDocument/2006/relationships/slideLayout" Target="../slideLayouts/slideLayout441.xml"/><Relationship Id="rId1" Type="http://schemas.openxmlformats.org/officeDocument/2006/relationships/slideLayout" Target="../slideLayouts/slideLayout440.xml"/><Relationship Id="rId6" Type="http://schemas.openxmlformats.org/officeDocument/2006/relationships/slideLayout" Target="../slideLayouts/slideLayout445.xml"/><Relationship Id="rId11" Type="http://schemas.openxmlformats.org/officeDocument/2006/relationships/slideLayout" Target="../slideLayouts/slideLayout450.xml"/><Relationship Id="rId5" Type="http://schemas.openxmlformats.org/officeDocument/2006/relationships/slideLayout" Target="../slideLayouts/slideLayout444.xml"/><Relationship Id="rId10" Type="http://schemas.openxmlformats.org/officeDocument/2006/relationships/slideLayout" Target="../slideLayouts/slideLayout449.xml"/><Relationship Id="rId4" Type="http://schemas.openxmlformats.org/officeDocument/2006/relationships/slideLayout" Target="../slideLayouts/slideLayout443.xml"/><Relationship Id="rId9" Type="http://schemas.openxmlformats.org/officeDocument/2006/relationships/slideLayout" Target="../slideLayouts/slideLayout448.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459.xml"/><Relationship Id="rId13" Type="http://schemas.openxmlformats.org/officeDocument/2006/relationships/theme" Target="../theme/theme39.xml"/><Relationship Id="rId3" Type="http://schemas.openxmlformats.org/officeDocument/2006/relationships/slideLayout" Target="../slideLayouts/slideLayout454.xml"/><Relationship Id="rId7" Type="http://schemas.openxmlformats.org/officeDocument/2006/relationships/slideLayout" Target="../slideLayouts/slideLayout458.xml"/><Relationship Id="rId12" Type="http://schemas.openxmlformats.org/officeDocument/2006/relationships/slideLayout" Target="../slideLayouts/slideLayout463.xml"/><Relationship Id="rId2" Type="http://schemas.openxmlformats.org/officeDocument/2006/relationships/slideLayout" Target="../slideLayouts/slideLayout453.xml"/><Relationship Id="rId1" Type="http://schemas.openxmlformats.org/officeDocument/2006/relationships/slideLayout" Target="../slideLayouts/slideLayout452.xml"/><Relationship Id="rId6" Type="http://schemas.openxmlformats.org/officeDocument/2006/relationships/slideLayout" Target="../slideLayouts/slideLayout457.xml"/><Relationship Id="rId11" Type="http://schemas.openxmlformats.org/officeDocument/2006/relationships/slideLayout" Target="../slideLayouts/slideLayout462.xml"/><Relationship Id="rId5" Type="http://schemas.openxmlformats.org/officeDocument/2006/relationships/slideLayout" Target="../slideLayouts/slideLayout456.xml"/><Relationship Id="rId10" Type="http://schemas.openxmlformats.org/officeDocument/2006/relationships/slideLayout" Target="../slideLayouts/slideLayout461.xml"/><Relationship Id="rId4" Type="http://schemas.openxmlformats.org/officeDocument/2006/relationships/slideLayout" Target="../slideLayouts/slideLayout455.xml"/><Relationship Id="rId9" Type="http://schemas.openxmlformats.org/officeDocument/2006/relationships/slideLayout" Target="../slideLayouts/slideLayout460.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471.xml"/><Relationship Id="rId13" Type="http://schemas.openxmlformats.org/officeDocument/2006/relationships/theme" Target="../theme/theme40.xml"/><Relationship Id="rId3" Type="http://schemas.openxmlformats.org/officeDocument/2006/relationships/slideLayout" Target="../slideLayouts/slideLayout466.xml"/><Relationship Id="rId7" Type="http://schemas.openxmlformats.org/officeDocument/2006/relationships/slideLayout" Target="../slideLayouts/slideLayout470.xml"/><Relationship Id="rId12" Type="http://schemas.openxmlformats.org/officeDocument/2006/relationships/slideLayout" Target="../slideLayouts/slideLayout475.xml"/><Relationship Id="rId2" Type="http://schemas.openxmlformats.org/officeDocument/2006/relationships/slideLayout" Target="../slideLayouts/slideLayout465.xml"/><Relationship Id="rId1" Type="http://schemas.openxmlformats.org/officeDocument/2006/relationships/slideLayout" Target="../slideLayouts/slideLayout464.xml"/><Relationship Id="rId6" Type="http://schemas.openxmlformats.org/officeDocument/2006/relationships/slideLayout" Target="../slideLayouts/slideLayout469.xml"/><Relationship Id="rId11" Type="http://schemas.openxmlformats.org/officeDocument/2006/relationships/slideLayout" Target="../slideLayouts/slideLayout474.xml"/><Relationship Id="rId5" Type="http://schemas.openxmlformats.org/officeDocument/2006/relationships/slideLayout" Target="../slideLayouts/slideLayout468.xml"/><Relationship Id="rId10" Type="http://schemas.openxmlformats.org/officeDocument/2006/relationships/slideLayout" Target="../slideLayouts/slideLayout473.xml"/><Relationship Id="rId4" Type="http://schemas.openxmlformats.org/officeDocument/2006/relationships/slideLayout" Target="../slideLayouts/slideLayout467.xml"/><Relationship Id="rId9" Type="http://schemas.openxmlformats.org/officeDocument/2006/relationships/slideLayout" Target="../slideLayouts/slideLayout472.xml"/></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483.xml"/><Relationship Id="rId3" Type="http://schemas.openxmlformats.org/officeDocument/2006/relationships/slideLayout" Target="../slideLayouts/slideLayout478.xml"/><Relationship Id="rId7" Type="http://schemas.openxmlformats.org/officeDocument/2006/relationships/slideLayout" Target="../slideLayouts/slideLayout482.xml"/><Relationship Id="rId12" Type="http://schemas.openxmlformats.org/officeDocument/2006/relationships/theme" Target="../theme/theme41.xml"/><Relationship Id="rId2" Type="http://schemas.openxmlformats.org/officeDocument/2006/relationships/slideLayout" Target="../slideLayouts/slideLayout477.xml"/><Relationship Id="rId1" Type="http://schemas.openxmlformats.org/officeDocument/2006/relationships/slideLayout" Target="../slideLayouts/slideLayout476.xml"/><Relationship Id="rId6" Type="http://schemas.openxmlformats.org/officeDocument/2006/relationships/slideLayout" Target="../slideLayouts/slideLayout481.xml"/><Relationship Id="rId11" Type="http://schemas.openxmlformats.org/officeDocument/2006/relationships/slideLayout" Target="../slideLayouts/slideLayout486.xml"/><Relationship Id="rId5" Type="http://schemas.openxmlformats.org/officeDocument/2006/relationships/slideLayout" Target="../slideLayouts/slideLayout480.xml"/><Relationship Id="rId10" Type="http://schemas.openxmlformats.org/officeDocument/2006/relationships/slideLayout" Target="../slideLayouts/slideLayout485.xml"/><Relationship Id="rId4" Type="http://schemas.openxmlformats.org/officeDocument/2006/relationships/slideLayout" Target="../slideLayouts/slideLayout479.xml"/><Relationship Id="rId9" Type="http://schemas.openxmlformats.org/officeDocument/2006/relationships/slideLayout" Target="../slideLayouts/slideLayout484.xml"/></Relationships>
</file>

<file path=ppt/slideMasters/_rels/slideMaster42.xml.rels><?xml version="1.0" encoding="UTF-8" standalone="yes"?>
<Relationships xmlns="http://schemas.openxmlformats.org/package/2006/relationships"><Relationship Id="rId8" Type="http://schemas.openxmlformats.org/officeDocument/2006/relationships/slideLayout" Target="../slideLayouts/slideLayout494.xml"/><Relationship Id="rId13" Type="http://schemas.openxmlformats.org/officeDocument/2006/relationships/theme" Target="../theme/theme42.xml"/><Relationship Id="rId3" Type="http://schemas.openxmlformats.org/officeDocument/2006/relationships/slideLayout" Target="../slideLayouts/slideLayout489.xml"/><Relationship Id="rId7" Type="http://schemas.openxmlformats.org/officeDocument/2006/relationships/slideLayout" Target="../slideLayouts/slideLayout493.xml"/><Relationship Id="rId12" Type="http://schemas.openxmlformats.org/officeDocument/2006/relationships/slideLayout" Target="../slideLayouts/slideLayout498.xml"/><Relationship Id="rId2" Type="http://schemas.openxmlformats.org/officeDocument/2006/relationships/slideLayout" Target="../slideLayouts/slideLayout488.xml"/><Relationship Id="rId1" Type="http://schemas.openxmlformats.org/officeDocument/2006/relationships/slideLayout" Target="../slideLayouts/slideLayout487.xml"/><Relationship Id="rId6" Type="http://schemas.openxmlformats.org/officeDocument/2006/relationships/slideLayout" Target="../slideLayouts/slideLayout492.xml"/><Relationship Id="rId11" Type="http://schemas.openxmlformats.org/officeDocument/2006/relationships/slideLayout" Target="../slideLayouts/slideLayout497.xml"/><Relationship Id="rId5" Type="http://schemas.openxmlformats.org/officeDocument/2006/relationships/slideLayout" Target="../slideLayouts/slideLayout491.xml"/><Relationship Id="rId10" Type="http://schemas.openxmlformats.org/officeDocument/2006/relationships/slideLayout" Target="../slideLayouts/slideLayout496.xml"/><Relationship Id="rId4" Type="http://schemas.openxmlformats.org/officeDocument/2006/relationships/slideLayout" Target="../slideLayouts/slideLayout490.xml"/><Relationship Id="rId9" Type="http://schemas.openxmlformats.org/officeDocument/2006/relationships/slideLayout" Target="../slideLayouts/slideLayout49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3097030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43525035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4124814486"/>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78062024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538426842"/>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63812730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128025737"/>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425028031"/>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606205216"/>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961858601"/>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099058426"/>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862594847"/>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47576148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53866427"/>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620113123"/>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11976022"/>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067566419"/>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760590362"/>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259563171"/>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916891979"/>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569452144"/>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4191125960"/>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390437880"/>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76032336"/>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689861526"/>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415551485"/>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219323478"/>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4033013316"/>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395457950"/>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861809050"/>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145784548"/>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758633625"/>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650849145"/>
      </p:ext>
    </p:extLst>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 id="214748408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120524324"/>
      </p:ext>
    </p:extLst>
  </p:cSld>
  <p:clrMap bg1="lt1" tx1="dk1" bg2="lt2" tx2="dk2" accent1="accent1" accent2="accent2" accent3="accent3" accent4="accent4" accent5="accent5" accent6="accent6" hlink="hlink" folHlink="folHlink"/>
  <p:sldLayoutIdLst>
    <p:sldLayoutId id="2147484090" r:id="rId1"/>
    <p:sldLayoutId id="2147484091" r:id="rId2"/>
    <p:sldLayoutId id="2147484092" r:id="rId3"/>
    <p:sldLayoutId id="2147484093" r:id="rId4"/>
    <p:sldLayoutId id="2147484094" r:id="rId5"/>
    <p:sldLayoutId id="2147484095" r:id="rId6"/>
    <p:sldLayoutId id="2147484096" r:id="rId7"/>
    <p:sldLayoutId id="2147484097" r:id="rId8"/>
    <p:sldLayoutId id="2147484098" r:id="rId9"/>
    <p:sldLayoutId id="2147484099" r:id="rId10"/>
    <p:sldLayoutId id="2147484100" r:id="rId11"/>
    <p:sldLayoutId id="214748410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169743134"/>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832063652"/>
      </p:ext>
    </p:extLst>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 id="214748412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4285774961"/>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 id="214748414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130275863"/>
      </p:ext>
    </p:extLst>
  </p:cSld>
  <p:clrMap bg1="lt1" tx1="dk1" bg2="lt2" tx2="dk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2" r:id="rId11"/>
    <p:sldLayoutId id="214748415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699249709"/>
      </p:ext>
    </p:extLst>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 id="214748416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270412854"/>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 id="2147484174" r:id="rId7"/>
    <p:sldLayoutId id="2147484175" r:id="rId8"/>
    <p:sldLayoutId id="2147484176" r:id="rId9"/>
    <p:sldLayoutId id="2147484177" r:id="rId10"/>
    <p:sldLayoutId id="2147484178" r:id="rId11"/>
    <p:sldLayoutId id="214748417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623933581"/>
      </p:ext>
    </p:extLst>
  </p:cSld>
  <p:clrMap bg1="lt1" tx1="dk1" bg2="lt2" tx2="dk2" accent1="accent1" accent2="accent2" accent3="accent3" accent4="accent4" accent5="accent5" accent6="accent6" hlink="hlink" folHlink="folHlink"/>
  <p:sldLayoutIdLst>
    <p:sldLayoutId id="2147484181" r:id="rId1"/>
    <p:sldLayoutId id="2147484182" r:id="rId2"/>
    <p:sldLayoutId id="2147484183" r:id="rId3"/>
    <p:sldLayoutId id="2147484184" r:id="rId4"/>
    <p:sldLayoutId id="2147484185" r:id="rId5"/>
    <p:sldLayoutId id="2147484186" r:id="rId6"/>
    <p:sldLayoutId id="2147484187" r:id="rId7"/>
    <p:sldLayoutId id="2147484188" r:id="rId8"/>
    <p:sldLayoutId id="2147484189" r:id="rId9"/>
    <p:sldLayoutId id="2147484190" r:id="rId10"/>
    <p:sldLayoutId id="2147484191"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139172271"/>
      </p:ext>
    </p:extLst>
  </p:cSld>
  <p:clrMap bg1="lt1" tx1="dk1" bg2="lt2" tx2="dk2" accent1="accent1" accent2="accent2" accent3="accent3" accent4="accent4" accent5="accent5" accent6="accent6" hlink="hlink" folHlink="folHlink"/>
  <p:sldLayoutIdLst>
    <p:sldLayoutId id="2147484194" r:id="rId1"/>
    <p:sldLayoutId id="2147484195" r:id="rId2"/>
    <p:sldLayoutId id="2147484196" r:id="rId3"/>
    <p:sldLayoutId id="2147484197" r:id="rId4"/>
    <p:sldLayoutId id="2147484198" r:id="rId5"/>
    <p:sldLayoutId id="2147484199" r:id="rId6"/>
    <p:sldLayoutId id="2147484200" r:id="rId7"/>
    <p:sldLayoutId id="2147484201" r:id="rId8"/>
    <p:sldLayoutId id="2147484202" r:id="rId9"/>
    <p:sldLayoutId id="2147484203" r:id="rId10"/>
    <p:sldLayoutId id="2147484204" r:id="rId11"/>
    <p:sldLayoutId id="214748420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7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3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6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7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98.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65.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smtClean="0"/>
              <a:t>Module 13</a:t>
            </a:r>
            <a:endParaRPr lang="en-CA" sz="2600" dirty="0"/>
          </a:p>
        </p:txBody>
      </p:sp>
      <p:sp>
        <p:nvSpPr>
          <p:cNvPr id="3" name="Subtitle 2"/>
          <p:cNvSpPr>
            <a:spLocks noGrp="1"/>
          </p:cNvSpPr>
          <p:nvPr>
            <p:ph type="subTitle" sz="quarter" idx="1"/>
          </p:nvPr>
        </p:nvSpPr>
        <p:spPr/>
        <p:txBody>
          <a:bodyPr/>
          <a:lstStyle/>
          <a:p>
            <a:r>
              <a:rPr lang="en-CA" dirty="0" smtClean="0"/>
              <a:t>Implementing Server Virtualization with Hyper-V
</a:t>
            </a:r>
            <a:endParaRPr lang="en-CA" dirty="0"/>
          </a:p>
        </p:txBody>
      </p:sp>
    </p:spTree>
    <p:extLst>
      <p:ext uri="{BB962C8B-B14F-4D97-AF65-F5344CB8AC3E}">
        <p14:creationId xmlns="" xmlns:p14="http://schemas.microsoft.com/office/powerpoint/2010/main" val="1778050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316387d9-09b8-4036-9228-9909282c8da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Windows Azure</a:t>
            </a:r>
            <a:endParaRPr lang="en-CA" dirty="0"/>
          </a:p>
        </p:txBody>
      </p:sp>
      <p:pic>
        <p:nvPicPr>
          <p:cNvPr id="77826" name="Picture 2" descr="Résultat de recherche d'images pour &quot;Windows Azure&quot;"/>
          <p:cNvPicPr>
            <a:picLocks noChangeAspect="1" noChangeArrowheads="1"/>
          </p:cNvPicPr>
          <p:nvPr/>
        </p:nvPicPr>
        <p:blipFill>
          <a:blip r:embed="rId3" cstate="print"/>
          <a:srcRect/>
          <a:stretch>
            <a:fillRect/>
          </a:stretch>
        </p:blipFill>
        <p:spPr bwMode="auto">
          <a:xfrm>
            <a:off x="-50889" y="712577"/>
            <a:ext cx="9256143" cy="6145421"/>
          </a:xfrm>
          <a:prstGeom prst="rect">
            <a:avLst/>
          </a:prstGeom>
          <a:noFill/>
        </p:spPr>
      </p:pic>
    </p:spTree>
    <p:extLst>
      <p:ext uri="{BB962C8B-B14F-4D97-AF65-F5344CB8AC3E}">
        <p14:creationId xmlns="" xmlns:p14="http://schemas.microsoft.com/office/powerpoint/2010/main" val="303515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21704dfd-f931-4e95-9756-c0baa127785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Types de virtualisation</a:t>
            </a:r>
            <a:endParaRPr lang="en-CA" dirty="0"/>
          </a:p>
        </p:txBody>
      </p:sp>
      <p:sp>
        <p:nvSpPr>
          <p:cNvPr id="4" name="Content Placeholder 2"/>
          <p:cNvSpPr txBox="1">
            <a:spLocks/>
          </p:cNvSpPr>
          <p:nvPr/>
        </p:nvSpPr>
        <p:spPr>
          <a:xfrm>
            <a:off x="458788" y="1021215"/>
            <a:ext cx="8558212"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fr-FR" sz="2400" kern="0" dirty="0" smtClean="0">
                <a:solidFill>
                  <a:srgbClr val="000000"/>
                </a:solidFill>
              </a:rPr>
              <a:t>Desktop </a:t>
            </a:r>
            <a:r>
              <a:rPr lang="fr-FR" sz="2400" kern="0" dirty="0" err="1" smtClean="0">
                <a:solidFill>
                  <a:srgbClr val="000000"/>
                </a:solidFill>
              </a:rPr>
              <a:t>virtualization</a:t>
            </a:r>
            <a:r>
              <a:rPr lang="fr-FR" sz="2400" kern="0" dirty="0" smtClean="0">
                <a:solidFill>
                  <a:srgbClr val="000000"/>
                </a:solidFill>
              </a:rPr>
              <a:t> inclut les technologies suivantes :</a:t>
            </a:r>
          </a:p>
          <a:p>
            <a:pPr lvl="1"/>
            <a:r>
              <a:rPr lang="fr-FR" sz="2200" kern="0" dirty="0" smtClean="0">
                <a:solidFill>
                  <a:srgbClr val="000000"/>
                </a:solidFill>
              </a:rPr>
              <a:t>Hyper-V (local)</a:t>
            </a:r>
          </a:p>
          <a:p>
            <a:pPr lvl="1">
              <a:spcAft>
                <a:spcPts val="1500"/>
              </a:spcAft>
            </a:pPr>
            <a:r>
              <a:rPr lang="fr-FR" sz="2200" kern="0" dirty="0" smtClean="0">
                <a:solidFill>
                  <a:srgbClr val="000000"/>
                </a:solidFill>
              </a:rPr>
              <a:t>VDI (Virtual Desktop Infrastructure)</a:t>
            </a:r>
            <a:r>
              <a:rPr lang="fr-FR" kern="0" dirty="0" smtClean="0">
                <a:solidFill>
                  <a:srgbClr val="000000"/>
                </a:solidFill>
              </a:rPr>
              <a:t/>
            </a:r>
            <a:br>
              <a:rPr lang="fr-FR" kern="0" dirty="0" smtClean="0">
                <a:solidFill>
                  <a:srgbClr val="000000"/>
                </a:solidFill>
              </a:rPr>
            </a:br>
            <a:endParaRPr lang="fr-FR" kern="0" dirty="0" smtClean="0">
              <a:solidFill>
                <a:srgbClr val="000000"/>
              </a:solidFill>
            </a:endParaRPr>
          </a:p>
          <a:p>
            <a:r>
              <a:rPr lang="fr-FR" sz="2400" kern="0" dirty="0" smtClean="0">
                <a:solidFill>
                  <a:srgbClr val="000000"/>
                </a:solidFill>
              </a:rPr>
              <a:t>Différence entre Desktop </a:t>
            </a:r>
            <a:r>
              <a:rPr lang="fr-FR" sz="2400" kern="0" dirty="0" err="1" smtClean="0">
                <a:solidFill>
                  <a:srgbClr val="000000"/>
                </a:solidFill>
              </a:rPr>
              <a:t>Virtualization</a:t>
            </a:r>
            <a:r>
              <a:rPr lang="fr-FR" sz="2400" kern="0" dirty="0" smtClean="0">
                <a:solidFill>
                  <a:srgbClr val="000000"/>
                </a:solidFill>
              </a:rPr>
              <a:t> et </a:t>
            </a:r>
            <a:r>
              <a:rPr lang="fr-FR" sz="2400" kern="0" dirty="0" err="1" smtClean="0">
                <a:solidFill>
                  <a:srgbClr val="000000"/>
                </a:solidFill>
              </a:rPr>
              <a:t>P</a:t>
            </a:r>
            <a:r>
              <a:rPr lang="fr-FR" sz="2400" dirty="0" err="1" smtClean="0"/>
              <a:t>resentation</a:t>
            </a:r>
            <a:r>
              <a:rPr lang="fr-FR" sz="2400" dirty="0" smtClean="0"/>
              <a:t> </a:t>
            </a:r>
            <a:r>
              <a:rPr lang="fr-FR" sz="2400" dirty="0" err="1" smtClean="0"/>
              <a:t>Virtualization</a:t>
            </a:r>
            <a:r>
              <a:rPr lang="fr-FR" sz="2400" dirty="0" smtClean="0"/>
              <a:t> :</a:t>
            </a:r>
          </a:p>
          <a:p>
            <a:pPr lvl="1"/>
            <a:r>
              <a:rPr lang="fr-FR" sz="2200" kern="0" dirty="0" smtClean="0">
                <a:solidFill>
                  <a:srgbClr val="000000"/>
                </a:solidFill>
                <a:ea typeface="+mn-ea"/>
              </a:rPr>
              <a:t>Desktop </a:t>
            </a:r>
            <a:r>
              <a:rPr lang="fr-FR" sz="2200" kern="0" dirty="0" err="1" smtClean="0">
                <a:solidFill>
                  <a:srgbClr val="000000"/>
                </a:solidFill>
                <a:ea typeface="+mn-ea"/>
              </a:rPr>
              <a:t>Virtualization</a:t>
            </a:r>
            <a:r>
              <a:rPr lang="fr-FR" sz="2200" kern="0" dirty="0" smtClean="0">
                <a:solidFill>
                  <a:srgbClr val="000000"/>
                </a:solidFill>
                <a:ea typeface="+mn-ea"/>
              </a:rPr>
              <a:t> : une machine virtuelle (OS) par utilisateur</a:t>
            </a:r>
          </a:p>
          <a:p>
            <a:pPr lvl="1"/>
            <a:r>
              <a:rPr lang="fr-FR" sz="2200" kern="0" dirty="0" err="1" smtClean="0">
                <a:solidFill>
                  <a:srgbClr val="000000"/>
                </a:solidFill>
              </a:rPr>
              <a:t>Presentation</a:t>
            </a:r>
            <a:r>
              <a:rPr lang="fr-FR" sz="2200" kern="0" dirty="0" smtClean="0">
                <a:solidFill>
                  <a:srgbClr val="000000"/>
                </a:solidFill>
              </a:rPr>
              <a:t> </a:t>
            </a:r>
            <a:r>
              <a:rPr lang="fr-FR" sz="2200" kern="0" dirty="0" err="1" smtClean="0">
                <a:solidFill>
                  <a:srgbClr val="000000"/>
                </a:solidFill>
              </a:rPr>
              <a:t>Virtualization</a:t>
            </a:r>
            <a:r>
              <a:rPr lang="fr-FR" sz="2200" kern="0" dirty="0" smtClean="0">
                <a:solidFill>
                  <a:srgbClr val="000000"/>
                </a:solidFill>
              </a:rPr>
              <a:t> : une machine virtuelle (OS) pour plusieurs utilisateurs </a:t>
            </a:r>
            <a:endParaRPr lang="fr-FR" sz="2200" kern="0" dirty="0">
              <a:solidFill>
                <a:srgbClr val="000000"/>
              </a:solidFill>
            </a:endParaRPr>
          </a:p>
        </p:txBody>
      </p:sp>
    </p:spTree>
    <p:extLst>
      <p:ext uri="{BB962C8B-B14F-4D97-AF65-F5344CB8AC3E}">
        <p14:creationId xmlns="" xmlns:p14="http://schemas.microsoft.com/office/powerpoint/2010/main" val="3026772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c61277b8-2570-4db4-bf90-66fc9f9f729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Virtual Machine Hardware</a:t>
            </a:r>
            <a:endParaRPr lang="en-CA" dirty="0"/>
          </a:p>
        </p:txBody>
      </p:sp>
      <p:sp>
        <p:nvSpPr>
          <p:cNvPr id="4" name="AutoShape 23"/>
          <p:cNvSpPr txBox="1">
            <a:spLocks noChangeArrowheads="1"/>
          </p:cNvSpPr>
          <p:nvPr/>
        </p:nvSpPr>
        <p:spPr bwMode="auto">
          <a:xfrm>
            <a:off x="268015" y="1342836"/>
            <a:ext cx="4193626" cy="4600759"/>
          </a:xfrm>
          <a:prstGeom prst="roundRect">
            <a:avLst>
              <a:gd name="adj" fmla="val 0"/>
            </a:avLst>
          </a:prstGeom>
          <a:solidFill>
            <a:schemeClr val="lt1"/>
          </a:solidFill>
          <a:ln w="15875" algn="ctr">
            <a:solidFill>
              <a:schemeClr val="accent4">
                <a:lumMod val="65000"/>
                <a:lumOff val="35000"/>
              </a:schemeClr>
            </a:solidFill>
            <a:round/>
            <a:headEnd/>
            <a:tailEnd/>
          </a:ln>
          <a:effectLst/>
          <a:extLst/>
        </p:spPr>
        <p:txBody>
          <a:bodyPr lIns="91440" tIns="91440" rIns="91440" bIns="91440"/>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3175" lvl="0" indent="0" eaLnBrk="0" hangingPunct="0">
              <a:buNone/>
            </a:pPr>
            <a:r>
              <a:rPr lang="fr-FR" sz="2400" kern="0" dirty="0" smtClean="0">
                <a:solidFill>
                  <a:srgbClr val="000000"/>
                </a:solidFill>
              </a:rPr>
              <a:t>Matériel simulé par défaut :</a:t>
            </a:r>
          </a:p>
          <a:p>
            <a:pPr marL="285750" lvl="0" indent="-285750">
              <a:spcBef>
                <a:spcPts val="300"/>
              </a:spcBef>
              <a:spcAft>
                <a:spcPts val="0"/>
              </a:spcAft>
            </a:pPr>
            <a:r>
              <a:rPr lang="fr-FR" sz="2400" kern="0" dirty="0" smtClean="0">
                <a:solidFill>
                  <a:srgbClr val="000000"/>
                </a:solidFill>
              </a:rPr>
              <a:t>BIOS</a:t>
            </a:r>
          </a:p>
          <a:p>
            <a:pPr marL="285750" lvl="0" indent="-285750">
              <a:spcBef>
                <a:spcPts val="300"/>
              </a:spcBef>
              <a:spcAft>
                <a:spcPts val="0"/>
              </a:spcAft>
            </a:pPr>
            <a:r>
              <a:rPr lang="fr-FR" sz="2400" kern="0" dirty="0" smtClean="0">
                <a:solidFill>
                  <a:srgbClr val="000000"/>
                </a:solidFill>
              </a:rPr>
              <a:t>Memory</a:t>
            </a:r>
          </a:p>
          <a:p>
            <a:pPr marL="285750" lvl="0" indent="-285750">
              <a:spcBef>
                <a:spcPts val="300"/>
              </a:spcBef>
              <a:spcAft>
                <a:spcPts val="0"/>
              </a:spcAft>
            </a:pPr>
            <a:r>
              <a:rPr lang="fr-FR" sz="2400" kern="0" dirty="0" smtClean="0">
                <a:solidFill>
                  <a:srgbClr val="000000"/>
                </a:solidFill>
              </a:rPr>
              <a:t>Processor</a:t>
            </a:r>
          </a:p>
          <a:p>
            <a:pPr marL="285750" lvl="0" indent="-285750">
              <a:spcBef>
                <a:spcPts val="300"/>
              </a:spcBef>
              <a:spcAft>
                <a:spcPts val="0"/>
              </a:spcAft>
            </a:pPr>
            <a:r>
              <a:rPr lang="fr-FR" sz="2400" kern="0" dirty="0" smtClean="0">
                <a:solidFill>
                  <a:srgbClr val="000000"/>
                </a:solidFill>
              </a:rPr>
              <a:t>IDE Controller 0 and 1</a:t>
            </a:r>
          </a:p>
          <a:p>
            <a:pPr marL="285750" lvl="0" indent="-285750">
              <a:spcBef>
                <a:spcPts val="300"/>
              </a:spcBef>
              <a:spcAft>
                <a:spcPts val="0"/>
              </a:spcAft>
            </a:pPr>
            <a:r>
              <a:rPr lang="fr-FR" sz="2400" kern="0" dirty="0" smtClean="0">
                <a:solidFill>
                  <a:srgbClr val="000000"/>
                </a:solidFill>
              </a:rPr>
              <a:t>SCSI Controller</a:t>
            </a:r>
          </a:p>
          <a:p>
            <a:pPr marL="285750" lvl="0" indent="-285750">
              <a:spcBef>
                <a:spcPts val="300"/>
              </a:spcBef>
              <a:spcAft>
                <a:spcPts val="0"/>
              </a:spcAft>
            </a:pPr>
            <a:r>
              <a:rPr lang="fr-FR" sz="2400" kern="0" dirty="0" err="1" smtClean="0">
                <a:solidFill>
                  <a:srgbClr val="000000"/>
                </a:solidFill>
              </a:rPr>
              <a:t>Synthetic</a:t>
            </a:r>
            <a:r>
              <a:rPr lang="fr-FR" sz="2400" kern="0" dirty="0" smtClean="0">
                <a:solidFill>
                  <a:srgbClr val="000000"/>
                </a:solidFill>
              </a:rPr>
              <a:t> Network Adapter</a:t>
            </a:r>
          </a:p>
          <a:p>
            <a:pPr marL="285750" lvl="0" indent="-285750">
              <a:spcBef>
                <a:spcPts val="300"/>
              </a:spcBef>
              <a:spcAft>
                <a:spcPts val="0"/>
              </a:spcAft>
            </a:pPr>
            <a:r>
              <a:rPr lang="fr-FR" sz="2400" kern="0" dirty="0" smtClean="0">
                <a:solidFill>
                  <a:srgbClr val="000000"/>
                </a:solidFill>
              </a:rPr>
              <a:t>COM 1 and 2</a:t>
            </a:r>
          </a:p>
          <a:p>
            <a:pPr marL="285750" lvl="0" indent="-285750">
              <a:spcBef>
                <a:spcPts val="300"/>
              </a:spcBef>
              <a:spcAft>
                <a:spcPts val="0"/>
              </a:spcAft>
            </a:pPr>
            <a:r>
              <a:rPr lang="fr-FR" sz="2400" kern="0" dirty="0" smtClean="0">
                <a:solidFill>
                  <a:srgbClr val="000000"/>
                </a:solidFill>
              </a:rPr>
              <a:t>Diskette Drive</a:t>
            </a:r>
            <a:endParaRPr lang="fr-FR" altLang="zh-TW" sz="2000" b="1" kern="0" dirty="0">
              <a:solidFill>
                <a:srgbClr val="000000"/>
              </a:solidFill>
            </a:endParaRPr>
          </a:p>
        </p:txBody>
      </p:sp>
      <p:sp>
        <p:nvSpPr>
          <p:cNvPr id="5" name="AutoShape 23"/>
          <p:cNvSpPr txBox="1">
            <a:spLocks noChangeArrowheads="1"/>
          </p:cNvSpPr>
          <p:nvPr/>
        </p:nvSpPr>
        <p:spPr bwMode="auto">
          <a:xfrm>
            <a:off x="4706224" y="1342836"/>
            <a:ext cx="4166843" cy="4600759"/>
          </a:xfrm>
          <a:prstGeom prst="roundRect">
            <a:avLst>
              <a:gd name="adj" fmla="val 0"/>
            </a:avLst>
          </a:prstGeom>
          <a:ln w="15875">
            <a:solidFill>
              <a:schemeClr val="accent4">
                <a:lumMod val="65000"/>
                <a:lumOff val="35000"/>
              </a:schemeClr>
            </a:solidFill>
            <a:headEnd/>
            <a:tailEnd/>
          </a:ln>
          <a:extLst/>
        </p:spPr>
        <p:style>
          <a:lnRef idx="2">
            <a:schemeClr val="dk1"/>
          </a:lnRef>
          <a:fillRef idx="1">
            <a:schemeClr val="lt1"/>
          </a:fillRef>
          <a:effectRef idx="0">
            <a:schemeClr val="dk1"/>
          </a:effectRef>
          <a:fontRef idx="minor">
            <a:schemeClr val="dk1"/>
          </a:fontRef>
        </p:style>
        <p:txBody>
          <a:bodyPr vert="horz" wrap="square" lIns="91440" tIns="91440" rIns="91440" bIns="9144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3175" lvl="0" indent="0" eaLnBrk="0" hangingPunct="0">
              <a:lnSpc>
                <a:spcPct val="100000"/>
              </a:lnSpc>
              <a:spcBef>
                <a:spcPct val="0"/>
              </a:spcBef>
              <a:buClrTx/>
              <a:buSzTx/>
              <a:buNone/>
            </a:pPr>
            <a:r>
              <a:rPr lang="fr-FR" sz="2400" dirty="0" smtClean="0">
                <a:solidFill>
                  <a:srgbClr val="000000"/>
                </a:solidFill>
                <a:latin typeface="Segoe UI" pitchFamily="34" charset="0"/>
                <a:ea typeface="Segoe UI" pitchFamily="34" charset="0"/>
                <a:cs typeface="Segoe UI" pitchFamily="34" charset="0"/>
              </a:rPr>
              <a:t>Matériel pouvant être ajouté :</a:t>
            </a:r>
          </a:p>
          <a:p>
            <a:pPr marL="285750" lvl="0" indent="-285750" eaLnBrk="0" hangingPunct="0">
              <a:lnSpc>
                <a:spcPct val="100000"/>
              </a:lnSpc>
              <a:spcBef>
                <a:spcPts val="600"/>
              </a:spcBef>
              <a:spcAft>
                <a:spcPts val="0"/>
              </a:spcAft>
              <a:buClr>
                <a:srgbClr val="006699"/>
              </a:buClr>
              <a:buSzTx/>
              <a:buFont typeface="Arial" pitchFamily="34" charset="0"/>
              <a:buChar char="•"/>
            </a:pPr>
            <a:r>
              <a:rPr lang="fr-FR" sz="2400" dirty="0" smtClean="0">
                <a:solidFill>
                  <a:srgbClr val="000000"/>
                </a:solidFill>
                <a:latin typeface="Segoe UI" pitchFamily="34" charset="0"/>
                <a:ea typeface="Segoe UI" pitchFamily="34" charset="0"/>
                <a:cs typeface="Segoe UI" pitchFamily="34" charset="0"/>
              </a:rPr>
              <a:t>SCSI Controller (up to 4)</a:t>
            </a:r>
          </a:p>
          <a:p>
            <a:pPr marL="285750" lvl="0" indent="-285750">
              <a:lnSpc>
                <a:spcPct val="100000"/>
              </a:lnSpc>
              <a:spcBef>
                <a:spcPts val="600"/>
              </a:spcBef>
              <a:spcAft>
                <a:spcPts val="0"/>
              </a:spcAft>
              <a:buClrTx/>
              <a:buSzTx/>
              <a:buFont typeface="Arial" pitchFamily="34" charset="0"/>
              <a:buChar char="•"/>
            </a:pPr>
            <a:r>
              <a:rPr lang="fr-FR" sz="2400" dirty="0" smtClean="0">
                <a:solidFill>
                  <a:srgbClr val="000000"/>
                </a:solidFill>
                <a:latin typeface="Segoe UI" pitchFamily="34" charset="0"/>
                <a:ea typeface="Segoe UI" pitchFamily="34" charset="0"/>
                <a:cs typeface="Segoe UI" pitchFamily="34" charset="0"/>
              </a:rPr>
              <a:t>Network Adapter</a:t>
            </a:r>
          </a:p>
          <a:p>
            <a:pPr marL="285750" lvl="0" indent="-285750">
              <a:lnSpc>
                <a:spcPct val="100000"/>
              </a:lnSpc>
              <a:spcBef>
                <a:spcPts val="600"/>
              </a:spcBef>
              <a:spcAft>
                <a:spcPts val="0"/>
              </a:spcAft>
              <a:buClrTx/>
              <a:buSzTx/>
              <a:buFont typeface="Arial" pitchFamily="34" charset="0"/>
              <a:buChar char="•"/>
            </a:pPr>
            <a:r>
              <a:rPr lang="fr-FR" sz="2400" dirty="0" err="1" smtClean="0">
                <a:solidFill>
                  <a:srgbClr val="000000"/>
                </a:solidFill>
                <a:latin typeface="Segoe UI" pitchFamily="34" charset="0"/>
                <a:ea typeface="Segoe UI" pitchFamily="34" charset="0"/>
                <a:cs typeface="Segoe UI" pitchFamily="34" charset="0"/>
              </a:rPr>
              <a:t>Legacy</a:t>
            </a:r>
            <a:r>
              <a:rPr lang="fr-FR" sz="2400" dirty="0" smtClean="0">
                <a:solidFill>
                  <a:srgbClr val="000000"/>
                </a:solidFill>
                <a:latin typeface="Segoe UI" pitchFamily="34" charset="0"/>
                <a:ea typeface="Segoe UI" pitchFamily="34" charset="0"/>
                <a:cs typeface="Segoe UI" pitchFamily="34" charset="0"/>
              </a:rPr>
              <a:t> Network Adapter</a:t>
            </a:r>
          </a:p>
          <a:p>
            <a:pPr marL="285750" lvl="0" indent="-285750">
              <a:lnSpc>
                <a:spcPct val="100000"/>
              </a:lnSpc>
              <a:spcBef>
                <a:spcPts val="600"/>
              </a:spcBef>
              <a:spcAft>
                <a:spcPts val="0"/>
              </a:spcAft>
              <a:buClrTx/>
              <a:buSzTx/>
              <a:buFont typeface="Arial" pitchFamily="34" charset="0"/>
              <a:buChar char="•"/>
            </a:pPr>
            <a:r>
              <a:rPr lang="fr-FR" sz="2400" dirty="0" smtClean="0">
                <a:solidFill>
                  <a:srgbClr val="000000"/>
                </a:solidFill>
                <a:latin typeface="Segoe UI" pitchFamily="34" charset="0"/>
                <a:ea typeface="Segoe UI" pitchFamily="34" charset="0"/>
                <a:cs typeface="Segoe UI" pitchFamily="34" charset="0"/>
              </a:rPr>
              <a:t>Fibre Channel adapter</a:t>
            </a:r>
          </a:p>
          <a:p>
            <a:pPr marL="285750" lvl="0" indent="-285750">
              <a:lnSpc>
                <a:spcPct val="100000"/>
              </a:lnSpc>
              <a:spcBef>
                <a:spcPts val="600"/>
              </a:spcBef>
              <a:spcAft>
                <a:spcPts val="0"/>
              </a:spcAft>
              <a:buClrTx/>
              <a:buSzTx/>
              <a:buFont typeface="Arial" pitchFamily="34" charset="0"/>
              <a:buChar char="•"/>
            </a:pPr>
            <a:r>
              <a:rPr lang="fr-FR" sz="2400" dirty="0" err="1" smtClean="0">
                <a:solidFill>
                  <a:srgbClr val="000000"/>
                </a:solidFill>
                <a:latin typeface="Segoe UI" pitchFamily="34" charset="0"/>
                <a:ea typeface="Segoe UI" pitchFamily="34" charset="0"/>
                <a:cs typeface="Segoe UI" pitchFamily="34" charset="0"/>
              </a:rPr>
              <a:t>RemoteFX</a:t>
            </a:r>
            <a:r>
              <a:rPr lang="fr-FR" sz="2400" dirty="0" smtClean="0">
                <a:solidFill>
                  <a:srgbClr val="000000"/>
                </a:solidFill>
                <a:latin typeface="Segoe UI" pitchFamily="34" charset="0"/>
                <a:ea typeface="Segoe UI" pitchFamily="34" charset="0"/>
                <a:cs typeface="Segoe UI" pitchFamily="34" charset="0"/>
              </a:rPr>
              <a:t> 3D </a:t>
            </a:r>
            <a:r>
              <a:rPr lang="fr-FR" sz="2400" dirty="0" err="1" smtClean="0">
                <a:solidFill>
                  <a:srgbClr val="000000"/>
                </a:solidFill>
                <a:latin typeface="Segoe UI" pitchFamily="34" charset="0"/>
                <a:ea typeface="Segoe UI" pitchFamily="34" charset="0"/>
                <a:cs typeface="Segoe UI" pitchFamily="34" charset="0"/>
              </a:rPr>
              <a:t>video</a:t>
            </a:r>
            <a:r>
              <a:rPr lang="fr-FR" sz="2400" dirty="0" smtClean="0">
                <a:solidFill>
                  <a:srgbClr val="000000"/>
                </a:solidFill>
                <a:latin typeface="Segoe UI" pitchFamily="34" charset="0"/>
                <a:ea typeface="Segoe UI" pitchFamily="34" charset="0"/>
                <a:cs typeface="Segoe UI" pitchFamily="34" charset="0"/>
              </a:rPr>
              <a:t> adapter</a:t>
            </a:r>
          </a:p>
          <a:p>
            <a:pPr marL="179388" lvl="0" indent="0" eaLnBrk="0" hangingPunct="0">
              <a:lnSpc>
                <a:spcPct val="100000"/>
              </a:lnSpc>
              <a:spcBef>
                <a:spcPct val="0"/>
              </a:spcBef>
              <a:buClrTx/>
              <a:buSzTx/>
              <a:buNone/>
            </a:pPr>
            <a:endParaRPr lang="fr-FR" altLang="zh-TW" sz="2400" b="1" dirty="0" smtClean="0">
              <a:solidFill>
                <a:srgbClr val="000000"/>
              </a:solidFill>
              <a:latin typeface="Segoe UI" pitchFamily="34" charset="0"/>
              <a:ea typeface="Segoe UI" pitchFamily="34" charset="0"/>
              <a:cs typeface="Segoe UI" pitchFamily="34" charset="0"/>
            </a:endParaRPr>
          </a:p>
          <a:p>
            <a:pPr marL="179388" lvl="0" indent="0" eaLnBrk="0" hangingPunct="0">
              <a:lnSpc>
                <a:spcPct val="100000"/>
              </a:lnSpc>
              <a:spcBef>
                <a:spcPct val="0"/>
              </a:spcBef>
              <a:buClrTx/>
              <a:buSzTx/>
              <a:buNone/>
            </a:pPr>
            <a:endParaRPr lang="fr-FR" altLang="zh-TW" sz="2400" b="1"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 xmlns:p14="http://schemas.microsoft.com/office/powerpoint/2010/main" val="1979698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cbd1e3ac-81b9-412b-808b-451dbc8fe5b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Generation 2 Virtual Machines</a:t>
            </a:r>
            <a:endParaRPr lang="en-CA" dirty="0"/>
          </a:p>
        </p:txBody>
      </p:sp>
      <p:sp>
        <p:nvSpPr>
          <p:cNvPr id="4" name="Content Placeholder 2"/>
          <p:cNvSpPr txBox="1">
            <a:spLocks/>
          </p:cNvSpPr>
          <p:nvPr/>
        </p:nvSpPr>
        <p:spPr>
          <a:xfrm>
            <a:off x="458787" y="1021215"/>
            <a:ext cx="8371313" cy="563476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r>
              <a:rPr lang="fr-FR" sz="2400" kern="0" dirty="0" smtClean="0">
                <a:solidFill>
                  <a:srgbClr val="000000"/>
                </a:solidFill>
              </a:rPr>
              <a:t>Génération 1 : Fournit le même matériel virtuel à la machine virtuelle que dans les versions précédentes d'Hyper-V</a:t>
            </a:r>
          </a:p>
          <a:p>
            <a:pPr marL="0" indent="0"/>
            <a:endParaRPr lang="fr-FR" sz="2400" kern="0" dirty="0" smtClean="0">
              <a:solidFill>
                <a:srgbClr val="000000"/>
              </a:solidFill>
            </a:endParaRPr>
          </a:p>
          <a:p>
            <a:r>
              <a:rPr lang="fr-BE" sz="2400" dirty="0" smtClean="0"/>
              <a:t>Génération 2 : Apporte de nouvelles fonctionnalités</a:t>
            </a:r>
          </a:p>
          <a:p>
            <a:pPr lvl="1"/>
            <a:r>
              <a:rPr lang="fr-FR" sz="2000" dirty="0" smtClean="0"/>
              <a:t>PXE boot</a:t>
            </a:r>
          </a:p>
          <a:p>
            <a:pPr lvl="1"/>
            <a:r>
              <a:rPr lang="fr-FR" sz="2000" dirty="0" smtClean="0"/>
              <a:t>Boot à partir d’un disque dur virtuel SCSI</a:t>
            </a:r>
          </a:p>
          <a:p>
            <a:pPr lvl="1"/>
            <a:r>
              <a:rPr lang="fr-FR" sz="2000" dirty="0" smtClean="0"/>
              <a:t>Boot à partir d’un lecteur DVD virtuel SCSI</a:t>
            </a:r>
          </a:p>
          <a:p>
            <a:pPr lvl="1"/>
            <a:r>
              <a:rPr lang="fr-FR" sz="2000" dirty="0" smtClean="0"/>
              <a:t>Secure Boot (démarrage signé avec une clé chiffrée)</a:t>
            </a:r>
          </a:p>
          <a:p>
            <a:pPr lvl="1"/>
            <a:r>
              <a:rPr lang="fr-FR" sz="2000" dirty="0" smtClean="0"/>
              <a:t>Support du UEFI </a:t>
            </a:r>
            <a:r>
              <a:rPr lang="fr-FR" sz="2000" dirty="0" err="1" smtClean="0"/>
              <a:t>firmware</a:t>
            </a:r>
            <a:endParaRPr lang="fr-FR" sz="2000" dirty="0" smtClean="0"/>
          </a:p>
          <a:p>
            <a:pPr marL="0" lvl="0" indent="0">
              <a:buNone/>
            </a:pPr>
            <a:endParaRPr lang="fr-FR" sz="2400" kern="0" dirty="0" smtClean="0">
              <a:solidFill>
                <a:srgbClr val="000000"/>
              </a:solidFill>
            </a:endParaRPr>
          </a:p>
          <a:p>
            <a:pPr marL="0" lvl="0" indent="0">
              <a:buNone/>
            </a:pPr>
            <a:endParaRPr lang="fr-FR" sz="2400" kern="0" dirty="0" smtClean="0">
              <a:solidFill>
                <a:srgbClr val="000000"/>
              </a:solidFill>
            </a:endParaRPr>
          </a:p>
          <a:p>
            <a:pPr marL="0" lvl="0" indent="0">
              <a:buNone/>
            </a:pPr>
            <a:endParaRPr lang="fr-FR" sz="2400" kern="0" dirty="0">
              <a:solidFill>
                <a:srgbClr val="000000"/>
              </a:solidFill>
            </a:endParaRPr>
          </a:p>
        </p:txBody>
      </p:sp>
    </p:spTree>
    <p:extLst>
      <p:ext uri="{BB962C8B-B14F-4D97-AF65-F5344CB8AC3E}">
        <p14:creationId xmlns="" xmlns:p14="http://schemas.microsoft.com/office/powerpoint/2010/main" val="893127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58c48ddc-fe61-40b7-a7e2-0537e4d08b3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Virtual Machine Integration Services</a:t>
            </a:r>
            <a:endParaRPr lang="en-CA" dirty="0"/>
          </a:p>
        </p:txBody>
      </p:sp>
      <p:sp>
        <p:nvSpPr>
          <p:cNvPr id="4" name="Content Placeholder 1"/>
          <p:cNvSpPr txBox="1">
            <a:spLocks/>
          </p:cNvSpPr>
          <p:nvPr/>
        </p:nvSpPr>
        <p:spPr>
          <a:xfrm>
            <a:off x="458788" y="1021214"/>
            <a:ext cx="8685212" cy="5836785"/>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r>
              <a:rPr lang="fr-BE" sz="2400" kern="0" dirty="0" smtClean="0">
                <a:solidFill>
                  <a:srgbClr val="000000"/>
                </a:solidFill>
              </a:rPr>
              <a:t>Les services d'intégration comprennent:</a:t>
            </a:r>
          </a:p>
          <a:p>
            <a:pPr marL="284163" lvl="1" indent="0"/>
            <a:r>
              <a:rPr lang="fr-BE" sz="2000" kern="0" dirty="0" smtClean="0">
                <a:solidFill>
                  <a:srgbClr val="000000"/>
                </a:solidFill>
              </a:rPr>
              <a:t>Arrêt du système d'exploitation</a:t>
            </a:r>
          </a:p>
          <a:p>
            <a:pPr marL="284163" lvl="1" indent="0"/>
            <a:r>
              <a:rPr lang="fr-BE" sz="2000" kern="0" dirty="0" smtClean="0">
                <a:solidFill>
                  <a:srgbClr val="000000"/>
                </a:solidFill>
              </a:rPr>
              <a:t>Synchronisation de l'heure</a:t>
            </a:r>
          </a:p>
          <a:p>
            <a:pPr marL="284163" lvl="1" indent="0"/>
            <a:r>
              <a:rPr lang="fr-BE" sz="2000" kern="0" dirty="0" smtClean="0">
                <a:solidFill>
                  <a:srgbClr val="000000"/>
                </a:solidFill>
              </a:rPr>
              <a:t>L'échange de données</a:t>
            </a:r>
          </a:p>
          <a:p>
            <a:pPr marL="284163" lvl="1" indent="0"/>
            <a:r>
              <a:rPr lang="fr-BE" sz="2000" kern="0" dirty="0" smtClean="0">
                <a:solidFill>
                  <a:srgbClr val="000000"/>
                </a:solidFill>
              </a:rPr>
              <a:t>Sauvegarde (instantanés)</a:t>
            </a:r>
          </a:p>
          <a:p>
            <a:pPr marL="0" indent="0"/>
            <a:endParaRPr lang="fr-BE" sz="2400" kern="0" dirty="0" smtClean="0">
              <a:solidFill>
                <a:srgbClr val="000000"/>
              </a:solidFill>
            </a:endParaRPr>
          </a:p>
          <a:p>
            <a:pPr marL="0" indent="0"/>
            <a:r>
              <a:rPr lang="fr-BE" sz="2400" kern="0" dirty="0" smtClean="0">
                <a:solidFill>
                  <a:srgbClr val="000000"/>
                </a:solidFill>
              </a:rPr>
              <a:t>Le mode de session amélioré permet une connexion à une machine virtuelle similaire à celle du bureau à distance car elle:</a:t>
            </a:r>
          </a:p>
          <a:p>
            <a:pPr marL="284163" lvl="1" indent="0"/>
            <a:r>
              <a:rPr lang="fr-BE" sz="2000" kern="0" dirty="0" smtClean="0">
                <a:solidFill>
                  <a:srgbClr val="000000"/>
                </a:solidFill>
              </a:rPr>
              <a:t>Permet la redirection de périphérique</a:t>
            </a:r>
          </a:p>
          <a:p>
            <a:pPr marL="284163" lvl="1" indent="0"/>
            <a:r>
              <a:rPr lang="fr-BE" sz="2000" kern="0" dirty="0" smtClean="0">
                <a:solidFill>
                  <a:srgbClr val="000000"/>
                </a:solidFill>
              </a:rPr>
              <a:t>Utilise un presse-papiers partagé</a:t>
            </a:r>
          </a:p>
          <a:p>
            <a:pPr marL="284163" lvl="1" indent="0"/>
            <a:r>
              <a:rPr lang="fr-BE" sz="2000" kern="0" dirty="0" smtClean="0">
                <a:solidFill>
                  <a:srgbClr val="000000"/>
                </a:solidFill>
              </a:rPr>
              <a:t>Permet la redirection de dossiers</a:t>
            </a:r>
            <a:endParaRPr lang="en-CA" sz="2000" kern="0" dirty="0">
              <a:solidFill>
                <a:srgbClr val="000000"/>
              </a:solidFill>
            </a:endParaRPr>
          </a:p>
        </p:txBody>
      </p:sp>
    </p:spTree>
    <p:extLst>
      <p:ext uri="{BB962C8B-B14F-4D97-AF65-F5344CB8AC3E}">
        <p14:creationId xmlns="" xmlns:p14="http://schemas.microsoft.com/office/powerpoint/2010/main" val="3465355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0382a5c0-7f14-47d2-9c56-13807b6476e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Virtual Switch Extensions</a:t>
            </a:r>
            <a:endParaRPr lang="en-CA" dirty="0"/>
          </a:p>
        </p:txBody>
      </p:sp>
      <p:sp>
        <p:nvSpPr>
          <p:cNvPr id="4" name="Content Placeholder 2"/>
          <p:cNvSpPr txBox="1">
            <a:spLocks/>
          </p:cNvSpPr>
          <p:nvPr/>
        </p:nvSpPr>
        <p:spPr>
          <a:xfrm>
            <a:off x="458787" y="1021215"/>
            <a:ext cx="8685213"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spcAft>
                <a:spcPts val="900"/>
              </a:spcAft>
            </a:pPr>
            <a:r>
              <a:rPr lang="en-US" sz="2700" kern="0" dirty="0" smtClean="0">
                <a:solidFill>
                  <a:srgbClr val="000000"/>
                </a:solidFill>
              </a:rPr>
              <a:t>P</a:t>
            </a:r>
            <a:r>
              <a:rPr lang="fr-BE" sz="2700" kern="0" dirty="0" smtClean="0">
                <a:solidFill>
                  <a:srgbClr val="000000"/>
                </a:solidFill>
              </a:rPr>
              <a:t>ermet </a:t>
            </a:r>
            <a:r>
              <a:rPr lang="fr-BE" sz="2700" kern="0" dirty="0" smtClean="0">
                <a:solidFill>
                  <a:srgbClr val="000000"/>
                </a:solidFill>
              </a:rPr>
              <a:t>aux fournisseurs tiers de créer des </a:t>
            </a:r>
            <a:r>
              <a:rPr lang="fr-BE" sz="2700" kern="0" dirty="0" smtClean="0">
                <a:solidFill>
                  <a:srgbClr val="000000"/>
                </a:solidFill>
              </a:rPr>
              <a:t>switches </a:t>
            </a:r>
            <a:r>
              <a:rPr lang="fr-BE" sz="2700" kern="0" dirty="0" smtClean="0">
                <a:solidFill>
                  <a:srgbClr val="000000"/>
                </a:solidFill>
              </a:rPr>
              <a:t>virtuels </a:t>
            </a:r>
            <a:r>
              <a:rPr lang="fr-BE" sz="2700" kern="0" dirty="0" smtClean="0">
                <a:solidFill>
                  <a:srgbClr val="000000"/>
                </a:solidFill>
              </a:rPr>
              <a:t>pouvant être ajoutés </a:t>
            </a:r>
            <a:r>
              <a:rPr lang="fr-BE" sz="2700" kern="0" dirty="0" smtClean="0">
                <a:solidFill>
                  <a:srgbClr val="000000"/>
                </a:solidFill>
              </a:rPr>
              <a:t>à </a:t>
            </a:r>
            <a:r>
              <a:rPr lang="fr-BE" sz="2700" kern="0" dirty="0" smtClean="0">
                <a:solidFill>
                  <a:srgbClr val="000000"/>
                </a:solidFill>
              </a:rPr>
              <a:t>Hyper-V.</a:t>
            </a:r>
            <a:endParaRPr lang="en-US" sz="2700" kern="0" dirty="0">
              <a:solidFill>
                <a:srgbClr val="000000"/>
              </a:solidFill>
            </a:endParaRPr>
          </a:p>
          <a:p>
            <a:pPr lvl="0">
              <a:spcAft>
                <a:spcPts val="900"/>
              </a:spcAft>
            </a:pPr>
            <a:r>
              <a:rPr lang="en-US" sz="2700" kern="0" dirty="0" smtClean="0">
                <a:solidFill>
                  <a:srgbClr val="000000"/>
                </a:solidFill>
              </a:rPr>
              <a:t>Ils se configurent comme les switches physiques et apportent les fonctionnalités suivantes : </a:t>
            </a:r>
            <a:r>
              <a:rPr lang="fr-BE" sz="2700" kern="0" dirty="0" smtClean="0">
                <a:solidFill>
                  <a:srgbClr val="000000"/>
                </a:solidFill>
              </a:rPr>
              <a:t>surveillance, filtrage </a:t>
            </a:r>
            <a:r>
              <a:rPr lang="fr-BE" sz="2700" kern="0" dirty="0" smtClean="0">
                <a:solidFill>
                  <a:srgbClr val="000000"/>
                </a:solidFill>
              </a:rPr>
              <a:t>et </a:t>
            </a:r>
            <a:r>
              <a:rPr lang="fr-BE" sz="2700" kern="0" dirty="0" smtClean="0">
                <a:solidFill>
                  <a:srgbClr val="000000"/>
                </a:solidFill>
              </a:rPr>
              <a:t>tranfert de paquets</a:t>
            </a:r>
            <a:endParaRPr lang="en-US" sz="2700" kern="0" dirty="0">
              <a:solidFill>
                <a:srgbClr val="000000"/>
              </a:solidFill>
            </a:endParaRPr>
          </a:p>
        </p:txBody>
      </p:sp>
      <p:grpSp>
        <p:nvGrpSpPr>
          <p:cNvPr id="5" name="Group 4" descr="Person at terminal with tools representing managing virtual and physical switches with the same managment tools."/>
          <p:cNvGrpSpPr/>
          <p:nvPr/>
        </p:nvGrpSpPr>
        <p:grpSpPr>
          <a:xfrm>
            <a:off x="1122387" y="3826924"/>
            <a:ext cx="7621268" cy="2502714"/>
            <a:chOff x="1122387" y="3525700"/>
            <a:chExt cx="7621268" cy="2502714"/>
          </a:xfrm>
        </p:grpSpPr>
        <p:sp>
          <p:nvSpPr>
            <p:cNvPr id="6" name="TextBox 5"/>
            <p:cNvSpPr txBox="1"/>
            <p:nvPr/>
          </p:nvSpPr>
          <p:spPr>
            <a:xfrm>
              <a:off x="1122387" y="5659082"/>
              <a:ext cx="2274982" cy="369332"/>
            </a:xfrm>
            <a:prstGeom prst="rect">
              <a:avLst/>
            </a:prstGeom>
            <a:noFill/>
          </p:spPr>
          <p:txBody>
            <a:bodyPr wrap="none" rtlCol="0">
              <a:spAutoFit/>
            </a:bodyPr>
            <a:lstStyle/>
            <a:p>
              <a:pPr lvl="0" fontAlgn="base">
                <a:spcBef>
                  <a:spcPct val="0"/>
                </a:spcBef>
                <a:spcAft>
                  <a:spcPct val="0"/>
                </a:spcAft>
              </a:pPr>
              <a:r>
                <a:rPr lang="en-US" b="1" dirty="0">
                  <a:solidFill>
                    <a:srgbClr val="000000"/>
                  </a:solidFill>
                  <a:latin typeface="Verdana" panose="020B0604030504040204" pitchFamily="34" charset="0"/>
                  <a:ea typeface="Verdana" panose="020B0604030504040204" pitchFamily="34" charset="0"/>
                  <a:cs typeface="Verdana" panose="020B0604030504040204" pitchFamily="34" charset="0"/>
                </a:rPr>
                <a:t>Virtual switches</a:t>
              </a:r>
            </a:p>
          </p:txBody>
        </p:sp>
        <p:sp>
          <p:nvSpPr>
            <p:cNvPr id="7" name="TextBox 6"/>
            <p:cNvSpPr txBox="1"/>
            <p:nvPr/>
          </p:nvSpPr>
          <p:spPr>
            <a:xfrm>
              <a:off x="6273107" y="5659082"/>
              <a:ext cx="2470548" cy="369332"/>
            </a:xfrm>
            <a:prstGeom prst="rect">
              <a:avLst/>
            </a:prstGeom>
            <a:noFill/>
          </p:spPr>
          <p:txBody>
            <a:bodyPr wrap="none" rtlCol="0">
              <a:spAutoFit/>
            </a:bodyPr>
            <a:lstStyle>
              <a:defPPr>
                <a:defRPr lang="en-US"/>
              </a:defPPr>
              <a:lvl1pPr>
                <a:defRPr>
                  <a:latin typeface="Segoe UI" panose="020B0502040204020203" pitchFamily="34" charset="0"/>
                  <a:ea typeface="Segoe UI" panose="020B0502040204020203" pitchFamily="34" charset="0"/>
                  <a:cs typeface="Segoe UI" panose="020B0502040204020203" pitchFamily="34" charset="0"/>
                </a:defRPr>
              </a:lvl1pPr>
            </a:lstStyle>
            <a:p>
              <a:pPr lvl="0" fontAlgn="base">
                <a:spcBef>
                  <a:spcPct val="0"/>
                </a:spcBef>
                <a:spcAft>
                  <a:spcPct val="0"/>
                </a:spcAft>
              </a:pPr>
              <a:r>
                <a:rPr lang="en-US" b="1" dirty="0">
                  <a:solidFill>
                    <a:srgbClr val="000000"/>
                  </a:solidFill>
                  <a:latin typeface="Verdana" pitchFamily="34" charset="0"/>
                  <a:cs typeface="Arial" charset="0"/>
                </a:rPr>
                <a:t>Physical switches</a:t>
              </a:r>
            </a:p>
          </p:txBody>
        </p:sp>
        <p:grpSp>
          <p:nvGrpSpPr>
            <p:cNvPr id="8" name="Group 7"/>
            <p:cNvGrpSpPr/>
            <p:nvPr/>
          </p:nvGrpSpPr>
          <p:grpSpPr>
            <a:xfrm>
              <a:off x="3870139" y="3525700"/>
              <a:ext cx="1381295" cy="2247083"/>
              <a:chOff x="3921214" y="3127881"/>
              <a:chExt cx="1381295" cy="2247083"/>
            </a:xfrm>
          </p:grpSpPr>
          <p:pic>
            <p:nvPicPr>
              <p:cNvPr id="14" name="Picture 1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4067587" y="3760398"/>
                <a:ext cx="1234922" cy="1394141"/>
              </a:xfrm>
              <a:prstGeom prst="rect">
                <a:avLst/>
              </a:prstGeom>
            </p:spPr>
          </p:pic>
          <p:pic>
            <p:nvPicPr>
              <p:cNvPr id="15" name="Picture 14"/>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4461907" y="3127881"/>
                <a:ext cx="677714" cy="792193"/>
              </a:xfrm>
              <a:prstGeom prst="rect">
                <a:avLst/>
              </a:prstGeom>
            </p:spPr>
          </p:pic>
          <p:pic>
            <p:nvPicPr>
              <p:cNvPr id="16" name="Picture 15"/>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3921214" y="4147809"/>
                <a:ext cx="776680" cy="1227155"/>
              </a:xfrm>
              <a:prstGeom prst="rect">
                <a:avLst/>
              </a:prstGeom>
            </p:spPr>
          </p:pic>
        </p:grpSp>
        <p:cxnSp>
          <p:nvCxnSpPr>
            <p:cNvPr id="9" name="Straight Arrow Connector 8"/>
            <p:cNvCxnSpPr>
              <a:stCxn id="15" idx="1"/>
            </p:cNvCxnSpPr>
            <p:nvPr/>
          </p:nvCxnSpPr>
          <p:spPr bwMode="auto">
            <a:xfrm flipH="1">
              <a:off x="2887264" y="3921797"/>
              <a:ext cx="1523568" cy="995601"/>
            </a:xfrm>
            <a:prstGeom prst="straightConnector1">
              <a:avLst/>
            </a:prstGeom>
            <a:gradFill rotWithShape="1">
              <a:gsLst>
                <a:gs pos="0">
                  <a:srgbClr val="E4CD9A"/>
                </a:gs>
                <a:gs pos="100000">
                  <a:srgbClr val="EEEFD7"/>
                </a:gs>
              </a:gsLst>
              <a:lin ang="2700000" scaled="1"/>
            </a:gradFill>
            <a:ln w="38100" cap="flat" cmpd="sng" algn="ctr">
              <a:solidFill>
                <a:srgbClr val="0070C0"/>
              </a:solidFill>
              <a:prstDash val="solid"/>
              <a:round/>
              <a:headEnd type="none" w="med" len="med"/>
              <a:tailEnd type="arrow"/>
            </a:ln>
            <a:effectLst/>
          </p:spPr>
        </p:cxnSp>
        <p:cxnSp>
          <p:nvCxnSpPr>
            <p:cNvPr id="10" name="Straight Arrow Connector 9"/>
            <p:cNvCxnSpPr>
              <a:stCxn id="15" idx="3"/>
            </p:cNvCxnSpPr>
            <p:nvPr/>
          </p:nvCxnSpPr>
          <p:spPr bwMode="auto">
            <a:xfrm>
              <a:off x="5088546" y="3921797"/>
              <a:ext cx="1520632" cy="995601"/>
            </a:xfrm>
            <a:prstGeom prst="straightConnector1">
              <a:avLst/>
            </a:prstGeom>
            <a:gradFill rotWithShape="1">
              <a:gsLst>
                <a:gs pos="0">
                  <a:srgbClr val="E4CD9A"/>
                </a:gs>
                <a:gs pos="100000">
                  <a:srgbClr val="EEEFD7"/>
                </a:gs>
              </a:gsLst>
              <a:lin ang="2700000" scaled="1"/>
            </a:gradFill>
            <a:ln w="38100" cap="flat" cmpd="sng" algn="ctr">
              <a:solidFill>
                <a:srgbClr val="0070C0"/>
              </a:solidFill>
              <a:prstDash val="solid"/>
              <a:round/>
              <a:headEnd type="none" w="med" len="med"/>
              <a:tailEnd type="arrow"/>
            </a:ln>
            <a:effectLst/>
          </p:spPr>
        </p:cxnSp>
        <p:pic>
          <p:nvPicPr>
            <p:cNvPr id="11" name="Picture 10"/>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6506308" y="4855287"/>
              <a:ext cx="1446306" cy="752079"/>
            </a:xfrm>
            <a:prstGeom prst="rect">
              <a:avLst/>
            </a:prstGeom>
          </p:spPr>
        </p:pic>
        <p:pic>
          <p:nvPicPr>
            <p:cNvPr id="12" name="Picture 11"/>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1356908" y="4820997"/>
              <a:ext cx="1446306" cy="752079"/>
            </a:xfrm>
            <a:prstGeom prst="rect">
              <a:avLst/>
            </a:prstGeom>
            <a:ln>
              <a:noFill/>
            </a:ln>
          </p:spPr>
        </p:pic>
        <p:sp>
          <p:nvSpPr>
            <p:cNvPr id="13" name="Rectangle 12"/>
            <p:cNvSpPr/>
            <p:nvPr/>
          </p:nvSpPr>
          <p:spPr bwMode="auto">
            <a:xfrm>
              <a:off x="1328092" y="4484984"/>
              <a:ext cx="1566562" cy="1219817"/>
            </a:xfrm>
            <a:prstGeom prst="rect">
              <a:avLst/>
            </a:prstGeom>
            <a:solidFill>
              <a:srgbClr val="FFFFFF">
                <a:alpha val="58039"/>
              </a:srgbClr>
            </a:solidFill>
            <a:ln w="952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cs typeface="Arial" charset="0"/>
              </a:endParaRPr>
            </a:p>
          </p:txBody>
        </p:sp>
      </p:grpSp>
    </p:spTree>
    <p:extLst>
      <p:ext uri="{BB962C8B-B14F-4D97-AF65-F5344CB8AC3E}">
        <p14:creationId xmlns="" xmlns:p14="http://schemas.microsoft.com/office/powerpoint/2010/main" val="2449100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09212ec5-9edb-4c75-a754-dd25ebd84e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NIC </a:t>
            </a:r>
            <a:r>
              <a:rPr lang="en-CA" dirty="0" smtClean="0"/>
              <a:t>Teaming?</a:t>
            </a:r>
            <a:endParaRPr lang="en-CA" dirty="0"/>
          </a:p>
        </p:txBody>
      </p:sp>
      <p:sp>
        <p:nvSpPr>
          <p:cNvPr id="4" name="Content Placeholder 2"/>
          <p:cNvSpPr txBox="1">
            <a:spLocks/>
          </p:cNvSpPr>
          <p:nvPr/>
        </p:nvSpPr>
        <p:spPr>
          <a:xfrm>
            <a:off x="236668" y="1021215"/>
            <a:ext cx="8907332"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1" indent="0"/>
            <a:r>
              <a:rPr lang="fr-FR" kern="0" dirty="0" smtClean="0">
                <a:solidFill>
                  <a:srgbClr val="000000"/>
                </a:solidFill>
              </a:rPr>
              <a:t>Renforce la redondance et libère de la bande passante</a:t>
            </a:r>
            <a:endParaRPr lang="fr-FR" kern="0" dirty="0" smtClean="0">
              <a:solidFill>
                <a:srgbClr val="000000"/>
              </a:solidFill>
            </a:endParaRPr>
          </a:p>
          <a:p>
            <a:pPr marL="0" lvl="1" indent="0">
              <a:tabLst>
                <a:tab pos="0" algn="l"/>
              </a:tabLst>
            </a:pPr>
            <a:r>
              <a:rPr lang="fr-BE" kern="0" dirty="0" smtClean="0">
                <a:solidFill>
                  <a:srgbClr val="000000"/>
                </a:solidFill>
              </a:rPr>
              <a:t>Est pris en charge par les hôtes, ainsi que par les machines virtuelle</a:t>
            </a:r>
            <a:r>
              <a:rPr lang="fr-FR" kern="0" dirty="0" smtClean="0">
                <a:solidFill>
                  <a:srgbClr val="000000"/>
                </a:solidFill>
              </a:rPr>
              <a:t>s</a:t>
            </a:r>
          </a:p>
          <a:p>
            <a:pPr marL="0" indent="0"/>
            <a:endParaRPr lang="fr-FR" kern="0" dirty="0" smtClean="0">
              <a:solidFill>
                <a:srgbClr val="000000"/>
              </a:solidFill>
            </a:endParaRPr>
          </a:p>
          <a:p>
            <a:pPr marL="0" indent="0"/>
            <a:r>
              <a:rPr lang="fr-FR" sz="2400" kern="0" dirty="0" smtClean="0">
                <a:solidFill>
                  <a:srgbClr val="000000"/>
                </a:solidFill>
              </a:rPr>
              <a:t>NIC Teaming et les machines virtuelles :</a:t>
            </a:r>
          </a:p>
          <a:p>
            <a:pPr marL="395287" lvl="2" indent="14288"/>
            <a:r>
              <a:rPr lang="fr-BE" kern="0" dirty="0" smtClean="0">
                <a:solidFill>
                  <a:srgbClr val="000000"/>
                </a:solidFill>
              </a:rPr>
              <a:t>Nécessite plusieurs cartes </a:t>
            </a:r>
            <a:r>
              <a:rPr lang="fr-BE" kern="0" dirty="0" smtClean="0">
                <a:solidFill>
                  <a:srgbClr val="000000"/>
                </a:solidFill>
              </a:rPr>
              <a:t>réseaux </a:t>
            </a:r>
            <a:r>
              <a:rPr lang="fr-BE" kern="0" dirty="0" smtClean="0">
                <a:solidFill>
                  <a:srgbClr val="000000"/>
                </a:solidFill>
              </a:rPr>
              <a:t>virtuelles</a:t>
            </a:r>
          </a:p>
          <a:p>
            <a:pPr marL="395287" lvl="2" indent="14288"/>
            <a:r>
              <a:rPr lang="fr-BE" kern="0" dirty="0" smtClean="0">
                <a:solidFill>
                  <a:srgbClr val="000000"/>
                </a:solidFill>
              </a:rPr>
              <a:t>Doit être activé sur </a:t>
            </a:r>
            <a:r>
              <a:rPr lang="fr-BE" kern="0" dirty="0" smtClean="0">
                <a:solidFill>
                  <a:srgbClr val="000000"/>
                </a:solidFill>
              </a:rPr>
              <a:t>un adaptateur </a:t>
            </a:r>
            <a:r>
              <a:rPr lang="fr-BE" kern="0" dirty="0" smtClean="0">
                <a:solidFill>
                  <a:srgbClr val="000000"/>
                </a:solidFill>
              </a:rPr>
              <a:t>réseau </a:t>
            </a:r>
            <a:r>
              <a:rPr lang="fr-BE" kern="0" dirty="0" smtClean="0">
                <a:solidFill>
                  <a:srgbClr val="000000"/>
                </a:solidFill>
              </a:rPr>
              <a:t>virtuel</a:t>
            </a:r>
            <a:endParaRPr lang="fr-BE" kern="0" dirty="0" smtClean="0">
              <a:solidFill>
                <a:srgbClr val="000000"/>
              </a:solidFill>
            </a:endParaRPr>
          </a:p>
          <a:p>
            <a:pPr marL="395287" lvl="2" indent="14288"/>
            <a:r>
              <a:rPr lang="fr-BE" kern="0" dirty="0" smtClean="0">
                <a:solidFill>
                  <a:srgbClr val="000000"/>
                </a:solidFill>
              </a:rPr>
              <a:t>Peut-être </a:t>
            </a:r>
            <a:r>
              <a:rPr lang="fr-BE" kern="0" dirty="0" smtClean="0">
                <a:solidFill>
                  <a:srgbClr val="000000"/>
                </a:solidFill>
              </a:rPr>
              <a:t>implémenté dans le système d'exploitation de la machine virtuelle (si pris en charge)</a:t>
            </a:r>
            <a:endParaRPr lang="fr-FR" kern="0" dirty="0">
              <a:solidFill>
                <a:srgbClr val="000000"/>
              </a:solidFill>
            </a:endParaRPr>
          </a:p>
        </p:txBody>
      </p:sp>
    </p:spTree>
    <p:extLst>
      <p:ext uri="{BB962C8B-B14F-4D97-AF65-F5344CB8AC3E}">
        <p14:creationId xmlns="" xmlns:p14="http://schemas.microsoft.com/office/powerpoint/2010/main" val="2247752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a78524f4-f525-4971-9089-e4c6054d3a97">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500745" cy="740664"/>
          </a:xfrm>
        </p:spPr>
        <p:txBody>
          <a:bodyPr/>
          <a:lstStyle/>
          <a:p>
            <a:r>
              <a:rPr lang="en-CA" dirty="0" smtClean="0"/>
              <a:t>Lab: Implementing Server Virtualization with Hyper-V</a:t>
            </a:r>
            <a:endParaRPr lang="en-CA" dirty="0"/>
          </a:p>
        </p:txBody>
      </p:sp>
      <p:sp>
        <p:nvSpPr>
          <p:cNvPr id="3" name="Text Placeholder 2"/>
          <p:cNvSpPr>
            <a:spLocks noGrp="1"/>
          </p:cNvSpPr>
          <p:nvPr>
            <p:ph type="body" idx="1"/>
          </p:nvPr>
        </p:nvSpPr>
        <p:spPr/>
        <p:txBody>
          <a:bodyPr/>
          <a:lstStyle/>
          <a:p>
            <a:r>
              <a:rPr lang="en-CA" dirty="0" smtClean="0"/>
              <a:t>Exercise 1: Installing the Hyper-V Role onto a Server
Exercise 2: Configuring Virtual Networking
Exercise 3: Creating and Configuring a Virtual Machine
Exercise 4: Using Virtual Machine Checkpoints</a:t>
            </a:r>
            <a:endParaRPr lang="en-CA" dirty="0"/>
          </a:p>
        </p:txBody>
      </p:sp>
      <p:sp>
        <p:nvSpPr>
          <p:cNvPr id="4" name="TextBox 3"/>
          <p:cNvSpPr txBox="1"/>
          <p:nvPr/>
        </p:nvSpPr>
        <p:spPr>
          <a:xfrm>
            <a:off x="458788" y="4346979"/>
            <a:ext cx="2920287" cy="461665"/>
          </a:xfrm>
          <a:prstGeom prst="rect">
            <a:avLst/>
          </a:prstGeom>
          <a:noFill/>
        </p:spPr>
        <p:txBody>
          <a:bodyPr vert="horz" wrap="none" rtlCol="0">
            <a:spAutoFit/>
          </a:bodyPr>
          <a:lstStyle/>
          <a:p>
            <a:r>
              <a:rPr lang="en-CA" sz="2400" b="1" dirty="0" smtClean="0">
                <a:latin typeface="Segoe UI" panose="020B0502040204020203" pitchFamily="34" charset="0"/>
              </a:rPr>
              <a:t>Logon Information</a:t>
            </a:r>
            <a:endParaRPr lang="en-CA" sz="2400" b="1" dirty="0">
              <a:latin typeface="Segoe UI" panose="020B0502040204020203" pitchFamily="34" charset="0"/>
            </a:endParaRPr>
          </a:p>
        </p:txBody>
      </p:sp>
      <p:sp>
        <p:nvSpPr>
          <p:cNvPr id="5" name="TextBox 4"/>
          <p:cNvSpPr txBox="1"/>
          <p:nvPr/>
        </p:nvSpPr>
        <p:spPr>
          <a:xfrm>
            <a:off x="458788" y="4822750"/>
            <a:ext cx="5724644" cy="1015663"/>
          </a:xfrm>
          <a:prstGeom prst="rect">
            <a:avLst/>
          </a:prstGeom>
          <a:noFill/>
        </p:spPr>
        <p:txBody>
          <a:bodyPr vert="horz" wrap="none" rtlCol="0">
            <a:spAutoFit/>
          </a:bodyPr>
          <a:lstStyle/>
          <a:p>
            <a:pPr>
              <a:tabLst>
                <a:tab pos="2574925" algn="l"/>
              </a:tabLst>
            </a:pPr>
            <a:r>
              <a:rPr lang="en-US" sz="2000" b="0" i="0" u="none" strike="noStrike" baseline="0" dirty="0" smtClean="0">
                <a:latin typeface="Segoe UI" panose="020B0502040204020203" pitchFamily="34" charset="0"/>
              </a:rPr>
              <a:t>Virtual machine	</a:t>
            </a:r>
            <a:r>
              <a:rPr lang="en-US" sz="2000" b="1" i="0" u="none" strike="noStrike" baseline="0" dirty="0" smtClean="0">
                <a:latin typeface="Segoe UI" panose="020B0502040204020203" pitchFamily="34" charset="0"/>
              </a:rPr>
              <a:t>20410D‑LON‑HOST1</a:t>
            </a:r>
            <a:r>
              <a:rPr lang="en-US" sz="2000" b="0" i="0" u="none" strike="noStrike" baseline="0" dirty="0" smtClean="0">
                <a:latin typeface="Segoe UI" panose="020B0502040204020203" pitchFamily="34" charset="0"/>
              </a:rPr>
              <a:t>	</a:t>
            </a:r>
          </a:p>
          <a:p>
            <a:pPr>
              <a:tabLst>
                <a:tab pos="2574925" algn="l"/>
              </a:tabLst>
            </a:pPr>
            <a:r>
              <a:rPr lang="en-US" sz="2000" b="0" i="0" u="none" strike="noStrike" baseline="0" dirty="0" smtClean="0">
                <a:latin typeface="Segoe UI" panose="020B0502040204020203" pitchFamily="34" charset="0"/>
              </a:rPr>
              <a:t>User name	</a:t>
            </a:r>
            <a:r>
              <a:rPr lang="en-US" sz="2000" b="1" i="0" u="none" strike="noStrike" baseline="0" dirty="0" smtClean="0">
                <a:latin typeface="Segoe UI" panose="020B0502040204020203" pitchFamily="34" charset="0"/>
              </a:rPr>
              <a:t>Administrator	</a:t>
            </a:r>
            <a:endParaRPr lang="en-US" sz="2000" b="0" i="0" u="none" strike="noStrike" baseline="0" dirty="0" smtClean="0">
              <a:latin typeface="Segoe UI" panose="020B0502040204020203" pitchFamily="34" charset="0"/>
            </a:endParaRPr>
          </a:p>
          <a:p>
            <a:pPr>
              <a:tabLst>
                <a:tab pos="2574925" algn="l"/>
              </a:tabLst>
            </a:pPr>
            <a:r>
              <a:rPr lang="en-US" sz="2000" b="0" i="0" u="none" strike="noStrike" baseline="0" dirty="0" smtClean="0">
                <a:latin typeface="Segoe UI" panose="020B0502040204020203" pitchFamily="34" charset="0"/>
              </a:rPr>
              <a:t>Password	</a:t>
            </a:r>
            <a:r>
              <a:rPr lang="en-US" sz="2000" b="1" i="0" u="none" strike="noStrike" baseline="0" dirty="0" smtClean="0">
                <a:latin typeface="Segoe UI" panose="020B0502040204020203" pitchFamily="34" charset="0"/>
              </a:rPr>
              <a:t>Pa$$w0rd	</a:t>
            </a:r>
            <a:endParaRPr lang="en-US" sz="2000" b="0" i="0" u="none" strike="noStrike" baseline="0" dirty="0" smtClean="0">
              <a:latin typeface="Segoe UI" panose="020B0502040204020203" pitchFamily="34" charset="0"/>
            </a:endParaRP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dirty="0" smtClean="0">
                <a:latin typeface="Segoe UI" panose="020B0502040204020203" pitchFamily="34" charset="0"/>
              </a:rPr>
              <a:t>Estimated Time: 70 minutes</a:t>
            </a:r>
            <a:endParaRPr lang="en-CA" sz="2000" b="1" dirty="0">
              <a:latin typeface="Segoe UI" panose="020B0502040204020203" pitchFamily="34" charset="0"/>
            </a:endParaRPr>
          </a:p>
        </p:txBody>
      </p:sp>
    </p:spTree>
    <p:extLst>
      <p:ext uri="{BB962C8B-B14F-4D97-AF65-F5344CB8AC3E}">
        <p14:creationId xmlns="" xmlns:p14="http://schemas.microsoft.com/office/powerpoint/2010/main" val="1538956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Scenario</a:t>
            </a:r>
            <a:endParaRPr lang="en-CA" dirty="0"/>
          </a:p>
        </p:txBody>
      </p:sp>
      <p:sp>
        <p:nvSpPr>
          <p:cNvPr id="4" name="TextBox 3"/>
          <p:cNvSpPr txBox="1"/>
          <p:nvPr/>
        </p:nvSpPr>
        <p:spPr>
          <a:xfrm>
            <a:off x="458788" y="1021214"/>
            <a:ext cx="8119156" cy="5524500"/>
          </a:xfrm>
          <a:prstGeom prst="rect">
            <a:avLst/>
          </a:prstGeom>
          <a:noFill/>
        </p:spPr>
        <p:txBody>
          <a:bodyPr vert="horz" wrap="square" rtlCol="0">
            <a:spAutoFit/>
          </a:bodyPr>
          <a:lstStyle/>
          <a:p>
            <a:pPr>
              <a:spcBef>
                <a:spcPts val="600"/>
              </a:spcBef>
              <a:spcAft>
                <a:spcPts val="1000"/>
              </a:spcAft>
            </a:pPr>
            <a:r>
              <a:rPr lang="en-US" sz="2800" dirty="0" smtClean="0">
                <a:effectLst/>
                <a:latin typeface="Segoe UI" panose="020B0502040204020203" pitchFamily="34" charset="0"/>
                <a:ea typeface="Times New Roman" panose="02020603050405020304" pitchFamily="18" charset="0"/>
                <a:cs typeface="Times New Roman" panose="02020603050405020304" pitchFamily="18" charset="0"/>
              </a:rPr>
              <a:t>Your assignment is to configure the infrastructure service for a new branch office.</a:t>
            </a:r>
            <a:endParaRPr lang="en-CA" sz="2800" dirty="0" smtClean="0">
              <a:effectLst/>
              <a:latin typeface="Segoe UI" panose="020B0502040204020203" pitchFamily="34" charset="0"/>
              <a:ea typeface="Times New Roman" panose="02020603050405020304" pitchFamily="18" charset="0"/>
              <a:cs typeface="Times New Roman" panose="02020603050405020304" pitchFamily="18" charset="0"/>
            </a:endParaRPr>
          </a:p>
          <a:p>
            <a:pPr>
              <a:spcBef>
                <a:spcPts val="600"/>
              </a:spcBef>
              <a:spcAft>
                <a:spcPts val="1000"/>
              </a:spcAft>
            </a:pPr>
            <a:r>
              <a:rPr lang="en-US" sz="2800" dirty="0" smtClean="0">
                <a:effectLst/>
                <a:latin typeface="Segoe UI" panose="020B0502040204020203" pitchFamily="34" charset="0"/>
                <a:ea typeface="Times New Roman" panose="02020603050405020304" pitchFamily="18" charset="0"/>
                <a:cs typeface="Times New Roman" panose="02020603050405020304" pitchFamily="18" charset="0"/>
              </a:rPr>
              <a:t>To use the server hardware that is available currently at branch offices more effectively, your manager has decided that all branch office servers will run as virtual machines. You must now configure a virtual network and a new virtual machine for these branch offices.</a:t>
            </a:r>
            <a:endParaRPr lang="en-CA" sz="2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011429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83289299-9117-40cd-bb33-714d52c0f4e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Review</a:t>
            </a:r>
            <a:endParaRPr lang="en-CA" dirty="0"/>
          </a:p>
        </p:txBody>
      </p:sp>
      <p:sp>
        <p:nvSpPr>
          <p:cNvPr id="3" name="Text Placeholder 2"/>
          <p:cNvSpPr>
            <a:spLocks noGrp="1"/>
          </p:cNvSpPr>
          <p:nvPr>
            <p:ph type="body" idx="1"/>
          </p:nvPr>
        </p:nvSpPr>
        <p:spPr/>
        <p:txBody>
          <a:bodyPr/>
          <a:lstStyle/>
          <a:p>
            <a:r>
              <a:rPr lang="en-CA" dirty="0" smtClean="0"/>
              <a:t>What type of virtual network switch would you create if you want to allow the virtual machine to communicate with the LAN that is connected to the Hyper-V virtualization server?
How can you ensure that no single virtual machine uses all of the available bandwidth that the </a:t>
            </a:r>
            <a:br>
              <a:rPr lang="en-CA" dirty="0" smtClean="0"/>
            </a:br>
            <a:r>
              <a:rPr lang="en-CA" dirty="0" smtClean="0"/>
              <a:t>Hyper-V virtualization server provides?
What Dynamic Memory configuration task was not possible on previous versions of Hyper-V, but which you can now perform on a virtual machine that is hosted on the Hyper-V role on a Windows Server 2012 server?</a:t>
            </a:r>
            <a:endParaRPr lang="en-CA" dirty="0"/>
          </a:p>
        </p:txBody>
      </p:sp>
    </p:spTree>
    <p:extLst>
      <p:ext uri="{BB962C8B-B14F-4D97-AF65-F5344CB8AC3E}">
        <p14:creationId xmlns="" xmlns:p14="http://schemas.microsoft.com/office/powerpoint/2010/main" val="1214715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Review and Takeaways</a:t>
            </a:r>
            <a:endParaRPr lang="en-CA" dirty="0"/>
          </a:p>
        </p:txBody>
      </p:sp>
      <p:sp>
        <p:nvSpPr>
          <p:cNvPr id="3" name="Text Placeholder 2"/>
          <p:cNvSpPr>
            <a:spLocks noGrp="1"/>
          </p:cNvSpPr>
          <p:nvPr>
            <p:ph type="body" idx="1"/>
          </p:nvPr>
        </p:nvSpPr>
        <p:spPr/>
        <p:txBody>
          <a:bodyPr/>
          <a:lstStyle/>
          <a:p>
            <a:r>
              <a:rPr lang="en-CA" dirty="0" smtClean="0"/>
              <a:t>Review Questions
</a:t>
            </a:r>
            <a:r>
              <a:rPr lang="en-CA" dirty="0"/>
              <a:t>Best </a:t>
            </a:r>
            <a:r>
              <a:rPr lang="en-CA" dirty="0" smtClean="0"/>
              <a:t>Practices</a:t>
            </a:r>
            <a:endParaRPr lang="en-CA" dirty="0"/>
          </a:p>
          <a:p>
            <a:r>
              <a:rPr lang="en-CA" dirty="0" smtClean="0"/>
              <a:t>Common Issues and Troubleshooting Tips
</a:t>
            </a:r>
            <a:r>
              <a:rPr lang="en-CA" dirty="0"/>
              <a:t>Tools</a:t>
            </a:r>
          </a:p>
        </p:txBody>
      </p:sp>
    </p:spTree>
    <p:extLst>
      <p:ext uri="{BB962C8B-B14F-4D97-AF65-F5344CB8AC3E}">
        <p14:creationId xmlns="" xmlns:p14="http://schemas.microsoft.com/office/powerpoint/2010/main" val="1335160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 xmlns:p14="http://schemas.microsoft.com/office/powerpoint/2010/main" val="1981654495"/>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Course_Review">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smtClean="0"/>
              <a:t>Course Evaluation</a:t>
            </a:r>
            <a:endParaRPr lang="en-US" sz="1400" b="1" dirty="0" smtClean="0">
              <a:solidFill>
                <a:srgbClr val="FF0000"/>
              </a:solidFill>
            </a:endParaRPr>
          </a:p>
        </p:txBody>
      </p:sp>
      <p:pic>
        <p:nvPicPr>
          <p:cNvPr id="1029" name="Picture 5" descr="C:\Users\jo\Desktop\work\MSL Graphics Library\Document_list_text.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657600" y="2228842"/>
            <a:ext cx="1553729" cy="2598544"/>
          </a:xfrm>
          <a:prstGeom prst="rect">
            <a:avLst/>
          </a:prstGeom>
          <a:noFill/>
          <a:extLst>
            <a:ext uri="{909E8E84-426E-40DD-AFC4-6F175D3DCCD1}">
              <a14:hiddenFill xmlns="" xmlns:a14="http://schemas.microsoft.com/office/drawing/2010/main">
                <a:solidFill>
                  <a:srgbClr val="FFFFFF"/>
                </a:solidFill>
              </a14:hiddenFill>
            </a:ext>
          </a:extLst>
        </p:spPr>
      </p:pic>
      <p:pic>
        <p:nvPicPr>
          <p:cNvPr id="1028" name="Picture 4" descr="C:\Users\jo\Desktop\work\MSL Graphics Library\validate.pn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883426" y="4067483"/>
            <a:ext cx="762000" cy="75990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90799412"/>
      </p:ext>
    </p:extLst>
  </p:cSld>
  <p:clrMapOvr>
    <a:masterClrMapping/>
  </p:clrMapOvr>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2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2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2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2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2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2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2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2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3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3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3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5.xml><?xml version="1.0" encoding="utf-8"?>
<a:theme xmlns:a="http://schemas.openxmlformats.org/drawingml/2006/main" name="3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6.xml><?xml version="1.0" encoding="utf-8"?>
<a:theme xmlns:a="http://schemas.openxmlformats.org/drawingml/2006/main" name="3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7.xml><?xml version="1.0" encoding="utf-8"?>
<a:theme xmlns:a="http://schemas.openxmlformats.org/drawingml/2006/main" name="3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8.xml><?xml version="1.0" encoding="utf-8"?>
<a:theme xmlns:a="http://schemas.openxmlformats.org/drawingml/2006/main" name="3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9.xml><?xml version="1.0" encoding="utf-8"?>
<a:theme xmlns:a="http://schemas.openxmlformats.org/drawingml/2006/main" name="3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0.xml><?xml version="1.0" encoding="utf-8"?>
<a:theme xmlns:a="http://schemas.openxmlformats.org/drawingml/2006/main" name="3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1.xml><?xml version="1.0" encoding="utf-8"?>
<a:theme xmlns:a="http://schemas.openxmlformats.org/drawingml/2006/main" name="4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2.xml><?xml version="1.0" encoding="utf-8"?>
<a:theme xmlns:a="http://schemas.openxmlformats.org/drawingml/2006/main" name="4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311</TotalTime>
  <Words>1860</Words>
  <Application>Microsoft Office PowerPoint</Application>
  <PresentationFormat>Affichage à l'écran (4:3)</PresentationFormat>
  <Paragraphs>213</Paragraphs>
  <Slides>14</Slides>
  <Notes>14</Notes>
  <HiddenSlides>1</HiddenSlides>
  <MMClips>0</MMClips>
  <ScaleCrop>false</ScaleCrop>
  <HeadingPairs>
    <vt:vector size="6" baseType="variant">
      <vt:variant>
        <vt:lpstr>Polices utilisées</vt:lpstr>
      </vt:variant>
      <vt:variant>
        <vt:i4>11</vt:i4>
      </vt:variant>
      <vt:variant>
        <vt:lpstr>Thème</vt:lpstr>
      </vt:variant>
      <vt:variant>
        <vt:i4>42</vt:i4>
      </vt:variant>
      <vt:variant>
        <vt:lpstr>Titres des diapositives</vt:lpstr>
      </vt:variant>
      <vt:variant>
        <vt:i4>14</vt:i4>
      </vt:variant>
    </vt:vector>
  </HeadingPairs>
  <TitlesOfParts>
    <vt:vector size="67" baseType="lpstr">
      <vt:lpstr>Arial</vt:lpstr>
      <vt:lpstr>Segoe Light</vt:lpstr>
      <vt:lpstr>Segoe UI</vt:lpstr>
      <vt:lpstr>Wingdings</vt:lpstr>
      <vt:lpstr>Verdana</vt:lpstr>
      <vt:lpstr>Times New Roman</vt:lpstr>
      <vt:lpstr>Calibri</vt:lpstr>
      <vt:lpstr>Symbol</vt:lpstr>
      <vt:lpstr>MS Mincho</vt:lpstr>
      <vt:lpstr>굴림</vt:lpstr>
      <vt:lpstr>Segoe UI Light</vt:lpstr>
      <vt:lpstr>Presentation1</vt:lpstr>
      <vt:lpstr>1_Presentation1</vt:lpstr>
      <vt:lpstr>2_Presentation1</vt:lpstr>
      <vt:lpstr>3_Presentation1</vt:lpstr>
      <vt:lpstr>4_Presentation1</vt:lpstr>
      <vt:lpstr>5_Presentation1</vt:lpstr>
      <vt:lpstr>6_Presentation1</vt:lpstr>
      <vt:lpstr>7_Presentation1</vt:lpstr>
      <vt:lpstr>8_Presentation1</vt:lpstr>
      <vt:lpstr>9_Presentation1</vt:lpstr>
      <vt:lpstr>10_Presentation1</vt:lpstr>
      <vt:lpstr>11_Presentation1</vt:lpstr>
      <vt:lpstr>12_Presentation1</vt:lpstr>
      <vt:lpstr>13_Presentation1</vt:lpstr>
      <vt:lpstr>14_Presentation1</vt:lpstr>
      <vt:lpstr>15_Presentation1</vt:lpstr>
      <vt:lpstr>16_Presentation1</vt:lpstr>
      <vt:lpstr>17_Presentation1</vt:lpstr>
      <vt:lpstr>18_Presentation1</vt:lpstr>
      <vt:lpstr>19_Presentation1</vt:lpstr>
      <vt:lpstr>20_Presentation1</vt:lpstr>
      <vt:lpstr>21_Presentation1</vt:lpstr>
      <vt:lpstr>22_Presentation1</vt:lpstr>
      <vt:lpstr>23_Presentation1</vt:lpstr>
      <vt:lpstr>24_Presentation1</vt:lpstr>
      <vt:lpstr>25_Presentation1</vt:lpstr>
      <vt:lpstr>26_Presentation1</vt:lpstr>
      <vt:lpstr>27_Presentation1</vt:lpstr>
      <vt:lpstr>28_Presentation1</vt:lpstr>
      <vt:lpstr>29_Presentation1</vt:lpstr>
      <vt:lpstr>30_Presentation1</vt:lpstr>
      <vt:lpstr>31_Presentation1</vt:lpstr>
      <vt:lpstr>32_Presentation1</vt:lpstr>
      <vt:lpstr>33_Presentation1</vt:lpstr>
      <vt:lpstr>34_Presentation1</vt:lpstr>
      <vt:lpstr>35_Presentation1</vt:lpstr>
      <vt:lpstr>36_Presentation1</vt:lpstr>
      <vt:lpstr>37_Presentation1</vt:lpstr>
      <vt:lpstr>38_Presentation1</vt:lpstr>
      <vt:lpstr>39_Presentation1</vt:lpstr>
      <vt:lpstr>40_Presentation1</vt:lpstr>
      <vt:lpstr>41_Presentation1</vt:lpstr>
      <vt:lpstr>Module 13</vt:lpstr>
      <vt:lpstr>Windows Azure</vt:lpstr>
      <vt:lpstr>Types de virtualisation</vt:lpstr>
      <vt:lpstr>Virtual Machine Hardware</vt:lpstr>
      <vt:lpstr>Generation 2 Virtual Machines</vt:lpstr>
      <vt:lpstr>Virtual Machine Integration Services</vt:lpstr>
      <vt:lpstr>Virtual Switch Extensions</vt:lpstr>
      <vt:lpstr>NIC Teaming?</vt:lpstr>
      <vt:lpstr>Lab: Implementing Server Virtualization with Hyper-V</vt:lpstr>
      <vt:lpstr>Lab Scenario</vt:lpstr>
      <vt:lpstr>Lab Review</vt:lpstr>
      <vt:lpstr>Module Review and Takeaways</vt:lpstr>
      <vt:lpstr>Diapositive 13</vt:lpstr>
      <vt:lpstr>Course Evaluation</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13</dc:title>
  <dc:creator>Karin Carlson</dc:creator>
  <cp:lastModifiedBy>srodrigues</cp:lastModifiedBy>
  <cp:revision>43</cp:revision>
  <dcterms:created xsi:type="dcterms:W3CDTF">2014-02-23T06:14:24Z</dcterms:created>
  <dcterms:modified xsi:type="dcterms:W3CDTF">2017-06-29T12:39:26Z</dcterms:modified>
</cp:coreProperties>
</file>