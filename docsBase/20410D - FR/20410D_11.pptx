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6.xml" ContentType="application/vnd.openxmlformats-officedocument.theme+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7.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8.xml" ContentType="application/vnd.openxmlformats-officedocument.theme+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theme/theme9.xml" ContentType="application/vnd.openxmlformats-officedocument.theme+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theme/theme10.xml" ContentType="application/vnd.openxmlformats-officedocument.theme+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theme/theme11.xml" ContentType="application/vnd.openxmlformats-officedocument.theme+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theme/theme12.xml" ContentType="application/vnd.openxmlformats-officedocument.theme+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theme/theme13.xml" ContentType="application/vnd.openxmlformats-officedocument.theme+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theme/theme14.xml" ContentType="application/vnd.openxmlformats-officedocument.theme+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theme/theme15.xml" ContentType="application/vnd.openxmlformats-officedocument.theme+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theme/theme16.xml" ContentType="application/vnd.openxmlformats-officedocument.theme+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theme/theme17.xml" ContentType="application/vnd.openxmlformats-officedocument.theme+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theme/theme18.xml" ContentType="application/vnd.openxmlformats-officedocument.theme+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theme/theme19.xml" ContentType="application/vnd.openxmlformats-officedocument.theme+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theme/theme20.xml" ContentType="application/vnd.openxmlformats-officedocument.theme+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theme/theme21.xml" ContentType="application/vnd.openxmlformats-officedocument.theme+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theme/theme22.xml" ContentType="application/vnd.openxmlformats-officedocument.theme+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theme/theme23.xml" ContentType="application/vnd.openxmlformats-officedocument.theme+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theme/theme24.xml" ContentType="application/vnd.openxmlformats-officedocument.theme+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theme/theme25.xml" ContentType="application/vnd.openxmlformats-officedocument.theme+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theme/theme26.xml" ContentType="application/vnd.openxmlformats-officedocument.theme+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theme/theme27.xml" ContentType="application/vnd.openxmlformats-officedocument.theme+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theme/theme28.xml" ContentType="application/vnd.openxmlformats-officedocument.theme+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theme/theme29.xml" ContentType="application/vnd.openxmlformats-officedocument.theme+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theme/theme30.xml" ContentType="application/vnd.openxmlformats-officedocument.theme+xml"/>
  <Override PartName="/ppt/slideLayouts/slideLayout359.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0.xml" ContentType="application/vnd.openxmlformats-officedocument.presentationml.slideLayout+xml"/>
  <Override PartName="/ppt/theme/theme31.xml" ContentType="application/vnd.openxmlformats-officedocument.theme+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theme/theme32.xml" ContentType="application/vnd.openxmlformats-officedocument.theme+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0.xml" ContentType="application/vnd.openxmlformats-officedocument.presentationml.slideLayout+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slideLayouts/slideLayout393.xml" ContentType="application/vnd.openxmlformats-officedocument.presentationml.slideLayout+xml"/>
  <Override PartName="/ppt/theme/theme33.xml" ContentType="application/vnd.openxmlformats-officedocument.theme+xml"/>
  <Override PartName="/ppt/theme/theme3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 id="2147483673" r:id="rId2"/>
    <p:sldMasterId id="2147483686" r:id="rId3"/>
    <p:sldMasterId id="2147483699" r:id="rId4"/>
    <p:sldMasterId id="2147483712" r:id="rId5"/>
    <p:sldMasterId id="2147483725" r:id="rId6"/>
    <p:sldMasterId id="2147483738" r:id="rId7"/>
    <p:sldMasterId id="2147483751" r:id="rId8"/>
    <p:sldMasterId id="2147483764" r:id="rId9"/>
    <p:sldMasterId id="2147483777" r:id="rId10"/>
    <p:sldMasterId id="2147483790" r:id="rId11"/>
    <p:sldMasterId id="2147483803" r:id="rId12"/>
    <p:sldMasterId id="2147483816" r:id="rId13"/>
    <p:sldMasterId id="2147483829" r:id="rId14"/>
    <p:sldMasterId id="2147483842" r:id="rId15"/>
    <p:sldMasterId id="2147483855" r:id="rId16"/>
    <p:sldMasterId id="2147483868" r:id="rId17"/>
    <p:sldMasterId id="2147483881" r:id="rId18"/>
    <p:sldMasterId id="2147483894" r:id="rId19"/>
    <p:sldMasterId id="2147483907" r:id="rId20"/>
    <p:sldMasterId id="2147483920" r:id="rId21"/>
    <p:sldMasterId id="2147483933" r:id="rId22"/>
    <p:sldMasterId id="2147483946" r:id="rId23"/>
    <p:sldMasterId id="2147483959" r:id="rId24"/>
    <p:sldMasterId id="2147483972" r:id="rId25"/>
    <p:sldMasterId id="2147483985" r:id="rId26"/>
    <p:sldMasterId id="2147483998" r:id="rId27"/>
    <p:sldMasterId id="2147484011" r:id="rId28"/>
    <p:sldMasterId id="2147484024" r:id="rId29"/>
    <p:sldMasterId id="2147484037" r:id="rId30"/>
    <p:sldMasterId id="2147484050" r:id="rId31"/>
    <p:sldMasterId id="2147484063" r:id="rId32"/>
    <p:sldMasterId id="2147484076" r:id="rId33"/>
  </p:sldMasterIdLst>
  <p:notesMasterIdLst>
    <p:notesMasterId r:id="rId63"/>
  </p:notesMasterIdLst>
  <p:sldIdLst>
    <p:sldId id="256" r:id="rId34"/>
    <p:sldId id="257" r:id="rId35"/>
    <p:sldId id="258" r:id="rId36"/>
    <p:sldId id="259" r:id="rId37"/>
    <p:sldId id="260" r:id="rId38"/>
    <p:sldId id="261" r:id="rId39"/>
    <p:sldId id="262" r:id="rId40"/>
    <p:sldId id="263" r:id="rId41"/>
    <p:sldId id="264" r:id="rId42"/>
    <p:sldId id="284" r:id="rId43"/>
    <p:sldId id="265" r:id="rId44"/>
    <p:sldId id="266" r:id="rId45"/>
    <p:sldId id="267" r:id="rId46"/>
    <p:sldId id="268" r:id="rId47"/>
    <p:sldId id="269" r:id="rId48"/>
    <p:sldId id="270" r:id="rId49"/>
    <p:sldId id="271" r:id="rId50"/>
    <p:sldId id="272" r:id="rId51"/>
    <p:sldId id="273" r:id="rId52"/>
    <p:sldId id="286" r:id="rId53"/>
    <p:sldId id="274" r:id="rId54"/>
    <p:sldId id="275" r:id="rId55"/>
    <p:sldId id="276" r:id="rId56"/>
    <p:sldId id="277" r:id="rId57"/>
    <p:sldId id="279" r:id="rId58"/>
    <p:sldId id="280" r:id="rId59"/>
    <p:sldId id="282" r:id="rId60"/>
    <p:sldId id="283" r:id="rId61"/>
    <p:sldId id="287" r:id="rId62"/>
  </p:sldIdLst>
  <p:sldSz cx="9144000" cy="6858000" type="screen4x3"/>
  <p:notesSz cx="6858000" cy="9144000"/>
  <p:embeddedFontLst>
    <p:embeddedFont>
      <p:font typeface="Segoe" panose="020B0604020202020204" charset="0"/>
      <p:regular r:id="rId64"/>
      <p:bold r:id="rId65"/>
      <p:italic r:id="rId66"/>
      <p:boldItalic r:id="rId67"/>
    </p:embeddedFont>
    <p:embeddedFont>
      <p:font typeface="Segoe Light" panose="020B0604020202020204" charset="0"/>
      <p:regular r:id="rId68"/>
      <p:italic r:id="rId69"/>
    </p:embeddedFont>
    <p:embeddedFont>
      <p:font typeface="Lucida Sans Typewriter" panose="020B0509030504030204" pitchFamily="49" charset="0"/>
      <p:regular r:id="rId70"/>
      <p:bold r:id="rId71"/>
      <p:italic r:id="rId72"/>
      <p:boldItalic r:id="rId73"/>
    </p:embeddedFont>
    <p:embeddedFont>
      <p:font typeface="Segoe UI Light" panose="020B0502040204020203" pitchFamily="34" charset="0"/>
      <p:regular r:id="rId74"/>
      <p:italic r:id="rId75"/>
    </p:embeddedFont>
    <p:embeddedFont>
      <p:font typeface="Segoe UI" panose="020B0502040204020203" pitchFamily="34" charset="0"/>
      <p:regular r:id="rId76"/>
      <p:bold r:id="rId77"/>
      <p:italic r:id="rId78"/>
      <p:boldItalic r:id="rId79"/>
    </p:embeddedFont>
    <p:embeddedFont>
      <p:font typeface="Verdana" panose="020B0604030504040204" pitchFamily="34" charset="0"/>
      <p:regular r:id="rId80"/>
      <p:bold r:id="rId81"/>
      <p:italic r:id="rId82"/>
      <p:boldItalic r:id="rId83"/>
    </p:embeddedFont>
    <p:embeddedFont>
      <p:font typeface="Calibri" panose="020F0502020204030204" pitchFamily="34" charset="0"/>
      <p:regular r:id="rId84"/>
      <p:bold r:id="rId85"/>
      <p:italic r:id="rId86"/>
      <p:boldItalic r:id="rId8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inimized">
    <p:restoredLeft sz="7524" autoAdjust="0"/>
    <p:restoredTop sz="68621" autoAdjust="0"/>
  </p:normalViewPr>
  <p:slideViewPr>
    <p:cSldViewPr snapToGrid="0">
      <p:cViewPr varScale="1">
        <p:scale>
          <a:sx n="75" d="100"/>
          <a:sy n="75" d="100"/>
        </p:scale>
        <p:origin x="2596" y="44"/>
      </p:cViewPr>
      <p:guideLst>
        <p:guide orient="horz" pos="2160"/>
        <p:guide pos="2880"/>
      </p:guideLst>
    </p:cSldViewPr>
  </p:slideViewPr>
  <p:notesTextViewPr>
    <p:cViewPr>
      <p:scale>
        <a:sx n="1" d="1"/>
        <a:sy n="1" d="1"/>
      </p:scale>
      <p:origin x="0" y="0"/>
    </p:cViewPr>
  </p:notesTextViewPr>
  <p:notesViewPr>
    <p:cSldViewPr snapToGrid="0">
      <p:cViewPr varScale="1">
        <p:scale>
          <a:sx n="67" d="100"/>
          <a:sy n="67" d="100"/>
        </p:scale>
        <p:origin x="1584" y="6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Master" Target="slideMasters/slideMaster26.xml"/><Relationship Id="rId21" Type="http://schemas.openxmlformats.org/officeDocument/2006/relationships/slideMaster" Target="slideMasters/slideMaster21.xml"/><Relationship Id="rId42" Type="http://schemas.openxmlformats.org/officeDocument/2006/relationships/slide" Target="slides/slide9.xml"/><Relationship Id="rId47" Type="http://schemas.openxmlformats.org/officeDocument/2006/relationships/slide" Target="slides/slide14.xml"/><Relationship Id="rId63" Type="http://schemas.openxmlformats.org/officeDocument/2006/relationships/notesMaster" Target="notesMasters/notesMaster1.xml"/><Relationship Id="rId68" Type="http://schemas.openxmlformats.org/officeDocument/2006/relationships/font" Target="fonts/font5.fntdata"/><Relationship Id="rId84" Type="http://schemas.openxmlformats.org/officeDocument/2006/relationships/font" Target="fonts/font21.fntdata"/><Relationship Id="rId89" Type="http://schemas.openxmlformats.org/officeDocument/2006/relationships/viewProps" Target="viewProps.xml"/><Relationship Id="rId16" Type="http://schemas.openxmlformats.org/officeDocument/2006/relationships/slideMaster" Target="slideMasters/slideMaster16.xml"/><Relationship Id="rId11" Type="http://schemas.openxmlformats.org/officeDocument/2006/relationships/slideMaster" Target="slideMasters/slideMaster11.xml"/><Relationship Id="rId32" Type="http://schemas.openxmlformats.org/officeDocument/2006/relationships/slideMaster" Target="slideMasters/slideMaster32.xml"/><Relationship Id="rId37" Type="http://schemas.openxmlformats.org/officeDocument/2006/relationships/slide" Target="slides/slide4.xml"/><Relationship Id="rId53" Type="http://schemas.openxmlformats.org/officeDocument/2006/relationships/slide" Target="slides/slide20.xml"/><Relationship Id="rId58" Type="http://schemas.openxmlformats.org/officeDocument/2006/relationships/slide" Target="slides/slide25.xml"/><Relationship Id="rId74" Type="http://schemas.openxmlformats.org/officeDocument/2006/relationships/font" Target="fonts/font11.fntdata"/><Relationship Id="rId79" Type="http://schemas.openxmlformats.org/officeDocument/2006/relationships/font" Target="fonts/font16.fntdata"/><Relationship Id="rId5" Type="http://schemas.openxmlformats.org/officeDocument/2006/relationships/slideMaster" Target="slideMasters/slideMaster5.xml"/><Relationship Id="rId90" Type="http://schemas.openxmlformats.org/officeDocument/2006/relationships/theme" Target="theme/theme1.xml"/><Relationship Id="rId14" Type="http://schemas.openxmlformats.org/officeDocument/2006/relationships/slideMaster" Target="slideMasters/slideMaster14.xml"/><Relationship Id="rId22" Type="http://schemas.openxmlformats.org/officeDocument/2006/relationships/slideMaster" Target="slideMasters/slideMaster22.xml"/><Relationship Id="rId27" Type="http://schemas.openxmlformats.org/officeDocument/2006/relationships/slideMaster" Target="slideMasters/slideMaster27.xml"/><Relationship Id="rId30" Type="http://schemas.openxmlformats.org/officeDocument/2006/relationships/slideMaster" Target="slideMasters/slideMaster30.xml"/><Relationship Id="rId35" Type="http://schemas.openxmlformats.org/officeDocument/2006/relationships/slide" Target="slides/slide2.xml"/><Relationship Id="rId43" Type="http://schemas.openxmlformats.org/officeDocument/2006/relationships/slide" Target="slides/slide10.xml"/><Relationship Id="rId48" Type="http://schemas.openxmlformats.org/officeDocument/2006/relationships/slide" Target="slides/slide15.xml"/><Relationship Id="rId56" Type="http://schemas.openxmlformats.org/officeDocument/2006/relationships/slide" Target="slides/slide23.xml"/><Relationship Id="rId64" Type="http://schemas.openxmlformats.org/officeDocument/2006/relationships/font" Target="fonts/font1.fntdata"/><Relationship Id="rId69" Type="http://schemas.openxmlformats.org/officeDocument/2006/relationships/font" Target="fonts/font6.fntdata"/><Relationship Id="rId77" Type="http://schemas.openxmlformats.org/officeDocument/2006/relationships/font" Target="fonts/font14.fntdata"/><Relationship Id="rId8" Type="http://schemas.openxmlformats.org/officeDocument/2006/relationships/slideMaster" Target="slideMasters/slideMaster8.xml"/><Relationship Id="rId51" Type="http://schemas.openxmlformats.org/officeDocument/2006/relationships/slide" Target="slides/slide18.xml"/><Relationship Id="rId72" Type="http://schemas.openxmlformats.org/officeDocument/2006/relationships/font" Target="fonts/font9.fntdata"/><Relationship Id="rId80" Type="http://schemas.openxmlformats.org/officeDocument/2006/relationships/font" Target="fonts/font17.fntdata"/><Relationship Id="rId85" Type="http://schemas.openxmlformats.org/officeDocument/2006/relationships/font" Target="fonts/font22.fntdata"/><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Master" Target="slideMasters/slideMaster25.xml"/><Relationship Id="rId33" Type="http://schemas.openxmlformats.org/officeDocument/2006/relationships/slideMaster" Target="slideMasters/slideMaster33.xml"/><Relationship Id="rId38" Type="http://schemas.openxmlformats.org/officeDocument/2006/relationships/slide" Target="slides/slide5.xml"/><Relationship Id="rId46" Type="http://schemas.openxmlformats.org/officeDocument/2006/relationships/slide" Target="slides/slide13.xml"/><Relationship Id="rId59" Type="http://schemas.openxmlformats.org/officeDocument/2006/relationships/slide" Target="slides/slide26.xml"/><Relationship Id="rId67" Type="http://schemas.openxmlformats.org/officeDocument/2006/relationships/font" Target="fonts/font4.fntdata"/><Relationship Id="rId20" Type="http://schemas.openxmlformats.org/officeDocument/2006/relationships/slideMaster" Target="slideMasters/slideMaster20.xml"/><Relationship Id="rId41" Type="http://schemas.openxmlformats.org/officeDocument/2006/relationships/slide" Target="slides/slide8.xml"/><Relationship Id="rId54" Type="http://schemas.openxmlformats.org/officeDocument/2006/relationships/slide" Target="slides/slide21.xml"/><Relationship Id="rId62" Type="http://schemas.openxmlformats.org/officeDocument/2006/relationships/slide" Target="slides/slide29.xml"/><Relationship Id="rId70" Type="http://schemas.openxmlformats.org/officeDocument/2006/relationships/font" Target="fonts/font7.fntdata"/><Relationship Id="rId75" Type="http://schemas.openxmlformats.org/officeDocument/2006/relationships/font" Target="fonts/font12.fntdata"/><Relationship Id="rId83" Type="http://schemas.openxmlformats.org/officeDocument/2006/relationships/font" Target="fonts/font20.fntdata"/><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Master" Target="slideMasters/slideMaster28.xml"/><Relationship Id="rId36" Type="http://schemas.openxmlformats.org/officeDocument/2006/relationships/slide" Target="slides/slide3.xml"/><Relationship Id="rId49" Type="http://schemas.openxmlformats.org/officeDocument/2006/relationships/slide" Target="slides/slide16.xml"/><Relationship Id="rId57" Type="http://schemas.openxmlformats.org/officeDocument/2006/relationships/slide" Target="slides/slide24.xml"/><Relationship Id="rId10" Type="http://schemas.openxmlformats.org/officeDocument/2006/relationships/slideMaster" Target="slideMasters/slideMaster10.xml"/><Relationship Id="rId31" Type="http://schemas.openxmlformats.org/officeDocument/2006/relationships/slideMaster" Target="slideMasters/slideMaster31.xml"/><Relationship Id="rId44" Type="http://schemas.openxmlformats.org/officeDocument/2006/relationships/slide" Target="slides/slide11.xml"/><Relationship Id="rId52" Type="http://schemas.openxmlformats.org/officeDocument/2006/relationships/slide" Target="slides/slide19.xml"/><Relationship Id="rId60" Type="http://schemas.openxmlformats.org/officeDocument/2006/relationships/slide" Target="slides/slide27.xml"/><Relationship Id="rId65" Type="http://schemas.openxmlformats.org/officeDocument/2006/relationships/font" Target="fonts/font2.fntdata"/><Relationship Id="rId73" Type="http://schemas.openxmlformats.org/officeDocument/2006/relationships/font" Target="fonts/font10.fntdata"/><Relationship Id="rId78" Type="http://schemas.openxmlformats.org/officeDocument/2006/relationships/font" Target="fonts/font15.fntdata"/><Relationship Id="rId81" Type="http://schemas.openxmlformats.org/officeDocument/2006/relationships/font" Target="fonts/font18.fntdata"/><Relationship Id="rId86" Type="http://schemas.openxmlformats.org/officeDocument/2006/relationships/font" Target="fonts/font23.fntdata"/><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39" Type="http://schemas.openxmlformats.org/officeDocument/2006/relationships/slide" Target="slides/slide6.xml"/><Relationship Id="rId34" Type="http://schemas.openxmlformats.org/officeDocument/2006/relationships/slide" Target="slides/slide1.xml"/><Relationship Id="rId50" Type="http://schemas.openxmlformats.org/officeDocument/2006/relationships/slide" Target="slides/slide17.xml"/><Relationship Id="rId55" Type="http://schemas.openxmlformats.org/officeDocument/2006/relationships/slide" Target="slides/slide22.xml"/><Relationship Id="rId76" Type="http://schemas.openxmlformats.org/officeDocument/2006/relationships/font" Target="fonts/font13.fntdata"/><Relationship Id="rId7" Type="http://schemas.openxmlformats.org/officeDocument/2006/relationships/slideMaster" Target="slideMasters/slideMaster7.xml"/><Relationship Id="rId71" Type="http://schemas.openxmlformats.org/officeDocument/2006/relationships/font" Target="fonts/font8.fntdata"/><Relationship Id="rId2" Type="http://schemas.openxmlformats.org/officeDocument/2006/relationships/slideMaster" Target="slideMasters/slideMaster2.xml"/><Relationship Id="rId29" Type="http://schemas.openxmlformats.org/officeDocument/2006/relationships/slideMaster" Target="slideMasters/slideMaster29.xml"/><Relationship Id="rId24" Type="http://schemas.openxmlformats.org/officeDocument/2006/relationships/slideMaster" Target="slideMasters/slideMaster24.xml"/><Relationship Id="rId40" Type="http://schemas.openxmlformats.org/officeDocument/2006/relationships/slide" Target="slides/slide7.xml"/><Relationship Id="rId45" Type="http://schemas.openxmlformats.org/officeDocument/2006/relationships/slide" Target="slides/slide12.xml"/><Relationship Id="rId66" Type="http://schemas.openxmlformats.org/officeDocument/2006/relationships/font" Target="fonts/font3.fntdata"/><Relationship Id="rId87" Type="http://schemas.openxmlformats.org/officeDocument/2006/relationships/font" Target="fonts/font24.fntdata"/><Relationship Id="rId61" Type="http://schemas.openxmlformats.org/officeDocument/2006/relationships/slide" Target="slides/slide28.xml"/><Relationship Id="rId82" Type="http://schemas.openxmlformats.org/officeDocument/2006/relationships/font" Target="fonts/font19.fntdata"/><Relationship Id="rId19" Type="http://schemas.openxmlformats.org/officeDocument/2006/relationships/slideMaster" Target="slideMasters/slideMaster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05F52A-DEE8-4E0E-AC38-70F2D86E0196}" type="datetimeFigureOut">
              <a:rPr lang="en-CA" smtClean="0"/>
              <a:pPr/>
              <a:t>2017-06-29</a:t>
            </a:fld>
            <a:endParaRPr lang="en-CA"/>
          </a:p>
        </p:txBody>
      </p:sp>
      <p:sp>
        <p:nvSpPr>
          <p:cNvPr id="4" name="Slide Image Placeholder 3"/>
          <p:cNvSpPr>
            <a:spLocks noGrp="1" noRot="1" noChangeAspect="1"/>
          </p:cNvSpPr>
          <p:nvPr>
            <p:ph type="sldImg" idx="2"/>
          </p:nvPr>
        </p:nvSpPr>
        <p:spPr>
          <a:xfrm>
            <a:off x="4325112" y="73152"/>
            <a:ext cx="2468880" cy="185166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310896" y="2093976"/>
            <a:ext cx="6153912" cy="66040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B9EA0A-02CE-4302-BF90-69E3E05D9DC6}" type="slidenum">
              <a:rPr lang="en-CA" smtClean="0"/>
              <a:pPr/>
              <a:t>‹N°›</a:t>
            </a:fld>
            <a:endParaRPr lang="en-CA"/>
          </a:p>
        </p:txBody>
      </p:sp>
    </p:spTree>
    <p:extLst>
      <p:ext uri="{BB962C8B-B14F-4D97-AF65-F5344CB8AC3E}">
        <p14:creationId xmlns:p14="http://schemas.microsoft.com/office/powerpoint/2010/main" val="1733533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go.microsoft.com/fwlink/?LinkID=266752"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Presentation:</a:t>
            </a: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 60 minutes</a:t>
            </a: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Lab:</a:t>
            </a: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 45 minutes</a:t>
            </a: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After completing this module, students will be able to:</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marL="342900" lvl="0" indent="-342900">
              <a:lnSpc>
                <a:spcPct val="115000"/>
              </a:lnSpc>
              <a:spcBef>
                <a:spcPts val="0"/>
              </a:spcBef>
              <a:spcAft>
                <a:spcPts val="995"/>
              </a:spcAft>
              <a:buFont typeface="Symbol" panose="05050102010706020507" pitchFamily="18" charset="2"/>
              <a:buChar char=""/>
            </a:pPr>
            <a:r>
              <a:rPr lang="en-CA" sz="1000" dirty="0" smtClean="0">
                <a:effectLst/>
                <a:latin typeface="Arial" panose="020B0604020202020204" pitchFamily="34" charset="0"/>
                <a:ea typeface="Times New Roman" panose="02020603050405020304" pitchFamily="18" charset="0"/>
                <a:cs typeface="Segoe UI" panose="020B0502040204020203" pitchFamily="34" charset="0"/>
              </a:rPr>
              <a:t>Create and manage Group Policy Objects (GPOs).</a:t>
            </a:r>
            <a:endParaRPr lang="en-CA" sz="1000" dirty="0" smtClean="0">
              <a:effectLst/>
              <a:latin typeface="Arial" panose="020B0604020202020204" pitchFamily="34"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Describe Group Policy processing.</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Implement a central store for administrative templates.</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nSpc>
                <a:spcPts val="1300"/>
              </a:lnSpc>
              <a:spcBef>
                <a:spcPts val="900"/>
              </a:spcBef>
              <a:spcAft>
                <a:spcPts val="300"/>
              </a:spcAft>
            </a:pPr>
            <a:r>
              <a:rPr lang="en-US" sz="1000" b="1" dirty="0" smtClean="0">
                <a:effectLst/>
                <a:latin typeface="Arial" panose="020B0604020202020204" pitchFamily="34" charset="0"/>
                <a:ea typeface="Times New Roman" panose="02020603050405020304" pitchFamily="18" charset="0"/>
                <a:cs typeface="Segoe UI" panose="020B0502040204020203" pitchFamily="34" charset="0"/>
              </a:rPr>
              <a:t>Required Materials</a:t>
            </a:r>
            <a:endParaRPr lang="en-CA" sz="1000" b="1" dirty="0" smtClean="0">
              <a:effectLst/>
              <a:latin typeface="Arial" panose="020B0604020202020204" pitchFamily="34" charset="0"/>
              <a:ea typeface="Times New Roman" panose="02020603050405020304" pitchFamily="18" charset="0"/>
              <a:cs typeface="Segoe UI" panose="020B0502040204020203" pitchFamily="34"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To teach this module, you need the Microsoft</a:t>
            </a:r>
            <a:r>
              <a:rPr lang="en-CA" sz="1000" baseline="30000" dirty="0" smtClean="0">
                <a:effectLst/>
                <a:latin typeface="Arial" panose="020B0604020202020204" pitchFamily="34" charset="0"/>
                <a:ea typeface="Calibri" panose="020F0502020204030204" pitchFamily="34" charset="0"/>
                <a:cs typeface="Segoe UI" panose="020B0502040204020203" pitchFamily="34" charset="0"/>
              </a:rPr>
              <a:t>®</a:t>
            </a:r>
            <a:r>
              <a:rPr lang="en-CA" sz="1000" dirty="0" smtClean="0">
                <a:effectLst/>
                <a:latin typeface="Arial" panose="020B0604020202020204" pitchFamily="34" charset="0"/>
                <a:ea typeface="Calibri" panose="020F0502020204030204" pitchFamily="34" charset="0"/>
                <a:cs typeface="Segoe UI" panose="020B0502040204020203" pitchFamily="34" charset="0"/>
              </a:rPr>
              <a:t> Office PowerPoint</a:t>
            </a:r>
            <a:r>
              <a:rPr lang="en-CA" sz="1000" baseline="30000" dirty="0" smtClean="0">
                <a:effectLst/>
                <a:latin typeface="Arial" panose="020B0604020202020204" pitchFamily="34" charset="0"/>
                <a:ea typeface="Calibri" panose="020F0502020204030204" pitchFamily="34" charset="0"/>
                <a:cs typeface="Segoe UI" panose="020B0502040204020203" pitchFamily="34" charset="0"/>
              </a:rPr>
              <a:t>®</a:t>
            </a:r>
            <a:r>
              <a:rPr lang="en-CA" sz="1000" dirty="0" smtClean="0">
                <a:effectLst/>
                <a:latin typeface="Arial" panose="020B0604020202020204" pitchFamily="34" charset="0"/>
                <a:ea typeface="Calibri" panose="020F0502020204030204" pitchFamily="34" charset="0"/>
                <a:cs typeface="Segoe UI" panose="020B0502040204020203" pitchFamily="34" charset="0"/>
              </a:rPr>
              <a:t> file 20410D_11.pptx.</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Important:</a:t>
            </a:r>
            <a:r>
              <a:rPr lang="en-CA" sz="1000" dirty="0" smtClean="0">
                <a:effectLst/>
                <a:latin typeface="Arial" panose="020B0604020202020204" pitchFamily="34" charset="0"/>
                <a:ea typeface="Calibri" panose="020F0502020204030204" pitchFamily="34" charset="0"/>
                <a:cs typeface="Segoe UI" panose="020B0502040204020203" pitchFamily="34" charset="0"/>
              </a:rPr>
              <a:t> We recommend that you use Office PowerPoint 2007 or a newer version to display the slides for this course. If you use PowerPoint Viewer or an older version of Office PowerPoint, all the features of the slides might not display correctly.</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ts val="1300"/>
              </a:lnSpc>
              <a:spcBef>
                <a:spcPts val="900"/>
              </a:spcBef>
              <a:spcAft>
                <a:spcPts val="300"/>
              </a:spcAft>
            </a:pPr>
            <a:r>
              <a:rPr lang="en-US" sz="1000" b="1" dirty="0" smtClean="0">
                <a:effectLst/>
                <a:latin typeface="Arial" panose="020B0604020202020204" pitchFamily="34" charset="0"/>
                <a:ea typeface="Times New Roman" panose="02020603050405020304" pitchFamily="18" charset="0"/>
                <a:cs typeface="Segoe UI" panose="020B0502040204020203" pitchFamily="34" charset="0"/>
              </a:rPr>
              <a:t>Preparation Tasks</a:t>
            </a:r>
            <a:endParaRPr lang="en-CA" sz="1000" b="1" dirty="0" smtClean="0">
              <a:effectLst/>
              <a:latin typeface="Arial" panose="020B0604020202020204" pitchFamily="34" charset="0"/>
              <a:ea typeface="Times New Roman" panose="02020603050405020304" pitchFamily="18" charset="0"/>
              <a:cs typeface="Segoe UI" panose="020B0502040204020203" pitchFamily="34"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To prepare for this module:</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CA" sz="1000" dirty="0" smtClean="0">
                <a:effectLst/>
                <a:latin typeface="Arial" panose="020B0604020202020204" pitchFamily="34" charset="0"/>
                <a:ea typeface="Times New Roman" panose="02020603050405020304" pitchFamily="18" charset="0"/>
                <a:cs typeface="Segoe UI" panose="020B0502040204020203" pitchFamily="34" charset="0"/>
              </a:rPr>
              <a:t>Read all of the materials for this module.</a:t>
            </a:r>
            <a:endParaRPr lang="en-CA" sz="1000" dirty="0" smtClean="0">
              <a:effectLst/>
              <a:latin typeface="Arial" panose="020B0604020202020204" pitchFamily="34" charset="0"/>
            </a:endParaRPr>
          </a:p>
          <a:p>
            <a:pPr marL="342900" marR="0" lvl="0" indent="-342900">
              <a:lnSpc>
                <a:spcPct val="115000"/>
              </a:lnSpc>
              <a:spcBef>
                <a:spcPts val="0"/>
              </a:spcBef>
              <a:spcAft>
                <a:spcPts val="995"/>
              </a:spcAft>
              <a:buFont typeface="Symbol" panose="05050102010706020507" pitchFamily="18" charset="2"/>
              <a:buChar char=""/>
            </a:pPr>
            <a:r>
              <a:rPr lang="en-CA" sz="1000" dirty="0" smtClean="0">
                <a:effectLst/>
                <a:latin typeface="Arial" panose="020B0604020202020204" pitchFamily="34" charset="0"/>
                <a:ea typeface="Times New Roman" panose="02020603050405020304" pitchFamily="18" charset="0"/>
                <a:cs typeface="Segoe UI" panose="020B0502040204020203" pitchFamily="34" charset="0"/>
              </a:rPr>
              <a:t>Practice performing the lab exercises and demonstrations.</a:t>
            </a:r>
            <a:endParaRPr lang="en-CA" sz="1000" dirty="0" smtClean="0">
              <a:effectLst/>
              <a:latin typeface="Arial" panose="020B0604020202020204" pitchFamily="34" charset="0"/>
            </a:endParaRPr>
          </a:p>
          <a:p>
            <a:pPr marL="342900" marR="0" lvl="0" indent="-342900">
              <a:lnSpc>
                <a:spcPct val="115000"/>
              </a:lnSpc>
              <a:spcBef>
                <a:spcPts val="0"/>
              </a:spcBef>
              <a:spcAft>
                <a:spcPts val="995"/>
              </a:spcAft>
              <a:buFont typeface="Symbol" panose="05050102010706020507" pitchFamily="18" charset="2"/>
              <a:buChar char=""/>
            </a:pPr>
            <a:r>
              <a:rPr lang="en-CA" sz="1000" dirty="0" smtClean="0">
                <a:effectLst/>
                <a:latin typeface="Arial" panose="020B0604020202020204" pitchFamily="34" charset="0"/>
                <a:ea typeface="Times New Roman" panose="02020603050405020304" pitchFamily="18" charset="0"/>
                <a:cs typeface="Segoe UI" panose="020B0502040204020203" pitchFamily="34" charset="0"/>
              </a:rPr>
              <a:t>Work through the Module Review and Takeaways section, and determine how you will use this section to reinforce student learning and promote knowledge transfer to on‑the‑job performance.</a:t>
            </a:r>
            <a:endParaRPr lang="en-CA" sz="1000" dirty="0">
              <a:effectLst/>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A0B9EA0A-02CE-4302-BF90-69E3E05D9DC6}" type="slidenum">
              <a:rPr lang="en-CA" smtClean="0"/>
              <a:pPr/>
              <a:t>1</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11: Implementing Group Policy</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29337849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Provide a brief overview of the module content.</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A0B9EA0A-02CE-4302-BF90-69E3E05D9DC6}" type="slidenum">
              <a:rPr lang="en-CA" smtClean="0"/>
              <a:pPr/>
              <a:t>2</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11: Implementing Group Policy</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19867531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Provide a brief overview of this lesson’s content.</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A0B9EA0A-02CE-4302-BF90-69E3E05D9DC6}" type="slidenum">
              <a:rPr lang="en-CA" smtClean="0"/>
              <a:pPr/>
              <a:t>3</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11: Implementing Group Policy</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37531900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Describe the GPO as a collection of settings that you apply to a user or a computer. Mention that administrators seldom use local GPOs in domain environments because you cannot manage them centrally. Therefore, you typically do not configure local GPOs because it is too much work to maintain policies on each machine.</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A0B9EA0A-02CE-4302-BF90-69E3E05D9DC6}" type="slidenum">
              <a:rPr lang="en-CA" smtClean="0"/>
              <a:pPr/>
              <a:t>4</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11: Implementing Group Policy</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7673159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Do not spend too much time on this topic. You seldom access GPOs through the file system, so the point of this topic is to provide a foundation of information about the physical structure of GPOs.</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A0B9EA0A-02CE-4302-BF90-69E3E05D9DC6}" type="slidenum">
              <a:rPr lang="en-CA" smtClean="0"/>
              <a:pPr/>
              <a:t>5</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11: Implementing Group Policy</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8198567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The key point of this topic is to define Group Policy preferences. The easiest way to do this is to describe preferences as a recommended, but not enforced, setting that you apply by using a GPO. </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Also, point out to students that Group Policy preferences provide some additional settings that are not available in standard Group Policy settings.</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A0B9EA0A-02CE-4302-BF90-69E3E05D9DC6}" type="slidenum">
              <a:rPr lang="en-CA" smtClean="0"/>
              <a:pPr/>
              <a:t>6</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11: Implementing Group Policy</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20896760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Explain to students that they can store preconfigured administrative template settings in starter GPOs, which they then can use as templates for creating new GPOs. They can export these starter GPOs into cabinet (.cab) files. They can import the cabinet files easily into other areas of their enterprises. This can help to provide consistency in large enterprises. </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Point out to students that they can store comments that they want to make about the starter GPO in the template itself.</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A0B9EA0A-02CE-4302-BF90-69E3E05D9DC6}" type="slidenum">
              <a:rPr lang="en-CA" smtClean="0"/>
              <a:pPr/>
              <a:t>7</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11: Implementing Group Policy</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8038236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Explain to students that they can delegate different aspects of GPO management. Emphasize that the ability to create, link, and edit GPOs are separate events, and that having the right to perform one of those operations does not give them any additional rights to perform other operations. The only user who has by default the right to do all those things is the Administrator. </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Point out to students that to delegate linking GPOs and enable use of the reporting tools, they can use either the GPMC or the Delegation of Control Wizard in Active Directory</a:t>
            </a:r>
            <a:r>
              <a:rPr lang="en-CA" sz="1000" baseline="30000" smtClean="0">
                <a:effectLst/>
                <a:latin typeface="Arial" panose="020B0604020202020204" pitchFamily="34" charset="0"/>
                <a:ea typeface="Calibri" panose="020F0502020204030204" pitchFamily="34" charset="0"/>
                <a:cs typeface="Segoe UI" panose="020B0502040204020203" pitchFamily="34" charset="0"/>
              </a:rPr>
              <a:t>®</a:t>
            </a:r>
            <a:r>
              <a:rPr lang="en-CA" sz="1000" smtClean="0">
                <a:effectLst/>
                <a:latin typeface="Arial" panose="020B0604020202020204" pitchFamily="34" charset="0"/>
                <a:ea typeface="Calibri" panose="020F0502020204030204" pitchFamily="34" charset="0"/>
                <a:cs typeface="Segoe UI" panose="020B0502040204020203" pitchFamily="34" charset="0"/>
              </a:rPr>
              <a:t> Users and Computers. </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Explain that they can use membership in the Group Policy Creator Owner group or delegation through the GPMC to delegate the right to create new Group Policy. You can configure each individual policy to allow users or groups to edit that policy.</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Members of the Group Policy Creator Owners group can create new GPOs, and edit or delete GPOs that they have created.</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A0B9EA0A-02CE-4302-BF90-69E3E05D9DC6}" type="slidenum">
              <a:rPr lang="en-CA" smtClean="0"/>
              <a:pPr/>
              <a:t>8</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11: Implementing Group Policy</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38112451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For a complete list of Group Policy cmdlets in Windows PowerShell, refer to “</a:t>
            </a:r>
            <a:r>
              <a:rPr lang="en-CA" sz="1000" smtClean="0">
                <a:effectLst/>
                <a:latin typeface="Arial" panose="020B0604020202020204" pitchFamily="34" charset="0"/>
                <a:ea typeface="Calibri" panose="020F0502020204030204" pitchFamily="34" charset="0"/>
                <a:cs typeface="Times New Roman" panose="02020603050405020304" pitchFamily="18" charset="0"/>
              </a:rPr>
              <a:t>Group Policy Cmdlets in Windows PowerShell” at </a:t>
            </a:r>
            <a:r>
              <a:rPr lang="en-CA" sz="1000" u="sng" smtClean="0">
                <a:effectLst/>
                <a:latin typeface="Arial" panose="020B0604020202020204" pitchFamily="34" charset="0"/>
                <a:ea typeface="Calibri" panose="020F0502020204030204" pitchFamily="34" charset="0"/>
                <a:cs typeface="Segoe UI" panose="020B0502040204020203" pitchFamily="34" charset="0"/>
                <a:hlinkClick r:id="rId3"/>
              </a:rPr>
              <a:t>http://go.microsoft.com/fwlink/?LinkID=266752</a:t>
            </a:r>
            <a:r>
              <a:rPr lang="en-CA" sz="1000" smtClean="0">
                <a:effectLst/>
                <a:latin typeface="Arial" panose="020B0604020202020204" pitchFamily="34" charset="0"/>
                <a:ea typeface="Calibri" panose="020F0502020204030204" pitchFamily="34" charset="0"/>
                <a:cs typeface="Segoe UI" panose="020B0502040204020203" pitchFamily="34" charset="0"/>
              </a:rPr>
              <a:t>.</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Preparation Steps</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Start the 20410D‑LON‑DC1 virtual machine.</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Demonstration Steps</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ts val="1300"/>
              </a:lnSpc>
              <a:spcBef>
                <a:spcPts val="900"/>
              </a:spcBef>
              <a:spcAft>
                <a:spcPts val="300"/>
              </a:spcAft>
            </a:pPr>
            <a:r>
              <a:rPr lang="en-US" sz="1000" b="1" smtClean="0">
                <a:effectLst/>
                <a:latin typeface="Arial" panose="020B0604020202020204" pitchFamily="34" charset="0"/>
                <a:ea typeface="Times New Roman" panose="02020603050405020304" pitchFamily="18" charset="0"/>
                <a:cs typeface="Segoe UI" panose="020B0502040204020203" pitchFamily="34" charset="0"/>
              </a:rPr>
              <a:t>Create a GPO by using the GPMC</a:t>
            </a:r>
            <a:endParaRPr lang="en-CA" sz="1000" b="1" smtClean="0">
              <a:effectLst/>
              <a:latin typeface="Arial" panose="020B0604020202020204" pitchFamily="34" charset="0"/>
              <a:ea typeface="Times New Roman" panose="02020603050405020304" pitchFamily="18" charset="0"/>
              <a:cs typeface="Segoe UI" panose="020B0502040204020203" pitchFamily="34" charset="0"/>
            </a:endParaRPr>
          </a:p>
          <a:p>
            <a:pPr marL="342900" marR="0" lvl="0" indent="-342900">
              <a:lnSpc>
                <a:spcPct val="115000"/>
              </a:lnSpc>
              <a:spcBef>
                <a:spcPts val="0"/>
              </a:spcBef>
              <a:spcAft>
                <a:spcPts val="600"/>
              </a:spcAft>
              <a:buFont typeface="+mj-lt"/>
              <a:buAutoNum type="arabicPeriod"/>
            </a:pPr>
            <a:r>
              <a:rPr lang="en-US" sz="1000" smtClean="0">
                <a:effectLst/>
                <a:latin typeface="Arial" panose="020B0604020202020204" pitchFamily="34" charset="0"/>
                <a:ea typeface="Times New Roman" panose="02020603050405020304" pitchFamily="18" charset="0"/>
                <a:cs typeface="Segoe UI" panose="020B0502040204020203" pitchFamily="34" charset="0"/>
              </a:rPr>
              <a:t>Sign in to </a:t>
            </a:r>
            <a:r>
              <a:rPr lang="en-US" sz="1000" b="1" smtClean="0">
                <a:effectLst/>
                <a:latin typeface="Arial" panose="020B0604020202020204" pitchFamily="34" charset="0"/>
                <a:ea typeface="Times New Roman" panose="02020603050405020304" pitchFamily="18" charset="0"/>
                <a:cs typeface="Times New Roman" panose="02020603050405020304" pitchFamily="18" charset="0"/>
              </a:rPr>
              <a:t>LON‑DC1</a:t>
            </a:r>
            <a:r>
              <a:rPr lang="en-US" sz="1000" smtClean="0">
                <a:effectLst/>
                <a:latin typeface="Arial" panose="020B0604020202020204" pitchFamily="34" charset="0"/>
                <a:ea typeface="Times New Roman" panose="02020603050405020304" pitchFamily="18" charset="0"/>
                <a:cs typeface="Segoe UI" panose="020B0502040204020203" pitchFamily="34" charset="0"/>
              </a:rPr>
              <a:t> as </a:t>
            </a:r>
            <a:r>
              <a:rPr lang="en-US" sz="1000" b="1" smtClean="0">
                <a:effectLst/>
                <a:latin typeface="Arial" panose="020B0604020202020204" pitchFamily="34" charset="0"/>
                <a:ea typeface="Times New Roman" panose="02020603050405020304" pitchFamily="18" charset="0"/>
                <a:cs typeface="Times New Roman" panose="02020603050405020304" pitchFamily="18" charset="0"/>
              </a:rPr>
              <a:t>Administrator </a:t>
            </a:r>
            <a:r>
              <a:rPr lang="en-US" sz="1000" smtClean="0">
                <a:effectLst/>
                <a:latin typeface="Arial" panose="020B0604020202020204" pitchFamily="34" charset="0"/>
                <a:ea typeface="Times New Roman" panose="02020603050405020304" pitchFamily="18" charset="0"/>
                <a:cs typeface="Segoe UI" panose="020B0502040204020203" pitchFamily="34" charset="0"/>
              </a:rPr>
              <a:t>with the password </a:t>
            </a:r>
            <a:r>
              <a:rPr lang="en-US" sz="1000" b="1" smtClean="0">
                <a:effectLst/>
                <a:latin typeface="Arial" panose="020B0604020202020204" pitchFamily="34" charset="0"/>
                <a:ea typeface="Times New Roman" panose="02020603050405020304" pitchFamily="18" charset="0"/>
                <a:cs typeface="Times New Roman" panose="02020603050405020304" pitchFamily="18" charset="0"/>
              </a:rPr>
              <a:t>Pa$$w0rd</a:t>
            </a:r>
            <a:r>
              <a:rPr lang="en-US" sz="1000" smtClean="0">
                <a:effectLst/>
                <a:latin typeface="Arial" panose="020B0604020202020204" pitchFamily="34" charset="0"/>
                <a:ea typeface="Times New Roman" panose="02020603050405020304" pitchFamily="18" charset="0"/>
                <a:cs typeface="Segoe UI" panose="020B0502040204020203" pitchFamily="34" charset="0"/>
              </a:rPr>
              <a:t>.</a:t>
            </a: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600"/>
              </a:spcAft>
              <a:buFont typeface="+mj-lt"/>
              <a:buAutoNum type="arabicPeriod"/>
            </a:pPr>
            <a:r>
              <a:rPr lang="en-US" sz="1000" smtClean="0">
                <a:effectLst/>
                <a:latin typeface="Arial" panose="020B0604020202020204" pitchFamily="34" charset="0"/>
                <a:ea typeface="Times New Roman" panose="02020603050405020304" pitchFamily="18" charset="0"/>
                <a:cs typeface="Times New Roman" panose="02020603050405020304" pitchFamily="18" charset="0"/>
              </a:rPr>
              <a:t>In Server Manager, click </a:t>
            </a:r>
            <a:r>
              <a:rPr lang="en-US" sz="1000" b="1" smtClean="0">
                <a:effectLst/>
                <a:latin typeface="Arial" panose="020B0604020202020204" pitchFamily="34" charset="0"/>
                <a:ea typeface="Times New Roman" panose="02020603050405020304" pitchFamily="18" charset="0"/>
                <a:cs typeface="Times New Roman" panose="02020603050405020304" pitchFamily="18" charset="0"/>
              </a:rPr>
              <a:t>Tools</a:t>
            </a:r>
            <a:r>
              <a:rPr lang="en-US" sz="1000" smtClean="0">
                <a:effectLst/>
                <a:latin typeface="Arial" panose="020B0604020202020204" pitchFamily="34" charset="0"/>
                <a:ea typeface="Times New Roman" panose="02020603050405020304" pitchFamily="18" charset="0"/>
                <a:cs typeface="Times New Roman" panose="02020603050405020304" pitchFamily="18" charset="0"/>
              </a:rPr>
              <a:t>, and then click </a:t>
            </a:r>
            <a:r>
              <a:rPr lang="en-US" sz="1000" b="1" smtClean="0">
                <a:effectLst/>
                <a:latin typeface="Arial" panose="020B0604020202020204" pitchFamily="34" charset="0"/>
                <a:ea typeface="Times New Roman" panose="02020603050405020304" pitchFamily="18" charset="0"/>
                <a:cs typeface="Times New Roman" panose="02020603050405020304" pitchFamily="18" charset="0"/>
              </a:rPr>
              <a:t>Group Policy Management</a:t>
            </a:r>
            <a:r>
              <a:rPr lang="en-US" sz="100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600"/>
              </a:spcAft>
              <a:buFont typeface="+mj-lt"/>
              <a:buAutoNum type="arabicPeriod"/>
            </a:pPr>
            <a:r>
              <a:rPr lang="en-US" sz="1000" smtClean="0">
                <a:effectLst/>
                <a:latin typeface="Arial" panose="020B0604020202020204" pitchFamily="34" charset="0"/>
                <a:ea typeface="Times New Roman" panose="02020603050405020304" pitchFamily="18" charset="0"/>
                <a:cs typeface="Times New Roman" panose="02020603050405020304" pitchFamily="18" charset="0"/>
              </a:rPr>
              <a:t>In the Group Policy Management Console (GPMC), expand </a:t>
            </a:r>
            <a:r>
              <a:rPr lang="en-US" sz="1000" b="1" smtClean="0">
                <a:effectLst/>
                <a:latin typeface="Arial" panose="020B0604020202020204" pitchFamily="34" charset="0"/>
                <a:ea typeface="Times New Roman" panose="02020603050405020304" pitchFamily="18" charset="0"/>
                <a:cs typeface="Times New Roman" panose="02020603050405020304" pitchFamily="18" charset="0"/>
              </a:rPr>
              <a:t>Forest: Adatum.com</a:t>
            </a:r>
            <a:r>
              <a:rPr lang="en-US" sz="1000" smtClean="0">
                <a:effectLst/>
                <a:latin typeface="Arial" panose="020B0604020202020204" pitchFamily="34" charset="0"/>
                <a:ea typeface="Times New Roman" panose="02020603050405020304" pitchFamily="18" charset="0"/>
                <a:cs typeface="Times New Roman" panose="02020603050405020304" pitchFamily="18" charset="0"/>
              </a:rPr>
              <a:t>, expand </a:t>
            </a:r>
            <a:r>
              <a:rPr lang="en-US" sz="1000" b="1" smtClean="0">
                <a:effectLst/>
                <a:latin typeface="Arial" panose="020B0604020202020204" pitchFamily="34" charset="0"/>
                <a:ea typeface="Times New Roman" panose="02020603050405020304" pitchFamily="18" charset="0"/>
                <a:cs typeface="Times New Roman" panose="02020603050405020304" pitchFamily="18" charset="0"/>
              </a:rPr>
              <a:t>Domains</a:t>
            </a:r>
            <a:r>
              <a:rPr lang="en-US" sz="1000" smtClean="0">
                <a:effectLst/>
                <a:latin typeface="Arial" panose="020B0604020202020204" pitchFamily="34" charset="0"/>
                <a:ea typeface="Times New Roman" panose="02020603050405020304" pitchFamily="18" charset="0"/>
                <a:cs typeface="Times New Roman" panose="02020603050405020304" pitchFamily="18" charset="0"/>
              </a:rPr>
              <a:t>, expand </a:t>
            </a:r>
            <a:r>
              <a:rPr lang="en-US" sz="1000" b="1" smtClean="0">
                <a:effectLst/>
                <a:latin typeface="Arial" panose="020B0604020202020204" pitchFamily="34" charset="0"/>
                <a:ea typeface="Times New Roman" panose="02020603050405020304" pitchFamily="18" charset="0"/>
                <a:cs typeface="Times New Roman" panose="02020603050405020304" pitchFamily="18" charset="0"/>
              </a:rPr>
              <a:t>Adatum.com</a:t>
            </a:r>
            <a:r>
              <a:rPr lang="en-US" sz="1000" smtClean="0">
                <a:effectLst/>
                <a:latin typeface="Arial" panose="020B0604020202020204" pitchFamily="34" charset="0"/>
                <a:ea typeface="Times New Roman" panose="02020603050405020304" pitchFamily="18" charset="0"/>
                <a:cs typeface="Times New Roman" panose="02020603050405020304" pitchFamily="18" charset="0"/>
              </a:rPr>
              <a:t>, right‑click the </a:t>
            </a:r>
            <a:r>
              <a:rPr lang="en-US" sz="1000" b="1" smtClean="0">
                <a:effectLst/>
                <a:latin typeface="Arial" panose="020B0604020202020204" pitchFamily="34" charset="0"/>
                <a:ea typeface="Times New Roman" panose="02020603050405020304" pitchFamily="18" charset="0"/>
                <a:cs typeface="Times New Roman" panose="02020603050405020304" pitchFamily="18" charset="0"/>
              </a:rPr>
              <a:t>Group Policy Objects</a:t>
            </a:r>
            <a:r>
              <a:rPr lang="en-US" sz="1000" smtClean="0">
                <a:effectLst/>
                <a:latin typeface="Arial" panose="020B0604020202020204" pitchFamily="34" charset="0"/>
                <a:ea typeface="Times New Roman" panose="02020603050405020304" pitchFamily="18" charset="0"/>
                <a:cs typeface="Times New Roman" panose="02020603050405020304" pitchFamily="18" charset="0"/>
              </a:rPr>
              <a:t> folder, and then click </a:t>
            </a:r>
            <a:r>
              <a:rPr lang="en-US" sz="1000" b="1" smtClean="0">
                <a:effectLst/>
                <a:latin typeface="Arial" panose="020B0604020202020204" pitchFamily="34" charset="0"/>
                <a:ea typeface="Times New Roman" panose="02020603050405020304" pitchFamily="18" charset="0"/>
                <a:cs typeface="Times New Roman" panose="02020603050405020304" pitchFamily="18" charset="0"/>
              </a:rPr>
              <a:t>New</a:t>
            </a:r>
            <a:r>
              <a:rPr lang="en-US" sz="100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600"/>
              </a:spcAft>
              <a:buFont typeface="+mj-lt"/>
              <a:buAutoNum type="arabicPeriod"/>
            </a:pPr>
            <a:r>
              <a:rPr lang="en-US" sz="1000" smtClean="0">
                <a:effectLst/>
                <a:latin typeface="Arial" panose="020B0604020202020204" pitchFamily="34" charset="0"/>
                <a:ea typeface="Times New Roman" panose="02020603050405020304" pitchFamily="18" charset="0"/>
                <a:cs typeface="Segoe UI" panose="020B0502040204020203" pitchFamily="34" charset="0"/>
              </a:rPr>
              <a:t>In the </a:t>
            </a:r>
            <a:r>
              <a:rPr lang="en-US" sz="1000" b="1" smtClean="0">
                <a:effectLst/>
                <a:latin typeface="Arial" panose="020B0604020202020204" pitchFamily="34" charset="0"/>
                <a:ea typeface="Times New Roman" panose="02020603050405020304" pitchFamily="18" charset="0"/>
                <a:cs typeface="Times New Roman" panose="02020603050405020304" pitchFamily="18" charset="0"/>
              </a:rPr>
              <a:t>New GPO</a:t>
            </a:r>
            <a:r>
              <a:rPr lang="en-US" sz="1000" smtClean="0">
                <a:effectLst/>
                <a:latin typeface="Arial" panose="020B0604020202020204" pitchFamily="34" charset="0"/>
                <a:ea typeface="Times New Roman" panose="02020603050405020304" pitchFamily="18" charset="0"/>
                <a:cs typeface="Segoe UI" panose="020B0502040204020203" pitchFamily="34" charset="0"/>
              </a:rPr>
              <a:t> dialog box, in the </a:t>
            </a:r>
            <a:r>
              <a:rPr lang="en-US" sz="1000" b="1" smtClean="0">
                <a:effectLst/>
                <a:latin typeface="Arial" panose="020B0604020202020204" pitchFamily="34" charset="0"/>
                <a:ea typeface="Times New Roman" panose="02020603050405020304" pitchFamily="18" charset="0"/>
                <a:cs typeface="Times New Roman" panose="02020603050405020304" pitchFamily="18" charset="0"/>
              </a:rPr>
              <a:t>Name</a:t>
            </a:r>
            <a:r>
              <a:rPr lang="en-US" sz="1000" smtClean="0">
                <a:effectLst/>
                <a:latin typeface="Arial" panose="020B0604020202020204" pitchFamily="34" charset="0"/>
                <a:ea typeface="Times New Roman" panose="02020603050405020304" pitchFamily="18" charset="0"/>
                <a:cs typeface="Segoe UI" panose="020B0502040204020203" pitchFamily="34" charset="0"/>
              </a:rPr>
              <a:t> field, type </a:t>
            </a:r>
            <a:r>
              <a:rPr lang="en-US" sz="1000" b="1" smtClean="0">
                <a:effectLst/>
                <a:latin typeface="Arial" panose="020B0604020202020204" pitchFamily="34" charset="0"/>
                <a:ea typeface="Times New Roman" panose="02020603050405020304" pitchFamily="18" charset="0"/>
                <a:cs typeface="Times New Roman" panose="02020603050405020304" pitchFamily="18" charset="0"/>
              </a:rPr>
              <a:t>Prohibit Windows Messenger</a:t>
            </a:r>
            <a:r>
              <a:rPr lang="en-US" sz="1000" smtClean="0">
                <a:effectLst/>
                <a:latin typeface="Arial" panose="020B0604020202020204" pitchFamily="34" charset="0"/>
                <a:ea typeface="Times New Roman" panose="02020603050405020304" pitchFamily="18" charset="0"/>
                <a:cs typeface="Segoe UI" panose="020B0502040204020203" pitchFamily="34" charset="0"/>
              </a:rPr>
              <a:t>, and then click </a:t>
            </a:r>
            <a:r>
              <a:rPr lang="en-US" sz="1000" b="1" smtClean="0">
                <a:effectLst/>
                <a:latin typeface="Arial" panose="020B0604020202020204" pitchFamily="34" charset="0"/>
                <a:ea typeface="Times New Roman" panose="02020603050405020304" pitchFamily="18" charset="0"/>
                <a:cs typeface="Times New Roman" panose="02020603050405020304" pitchFamily="18" charset="0"/>
              </a:rPr>
              <a:t>OK</a:t>
            </a:r>
            <a:r>
              <a:rPr lang="en-US" sz="1000" smtClean="0">
                <a:effectLst/>
                <a:latin typeface="Arial" panose="020B0604020202020204" pitchFamily="34" charset="0"/>
                <a:ea typeface="Times New Roman" panose="02020603050405020304" pitchFamily="18" charset="0"/>
                <a:cs typeface="Segoe UI" panose="020B0502040204020203" pitchFamily="34" charset="0"/>
              </a:rPr>
              <a:t>.</a:t>
            </a: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a:lnSpc>
                <a:spcPts val="1300"/>
              </a:lnSpc>
              <a:spcBef>
                <a:spcPts val="900"/>
              </a:spcBef>
              <a:spcAft>
                <a:spcPts val="300"/>
              </a:spcAft>
            </a:pPr>
            <a:r>
              <a:rPr lang="en-US" sz="1000" b="1" smtClean="0">
                <a:effectLst/>
                <a:latin typeface="Arial" panose="020B0604020202020204" pitchFamily="34" charset="0"/>
                <a:ea typeface="Times New Roman" panose="02020603050405020304" pitchFamily="18" charset="0"/>
                <a:cs typeface="Segoe UI" panose="020B0502040204020203" pitchFamily="34" charset="0"/>
              </a:rPr>
              <a:t>Edit a GPO in the Group Policy Management Editor window</a:t>
            </a:r>
            <a:endParaRPr lang="en-CA" sz="1000" b="1" smtClean="0">
              <a:effectLst/>
              <a:latin typeface="Arial" panose="020B0604020202020204" pitchFamily="34" charset="0"/>
              <a:ea typeface="Times New Roman" panose="02020603050405020304" pitchFamily="18" charset="0"/>
              <a:cs typeface="Segoe UI" panose="020B0502040204020203" pitchFamily="34" charset="0"/>
            </a:endParaRPr>
          </a:p>
          <a:p>
            <a:pPr marL="342900" lvl="0" indent="-342900">
              <a:lnSpc>
                <a:spcPct val="115000"/>
              </a:lnSpc>
              <a:spcBef>
                <a:spcPts val="0"/>
              </a:spcBef>
              <a:spcAft>
                <a:spcPts val="600"/>
              </a:spcAft>
              <a:buFont typeface="+mj-lt"/>
              <a:buAutoNum type="arabicPeriod"/>
            </a:pPr>
            <a:r>
              <a:rPr lang="en-CA" sz="1000" smtClean="0">
                <a:effectLst/>
                <a:latin typeface="Arial" panose="020B0604020202020204" pitchFamily="34" charset="0"/>
                <a:ea typeface="Times New Roman" panose="02020603050405020304" pitchFamily="18" charset="0"/>
                <a:cs typeface="Segoe UI" panose="020B0502040204020203" pitchFamily="34" charset="0"/>
              </a:rPr>
              <a:t>Click the </a:t>
            </a:r>
            <a:r>
              <a:rPr lang="en-CA" sz="1000" b="1" smtClean="0">
                <a:effectLst/>
                <a:latin typeface="Arial" panose="020B0604020202020204" pitchFamily="34" charset="0"/>
                <a:cs typeface="Times New Roman" panose="02020603050405020304" pitchFamily="18" charset="0"/>
              </a:rPr>
              <a:t>Group Policy Objects</a:t>
            </a:r>
            <a:r>
              <a:rPr lang="en-CA" sz="1000" smtClean="0">
                <a:effectLst/>
                <a:latin typeface="Arial" panose="020B0604020202020204" pitchFamily="34" charset="0"/>
                <a:ea typeface="Times New Roman" panose="02020603050405020304" pitchFamily="18" charset="0"/>
                <a:cs typeface="Segoe UI" panose="020B0502040204020203" pitchFamily="34" charset="0"/>
              </a:rPr>
              <a:t> node, right‑click the </a:t>
            </a:r>
            <a:r>
              <a:rPr lang="en-CA" sz="1000" b="1" smtClean="0">
                <a:effectLst/>
                <a:latin typeface="Arial" panose="020B0604020202020204" pitchFamily="34" charset="0"/>
                <a:cs typeface="Times New Roman" panose="02020603050405020304" pitchFamily="18" charset="0"/>
              </a:rPr>
              <a:t>Prohibit Windows Messenger</a:t>
            </a:r>
            <a:r>
              <a:rPr lang="en-CA" sz="1000" smtClean="0">
                <a:effectLst/>
                <a:latin typeface="Arial" panose="020B0604020202020204" pitchFamily="34" charset="0"/>
                <a:ea typeface="Times New Roman" panose="02020603050405020304" pitchFamily="18" charset="0"/>
                <a:cs typeface="Segoe UI" panose="020B0502040204020203" pitchFamily="34" charset="0"/>
              </a:rPr>
              <a:t> GPO, and then click </a:t>
            </a:r>
            <a:r>
              <a:rPr lang="en-CA" sz="1000" b="1" smtClean="0">
                <a:effectLst/>
                <a:latin typeface="Arial" panose="020B0604020202020204" pitchFamily="34" charset="0"/>
                <a:cs typeface="Times New Roman" panose="02020603050405020304" pitchFamily="18" charset="0"/>
              </a:rPr>
              <a:t>Edit</a:t>
            </a:r>
            <a:r>
              <a:rPr lang="en-CA" sz="1000" smtClean="0">
                <a:effectLst/>
                <a:latin typeface="Arial" panose="020B0604020202020204" pitchFamily="34" charset="0"/>
                <a:ea typeface="Times New Roman" panose="02020603050405020304" pitchFamily="18" charset="0"/>
                <a:cs typeface="Segoe UI" panose="020B0502040204020203" pitchFamily="34" charset="0"/>
              </a:rPr>
              <a:t>.</a:t>
            </a:r>
            <a:endParaRPr lang="en-CA" sz="1000" smtClean="0">
              <a:effectLst/>
              <a:latin typeface="Arial" panose="020B0604020202020204" pitchFamily="34" charset="0"/>
            </a:endParaRPr>
          </a:p>
          <a:p>
            <a:pPr marL="342900" lvl="0" indent="-342900">
              <a:lnSpc>
                <a:spcPct val="115000"/>
              </a:lnSpc>
              <a:spcBef>
                <a:spcPts val="0"/>
              </a:spcBef>
              <a:spcAft>
                <a:spcPts val="600"/>
              </a:spcAft>
              <a:buFont typeface="+mj-lt"/>
              <a:buAutoNum type="arabicPeriod"/>
            </a:pPr>
            <a:r>
              <a:rPr lang="en-CA" sz="1000" smtClean="0">
                <a:effectLst/>
                <a:latin typeface="Arial" panose="020B0604020202020204" pitchFamily="34" charset="0"/>
                <a:ea typeface="Times New Roman" panose="02020603050405020304" pitchFamily="18" charset="0"/>
                <a:cs typeface="Segoe UI" panose="020B0502040204020203" pitchFamily="34" charset="0"/>
              </a:rPr>
              <a:t>In the Group Policy Management Editor window, under </a:t>
            </a:r>
            <a:r>
              <a:rPr lang="en-CA" sz="1000" b="1" smtClean="0">
                <a:effectLst/>
                <a:latin typeface="Arial" panose="020B0604020202020204" pitchFamily="34" charset="0"/>
                <a:cs typeface="Times New Roman" panose="02020603050405020304" pitchFamily="18" charset="0"/>
              </a:rPr>
              <a:t>User Configuration</a:t>
            </a:r>
            <a:r>
              <a:rPr lang="en-CA" sz="1000" smtClean="0">
                <a:effectLst/>
                <a:latin typeface="Arial" panose="020B0604020202020204" pitchFamily="34" charset="0"/>
                <a:ea typeface="Times New Roman" panose="02020603050405020304" pitchFamily="18" charset="0"/>
                <a:cs typeface="Segoe UI" panose="020B0502040204020203" pitchFamily="34" charset="0"/>
              </a:rPr>
              <a:t>, expand </a:t>
            </a:r>
            <a:r>
              <a:rPr lang="en-CA" sz="1000" b="1" smtClean="0">
                <a:effectLst/>
                <a:latin typeface="Arial" panose="020B0604020202020204" pitchFamily="34" charset="0"/>
                <a:cs typeface="Times New Roman" panose="02020603050405020304" pitchFamily="18" charset="0"/>
              </a:rPr>
              <a:t>Policies</a:t>
            </a:r>
            <a:r>
              <a:rPr lang="en-CA" sz="1000" smtClean="0">
                <a:effectLst/>
                <a:latin typeface="Arial" panose="020B0604020202020204" pitchFamily="34" charset="0"/>
                <a:ea typeface="Times New Roman" panose="02020603050405020304" pitchFamily="18" charset="0"/>
                <a:cs typeface="Segoe UI" panose="020B0502040204020203" pitchFamily="34" charset="0"/>
              </a:rPr>
              <a:t>, expand </a:t>
            </a:r>
            <a:r>
              <a:rPr lang="en-CA" sz="1000" b="1" smtClean="0">
                <a:effectLst/>
                <a:latin typeface="Arial" panose="020B0604020202020204" pitchFamily="34" charset="0"/>
                <a:cs typeface="Times New Roman" panose="02020603050405020304" pitchFamily="18" charset="0"/>
              </a:rPr>
              <a:t>Administrative Templates</a:t>
            </a:r>
            <a:r>
              <a:rPr lang="en-CA" sz="1000" smtClean="0">
                <a:effectLst/>
                <a:latin typeface="Arial" panose="020B0604020202020204" pitchFamily="34" charset="0"/>
                <a:ea typeface="Times New Roman" panose="02020603050405020304" pitchFamily="18" charset="0"/>
                <a:cs typeface="Segoe UI" panose="020B0502040204020203" pitchFamily="34" charset="0"/>
              </a:rPr>
              <a:t>, expand </a:t>
            </a:r>
            <a:r>
              <a:rPr lang="en-CA" sz="1000" b="1" smtClean="0">
                <a:effectLst/>
                <a:latin typeface="Arial" panose="020B0604020202020204" pitchFamily="34" charset="0"/>
                <a:cs typeface="Times New Roman" panose="02020603050405020304" pitchFamily="18" charset="0"/>
              </a:rPr>
              <a:t>Windows</a:t>
            </a:r>
            <a:r>
              <a:rPr lang="en-CA" sz="1000" smtClean="0">
                <a:effectLst/>
                <a:latin typeface="Arial" panose="020B0604020202020204" pitchFamily="34" charset="0"/>
                <a:ea typeface="Times New Roman" panose="02020603050405020304" pitchFamily="18" charset="0"/>
                <a:cs typeface="Segoe UI" panose="020B0502040204020203" pitchFamily="34" charset="0"/>
              </a:rPr>
              <a:t> </a:t>
            </a:r>
            <a:r>
              <a:rPr lang="en-CA" sz="1000" b="1" smtClean="0">
                <a:effectLst/>
                <a:latin typeface="Arial" panose="020B0604020202020204" pitchFamily="34" charset="0"/>
                <a:cs typeface="Times New Roman" panose="02020603050405020304" pitchFamily="18" charset="0"/>
              </a:rPr>
              <a:t>Components</a:t>
            </a:r>
            <a:r>
              <a:rPr lang="en-CA" sz="1000" smtClean="0">
                <a:effectLst/>
                <a:latin typeface="Arial" panose="020B0604020202020204" pitchFamily="34" charset="0"/>
                <a:ea typeface="Times New Roman" panose="02020603050405020304" pitchFamily="18" charset="0"/>
                <a:cs typeface="Segoe UI" panose="020B0502040204020203" pitchFamily="34" charset="0"/>
              </a:rPr>
              <a:t>, and then click </a:t>
            </a:r>
            <a:r>
              <a:rPr lang="en-CA" sz="1000" b="1" smtClean="0">
                <a:effectLst/>
                <a:latin typeface="Arial" panose="020B0604020202020204" pitchFamily="34" charset="0"/>
                <a:cs typeface="Times New Roman" panose="02020603050405020304" pitchFamily="18" charset="0"/>
              </a:rPr>
              <a:t>Windows Messenger</a:t>
            </a:r>
            <a:r>
              <a:rPr lang="en-CA" sz="1000" smtClean="0">
                <a:effectLst/>
                <a:latin typeface="Arial" panose="020B0604020202020204" pitchFamily="34" charset="0"/>
                <a:ea typeface="Times New Roman" panose="02020603050405020304" pitchFamily="18" charset="0"/>
                <a:cs typeface="Segoe UI" panose="020B0502040204020203" pitchFamily="34" charset="0"/>
              </a:rPr>
              <a:t>.</a:t>
            </a:r>
            <a:endParaRPr lang="en-CA" sz="1000" smtClean="0">
              <a:effectLst/>
              <a:latin typeface="Arial" panose="020B0604020202020204" pitchFamily="34" charset="0"/>
            </a:endParaRPr>
          </a:p>
          <a:p>
            <a:pPr marL="342900" lvl="0" indent="-342900">
              <a:lnSpc>
                <a:spcPct val="115000"/>
              </a:lnSpc>
              <a:spcBef>
                <a:spcPts val="0"/>
              </a:spcBef>
              <a:spcAft>
                <a:spcPts val="600"/>
              </a:spcAft>
              <a:buFont typeface="+mj-lt"/>
              <a:buAutoNum type="arabicPeriod"/>
            </a:pPr>
            <a:r>
              <a:rPr lang="en-CA" sz="1000" smtClean="0">
                <a:effectLst/>
                <a:latin typeface="Arial" panose="020B0604020202020204" pitchFamily="34" charset="0"/>
                <a:ea typeface="Times New Roman" panose="02020603050405020304" pitchFamily="18" charset="0"/>
                <a:cs typeface="Segoe UI" panose="020B0502040204020203" pitchFamily="34" charset="0"/>
              </a:rPr>
              <a:t>In the details pane, double‑click the </a:t>
            </a:r>
            <a:r>
              <a:rPr lang="en-CA" sz="1000" b="1" smtClean="0">
                <a:effectLst/>
                <a:latin typeface="Arial" panose="020B0604020202020204" pitchFamily="34" charset="0"/>
                <a:cs typeface="Times New Roman" panose="02020603050405020304" pitchFamily="18" charset="0"/>
              </a:rPr>
              <a:t>Do not allow Windows Messenger to be run</a:t>
            </a:r>
            <a:r>
              <a:rPr lang="en-CA" sz="1000" smtClean="0">
                <a:effectLst/>
                <a:latin typeface="Arial" panose="020B0604020202020204" pitchFamily="34" charset="0"/>
                <a:ea typeface="Times New Roman" panose="02020603050405020304" pitchFamily="18" charset="0"/>
                <a:cs typeface="Segoe UI" panose="020B0502040204020203" pitchFamily="34" charset="0"/>
              </a:rPr>
              <a:t> setting.</a:t>
            </a:r>
            <a:endParaRPr lang="en-CA" sz="1000" smtClean="0">
              <a:effectLst/>
              <a:latin typeface="Arial" panose="020B0604020202020204" pitchFamily="34" charset="0"/>
            </a:endParaRPr>
          </a:p>
          <a:p>
            <a:pPr marL="342900" lvl="0" indent="-342900">
              <a:lnSpc>
                <a:spcPct val="115000"/>
              </a:lnSpc>
              <a:spcBef>
                <a:spcPts val="0"/>
              </a:spcBef>
              <a:spcAft>
                <a:spcPts val="600"/>
              </a:spcAft>
              <a:buFont typeface="+mj-lt"/>
              <a:buAutoNum type="arabicPeriod"/>
            </a:pPr>
            <a:r>
              <a:rPr lang="en-CA" sz="1000" smtClean="0">
                <a:effectLst/>
                <a:latin typeface="Arial" panose="020B0604020202020204" pitchFamily="34" charset="0"/>
                <a:ea typeface="Times New Roman" panose="02020603050405020304" pitchFamily="18" charset="0"/>
                <a:cs typeface="Segoe UI" panose="020B0502040204020203" pitchFamily="34" charset="0"/>
              </a:rPr>
              <a:t>Click </a:t>
            </a:r>
            <a:r>
              <a:rPr lang="en-CA" sz="1000" b="1" smtClean="0">
                <a:effectLst/>
                <a:latin typeface="Arial" panose="020B0604020202020204" pitchFamily="34" charset="0"/>
                <a:cs typeface="Times New Roman" panose="02020603050405020304" pitchFamily="18" charset="0"/>
              </a:rPr>
              <a:t>Enabled</a:t>
            </a:r>
            <a:r>
              <a:rPr lang="en-CA" sz="1000" smtClean="0">
                <a:effectLst/>
                <a:latin typeface="Arial" panose="020B0604020202020204" pitchFamily="34" charset="0"/>
                <a:ea typeface="Times New Roman" panose="02020603050405020304" pitchFamily="18" charset="0"/>
                <a:cs typeface="Segoe UI" panose="020B0502040204020203" pitchFamily="34" charset="0"/>
              </a:rPr>
              <a:t>, and then click </a:t>
            </a:r>
            <a:r>
              <a:rPr lang="en-CA" sz="1000" b="1" smtClean="0">
                <a:effectLst/>
                <a:latin typeface="Arial" panose="020B0604020202020204" pitchFamily="34" charset="0"/>
                <a:cs typeface="Times New Roman" panose="02020603050405020304" pitchFamily="18" charset="0"/>
              </a:rPr>
              <a:t>OK</a:t>
            </a:r>
            <a:r>
              <a:rPr lang="en-CA" sz="1000" smtClean="0">
                <a:effectLst/>
                <a:latin typeface="Arial" panose="020B0604020202020204" pitchFamily="34" charset="0"/>
                <a:ea typeface="Times New Roman" panose="02020603050405020304" pitchFamily="18" charset="0"/>
                <a:cs typeface="Segoe UI" panose="020B0502040204020203" pitchFamily="34" charset="0"/>
              </a:rPr>
              <a:t>.</a:t>
            </a:r>
            <a:endParaRPr lang="en-CA" sz="1000" smtClean="0">
              <a:effectLst/>
              <a:latin typeface="Arial" panose="020B0604020202020204" pitchFamily="34" charset="0"/>
            </a:endParaRPr>
          </a:p>
          <a:p>
            <a:pPr marL="342900" lvl="0" indent="-342900">
              <a:lnSpc>
                <a:spcPct val="115000"/>
              </a:lnSpc>
              <a:spcBef>
                <a:spcPts val="0"/>
              </a:spcBef>
              <a:spcAft>
                <a:spcPts val="600"/>
              </a:spcAft>
              <a:buFont typeface="+mj-lt"/>
              <a:buAutoNum type="arabicPeriod"/>
            </a:pPr>
            <a:r>
              <a:rPr lang="en-CA" sz="1000" smtClean="0">
                <a:effectLst/>
                <a:latin typeface="Arial" panose="020B0604020202020204" pitchFamily="34" charset="0"/>
                <a:ea typeface="Times New Roman" panose="02020603050405020304" pitchFamily="18" charset="0"/>
                <a:cs typeface="Segoe UI" panose="020B0502040204020203" pitchFamily="34" charset="0"/>
              </a:rPr>
              <a:t>Close the </a:t>
            </a:r>
            <a:r>
              <a:rPr lang="en-CA" sz="1000" b="1" smtClean="0">
                <a:effectLst/>
                <a:latin typeface="Arial" panose="020B0604020202020204" pitchFamily="34" charset="0"/>
                <a:cs typeface="Times New Roman" panose="02020603050405020304" pitchFamily="18" charset="0"/>
              </a:rPr>
              <a:t>Group Policy Management Editor</a:t>
            </a:r>
            <a:r>
              <a:rPr lang="en-CA" sz="1000" smtClean="0">
                <a:effectLst/>
                <a:latin typeface="Arial" panose="020B0604020202020204" pitchFamily="34" charset="0"/>
                <a:ea typeface="Times New Roman" panose="02020603050405020304" pitchFamily="18" charset="0"/>
                <a:cs typeface="Segoe UI" panose="020B0502040204020203" pitchFamily="34" charset="0"/>
              </a:rPr>
              <a:t> window.</a:t>
            </a:r>
          </a:p>
          <a:p>
            <a:pPr marL="342900" lvl="0" indent="-342900">
              <a:lnSpc>
                <a:spcPct val="115000"/>
              </a:lnSpc>
              <a:spcAft>
                <a:spcPts val="600"/>
              </a:spcAft>
              <a:buFont typeface="+mj-lt"/>
              <a:buAutoNum type="arabicPeriod" startAt="6"/>
            </a:pPr>
            <a:r>
              <a:rPr lang="en-CA" sz="1000">
                <a:solidFill>
                  <a:prstClr val="black"/>
                </a:solidFill>
                <a:latin typeface="Arial" panose="020B0604020202020204" pitchFamily="34" charset="0"/>
                <a:ea typeface="Times New Roman" panose="02020603050405020304" pitchFamily="18" charset="0"/>
                <a:cs typeface="Segoe UI" panose="020B0502040204020203" pitchFamily="34" charset="0"/>
              </a:rPr>
              <a:t>Right‑click the </a:t>
            </a:r>
            <a:r>
              <a:rPr lang="en-CA" sz="1000" b="1">
                <a:solidFill>
                  <a:prstClr val="black"/>
                </a:solidFill>
                <a:latin typeface="Arial" panose="020B0604020202020204" pitchFamily="34" charset="0"/>
                <a:cs typeface="Times New Roman" panose="02020603050405020304" pitchFamily="18" charset="0"/>
              </a:rPr>
              <a:t>Adatum.com</a:t>
            </a:r>
            <a:r>
              <a:rPr lang="en-CA" sz="1000">
                <a:solidFill>
                  <a:prstClr val="black"/>
                </a:solidFill>
                <a:latin typeface="Arial" panose="020B0604020202020204" pitchFamily="34" charset="0"/>
                <a:ea typeface="Times New Roman" panose="02020603050405020304" pitchFamily="18" charset="0"/>
                <a:cs typeface="Segoe UI" panose="020B0502040204020203" pitchFamily="34" charset="0"/>
              </a:rPr>
              <a:t> domain, and then click </a:t>
            </a:r>
            <a:r>
              <a:rPr lang="en-CA" sz="1000" b="1">
                <a:solidFill>
                  <a:prstClr val="black"/>
                </a:solidFill>
                <a:latin typeface="Arial" panose="020B0604020202020204" pitchFamily="34" charset="0"/>
                <a:cs typeface="Times New Roman" panose="02020603050405020304" pitchFamily="18" charset="0"/>
              </a:rPr>
              <a:t>Link an Existing GPO</a:t>
            </a:r>
            <a:r>
              <a:rPr lang="en-CA" sz="1000">
                <a:solidFill>
                  <a:prstClr val="black"/>
                </a:solidFill>
                <a:latin typeface="Arial" panose="020B0604020202020204" pitchFamily="34" charset="0"/>
                <a:ea typeface="Times New Roman" panose="02020603050405020304" pitchFamily="18" charset="0"/>
                <a:cs typeface="Segoe UI" panose="020B0502040204020203" pitchFamily="34" charset="0"/>
              </a:rPr>
              <a:t>.</a:t>
            </a:r>
            <a:endParaRPr lang="en-CA" sz="1000">
              <a:solidFill>
                <a:prstClr val="black"/>
              </a:solidFill>
              <a:latin typeface="Arial" panose="020B0604020202020204" pitchFamily="34" charset="0"/>
            </a:endParaRPr>
          </a:p>
          <a:p>
            <a:pPr marL="342900" lvl="0" indent="-342900">
              <a:lnSpc>
                <a:spcPct val="115000"/>
              </a:lnSpc>
              <a:spcAft>
                <a:spcPts val="600"/>
              </a:spcAft>
              <a:buFont typeface="+mj-lt"/>
              <a:buAutoNum type="arabicPeriod" startAt="6"/>
            </a:pPr>
            <a:r>
              <a:rPr lang="en-CA" sz="1000">
                <a:solidFill>
                  <a:srgbClr val="000000"/>
                </a:solidFill>
                <a:latin typeface="Arial" panose="020B0604020202020204" pitchFamily="34" charset="0"/>
                <a:ea typeface="Times New Roman" panose="02020603050405020304" pitchFamily="18" charset="0"/>
                <a:cs typeface="Segoe UI" panose="020B0502040204020203" pitchFamily="34" charset="0"/>
              </a:rPr>
              <a:t>In the </a:t>
            </a:r>
            <a:r>
              <a:rPr lang="en-CA" sz="1000" b="1">
                <a:solidFill>
                  <a:srgbClr val="000000"/>
                </a:solidFill>
                <a:latin typeface="Arial" panose="020B0604020202020204" pitchFamily="34" charset="0"/>
                <a:cs typeface="Times New Roman" panose="02020603050405020304" pitchFamily="18" charset="0"/>
              </a:rPr>
              <a:t>Select GPO</a:t>
            </a:r>
            <a:r>
              <a:rPr lang="en-CA" sz="1000">
                <a:solidFill>
                  <a:srgbClr val="000000"/>
                </a:solidFill>
                <a:latin typeface="Arial" panose="020B0604020202020204" pitchFamily="34" charset="0"/>
                <a:ea typeface="Times New Roman" panose="02020603050405020304" pitchFamily="18" charset="0"/>
                <a:cs typeface="Segoe UI" panose="020B0502040204020203" pitchFamily="34" charset="0"/>
              </a:rPr>
              <a:t> dialog box, click </a:t>
            </a:r>
            <a:r>
              <a:rPr lang="en-CA" sz="1000" b="1">
                <a:solidFill>
                  <a:srgbClr val="000000"/>
                </a:solidFill>
                <a:latin typeface="Arial" panose="020B0604020202020204" pitchFamily="34" charset="0"/>
                <a:cs typeface="Times New Roman" panose="02020603050405020304" pitchFamily="18" charset="0"/>
              </a:rPr>
              <a:t>Prohibit Windows Messenger</a:t>
            </a:r>
            <a:r>
              <a:rPr lang="en-CA" sz="1000">
                <a:solidFill>
                  <a:srgbClr val="000000"/>
                </a:solidFill>
                <a:latin typeface="Arial" panose="020B0604020202020204" pitchFamily="34" charset="0"/>
                <a:ea typeface="Times New Roman" panose="02020603050405020304" pitchFamily="18" charset="0"/>
                <a:cs typeface="Segoe UI" panose="020B0502040204020203" pitchFamily="34" charset="0"/>
              </a:rPr>
              <a:t>, and then click </a:t>
            </a:r>
            <a:r>
              <a:rPr lang="en-CA" sz="1000" b="1">
                <a:solidFill>
                  <a:srgbClr val="000000"/>
                </a:solidFill>
                <a:latin typeface="Arial" panose="020B0604020202020204" pitchFamily="34" charset="0"/>
                <a:cs typeface="Times New Roman" panose="02020603050405020304" pitchFamily="18" charset="0"/>
              </a:rPr>
              <a:t>OK</a:t>
            </a:r>
            <a:r>
              <a:rPr lang="en-CA" sz="1000">
                <a:solidFill>
                  <a:srgbClr val="000000"/>
                </a:solidFill>
                <a:latin typeface="Arial" panose="020B0604020202020204" pitchFamily="34" charset="0"/>
                <a:ea typeface="Times New Roman" panose="02020603050405020304" pitchFamily="18" charset="0"/>
                <a:cs typeface="Segoe UI" panose="020B0502040204020203" pitchFamily="34" charset="0"/>
              </a:rPr>
              <a:t>. </a:t>
            </a:r>
            <a:endParaRPr lang="en-CA" sz="1000">
              <a:solidFill>
                <a:srgbClr val="000000"/>
              </a:solidFill>
              <a:latin typeface="Arial" panose="020B0604020202020204" pitchFamily="34" charset="0"/>
            </a:endParaRPr>
          </a:p>
          <a:p>
            <a:pPr marL="342900" lvl="0" indent="-342900">
              <a:lnSpc>
                <a:spcPct val="115000"/>
              </a:lnSpc>
              <a:spcAft>
                <a:spcPts val="600"/>
              </a:spcAft>
              <a:buFont typeface="+mj-lt"/>
              <a:buAutoNum type="arabicPeriod" startAt="6"/>
            </a:pPr>
            <a:r>
              <a:rPr lang="en-CA" sz="1000">
                <a:solidFill>
                  <a:prstClr val="black"/>
                </a:solidFill>
                <a:latin typeface="Arial" panose="020B0604020202020204" pitchFamily="34" charset="0"/>
                <a:ea typeface="Times New Roman" panose="02020603050405020304" pitchFamily="18" charset="0"/>
                <a:cs typeface="Segoe UI" panose="020B0502040204020203" pitchFamily="34" charset="0"/>
              </a:rPr>
              <a:t>Minimize the GPMC</a:t>
            </a:r>
            <a:r>
              <a:rPr lang="en-CA" sz="1000" smtClean="0">
                <a:solidFill>
                  <a:prstClr val="black"/>
                </a:solidFill>
                <a:latin typeface="Arial" panose="020B0604020202020204" pitchFamily="34" charset="0"/>
                <a:ea typeface="Times New Roman" panose="02020603050405020304" pitchFamily="18" charset="0"/>
                <a:cs typeface="Segoe UI" panose="020B0502040204020203" pitchFamily="34" charset="0"/>
              </a:rPr>
              <a:t>.</a:t>
            </a:r>
            <a:endParaRPr lang="en-CA" sz="1000" smtClean="0">
              <a:effectLst/>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A0B9EA0A-02CE-4302-BF90-69E3E05D9DC6}" type="slidenum">
              <a:rPr lang="en-CA" smtClean="0"/>
              <a:pPr/>
              <a:t>9</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11: Implementing Group Policy</a:t>
            </a:r>
            <a:endParaRPr lang="en-CA" sz="1200" b="1">
              <a:solidFill>
                <a:srgbClr val="336699"/>
              </a:solidFill>
              <a:latin typeface="Arial" panose="020B0604020202020204" pitchFamily="34" charset="0"/>
            </a:endParaRP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CA" sz="1000" smtClean="0">
                <a:latin typeface="Arial" panose="020B0604020202020204" pitchFamily="34" charset="0"/>
              </a:rPr>
              <a:t>(More notes on the next slide)</a:t>
            </a:r>
            <a:endParaRPr lang="en-CA" sz="1000">
              <a:latin typeface="Arial" panose="020B0604020202020204" pitchFamily="34" charset="0"/>
            </a:endParaRPr>
          </a:p>
        </p:txBody>
      </p:sp>
    </p:spTree>
    <p:extLst>
      <p:ext uri="{BB962C8B-B14F-4D97-AF65-F5344CB8AC3E}">
        <p14:creationId xmlns:p14="http://schemas.microsoft.com/office/powerpoint/2010/main" val="15468124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lvl="0">
              <a:lnSpc>
                <a:spcPts val="1300"/>
              </a:lnSpc>
              <a:spcBef>
                <a:spcPts val="900"/>
              </a:spcBef>
              <a:spcAft>
                <a:spcPts val="300"/>
              </a:spcAft>
            </a:pPr>
            <a:r>
              <a:rPr lang="en-US" sz="1000" b="1" smtClean="0">
                <a:solidFill>
                  <a:prstClr val="black"/>
                </a:solidFill>
                <a:latin typeface="Arial" panose="020B0604020202020204" pitchFamily="34" charset="0"/>
                <a:ea typeface="Times New Roman" panose="02020603050405020304" pitchFamily="18" charset="0"/>
                <a:cs typeface="Segoe UI" panose="020B0502040204020203" pitchFamily="34" charset="0"/>
              </a:rPr>
              <a:t>Use </a:t>
            </a:r>
            <a:r>
              <a:rPr lang="en-US" sz="1000" b="1">
                <a:solidFill>
                  <a:prstClr val="black"/>
                </a:solidFill>
                <a:latin typeface="Arial" panose="020B0604020202020204" pitchFamily="34" charset="0"/>
                <a:ea typeface="Times New Roman" panose="02020603050405020304" pitchFamily="18" charset="0"/>
                <a:cs typeface="Segoe UI" panose="020B0502040204020203" pitchFamily="34" charset="0"/>
              </a:rPr>
              <a:t>Windows PowerShell</a:t>
            </a:r>
            <a:r>
              <a:rPr lang="en-US" sz="1000" b="1" baseline="30000">
                <a:solidFill>
                  <a:prstClr val="black"/>
                </a:solidFill>
                <a:latin typeface="Arial" panose="020B0604020202020204" pitchFamily="34" charset="0"/>
                <a:ea typeface="Times New Roman" panose="02020603050405020304" pitchFamily="18" charset="0"/>
                <a:cs typeface="Segoe UI" panose="020B0502040204020203" pitchFamily="34" charset="0"/>
              </a:rPr>
              <a:t>®</a:t>
            </a:r>
            <a:r>
              <a:rPr lang="en-US" sz="1000" b="1">
                <a:solidFill>
                  <a:prstClr val="black"/>
                </a:solidFill>
                <a:latin typeface="Arial" panose="020B0604020202020204" pitchFamily="34" charset="0"/>
                <a:ea typeface="Times New Roman" panose="02020603050405020304" pitchFamily="18" charset="0"/>
                <a:cs typeface="Segoe UI" panose="020B0502040204020203" pitchFamily="34" charset="0"/>
              </a:rPr>
              <a:t> to create a GPO named Desktop Lockdown</a:t>
            </a:r>
            <a:endParaRPr lang="en-CA" sz="1000" b="1">
              <a:solidFill>
                <a:prstClr val="black"/>
              </a:solidFill>
              <a:latin typeface="Arial" panose="020B0604020202020204" pitchFamily="34" charset="0"/>
              <a:ea typeface="Times New Roman" panose="02020603050405020304" pitchFamily="18" charset="0"/>
              <a:cs typeface="Segoe UI" panose="020B0502040204020203" pitchFamily="34" charset="0"/>
            </a:endParaRPr>
          </a:p>
          <a:p>
            <a:pPr marL="342900" lvl="0" indent="-342900">
              <a:lnSpc>
                <a:spcPct val="115000"/>
              </a:lnSpc>
              <a:spcAft>
                <a:spcPts val="995"/>
              </a:spcAft>
              <a:buFont typeface="+mj-lt"/>
              <a:buAutoNum type="arabicPeriod"/>
            </a:pPr>
            <a:r>
              <a:rPr lang="en-US" sz="1000">
                <a:solidFill>
                  <a:prstClr val="black"/>
                </a:solidFill>
                <a:latin typeface="Arial" panose="020B0604020202020204" pitchFamily="34" charset="0"/>
                <a:ea typeface="Times New Roman" panose="02020603050405020304" pitchFamily="18" charset="0"/>
                <a:cs typeface="Segoe UI" panose="020B0502040204020203" pitchFamily="34" charset="0"/>
              </a:rPr>
              <a:t>On the taskbar, click the </a:t>
            </a:r>
            <a:r>
              <a:rPr lang="en-US" sz="1000" b="1">
                <a:solidFill>
                  <a:prstClr val="black"/>
                </a:solidFill>
                <a:latin typeface="Arial" panose="020B0604020202020204" pitchFamily="34" charset="0"/>
                <a:ea typeface="Times New Roman" panose="02020603050405020304" pitchFamily="18" charset="0"/>
                <a:cs typeface="Times New Roman" panose="02020603050405020304" pitchFamily="18" charset="0"/>
              </a:rPr>
              <a:t>Windows PowerShell</a:t>
            </a:r>
            <a:r>
              <a:rPr lang="en-US" sz="1000">
                <a:solidFill>
                  <a:prstClr val="black"/>
                </a:solidFill>
                <a:latin typeface="Arial" panose="020B0604020202020204" pitchFamily="34" charset="0"/>
                <a:ea typeface="Times New Roman" panose="02020603050405020304" pitchFamily="18" charset="0"/>
                <a:cs typeface="Segoe UI" panose="020B0502040204020203" pitchFamily="34" charset="0"/>
              </a:rPr>
              <a:t> icon.</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buFont typeface="+mj-lt"/>
              <a:buAutoNum type="arabicPeriod"/>
            </a:pPr>
            <a:r>
              <a:rPr lang="en-US" sz="1000">
                <a:solidFill>
                  <a:prstClr val="black"/>
                </a:solidFill>
                <a:latin typeface="Arial" panose="020B0604020202020204" pitchFamily="34" charset="0"/>
                <a:ea typeface="Times New Roman" panose="02020603050405020304" pitchFamily="18" charset="0"/>
                <a:cs typeface="Segoe UI" panose="020B0502040204020203" pitchFamily="34" charset="0"/>
              </a:rPr>
              <a:t>At the Windows PowerShell prompt, type the following, and then press Enter:</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38138" lvl="0">
              <a:lnSpc>
                <a:spcPct val="115000"/>
              </a:lnSpc>
              <a:spcBef>
                <a:spcPts val="600"/>
              </a:spcBef>
              <a:spcAft>
                <a:spcPts val="995"/>
              </a:spcAft>
            </a:pPr>
            <a:r>
              <a:rPr lang="en-US" sz="1000" b="1">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rPr>
              <a:t>New‑GPO ‑Name "Desktop Lockdown"</a:t>
            </a:r>
            <a:endParaRPr lang="en-CA" sz="1000" b="1">
              <a:solidFill>
                <a:prstClr val="black"/>
              </a:solidFill>
              <a:latin typeface="Lucida Sans Typewriter" panose="020B0509030504030204" pitchFamily="49"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startAt="3"/>
            </a:pPr>
            <a:r>
              <a:rPr lang="en-CA" sz="1000">
                <a:solidFill>
                  <a:prstClr val="black"/>
                </a:solidFill>
                <a:latin typeface="Arial" panose="020B0604020202020204" pitchFamily="34" charset="0"/>
                <a:ea typeface="Times New Roman" panose="02020603050405020304" pitchFamily="18" charset="0"/>
                <a:cs typeface="Segoe UI" panose="020B0502040204020203" pitchFamily="34" charset="0"/>
              </a:rPr>
              <a:t>Close </a:t>
            </a:r>
            <a:r>
              <a:rPr lang="en-CA" sz="1000">
                <a:solidFill>
                  <a:prstClr val="black"/>
                </a:solidFill>
                <a:latin typeface="Arial" panose="020B0604020202020204" pitchFamily="34" charset="0"/>
              </a:rPr>
              <a:t>Windows PowerShell</a:t>
            </a:r>
            <a:r>
              <a:rPr lang="en-CA" sz="1000">
                <a:solidFill>
                  <a:prstClr val="black"/>
                </a:solidFill>
                <a:latin typeface="Arial" panose="020B0604020202020204" pitchFamily="34" charset="0"/>
                <a:ea typeface="Times New Roman" panose="02020603050405020304" pitchFamily="18" charset="0"/>
                <a:cs typeface="Segoe UI" panose="020B0502040204020203" pitchFamily="34" charset="0"/>
              </a:rPr>
              <a:t>.</a:t>
            </a:r>
            <a:endParaRPr lang="en-CA" sz="1000">
              <a:solidFill>
                <a:prstClr val="black"/>
              </a:solidFill>
              <a:latin typeface="Arial" panose="020B0604020202020204" pitchFamily="34" charset="0"/>
            </a:endParaRPr>
          </a:p>
          <a:p>
            <a:pPr marL="342900" lvl="0" indent="-342900">
              <a:lnSpc>
                <a:spcPct val="115000"/>
              </a:lnSpc>
              <a:spcAft>
                <a:spcPts val="995"/>
              </a:spcAft>
              <a:buFont typeface="+mj-lt"/>
              <a:buAutoNum type="arabicPeriod" startAt="3"/>
            </a:pPr>
            <a:r>
              <a:rPr lang="en-CA" sz="1000">
                <a:solidFill>
                  <a:prstClr val="black"/>
                </a:solidFill>
                <a:latin typeface="Arial" panose="020B0604020202020204" pitchFamily="34" charset="0"/>
                <a:ea typeface="Times New Roman" panose="02020603050405020304" pitchFamily="18" charset="0"/>
                <a:cs typeface="Segoe UI" panose="020B0502040204020203" pitchFamily="34" charset="0"/>
              </a:rPr>
              <a:t>Restore the </a:t>
            </a:r>
            <a:r>
              <a:rPr lang="en-CA" sz="1000">
                <a:solidFill>
                  <a:prstClr val="black"/>
                </a:solidFill>
                <a:latin typeface="Arial" panose="020B0604020202020204" pitchFamily="34" charset="0"/>
              </a:rPr>
              <a:t>GPMC</a:t>
            </a:r>
            <a:r>
              <a:rPr lang="en-CA" sz="1000">
                <a:solidFill>
                  <a:prstClr val="black"/>
                </a:solidFill>
                <a:latin typeface="Arial" panose="020B0604020202020204" pitchFamily="34" charset="0"/>
                <a:ea typeface="Times New Roman" panose="02020603050405020304" pitchFamily="18" charset="0"/>
                <a:cs typeface="Segoe UI" panose="020B0502040204020203" pitchFamily="34" charset="0"/>
              </a:rPr>
              <a:t> from the taskbar.</a:t>
            </a:r>
            <a:endParaRPr lang="en-CA" sz="1000">
              <a:solidFill>
                <a:prstClr val="black"/>
              </a:solidFill>
              <a:latin typeface="Arial" panose="020B0604020202020204" pitchFamily="34" charset="0"/>
            </a:endParaRPr>
          </a:p>
          <a:p>
            <a:pPr marL="342900" lvl="0" indent="-342900">
              <a:lnSpc>
                <a:spcPct val="115000"/>
              </a:lnSpc>
              <a:spcAft>
                <a:spcPts val="995"/>
              </a:spcAft>
              <a:buFont typeface="+mj-lt"/>
              <a:buAutoNum type="arabicPeriod" startAt="3"/>
            </a:pPr>
            <a:r>
              <a:rPr lang="en-CA" sz="1000">
                <a:solidFill>
                  <a:prstClr val="black"/>
                </a:solidFill>
                <a:latin typeface="Arial" panose="020B0604020202020204" pitchFamily="34" charset="0"/>
                <a:ea typeface="Times New Roman" panose="02020603050405020304" pitchFamily="18" charset="0"/>
                <a:cs typeface="Segoe UI" panose="020B0502040204020203" pitchFamily="34" charset="0"/>
              </a:rPr>
              <a:t>Right‑click the </a:t>
            </a:r>
            <a:r>
              <a:rPr lang="en-CA" sz="1000" b="1">
                <a:solidFill>
                  <a:prstClr val="black"/>
                </a:solidFill>
                <a:latin typeface="Arial" panose="020B0604020202020204" pitchFamily="34" charset="0"/>
                <a:cs typeface="Times New Roman" panose="02020603050405020304" pitchFamily="18" charset="0"/>
              </a:rPr>
              <a:t>Group Policy Objects</a:t>
            </a:r>
            <a:r>
              <a:rPr lang="en-CA" sz="1000">
                <a:solidFill>
                  <a:prstClr val="black"/>
                </a:solidFill>
                <a:latin typeface="Arial" panose="020B0604020202020204" pitchFamily="34" charset="0"/>
                <a:ea typeface="Times New Roman" panose="02020603050405020304" pitchFamily="18" charset="0"/>
                <a:cs typeface="Segoe UI" panose="020B0502040204020203" pitchFamily="34" charset="0"/>
              </a:rPr>
              <a:t> folder, and then click </a:t>
            </a:r>
            <a:r>
              <a:rPr lang="en-CA" sz="1000" b="1">
                <a:solidFill>
                  <a:prstClr val="black"/>
                </a:solidFill>
                <a:latin typeface="Arial" panose="020B0604020202020204" pitchFamily="34" charset="0"/>
                <a:cs typeface="Times New Roman" panose="02020603050405020304" pitchFamily="18" charset="0"/>
              </a:rPr>
              <a:t>Refresh</a:t>
            </a:r>
            <a:r>
              <a:rPr lang="en-CA" sz="1000">
                <a:solidFill>
                  <a:prstClr val="black"/>
                </a:solidFill>
                <a:latin typeface="Arial" panose="020B0604020202020204" pitchFamily="34" charset="0"/>
                <a:ea typeface="Times New Roman" panose="02020603050405020304" pitchFamily="18" charset="0"/>
                <a:cs typeface="Segoe UI" panose="020B0502040204020203" pitchFamily="34" charset="0"/>
              </a:rPr>
              <a:t> to refresh the view. You should see the new Desktop Lockdown GPO.</a:t>
            </a:r>
            <a:endParaRPr lang="en-CA" sz="1000">
              <a:solidFill>
                <a:prstClr val="black"/>
              </a:solidFill>
              <a:latin typeface="Arial" panose="020B0604020202020204" pitchFamily="34" charset="0"/>
            </a:endParaRPr>
          </a:p>
          <a:p>
            <a:pPr marL="342900" lvl="0" indent="-342900">
              <a:lnSpc>
                <a:spcPct val="115000"/>
              </a:lnSpc>
              <a:spcAft>
                <a:spcPts val="995"/>
              </a:spcAft>
              <a:buFont typeface="+mj-lt"/>
              <a:buAutoNum type="arabicPeriod" startAt="3"/>
            </a:pPr>
            <a:r>
              <a:rPr lang="en-CA" sz="1000">
                <a:solidFill>
                  <a:prstClr val="black"/>
                </a:solidFill>
                <a:latin typeface="Arial" panose="020B0604020202020204" pitchFamily="34" charset="0"/>
                <a:ea typeface="Times New Roman" panose="02020603050405020304" pitchFamily="18" charset="0"/>
                <a:cs typeface="Segoe UI" panose="020B0502040204020203" pitchFamily="34" charset="0"/>
              </a:rPr>
              <a:t>Minimize the </a:t>
            </a:r>
            <a:r>
              <a:rPr lang="en-CA" sz="1000">
                <a:solidFill>
                  <a:prstClr val="black"/>
                </a:solidFill>
                <a:latin typeface="Arial" panose="020B0604020202020204" pitchFamily="34" charset="0"/>
              </a:rPr>
              <a:t>GPMC</a:t>
            </a:r>
            <a:r>
              <a:rPr lang="en-CA" sz="1000" smtClean="0">
                <a:solidFill>
                  <a:prstClr val="black"/>
                </a:solidFill>
                <a:latin typeface="Arial" panose="020B0604020202020204" pitchFamily="34" charset="0"/>
                <a:ea typeface="Times New Roman" panose="02020603050405020304" pitchFamily="18" charset="0"/>
                <a:cs typeface="Segoe UI" panose="020B0502040204020203" pitchFamily="34" charset="0"/>
              </a:rPr>
              <a:t>.</a:t>
            </a:r>
          </a:p>
          <a:p>
            <a:pPr marL="342900" lvl="0" indent="-342900">
              <a:lnSpc>
                <a:spcPct val="115000"/>
              </a:lnSpc>
              <a:spcAft>
                <a:spcPts val="995"/>
              </a:spcAft>
              <a:buFont typeface="+mj-lt"/>
              <a:buAutoNum type="arabicPeriod" startAt="3"/>
            </a:pPr>
            <a:endParaRPr lang="en-US" sz="1000">
              <a:solidFill>
                <a:prstClr val="black"/>
              </a:solidFill>
              <a:latin typeface="Arial" panose="020B0604020202020204" pitchFamily="34" charset="0"/>
              <a:cs typeface="Segoe UI" panose="020B0502040204020203" pitchFamily="34" charset="0"/>
            </a:endParaRPr>
          </a:p>
          <a:p>
            <a:pPr lvl="0">
              <a:lnSpc>
                <a:spcPct val="107000"/>
              </a:lnSpc>
              <a:spcAft>
                <a:spcPts val="800"/>
              </a:spcAft>
            </a:pPr>
            <a:r>
              <a:rPr lang="en-CA" sz="1000">
                <a:solidFill>
                  <a:prstClr val="black"/>
                </a:solidFill>
                <a:latin typeface="Arial" panose="020B0604020202020204" pitchFamily="34" charset="0"/>
                <a:ea typeface="Calibri" panose="020F0502020204030204" pitchFamily="34" charset="0"/>
                <a:cs typeface="Segoe UI" panose="020B0502040204020203" pitchFamily="34" charset="0"/>
              </a:rPr>
              <a:t>Leave the virtual machine running for the next demonstration.</a:t>
            </a:r>
            <a:endParaRPr lang="en-CA" sz="100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342900" lvl="0" indent="-342900">
              <a:lnSpc>
                <a:spcPct val="115000"/>
              </a:lnSpc>
              <a:spcAft>
                <a:spcPts val="995"/>
              </a:spcAft>
              <a:buFont typeface="+mj-lt"/>
              <a:buAutoNum type="arabicPeriod" startAt="3"/>
            </a:pPr>
            <a:endParaRPr lang="en-CA"/>
          </a:p>
        </p:txBody>
      </p:sp>
      <p:sp>
        <p:nvSpPr>
          <p:cNvPr id="4" name="Slide Number Placeholder 3"/>
          <p:cNvSpPr>
            <a:spLocks noGrp="1"/>
          </p:cNvSpPr>
          <p:nvPr>
            <p:ph type="sldNum" sz="quarter" idx="10"/>
          </p:nvPr>
        </p:nvSpPr>
        <p:spPr/>
        <p:txBody>
          <a:bodyPr/>
          <a:lstStyle/>
          <a:p>
            <a:fld id="{A0B9EA0A-02CE-4302-BF90-69E3E05D9DC6}" type="slidenum">
              <a:rPr lang="en-CA" smtClean="0"/>
              <a:pPr/>
              <a:t>10</a:t>
            </a:fld>
            <a:endParaRPr lang="en-CA"/>
          </a:p>
        </p:txBody>
      </p:sp>
      <p:sp>
        <p:nvSpPr>
          <p:cNvPr id="6" name="Rectangle 5"/>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7" name="Rectangle 6"/>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11: Implementing Group Policy</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41780118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Provide a brief overview of the lesson content.</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A0B9EA0A-02CE-4302-BF90-69E3E05D9DC6}" type="slidenum">
              <a:rPr lang="en-CA" smtClean="0"/>
              <a:pPr/>
              <a:t>11</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11: Implementing Group Policy</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23300236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Point out that:</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smtClean="0">
                <a:effectLst/>
                <a:latin typeface="Arial" panose="020B0604020202020204" pitchFamily="34" charset="0"/>
                <a:ea typeface="Times New Roman" panose="02020603050405020304" pitchFamily="18" charset="0"/>
                <a:cs typeface="Segoe UI" panose="020B0502040204020203" pitchFamily="34" charset="0"/>
              </a:rPr>
              <a:t>A GPO (and all of the settings that it contains) does not take effect until you link it to a container, such as an organizational unit (OU). One of the main reasons for creating an OU structure is to support the Group Policy design.</a:t>
            </a: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smtClean="0">
                <a:effectLst/>
                <a:latin typeface="Arial" panose="020B0604020202020204" pitchFamily="34" charset="0"/>
                <a:ea typeface="Times New Roman" panose="02020603050405020304" pitchFamily="18" charset="0"/>
                <a:cs typeface="Segoe UI" panose="020B0502040204020203" pitchFamily="34" charset="0"/>
              </a:rPr>
              <a:t>GPOs can, and often are, linked to multiple containers.</a:t>
            </a: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Mention to students that typically, they would disable a link to enable troubleshooting. </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Stress that you cannot apply GPOs to system containers. Open the Group Policy Management Console (GPMC), and show them that system containers do not even appear in the console. The only way objects in the system containers can get policy settings is if you configure policy settings to be applied at the domain level. </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Mention that the Authenticated Users group includes all Authenticated users and computers.</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A0B9EA0A-02CE-4302-BF90-69E3E05D9DC6}" type="slidenum">
              <a:rPr lang="en-CA" smtClean="0"/>
              <a:pPr/>
              <a:t>12</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11: Implementing Group Policy</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6261461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Stress to students that changing the refresh interval can affect performance on the client computer and the network. Therefore, you should test it before implementing it.</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Ensure that students understand the idea of users signing in with cached credentials, and the effect this has on Group Policy settings.</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Point out the new Remote Policy Refresh feature in Windows Server 2012. </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A0B9EA0A-02CE-4302-BF90-69E3E05D9DC6}" type="slidenum">
              <a:rPr lang="en-CA" smtClean="0"/>
              <a:pPr/>
              <a:t>13</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11: Implementing Group Policy</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42226497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Use the slide to describe the way policies are processed. Point out that assigning a preference order is only required when there might be conflicting settings in multiple policies that are linked at the same level. Otherwise, because objects receive the cumulative effect, the order of application is irrelevant. </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A0B9EA0A-02CE-4302-BF90-69E3E05D9DC6}" type="slidenum">
              <a:rPr lang="en-CA" smtClean="0"/>
              <a:pPr/>
              <a:t>14</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11: Implementing Group Policy</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28068691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Stress that, in a domain environment, domain policies override local settings. You can use Local Group Policy only to control the local computer. This is useful in workgroup environments and for imaging purposes. </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Point out that local Group Policy applies to all users who sign in to the local computer.</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Mention that you:</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smtClean="0">
                <a:effectLst/>
                <a:latin typeface="Arial" panose="020B0604020202020204" pitchFamily="34" charset="0"/>
                <a:ea typeface="Times New Roman" panose="02020603050405020304" pitchFamily="18" charset="0"/>
                <a:cs typeface="Segoe UI" panose="020B0502040204020203" pitchFamily="34" charset="0"/>
              </a:rPr>
              <a:t>Cannot apply policies directly to security groups.</a:t>
            </a: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smtClean="0">
                <a:effectLst/>
                <a:latin typeface="Arial" panose="020B0604020202020204" pitchFamily="34" charset="0"/>
                <a:ea typeface="Times New Roman" panose="02020603050405020304" pitchFamily="18" charset="0"/>
                <a:cs typeface="Segoe UI" panose="020B0502040204020203" pitchFamily="34" charset="0"/>
              </a:rPr>
              <a:t>Can apply user settings to multiple policies.</a:t>
            </a: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smtClean="0">
                <a:effectLst/>
                <a:latin typeface="Arial" panose="020B0604020202020204" pitchFamily="34" charset="0"/>
                <a:ea typeface="Times New Roman" panose="02020603050405020304" pitchFamily="18" charset="0"/>
                <a:cs typeface="Segoe UI" panose="020B0502040204020203" pitchFamily="34" charset="0"/>
              </a:rPr>
              <a:t>Can have only one computer configuration policy.</a:t>
            </a: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Consider performing a short demonstration showing how to create a local Group Policy for standard users.</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A0B9EA0A-02CE-4302-BF90-69E3E05D9DC6}" type="slidenum">
              <a:rPr lang="en-CA" smtClean="0"/>
              <a:pPr/>
              <a:t>15</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11: Implementing Group Policy</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28373501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Show the two default policies, and stress that you should not modify these two policies.</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A0B9EA0A-02CE-4302-BF90-69E3E05D9DC6}" type="slidenum">
              <a:rPr lang="en-CA" smtClean="0"/>
              <a:pPr/>
              <a:t>16</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11: Implementing Group Policy</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42275622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You might characterize the two approaches as follows: </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smtClean="0">
                <a:effectLst/>
                <a:latin typeface="Arial" panose="020B0604020202020204" pitchFamily="34" charset="0"/>
                <a:ea typeface="Times New Roman" panose="02020603050405020304" pitchFamily="18" charset="0"/>
                <a:cs typeface="Segoe UI" panose="020B0502040204020203" pitchFamily="34" charset="0"/>
              </a:rPr>
              <a:t>Apply the setting to all but a few users.</a:t>
            </a: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smtClean="0">
                <a:effectLst/>
                <a:latin typeface="Arial" panose="020B0604020202020204" pitchFamily="34" charset="0"/>
                <a:ea typeface="Times New Roman" panose="02020603050405020304" pitchFamily="18" charset="0"/>
                <a:cs typeface="Segoe UI" panose="020B0502040204020203" pitchFamily="34" charset="0"/>
              </a:rPr>
              <a:t>Apply the settings to only a few users.</a:t>
            </a: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Point out that you cannot control only part of a GPO. Permissions apply to all the settings in the GPO. If a policy delivers multiple settings, you cannot exempt or enforce only some of the settings in the GPO. You can enforce all settings or enforce none.</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A0B9EA0A-02CE-4302-BF90-69E3E05D9DC6}" type="slidenum">
              <a:rPr lang="en-CA" smtClean="0"/>
              <a:pPr/>
              <a:t>17</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11: Implementing Group Policy</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20728615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3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After reviewing the discussion questions and answers with students, you can develop your own questions and scenarios.</a:t>
            </a:r>
          </a:p>
          <a:p>
            <a:pPr>
              <a:lnSpc>
                <a:spcPct val="107000"/>
              </a:lnSpc>
              <a:spcAft>
                <a:spcPts val="300"/>
              </a:spcAft>
            </a:pPr>
            <a:endParaRPr lang="en-CA" sz="1000" b="1"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What power options will the servers in the Servers OU receive?</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They will receive the power options from GPO4, because it is applied after the domain‑level GPOs.</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What power options will the laptops in the Sales Laptops OU receive?</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They will receive the power options from GPO3, because it is applied after the domain‑level GPOs.</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What power options will all other computers in the domain receive?</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They will receive the domain‑level policy.</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Will users in the Sales Users OU who have created local policies to grant access to Control Panel be able to access Control Panel?</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No. Local settings are applied first, and are overwritten by domain and OU policies. Therefore, a local policy will not reverse a domain setting.</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If you needed to grant access to Control Panel to some users, how would you do it?</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lvl="0">
              <a:lnSpc>
                <a:spcPct val="107000"/>
              </a:lnSpc>
              <a:spcAft>
                <a:spcPts val="3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You would create a Group Policy that specifically grants access specifically to Control Panel. You then </a:t>
            </a:r>
            <a:r>
              <a:rPr lang="en-CA" sz="1000" dirty="0">
                <a:solidFill>
                  <a:prstClr val="black"/>
                </a:solidFill>
                <a:latin typeface="Arial" panose="020B0604020202020204" pitchFamily="34" charset="0"/>
                <a:ea typeface="Calibri" panose="020F0502020204030204" pitchFamily="34" charset="0"/>
                <a:cs typeface="Segoe UI" panose="020B0502040204020203" pitchFamily="34" charset="0"/>
              </a:rPr>
              <a:t>would use security filtering to apply it to the correct group of users, and assign it a preference order that ensures that it is the last policy applied.</a:t>
            </a:r>
            <a:endPar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nSpc>
                <a:spcPct val="107000"/>
              </a:lnSpc>
              <a:spcAft>
                <a:spcPts val="300"/>
              </a:spcAft>
            </a:pPr>
            <a:r>
              <a:rPr lang="en-CA" sz="1000" b="1" dirty="0">
                <a:solidFill>
                  <a:prstClr val="black"/>
                </a:solidFill>
                <a:latin typeface="Arial" panose="020B0604020202020204" pitchFamily="34" charset="0"/>
                <a:ea typeface="Calibri" panose="020F0502020204030204" pitchFamily="34" charset="0"/>
                <a:cs typeface="Times New Roman" panose="02020603050405020304" pitchFamily="18" charset="0"/>
              </a:rPr>
              <a:t>Question</a:t>
            </a:r>
            <a:endPar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nSpc>
                <a:spcPct val="107000"/>
              </a:lnSpc>
              <a:spcAft>
                <a:spcPts val="300"/>
              </a:spcAft>
            </a:pPr>
            <a:r>
              <a:rPr lang="en-CA" sz="1000" dirty="0">
                <a:solidFill>
                  <a:prstClr val="black"/>
                </a:solidFill>
                <a:latin typeface="Arial" panose="020B0604020202020204" pitchFamily="34" charset="0"/>
                <a:ea typeface="Calibri" panose="020F0502020204030204" pitchFamily="34" charset="0"/>
                <a:cs typeface="Segoe UI" panose="020B0502040204020203" pitchFamily="34" charset="0"/>
              </a:rPr>
              <a:t>Can you apply GPO2 to other department OUs?</a:t>
            </a:r>
            <a:endPar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nSpc>
                <a:spcPct val="107000"/>
              </a:lnSpc>
              <a:spcAft>
                <a:spcPts val="300"/>
              </a:spcAft>
            </a:pPr>
            <a:r>
              <a:rPr lang="en-CA" sz="1000" b="1" dirty="0">
                <a:solidFill>
                  <a:prstClr val="black"/>
                </a:solidFill>
                <a:latin typeface="Arial" panose="020B0604020202020204" pitchFamily="34" charset="0"/>
                <a:ea typeface="Calibri" panose="020F0502020204030204" pitchFamily="34" charset="0"/>
                <a:cs typeface="Times New Roman" panose="02020603050405020304" pitchFamily="18" charset="0"/>
              </a:rPr>
              <a:t>Answer</a:t>
            </a:r>
            <a:endParaRPr lang="en-CA" sz="1000" dirty="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nSpc>
                <a:spcPct val="107000"/>
              </a:lnSpc>
              <a:spcAft>
                <a:spcPts val="300"/>
              </a:spcAft>
            </a:pPr>
            <a:r>
              <a:rPr lang="en-CA" sz="1000" dirty="0">
                <a:solidFill>
                  <a:prstClr val="black"/>
                </a:solidFill>
                <a:latin typeface="Arial" panose="020B0604020202020204" pitchFamily="34" charset="0"/>
                <a:ea typeface="Calibri" panose="020F0502020204030204" pitchFamily="34" charset="0"/>
                <a:cs typeface="Segoe UI" panose="020B0502040204020203" pitchFamily="34" charset="0"/>
              </a:rPr>
              <a:t>Yes. By linking GPO2 to other containers, those users will receive the GPO2 settings</a:t>
            </a:r>
            <a:r>
              <a:rPr lang="en-CA" sz="1000" dirty="0" smtClean="0">
                <a:solidFill>
                  <a:prstClr val="black"/>
                </a:solidFill>
                <a:latin typeface="Arial" panose="020B0604020202020204" pitchFamily="34" charset="0"/>
                <a:ea typeface="Calibri" panose="020F0502020204030204" pitchFamily="34" charset="0"/>
                <a:cs typeface="Segoe UI" panose="020B0502040204020203" pitchFamily="34" charset="0"/>
              </a:rPr>
              <a:t>.</a:t>
            </a:r>
            <a:endParaRPr lang="en-CA" sz="1000" dirty="0"/>
          </a:p>
        </p:txBody>
      </p:sp>
      <p:sp>
        <p:nvSpPr>
          <p:cNvPr id="4" name="Slide Number Placeholder 3"/>
          <p:cNvSpPr>
            <a:spLocks noGrp="1"/>
          </p:cNvSpPr>
          <p:nvPr>
            <p:ph type="sldNum" sz="quarter" idx="10"/>
          </p:nvPr>
        </p:nvSpPr>
        <p:spPr/>
        <p:txBody>
          <a:bodyPr/>
          <a:lstStyle/>
          <a:p>
            <a:fld id="{A0B9EA0A-02CE-4302-BF90-69E3E05D9DC6}" type="slidenum">
              <a:rPr lang="en-CA" smtClean="0"/>
              <a:pPr/>
              <a:t>18</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11: Implementing Group Policy</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28683982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Stress that Resultant Set of Policy (RSoP) is the best troubleshooting tool for GPO issues. Students can use it to see what policies are delivering what settings to the user or computer.</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Point out that in this demonstration, the Group Policy Modeling Wizard generates very little information because of the lack of policies and settings in place currently. The point of the exercise is to demonstrate the possibilities of the wizard itself, and not the contents of report that it generates.</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Preparation Steps</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Ensure that 20410D‑LON‑DC1 is running from the last demonstration.</a:t>
            </a:r>
            <a:r>
              <a:rPr lang="en-CA" sz="1000" smtClean="0">
                <a:solidFill>
                  <a:srgbClr val="000000"/>
                </a:solidFill>
                <a:effectLst/>
                <a:latin typeface="Arial" panose="020B0604020202020204" pitchFamily="34" charset="0"/>
                <a:ea typeface="Calibri" panose="020F0502020204030204" pitchFamily="34" charset="0"/>
                <a:cs typeface="Segoe UI" panose="020B0502040204020203" pitchFamily="34" charset="0"/>
              </a:rPr>
              <a:t> </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Demonstration Steps</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ts val="1300"/>
              </a:lnSpc>
              <a:spcBef>
                <a:spcPts val="900"/>
              </a:spcBef>
              <a:spcAft>
                <a:spcPts val="300"/>
              </a:spcAft>
            </a:pPr>
            <a:r>
              <a:rPr lang="en-US" sz="1000" b="1" smtClean="0">
                <a:effectLst/>
                <a:latin typeface="Arial" panose="020B0604020202020204" pitchFamily="34" charset="0"/>
                <a:ea typeface="Times New Roman" panose="02020603050405020304" pitchFamily="18" charset="0"/>
                <a:cs typeface="Segoe UI" panose="020B0502040204020203" pitchFamily="34" charset="0"/>
              </a:rPr>
              <a:t>Use Gpupdate to refresh Group Policy</a:t>
            </a:r>
            <a:endParaRPr lang="en-CA" sz="1000" b="1" smtClean="0">
              <a:effectLst/>
              <a:latin typeface="Arial" panose="020B0604020202020204" pitchFamily="34" charset="0"/>
              <a:ea typeface="Times New Roman" panose="02020603050405020304" pitchFamily="18" charset="0"/>
              <a:cs typeface="Segoe UI" panose="020B0502040204020203" pitchFamily="34" charset="0"/>
            </a:endParaRPr>
          </a:p>
          <a:p>
            <a:pPr marL="342900" marR="0" lvl="0" indent="-342900">
              <a:lnSpc>
                <a:spcPct val="115000"/>
              </a:lnSpc>
              <a:spcBef>
                <a:spcPts val="0"/>
              </a:spcBef>
              <a:spcAft>
                <a:spcPts val="995"/>
              </a:spcAft>
              <a:buFont typeface="+mj-lt"/>
              <a:buAutoNum type="arabicPeriod"/>
            </a:pPr>
            <a:r>
              <a:rPr lang="en-US" sz="1000" smtClean="0">
                <a:effectLst/>
                <a:latin typeface="Arial" panose="020B0604020202020204" pitchFamily="34" charset="0"/>
                <a:ea typeface="Times New Roman" panose="02020603050405020304" pitchFamily="18" charset="0"/>
                <a:cs typeface="Segoe UI" panose="020B0502040204020203" pitchFamily="34" charset="0"/>
              </a:rPr>
              <a:t>On LON‑DC1, on the taskbar, click the </a:t>
            </a:r>
            <a:r>
              <a:rPr lang="en-US" sz="1000" b="1" smtClean="0">
                <a:effectLst/>
                <a:latin typeface="Arial" panose="020B0604020202020204" pitchFamily="34" charset="0"/>
                <a:ea typeface="Times New Roman" panose="02020603050405020304" pitchFamily="18" charset="0"/>
                <a:cs typeface="Times New Roman" panose="02020603050405020304" pitchFamily="18" charset="0"/>
              </a:rPr>
              <a:t>Windows PowerShell </a:t>
            </a:r>
            <a:r>
              <a:rPr lang="en-US" sz="1000" smtClean="0">
                <a:effectLst/>
                <a:latin typeface="Arial" panose="020B0604020202020204" pitchFamily="34" charset="0"/>
                <a:ea typeface="Times New Roman" panose="02020603050405020304" pitchFamily="18" charset="0"/>
                <a:cs typeface="Segoe UI" panose="020B0502040204020203" pitchFamily="34" charset="0"/>
              </a:rPr>
              <a:t>icon.</a:t>
            </a: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a:pPr>
            <a:r>
              <a:rPr lang="en-US" sz="1000" smtClean="0">
                <a:effectLst/>
                <a:latin typeface="Arial" panose="020B0604020202020204" pitchFamily="34" charset="0"/>
                <a:ea typeface="Times New Roman" panose="02020603050405020304" pitchFamily="18" charset="0"/>
                <a:cs typeface="Segoe UI" panose="020B0502040204020203" pitchFamily="34" charset="0"/>
              </a:rPr>
              <a:t>In Windows PowerShell, at the command prompt, type the following,  and then press Enter:</a:t>
            </a: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marL="338138">
              <a:lnSpc>
                <a:spcPts val="1000"/>
              </a:lnSpc>
              <a:spcBef>
                <a:spcPts val="600"/>
              </a:spcBef>
              <a:spcAft>
                <a:spcPts val="1200"/>
              </a:spcAft>
            </a:pPr>
            <a:r>
              <a:rPr lang="en-US" sz="1000" b="1">
                <a:latin typeface="Lucida Sans Typewriter" panose="020B0509030504030204" pitchFamily="49" charset="0"/>
              </a:rPr>
              <a:t>Gpupdate</a:t>
            </a:r>
            <a:endParaRPr lang="en-CA" sz="1000" b="1">
              <a:latin typeface="Lucida Sans Typewriter" panose="020B0509030504030204" pitchFamily="49" charset="0"/>
            </a:endParaRPr>
          </a:p>
          <a:p>
            <a:pPr>
              <a:lnSpc>
                <a:spcPts val="1300"/>
              </a:lnSpc>
              <a:spcBef>
                <a:spcPts val="900"/>
              </a:spcBef>
              <a:spcAft>
                <a:spcPts val="300"/>
              </a:spcAft>
            </a:pPr>
            <a:r>
              <a:rPr lang="en-US" sz="1000" b="1" smtClean="0">
                <a:effectLst/>
                <a:latin typeface="Arial" panose="020B0604020202020204" pitchFamily="34" charset="0"/>
                <a:ea typeface="Times New Roman" panose="02020603050405020304" pitchFamily="18" charset="0"/>
                <a:cs typeface="Segoe UI" panose="020B0502040204020203" pitchFamily="34" charset="0"/>
              </a:rPr>
              <a:t>Use the Gpresult cmdlet to output the results to an HTML file</a:t>
            </a:r>
            <a:endParaRPr lang="en-CA" sz="1000" b="1" smtClean="0">
              <a:effectLst/>
              <a:latin typeface="Arial" panose="020B0604020202020204" pitchFamily="34" charset="0"/>
              <a:ea typeface="Times New Roman" panose="02020603050405020304" pitchFamily="18" charset="0"/>
              <a:cs typeface="Segoe UI" panose="020B0502040204020203" pitchFamily="34" charset="0"/>
            </a:endParaRPr>
          </a:p>
          <a:p>
            <a:pPr marL="342900" marR="0" lvl="0" indent="-342900">
              <a:lnSpc>
                <a:spcPct val="115000"/>
              </a:lnSpc>
              <a:spcBef>
                <a:spcPts val="0"/>
              </a:spcBef>
              <a:spcAft>
                <a:spcPts val="600"/>
              </a:spcAft>
              <a:buFont typeface="+mj-lt"/>
              <a:buAutoNum type="arabicPeriod"/>
            </a:pPr>
            <a:r>
              <a:rPr lang="en-US" sz="100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At the Windows PowerShell command prompt, type the following, and then press Enter: </a:t>
            </a: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marL="338138">
              <a:lnSpc>
                <a:spcPts val="1000"/>
              </a:lnSpc>
              <a:spcBef>
                <a:spcPts val="600"/>
              </a:spcBef>
              <a:spcAft>
                <a:spcPts val="1200"/>
              </a:spcAft>
            </a:pPr>
            <a:r>
              <a:rPr lang="en-US" sz="1000" b="1">
                <a:latin typeface="Lucida Sans Typewriter" panose="020B0509030504030204" pitchFamily="49" charset="0"/>
              </a:rPr>
              <a:t>Gpresult /H c:\Gpresult.html</a:t>
            </a:r>
            <a:endParaRPr lang="en-CA" sz="1000" b="1">
              <a:latin typeface="Lucida Sans Typewriter" panose="020B0509030504030204" pitchFamily="49" charset="0"/>
            </a:endParaRPr>
          </a:p>
          <a:p>
            <a:pPr marL="342900" marR="0" lvl="0" indent="-342900">
              <a:lnSpc>
                <a:spcPct val="115000"/>
              </a:lnSpc>
              <a:spcBef>
                <a:spcPts val="0"/>
              </a:spcBef>
              <a:spcAft>
                <a:spcPts val="995"/>
              </a:spcAft>
              <a:buFont typeface="+mj-lt"/>
              <a:buAutoNum type="arabicPeriod" startAt="2"/>
            </a:pPr>
            <a:r>
              <a:rPr lang="en-US" sz="100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On the taskbar, click the </a:t>
            </a:r>
            <a:r>
              <a:rPr lang="en-US" sz="1000" b="1" smtClean="0">
                <a:effectLst/>
                <a:latin typeface="Arial" panose="020B0604020202020204" pitchFamily="34" charset="0"/>
                <a:ea typeface="Times New Roman" panose="02020603050405020304" pitchFamily="18" charset="0"/>
                <a:cs typeface="Times New Roman" panose="02020603050405020304" pitchFamily="18" charset="0"/>
              </a:rPr>
              <a:t>File Explorer</a:t>
            </a:r>
            <a:r>
              <a:rPr lang="en-US" sz="1000" smtClean="0">
                <a:effectLst/>
                <a:latin typeface="Arial" panose="020B0604020202020204" pitchFamily="34" charset="0"/>
                <a:ea typeface="Times New Roman" panose="02020603050405020304" pitchFamily="18" charset="0"/>
                <a:cs typeface="Times New Roman" panose="02020603050405020304" pitchFamily="18" charset="0"/>
              </a:rPr>
              <a:t> </a:t>
            </a:r>
            <a:r>
              <a:rPr lang="en-US" sz="100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icon.</a:t>
            </a: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startAt="2"/>
            </a:pPr>
            <a:r>
              <a:rPr lang="en-US" sz="100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In the File Explorer window, expand </a:t>
            </a:r>
            <a:r>
              <a:rPr lang="en-US" sz="1000" b="1" smtClean="0">
                <a:effectLst/>
                <a:latin typeface="Arial" panose="020B0604020202020204" pitchFamily="34" charset="0"/>
                <a:ea typeface="Times New Roman" panose="02020603050405020304" pitchFamily="18" charset="0"/>
                <a:cs typeface="Times New Roman" panose="02020603050405020304" pitchFamily="18" charset="0"/>
              </a:rPr>
              <a:t>Computer</a:t>
            </a:r>
            <a:r>
              <a:rPr lang="en-US" sz="1000" smtClean="0">
                <a:effectLst/>
                <a:latin typeface="Arial" panose="020B0604020202020204" pitchFamily="34" charset="0"/>
                <a:ea typeface="Times New Roman" panose="02020603050405020304" pitchFamily="18" charset="0"/>
                <a:cs typeface="Segoe UI" panose="020B0502040204020203" pitchFamily="34" charset="0"/>
              </a:rPr>
              <a:t>,</a:t>
            </a:r>
            <a:r>
              <a:rPr lang="en-US" sz="100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 and then click </a:t>
            </a:r>
            <a:r>
              <a:rPr lang="en-US" sz="1000" b="1" smtClean="0">
                <a:effectLst/>
                <a:latin typeface="Arial" panose="020B0604020202020204" pitchFamily="34" charset="0"/>
                <a:ea typeface="Times New Roman" panose="02020603050405020304" pitchFamily="18" charset="0"/>
                <a:cs typeface="Times New Roman" panose="02020603050405020304" pitchFamily="18" charset="0"/>
              </a:rPr>
              <a:t>Local Disk (C:)</a:t>
            </a:r>
            <a:r>
              <a:rPr lang="en-US" sz="100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a:t>
            </a: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startAt="2"/>
            </a:pPr>
            <a:r>
              <a:rPr lang="en-US" sz="100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Double‑click the </a:t>
            </a:r>
            <a:r>
              <a:rPr lang="en-US" sz="1000" b="1" smtClean="0">
                <a:effectLst/>
                <a:latin typeface="Arial" panose="020B0604020202020204" pitchFamily="34" charset="0"/>
                <a:ea typeface="Times New Roman" panose="02020603050405020304" pitchFamily="18" charset="0"/>
                <a:cs typeface="Times New Roman" panose="02020603050405020304" pitchFamily="18" charset="0"/>
              </a:rPr>
              <a:t>Gpresult.html </a:t>
            </a:r>
            <a:r>
              <a:rPr lang="en-US" sz="100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file and review the results. </a:t>
            </a: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startAt="2"/>
            </a:pPr>
            <a:r>
              <a:rPr lang="en-US" sz="100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In the Gpresult.html</a:t>
            </a:r>
            <a:r>
              <a:rPr lang="en-US" sz="1000" b="1" smtClean="0">
                <a:effectLst/>
                <a:latin typeface="Arial" panose="020B0604020202020204" pitchFamily="34" charset="0"/>
                <a:ea typeface="Times New Roman" panose="02020603050405020304" pitchFamily="18" charset="0"/>
                <a:cs typeface="Times New Roman" panose="02020603050405020304" pitchFamily="18" charset="0"/>
              </a:rPr>
              <a:t> </a:t>
            </a:r>
            <a:r>
              <a:rPr lang="en-US" sz="100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file, scroll down to the User Details section, note that the “</a:t>
            </a:r>
            <a:r>
              <a:rPr lang="en-US" sz="1000" smtClean="0">
                <a:effectLst/>
                <a:latin typeface="Arial" panose="020B0604020202020204" pitchFamily="34" charset="0"/>
                <a:ea typeface="Times New Roman" panose="02020603050405020304" pitchFamily="18" charset="0"/>
                <a:cs typeface="Times New Roman" panose="02020603050405020304" pitchFamily="18" charset="0"/>
              </a:rPr>
              <a:t>Do not allow Windows Messenger to be run”</a:t>
            </a:r>
            <a:r>
              <a:rPr lang="en-US" sz="100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 setting is </a:t>
            </a:r>
            <a:r>
              <a:rPr lang="en-US" sz="1000" smtClean="0">
                <a:effectLst/>
                <a:latin typeface="Arial" panose="020B0604020202020204" pitchFamily="34" charset="0"/>
                <a:ea typeface="Times New Roman" panose="02020603050405020304" pitchFamily="18" charset="0"/>
                <a:cs typeface="Times New Roman" panose="02020603050405020304" pitchFamily="18" charset="0"/>
              </a:rPr>
              <a:t>Enabled</a:t>
            </a:r>
            <a:r>
              <a:rPr lang="en-US" sz="100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 and then note that </a:t>
            </a:r>
            <a:r>
              <a:rPr lang="en-US" sz="1000" smtClean="0">
                <a:effectLst/>
                <a:latin typeface="Arial" panose="020B0604020202020204" pitchFamily="34" charset="0"/>
                <a:ea typeface="Times New Roman" panose="02020603050405020304" pitchFamily="18" charset="0"/>
                <a:cs typeface="Times New Roman" panose="02020603050405020304" pitchFamily="18" charset="0"/>
              </a:rPr>
              <a:t>Winning GPO</a:t>
            </a:r>
            <a:r>
              <a:rPr lang="en-US" sz="100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 is the </a:t>
            </a:r>
            <a:r>
              <a:rPr lang="en-US" sz="1000" smtClean="0">
                <a:effectLst/>
                <a:latin typeface="Arial" panose="020B0604020202020204" pitchFamily="34" charset="0"/>
                <a:ea typeface="Times New Roman" panose="02020603050405020304" pitchFamily="18" charset="0"/>
                <a:cs typeface="Times New Roman" panose="02020603050405020304" pitchFamily="18" charset="0"/>
              </a:rPr>
              <a:t>Prohibit Windows Messenger</a:t>
            </a:r>
            <a:r>
              <a:rPr lang="en-US" sz="1000" b="1" smtClean="0">
                <a:effectLst/>
                <a:latin typeface="Arial" panose="020B0604020202020204" pitchFamily="34" charset="0"/>
                <a:ea typeface="Times New Roman" panose="02020603050405020304" pitchFamily="18" charset="0"/>
                <a:cs typeface="Times New Roman" panose="02020603050405020304" pitchFamily="18" charset="0"/>
              </a:rPr>
              <a:t> </a:t>
            </a:r>
            <a:r>
              <a:rPr lang="en-US" sz="1000" smtClean="0">
                <a:effectLst/>
                <a:latin typeface="Arial" panose="020B0604020202020204" pitchFamily="34" charset="0"/>
                <a:ea typeface="Times New Roman" panose="02020603050405020304" pitchFamily="18" charset="0"/>
                <a:cs typeface="Times New Roman" panose="02020603050405020304" pitchFamily="18" charset="0"/>
              </a:rPr>
              <a:t>GPO</a:t>
            </a:r>
            <a:r>
              <a:rPr lang="en-US" sz="100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a:t>
            </a: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startAt="2"/>
            </a:pPr>
            <a:r>
              <a:rPr lang="en-US" sz="100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Close the report.</a:t>
            </a:r>
          </a:p>
          <a:p>
            <a:pPr marL="342900" indent="-342900">
              <a:lnSpc>
                <a:spcPct val="115000"/>
              </a:lnSpc>
              <a:spcAft>
                <a:spcPts val="995"/>
              </a:spcAft>
              <a:buFont typeface="+mj-lt"/>
              <a:buAutoNum type="arabicPeriod" startAt="2"/>
            </a:pP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Close </a:t>
            </a:r>
            <a:r>
              <a:rPr lang="en-US" sz="1000">
                <a:solidFill>
                  <a:prstClr val="black"/>
                </a:solidFill>
                <a:latin typeface="Arial" panose="020B0604020202020204" pitchFamily="34" charset="0"/>
                <a:ea typeface="Times New Roman" panose="02020603050405020304" pitchFamily="18" charset="0"/>
                <a:cs typeface="Times New Roman" panose="02020603050405020304" pitchFamily="18" charset="0"/>
              </a:rPr>
              <a:t>File Explorer</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 and then close </a:t>
            </a:r>
            <a:r>
              <a:rPr lang="en-US" sz="1000">
                <a:solidFill>
                  <a:prstClr val="black"/>
                </a:solidFill>
                <a:latin typeface="Arial" panose="020B0604020202020204" pitchFamily="34" charset="0"/>
                <a:ea typeface="Times New Roman" panose="02020603050405020304" pitchFamily="18" charset="0"/>
                <a:cs typeface="Times New Roman" panose="02020603050405020304" pitchFamily="18" charset="0"/>
              </a:rPr>
              <a:t>Windows PowerShell</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startAt="2"/>
            </a:pP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mj-lt"/>
              <a:buAutoNum type="arabicPeriod" startAt="2"/>
            </a:pP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A0B9EA0A-02CE-4302-BF90-69E3E05D9DC6}" type="slidenum">
              <a:rPr lang="en-CA" smtClean="0"/>
              <a:pPr/>
              <a:t>19</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11: Implementing Group Policy</a:t>
            </a:r>
            <a:endParaRPr lang="en-CA" sz="1200" b="1">
              <a:solidFill>
                <a:srgbClr val="336699"/>
              </a:solidFill>
              <a:latin typeface="Arial" panose="020B0604020202020204" pitchFamily="34" charset="0"/>
            </a:endParaRP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CA" sz="1000" smtClean="0">
                <a:latin typeface="Arial" panose="020B0604020202020204" pitchFamily="34" charset="0"/>
              </a:rPr>
              <a:t>(More notes on the next slide)</a:t>
            </a:r>
            <a:endParaRPr lang="en-CA" sz="1000">
              <a:latin typeface="Arial" panose="020B0604020202020204" pitchFamily="34" charset="0"/>
            </a:endParaRPr>
          </a:p>
        </p:txBody>
      </p:sp>
    </p:spTree>
    <p:extLst>
      <p:ext uri="{BB962C8B-B14F-4D97-AF65-F5344CB8AC3E}">
        <p14:creationId xmlns:p14="http://schemas.microsoft.com/office/powerpoint/2010/main" val="30200745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lvl="0">
              <a:lnSpc>
                <a:spcPts val="1300"/>
              </a:lnSpc>
              <a:spcBef>
                <a:spcPts val="900"/>
              </a:spcBef>
              <a:spcAft>
                <a:spcPts val="300"/>
              </a:spcAft>
            </a:pPr>
            <a:r>
              <a:rPr lang="en-US" sz="1000" b="1" smtClean="0">
                <a:solidFill>
                  <a:prstClr val="black"/>
                </a:solidFill>
                <a:latin typeface="Arial" panose="020B0604020202020204" pitchFamily="34" charset="0"/>
                <a:ea typeface="Times New Roman" panose="02020603050405020304" pitchFamily="18" charset="0"/>
                <a:cs typeface="Segoe UI" panose="020B0502040204020203" pitchFamily="34" charset="0"/>
              </a:rPr>
              <a:t>Use </a:t>
            </a:r>
            <a:r>
              <a:rPr lang="en-US" sz="1000" b="1">
                <a:solidFill>
                  <a:prstClr val="black"/>
                </a:solidFill>
                <a:latin typeface="Arial" panose="020B0604020202020204" pitchFamily="34" charset="0"/>
                <a:ea typeface="Times New Roman" panose="02020603050405020304" pitchFamily="18" charset="0"/>
                <a:cs typeface="Segoe UI" panose="020B0502040204020203" pitchFamily="34" charset="0"/>
              </a:rPr>
              <a:t>the Group Policy Modeling Wizard to test the policy</a:t>
            </a:r>
            <a:endParaRPr lang="en-CA" sz="1000" b="1">
              <a:solidFill>
                <a:prstClr val="black"/>
              </a:solidFill>
              <a:latin typeface="Arial" panose="020B0604020202020204" pitchFamily="34" charset="0"/>
              <a:ea typeface="Times New Roman" panose="02020603050405020304" pitchFamily="18" charset="0"/>
              <a:cs typeface="Segoe UI" panose="020B0502040204020203" pitchFamily="34" charset="0"/>
            </a:endParaRPr>
          </a:p>
          <a:p>
            <a:pPr marL="342900" lvl="0" indent="-342900">
              <a:lnSpc>
                <a:spcPct val="115000"/>
              </a:lnSpc>
              <a:spcAft>
                <a:spcPts val="995"/>
              </a:spcAft>
              <a:buFont typeface="+mj-lt"/>
              <a:buAutoNum type="arabicPeriod"/>
            </a:pP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From the taskbar, restore the GPMC.</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Right‑click </a:t>
            </a:r>
            <a:r>
              <a:rPr lang="en-US" sz="1000" b="1">
                <a:solidFill>
                  <a:prstClr val="black"/>
                </a:solidFill>
                <a:latin typeface="Arial" panose="020B0604020202020204" pitchFamily="34" charset="0"/>
                <a:ea typeface="Times New Roman" panose="02020603050405020304" pitchFamily="18" charset="0"/>
                <a:cs typeface="Times New Roman" panose="02020603050405020304" pitchFamily="18" charset="0"/>
              </a:rPr>
              <a:t>Group Policy Modeling</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 and then click </a:t>
            </a:r>
            <a:r>
              <a:rPr lang="en-US" sz="1000" b="1">
                <a:solidFill>
                  <a:prstClr val="black"/>
                </a:solidFill>
                <a:latin typeface="Arial" panose="020B0604020202020204" pitchFamily="34" charset="0"/>
                <a:ea typeface="Times New Roman" panose="02020603050405020304" pitchFamily="18" charset="0"/>
                <a:cs typeface="Times New Roman" panose="02020603050405020304" pitchFamily="18" charset="0"/>
              </a:rPr>
              <a:t>Group Policy Modeling Wizard</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In the Group Policy Modeling Wizard, on the </a:t>
            </a:r>
            <a:r>
              <a:rPr lang="en-US" sz="1000" b="1">
                <a:solidFill>
                  <a:prstClr val="black"/>
                </a:solidFill>
                <a:latin typeface="Arial" panose="020B0604020202020204" pitchFamily="34" charset="0"/>
                <a:ea typeface="Times New Roman" panose="02020603050405020304" pitchFamily="18" charset="0"/>
                <a:cs typeface="Times New Roman" panose="02020603050405020304" pitchFamily="18" charset="0"/>
              </a:rPr>
              <a:t>Welcome</a:t>
            </a:r>
            <a:r>
              <a:rPr lang="en-US" sz="1000">
                <a:solidFill>
                  <a:prstClr val="black"/>
                </a:solidFill>
                <a:latin typeface="Arial" panose="020B0604020202020204" pitchFamily="34" charset="0"/>
                <a:ea typeface="Times New Roman" panose="02020603050405020304" pitchFamily="18" charset="0"/>
                <a:cs typeface="Times New Roman" panose="02020603050405020304" pitchFamily="18" charset="0"/>
              </a:rPr>
              <a:t> </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page, click </a:t>
            </a:r>
            <a:r>
              <a:rPr lang="en-US" sz="1000" b="1">
                <a:solidFill>
                  <a:prstClr val="black"/>
                </a:solidFill>
                <a:latin typeface="Arial" panose="020B0604020202020204" pitchFamily="34" charset="0"/>
                <a:ea typeface="Times New Roman" panose="02020603050405020304" pitchFamily="18" charset="0"/>
                <a:cs typeface="Times New Roman" panose="02020603050405020304" pitchFamily="18" charset="0"/>
              </a:rPr>
              <a:t>Next</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On the </a:t>
            </a:r>
            <a:r>
              <a:rPr lang="en-US" sz="1000" b="1">
                <a:solidFill>
                  <a:prstClr val="black"/>
                </a:solidFill>
                <a:latin typeface="Arial" panose="020B0604020202020204" pitchFamily="34" charset="0"/>
                <a:ea typeface="Times New Roman" panose="02020603050405020304" pitchFamily="18" charset="0"/>
                <a:cs typeface="Times New Roman" panose="02020603050405020304" pitchFamily="18" charset="0"/>
              </a:rPr>
              <a:t>Domain Controller Selection</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 page, click </a:t>
            </a:r>
            <a:r>
              <a:rPr lang="en-US" sz="1000" b="1">
                <a:solidFill>
                  <a:prstClr val="black"/>
                </a:solidFill>
                <a:latin typeface="Arial" panose="020B0604020202020204" pitchFamily="34" charset="0"/>
                <a:ea typeface="Times New Roman" panose="02020603050405020304" pitchFamily="18" charset="0"/>
                <a:cs typeface="Times New Roman" panose="02020603050405020304" pitchFamily="18" charset="0"/>
              </a:rPr>
              <a:t>Next</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On the </a:t>
            </a:r>
            <a:r>
              <a:rPr lang="en-US" sz="1000" b="1">
                <a:solidFill>
                  <a:prstClr val="black"/>
                </a:solidFill>
                <a:latin typeface="Arial" panose="020B0604020202020204" pitchFamily="34" charset="0"/>
                <a:ea typeface="Times New Roman" panose="02020603050405020304" pitchFamily="18" charset="0"/>
                <a:cs typeface="Times New Roman" panose="02020603050405020304" pitchFamily="18" charset="0"/>
              </a:rPr>
              <a:t>User and Computer Selection</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 page, in the </a:t>
            </a:r>
            <a:r>
              <a:rPr lang="en-US" sz="1000">
                <a:solidFill>
                  <a:prstClr val="black"/>
                </a:solidFill>
                <a:latin typeface="Arial" panose="020B0604020202020204" pitchFamily="34" charset="0"/>
                <a:ea typeface="Times New Roman" panose="02020603050405020304" pitchFamily="18" charset="0"/>
                <a:cs typeface="Times New Roman" panose="02020603050405020304" pitchFamily="18" charset="0"/>
              </a:rPr>
              <a:t>User information</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 section, click </a:t>
            </a:r>
            <a:r>
              <a:rPr lang="en-US" sz="1000" b="1">
                <a:solidFill>
                  <a:prstClr val="black"/>
                </a:solidFill>
                <a:latin typeface="Arial" panose="020B0604020202020204" pitchFamily="34" charset="0"/>
                <a:ea typeface="Times New Roman" panose="02020603050405020304" pitchFamily="18" charset="0"/>
                <a:cs typeface="Times New Roman" panose="02020603050405020304" pitchFamily="18" charset="0"/>
              </a:rPr>
              <a:t>Browse</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Expand </a:t>
            </a:r>
            <a:r>
              <a:rPr lang="en-US" sz="1000" b="1">
                <a:solidFill>
                  <a:prstClr val="black"/>
                </a:solidFill>
                <a:latin typeface="Arial" panose="020B0604020202020204" pitchFamily="34" charset="0"/>
                <a:ea typeface="Times New Roman" panose="02020603050405020304" pitchFamily="18" charset="0"/>
                <a:cs typeface="Times New Roman" panose="02020603050405020304" pitchFamily="18" charset="0"/>
              </a:rPr>
              <a:t>Adatum</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 click the </a:t>
            </a:r>
            <a:r>
              <a:rPr lang="en-US" sz="1000" b="1">
                <a:solidFill>
                  <a:prstClr val="black"/>
                </a:solidFill>
                <a:latin typeface="Arial" panose="020B0604020202020204" pitchFamily="34" charset="0"/>
                <a:ea typeface="Times New Roman" panose="02020603050405020304" pitchFamily="18" charset="0"/>
                <a:cs typeface="Times New Roman" panose="02020603050405020304" pitchFamily="18" charset="0"/>
              </a:rPr>
              <a:t>Managers</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 </a:t>
            </a:r>
            <a:r>
              <a:rPr lang="en-US" sz="1000">
                <a:solidFill>
                  <a:prstClr val="black"/>
                </a:solidFill>
                <a:latin typeface="Arial" panose="020B0604020202020204" pitchFamily="34" charset="0"/>
                <a:ea typeface="Times New Roman" panose="02020603050405020304" pitchFamily="18" charset="0"/>
                <a:cs typeface="Times New Roman" panose="02020603050405020304" pitchFamily="18" charset="0"/>
              </a:rPr>
              <a:t>OU</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 click </a:t>
            </a:r>
            <a:r>
              <a:rPr lang="en-US" sz="1000" b="1">
                <a:solidFill>
                  <a:prstClr val="black"/>
                </a:solidFill>
                <a:latin typeface="Arial" panose="020B0604020202020204" pitchFamily="34" charset="0"/>
                <a:ea typeface="Times New Roman" panose="02020603050405020304" pitchFamily="18" charset="0"/>
                <a:cs typeface="Times New Roman" panose="02020603050405020304" pitchFamily="18" charset="0"/>
              </a:rPr>
              <a:t>OK</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 and then click </a:t>
            </a:r>
            <a:r>
              <a:rPr lang="en-US" sz="1000" b="1">
                <a:solidFill>
                  <a:prstClr val="black"/>
                </a:solidFill>
                <a:latin typeface="Arial" panose="020B0604020202020204" pitchFamily="34" charset="0"/>
                <a:ea typeface="Times New Roman" panose="02020603050405020304" pitchFamily="18" charset="0"/>
                <a:cs typeface="Times New Roman" panose="02020603050405020304" pitchFamily="18" charset="0"/>
              </a:rPr>
              <a:t>Next</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On the </a:t>
            </a:r>
            <a:r>
              <a:rPr lang="en-US" sz="1000" b="1">
                <a:solidFill>
                  <a:prstClr val="black"/>
                </a:solidFill>
                <a:latin typeface="Arial" panose="020B0604020202020204" pitchFamily="34" charset="0"/>
                <a:ea typeface="Times New Roman" panose="02020603050405020304" pitchFamily="18" charset="0"/>
                <a:cs typeface="Times New Roman" panose="02020603050405020304" pitchFamily="18" charset="0"/>
              </a:rPr>
              <a:t>Advanced Simulation Options</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 page, click </a:t>
            </a:r>
            <a:r>
              <a:rPr lang="en-US" sz="1000" b="1">
                <a:solidFill>
                  <a:prstClr val="black"/>
                </a:solidFill>
                <a:latin typeface="Arial" panose="020B0604020202020204" pitchFamily="34" charset="0"/>
                <a:ea typeface="Times New Roman" panose="02020603050405020304" pitchFamily="18" charset="0"/>
                <a:cs typeface="Times New Roman" panose="02020603050405020304" pitchFamily="18" charset="0"/>
              </a:rPr>
              <a:t>Next</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On the </a:t>
            </a:r>
            <a:r>
              <a:rPr lang="en-US" sz="1000" b="1">
                <a:solidFill>
                  <a:prstClr val="black"/>
                </a:solidFill>
                <a:latin typeface="Arial" panose="020B0604020202020204" pitchFamily="34" charset="0"/>
                <a:ea typeface="Times New Roman" panose="02020603050405020304" pitchFamily="18" charset="0"/>
                <a:cs typeface="Times New Roman" panose="02020603050405020304" pitchFamily="18" charset="0"/>
              </a:rPr>
              <a:t>User Security Groups </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page, click </a:t>
            </a:r>
            <a:r>
              <a:rPr lang="en-US" sz="1000" b="1">
                <a:solidFill>
                  <a:prstClr val="black"/>
                </a:solidFill>
                <a:latin typeface="Arial" panose="020B0604020202020204" pitchFamily="34" charset="0"/>
                <a:ea typeface="Times New Roman" panose="02020603050405020304" pitchFamily="18" charset="0"/>
                <a:cs typeface="Times New Roman" panose="02020603050405020304" pitchFamily="18" charset="0"/>
              </a:rPr>
              <a:t>Next</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On the </a:t>
            </a:r>
            <a:r>
              <a:rPr lang="en-US" sz="1000" b="1">
                <a:solidFill>
                  <a:prstClr val="black"/>
                </a:solidFill>
                <a:latin typeface="Arial" panose="020B0604020202020204" pitchFamily="34" charset="0"/>
                <a:ea typeface="Times New Roman" panose="02020603050405020304" pitchFamily="18" charset="0"/>
                <a:cs typeface="Times New Roman" panose="02020603050405020304" pitchFamily="18" charset="0"/>
              </a:rPr>
              <a:t>WMI Filters for Users</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 page, click </a:t>
            </a:r>
            <a:r>
              <a:rPr lang="en-US" sz="1000" b="1">
                <a:solidFill>
                  <a:prstClr val="black"/>
                </a:solidFill>
                <a:latin typeface="Arial" panose="020B0604020202020204" pitchFamily="34" charset="0"/>
                <a:ea typeface="Times New Roman" panose="02020603050405020304" pitchFamily="18" charset="0"/>
                <a:cs typeface="Times New Roman" panose="02020603050405020304" pitchFamily="18" charset="0"/>
              </a:rPr>
              <a:t>Next</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On the </a:t>
            </a:r>
            <a:r>
              <a:rPr lang="en-US" sz="1000" b="1">
                <a:solidFill>
                  <a:prstClr val="black"/>
                </a:solidFill>
                <a:latin typeface="Arial" panose="020B0604020202020204" pitchFamily="34" charset="0"/>
                <a:ea typeface="Times New Roman" panose="02020603050405020304" pitchFamily="18" charset="0"/>
                <a:cs typeface="Times New Roman" panose="02020603050405020304" pitchFamily="18" charset="0"/>
              </a:rPr>
              <a:t>Summary of Selections</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 page, click </a:t>
            </a:r>
            <a:r>
              <a:rPr lang="en-US" sz="1000" b="1">
                <a:solidFill>
                  <a:prstClr val="black"/>
                </a:solidFill>
                <a:latin typeface="Arial" panose="020B0604020202020204" pitchFamily="34" charset="0"/>
                <a:ea typeface="Times New Roman" panose="02020603050405020304" pitchFamily="18" charset="0"/>
                <a:cs typeface="Times New Roman" panose="02020603050405020304" pitchFamily="18" charset="0"/>
              </a:rPr>
              <a:t>Next</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 and then click </a:t>
            </a:r>
            <a:r>
              <a:rPr lang="en-US" sz="1000" b="1">
                <a:solidFill>
                  <a:prstClr val="black"/>
                </a:solidFill>
                <a:latin typeface="Arial" panose="020B0604020202020204" pitchFamily="34" charset="0"/>
                <a:ea typeface="Times New Roman" panose="02020603050405020304" pitchFamily="18" charset="0"/>
                <a:cs typeface="Times New Roman" panose="02020603050405020304" pitchFamily="18" charset="0"/>
              </a:rPr>
              <a:t>Finish</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mj-lt"/>
              <a:buAutoNum type="arabicPeriod"/>
            </a:pP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Click the </a:t>
            </a:r>
            <a:r>
              <a:rPr lang="en-US" sz="1000" b="1">
                <a:solidFill>
                  <a:prstClr val="black"/>
                </a:solidFill>
                <a:latin typeface="Arial" panose="020B0604020202020204" pitchFamily="34" charset="0"/>
                <a:ea typeface="Times New Roman" panose="02020603050405020304" pitchFamily="18" charset="0"/>
                <a:cs typeface="Times New Roman" panose="02020603050405020304" pitchFamily="18" charset="0"/>
              </a:rPr>
              <a:t>Details</a:t>
            </a:r>
            <a:r>
              <a:rPr lang="en-US" sz="1000">
                <a:solidFill>
                  <a:srgbClr val="000000"/>
                </a:solidFill>
                <a:latin typeface="Arial" panose="020B0604020202020204" pitchFamily="34" charset="0"/>
                <a:ea typeface="Times New Roman" panose="02020603050405020304" pitchFamily="18" charset="0"/>
                <a:cs typeface="Segoe UI" panose="020B0502040204020203" pitchFamily="34" charset="0"/>
              </a:rPr>
              <a:t> tab of the report, and then point out some of the results.</a:t>
            </a:r>
            <a:endParaRPr lang="en-CA"/>
          </a:p>
        </p:txBody>
      </p:sp>
      <p:sp>
        <p:nvSpPr>
          <p:cNvPr id="4" name="Slide Number Placeholder 3"/>
          <p:cNvSpPr>
            <a:spLocks noGrp="1"/>
          </p:cNvSpPr>
          <p:nvPr>
            <p:ph type="sldNum" sz="quarter" idx="10"/>
          </p:nvPr>
        </p:nvSpPr>
        <p:spPr/>
        <p:txBody>
          <a:bodyPr/>
          <a:lstStyle/>
          <a:p>
            <a:fld id="{A0B9EA0A-02CE-4302-BF90-69E3E05D9DC6}" type="slidenum">
              <a:rPr lang="en-CA" smtClean="0"/>
              <a:pPr/>
              <a:t>20</a:t>
            </a:fld>
            <a:endParaRPr lang="en-CA"/>
          </a:p>
        </p:txBody>
      </p:sp>
      <p:sp>
        <p:nvSpPr>
          <p:cNvPr id="6" name="Rectangle 5"/>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7" name="Rectangle 6"/>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11: Implementing Group Policy</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11319816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Briefly describe the lesson contents.</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A0B9EA0A-02CE-4302-BF90-69E3E05D9DC6}" type="slidenum">
              <a:rPr lang="en-CA" smtClean="0"/>
              <a:pPr/>
              <a:t>21</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11: Implementing Group Policy</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26520701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fr-BE" sz="1200" b="0" i="0" kern="1200" dirty="0" smtClean="0">
                <a:solidFill>
                  <a:schemeClr val="tx1"/>
                </a:solidFill>
                <a:latin typeface="+mn-lt"/>
                <a:ea typeface="+mn-ea"/>
                <a:cs typeface="+mn-cs"/>
              </a:rPr>
              <a:t>Les fichiers modèles d’administration sont divisés en fichiers .</a:t>
            </a:r>
            <a:r>
              <a:rPr lang="fr-BE" sz="1200" b="0" i="0" kern="1200" dirty="0" err="1" smtClean="0">
                <a:solidFill>
                  <a:schemeClr val="tx1"/>
                </a:solidFill>
                <a:latin typeface="+mn-lt"/>
                <a:ea typeface="+mn-ea"/>
                <a:cs typeface="+mn-cs"/>
              </a:rPr>
              <a:t>admx</a:t>
            </a:r>
            <a:r>
              <a:rPr lang="fr-BE" sz="1200" b="0" i="0" kern="1200" dirty="0" smtClean="0">
                <a:solidFill>
                  <a:schemeClr val="tx1"/>
                </a:solidFill>
                <a:latin typeface="+mn-lt"/>
                <a:ea typeface="+mn-ea"/>
                <a:cs typeface="+mn-cs"/>
              </a:rPr>
              <a:t> (données de structure) et .</a:t>
            </a:r>
            <a:r>
              <a:rPr lang="fr-BE" sz="1200" b="0" i="0" kern="1200" dirty="0" err="1" smtClean="0">
                <a:solidFill>
                  <a:schemeClr val="tx1"/>
                </a:solidFill>
                <a:latin typeface="+mn-lt"/>
                <a:ea typeface="+mn-ea"/>
                <a:cs typeface="+mn-cs"/>
              </a:rPr>
              <a:t>adml</a:t>
            </a:r>
            <a:r>
              <a:rPr lang="fr-BE" sz="1200" b="0" i="0" kern="1200" dirty="0" smtClean="0">
                <a:solidFill>
                  <a:schemeClr val="tx1"/>
                </a:solidFill>
                <a:latin typeface="+mn-lt"/>
                <a:ea typeface="+mn-ea"/>
                <a:cs typeface="+mn-cs"/>
              </a:rPr>
              <a:t> (description des paramètres de stratégie de groupe).</a:t>
            </a:r>
            <a:r>
              <a:rPr lang="fr-BE" sz="1200" b="0" i="0" kern="1200" baseline="0" dirty="0" smtClean="0">
                <a:solidFill>
                  <a:schemeClr val="tx1"/>
                </a:solidFill>
                <a:latin typeface="+mn-lt"/>
                <a:ea typeface="+mn-ea"/>
                <a:cs typeface="+mn-cs"/>
              </a:rPr>
              <a:t> </a:t>
            </a:r>
            <a:r>
              <a:rPr lang="fr-BE" sz="1200" b="0" i="0" kern="1200" dirty="0" smtClean="0">
                <a:solidFill>
                  <a:schemeClr val="tx1"/>
                </a:solidFill>
                <a:latin typeface="+mn-lt"/>
                <a:ea typeface="+mn-ea"/>
                <a:cs typeface="+mn-cs"/>
              </a:rPr>
              <a:t>Les modifications qui sont implémentées dans ces fichiers permettent aux administrateurs de configurer le même jeu de stratégies en plusieurs langues différentes.</a:t>
            </a:r>
            <a:br>
              <a:rPr lang="fr-BE" sz="1200" b="0" i="0" kern="1200" dirty="0" smtClean="0">
                <a:solidFill>
                  <a:schemeClr val="tx1"/>
                </a:solidFill>
                <a:latin typeface="+mn-lt"/>
                <a:ea typeface="+mn-ea"/>
                <a:cs typeface="+mn-cs"/>
              </a:rPr>
            </a:br>
            <a:endParaRPr lang="fr-BE" sz="1200" b="0" i="0" kern="1200" dirty="0" smtClean="0">
              <a:solidFill>
                <a:schemeClr val="tx1"/>
              </a:solidFill>
              <a:latin typeface="+mn-lt"/>
              <a:ea typeface="+mn-ea"/>
              <a:cs typeface="+mn-cs"/>
            </a:endParaRPr>
          </a:p>
          <a:p>
            <a:pPr>
              <a:lnSpc>
                <a:spcPct val="107000"/>
              </a:lnSpc>
              <a:spcAft>
                <a:spcPts val="800"/>
              </a:spcAft>
            </a:pPr>
            <a:r>
              <a:rPr lang="fr-BE" sz="1200" b="0" i="0" u="sng" kern="1200" dirty="0" smtClean="0">
                <a:solidFill>
                  <a:schemeClr val="tx1"/>
                </a:solidFill>
                <a:latin typeface="+mn-lt"/>
                <a:ea typeface="+mn-ea"/>
                <a:cs typeface="+mn-cs"/>
              </a:rPr>
              <a:t>Utilité </a:t>
            </a:r>
            <a:r>
              <a:rPr lang="fr-BE" sz="1200" b="0" i="0" kern="1200" dirty="0" smtClean="0">
                <a:solidFill>
                  <a:schemeClr val="tx1"/>
                </a:solidFill>
                <a:latin typeface="+mn-lt"/>
                <a:ea typeface="+mn-ea"/>
                <a:cs typeface="+mn-cs"/>
              </a:rPr>
              <a:t>: Vous êtes sur Windows Server 2008 R2 et vous ajoutez un win10 au domaine. Comment configurer une GPO avec toutes les nouvelles fonctionnalités de win10? Télécharger le pack de fichiers </a:t>
            </a:r>
            <a:r>
              <a:rPr lang="fr-BE" sz="1200" b="0" i="0" kern="1200" dirty="0" err="1" smtClean="0">
                <a:solidFill>
                  <a:schemeClr val="tx1"/>
                </a:solidFill>
                <a:latin typeface="+mn-lt"/>
                <a:ea typeface="+mn-ea"/>
                <a:cs typeface="+mn-cs"/>
              </a:rPr>
              <a:t>admx</a:t>
            </a:r>
            <a:r>
              <a:rPr lang="fr-BE" sz="1200" b="0" i="0" kern="1200" dirty="0" smtClean="0">
                <a:solidFill>
                  <a:schemeClr val="tx1"/>
                </a:solidFill>
                <a:latin typeface="+mn-lt"/>
                <a:ea typeface="+mn-ea"/>
                <a:cs typeface="+mn-cs"/>
              </a:rPr>
              <a:t> pour win10 et le placer dans le</a:t>
            </a:r>
            <a:r>
              <a:rPr lang="fr-BE" sz="1200" b="0" i="0" kern="1200" baseline="0" dirty="0" smtClean="0">
                <a:solidFill>
                  <a:schemeClr val="tx1"/>
                </a:solidFill>
                <a:latin typeface="+mn-lt"/>
                <a:ea typeface="+mn-ea"/>
                <a:cs typeface="+mn-cs"/>
              </a:rPr>
              <a:t> magasin central</a:t>
            </a:r>
            <a:br>
              <a:rPr lang="fr-BE" sz="1200" b="0" i="0" kern="1200" baseline="0" dirty="0" smtClean="0">
                <a:solidFill>
                  <a:schemeClr val="tx1"/>
                </a:solidFill>
                <a:latin typeface="+mn-lt"/>
                <a:ea typeface="+mn-ea"/>
                <a:cs typeface="+mn-cs"/>
              </a:rPr>
            </a:br>
            <a:r>
              <a:rPr lang="fr-BE" sz="1200" b="0" i="0" kern="1200" baseline="0" dirty="0" smtClean="0">
                <a:solidFill>
                  <a:schemeClr val="tx1"/>
                </a:solidFill>
                <a:latin typeface="+mn-lt"/>
                <a:ea typeface="+mn-ea"/>
                <a:cs typeface="+mn-cs"/>
              </a:rPr>
              <a:t/>
            </a:r>
            <a:br>
              <a:rPr lang="fr-BE" sz="1200" b="0" i="0" kern="1200" baseline="0" dirty="0" smtClean="0">
                <a:solidFill>
                  <a:schemeClr val="tx1"/>
                </a:solidFill>
                <a:latin typeface="+mn-lt"/>
                <a:ea typeface="+mn-ea"/>
                <a:cs typeface="+mn-cs"/>
              </a:rPr>
            </a:br>
            <a:r>
              <a:rPr lang="fr-BE" sz="1200" b="0" i="0" u="sng" kern="1200" baseline="0" dirty="0" smtClean="0">
                <a:solidFill>
                  <a:schemeClr val="tx1"/>
                </a:solidFill>
                <a:latin typeface="+mn-lt"/>
                <a:ea typeface="+mn-ea"/>
                <a:cs typeface="+mn-cs"/>
              </a:rPr>
              <a:t>Marche à suivre </a:t>
            </a:r>
            <a:r>
              <a:rPr lang="fr-BE" sz="1200" b="0" i="0" kern="1200" baseline="0" dirty="0" smtClean="0">
                <a:solidFill>
                  <a:schemeClr val="tx1"/>
                </a:solidFill>
                <a:latin typeface="+mn-lt"/>
                <a:ea typeface="+mn-ea"/>
                <a:cs typeface="+mn-cs"/>
              </a:rPr>
              <a:t>: </a:t>
            </a:r>
          </a:p>
          <a:p>
            <a:pPr>
              <a:lnSpc>
                <a:spcPct val="107000"/>
              </a:lnSpc>
              <a:spcAft>
                <a:spcPts val="800"/>
              </a:spcAft>
            </a:pPr>
            <a:endParaRPr lang="fr-BE" sz="1200" b="0" i="0" kern="1200" baseline="0" dirty="0" smtClean="0">
              <a:solidFill>
                <a:schemeClr val="tx1"/>
              </a:solidFill>
              <a:latin typeface="+mn-lt"/>
              <a:ea typeface="+mn-ea"/>
              <a:cs typeface="+mn-cs"/>
            </a:endParaRPr>
          </a:p>
          <a:p>
            <a:pPr>
              <a:lnSpc>
                <a:spcPct val="107000"/>
              </a:lnSpc>
              <a:spcAft>
                <a:spcPts val="800"/>
              </a:spcAft>
              <a:buFontTx/>
              <a:buChar char="-"/>
            </a:pPr>
            <a:r>
              <a:rPr lang="fr-BE" sz="1200" b="0" i="0" kern="1200" baseline="0" dirty="0" smtClean="0">
                <a:solidFill>
                  <a:schemeClr val="tx1"/>
                </a:solidFill>
                <a:latin typeface="+mn-lt"/>
                <a:ea typeface="+mn-ea"/>
                <a:cs typeface="+mn-cs"/>
              </a:rPr>
              <a:t> Créer un dossier sur un contrôleur de domaine, nommer le dossier </a:t>
            </a:r>
            <a:r>
              <a:rPr lang="fr-BE" sz="1200" b="0" i="0" kern="1200" baseline="0" dirty="0" err="1" smtClean="0">
                <a:solidFill>
                  <a:schemeClr val="tx1"/>
                </a:solidFill>
                <a:latin typeface="+mn-lt"/>
                <a:ea typeface="+mn-ea"/>
                <a:cs typeface="+mn-cs"/>
              </a:rPr>
              <a:t>PolicyDefinitions</a:t>
            </a:r>
            <a:r>
              <a:rPr lang="fr-BE" sz="1200" b="0" i="0" kern="1200" baseline="0" dirty="0" smtClean="0">
                <a:solidFill>
                  <a:schemeClr val="tx1"/>
                </a:solidFill>
                <a:latin typeface="+mn-lt"/>
                <a:ea typeface="+mn-ea"/>
                <a:cs typeface="+mn-cs"/>
              </a:rPr>
              <a:t> et stocker le dossier dans \\nom_controleur_domaine\SYSVOL\{Nom du domaine}\</a:t>
            </a:r>
            <a:r>
              <a:rPr lang="fr-BE" sz="1200" b="0" i="0" kern="1200" baseline="0" dirty="0" err="1" smtClean="0">
                <a:solidFill>
                  <a:schemeClr val="tx1"/>
                </a:solidFill>
                <a:latin typeface="+mn-lt"/>
                <a:ea typeface="+mn-ea"/>
                <a:cs typeface="+mn-cs"/>
              </a:rPr>
              <a:t>Policies</a:t>
            </a:r>
            <a:r>
              <a:rPr lang="fr-BE" sz="1200" b="0" i="0" kern="1200" baseline="0" dirty="0" smtClean="0">
                <a:solidFill>
                  <a:schemeClr val="tx1"/>
                </a:solidFill>
                <a:latin typeface="+mn-lt"/>
                <a:ea typeface="+mn-ea"/>
                <a:cs typeface="+mn-cs"/>
              </a:rPr>
              <a:t>\</a:t>
            </a:r>
            <a:r>
              <a:rPr lang="fr-BE" sz="1200" b="0" i="0" kern="1200" baseline="0" dirty="0" err="1" smtClean="0">
                <a:solidFill>
                  <a:schemeClr val="tx1"/>
                </a:solidFill>
                <a:latin typeface="+mn-lt"/>
                <a:ea typeface="+mn-ea"/>
                <a:cs typeface="+mn-cs"/>
              </a:rPr>
              <a:t>PolicyDefinitions</a:t>
            </a:r>
            <a:r>
              <a:rPr lang="fr-BE" sz="1200" b="0" i="0" kern="1200" baseline="0" dirty="0" smtClean="0">
                <a:solidFill>
                  <a:schemeClr val="tx1"/>
                </a:solidFill>
                <a:latin typeface="+mn-lt"/>
                <a:ea typeface="+mn-ea"/>
                <a:cs typeface="+mn-cs"/>
              </a:rPr>
              <a:t>.</a:t>
            </a:r>
          </a:p>
          <a:p>
            <a:pPr>
              <a:lnSpc>
                <a:spcPct val="107000"/>
              </a:lnSpc>
              <a:spcAft>
                <a:spcPts val="800"/>
              </a:spcAft>
              <a:buFontTx/>
              <a:buChar char="-"/>
            </a:pPr>
            <a:r>
              <a:rPr lang="fr-BE" sz="1200" b="0" i="0" kern="1200" baseline="0" dirty="0" smtClean="0">
                <a:solidFill>
                  <a:schemeClr val="tx1"/>
                </a:solidFill>
                <a:latin typeface="+mn-lt"/>
                <a:ea typeface="+mn-ea"/>
                <a:cs typeface="+mn-cs"/>
              </a:rPr>
              <a:t> Copier le contenu du dossier C:\Windows\PolicyDefinitions vers le magasin central (\\nom_controleur_domaine\SYSVOL\{Nom du domaine}\</a:t>
            </a:r>
            <a:r>
              <a:rPr lang="fr-BE" sz="1200" b="0" i="0" kern="1200" baseline="0" dirty="0" err="1" smtClean="0">
                <a:solidFill>
                  <a:schemeClr val="tx1"/>
                </a:solidFill>
                <a:latin typeface="+mn-lt"/>
                <a:ea typeface="+mn-ea"/>
                <a:cs typeface="+mn-cs"/>
              </a:rPr>
              <a:t>Policies</a:t>
            </a:r>
            <a:r>
              <a:rPr lang="fr-BE" sz="1200" b="0" i="0" kern="1200" baseline="0" dirty="0" smtClean="0">
                <a:solidFill>
                  <a:schemeClr val="tx1"/>
                </a:solidFill>
                <a:latin typeface="+mn-lt"/>
                <a:ea typeface="+mn-ea"/>
                <a:cs typeface="+mn-cs"/>
              </a:rPr>
              <a:t>\</a:t>
            </a:r>
            <a:r>
              <a:rPr lang="fr-BE" sz="1200" b="0" i="0" kern="1200" baseline="0" dirty="0" err="1" smtClean="0">
                <a:solidFill>
                  <a:schemeClr val="tx1"/>
                </a:solidFill>
                <a:latin typeface="+mn-lt"/>
                <a:ea typeface="+mn-ea"/>
                <a:cs typeface="+mn-cs"/>
              </a:rPr>
              <a:t>PolicyDefinitions</a:t>
            </a:r>
            <a:r>
              <a:rPr lang="fr-BE" sz="1200" b="0" i="0" kern="1200" baseline="0" dirty="0" smtClean="0">
                <a:solidFill>
                  <a:schemeClr val="tx1"/>
                </a:solidFill>
                <a:latin typeface="+mn-lt"/>
                <a:ea typeface="+mn-ea"/>
                <a:cs typeface="+mn-cs"/>
              </a:rPr>
              <a:t>).</a:t>
            </a:r>
          </a:p>
          <a:p>
            <a:pPr>
              <a:lnSpc>
                <a:spcPct val="107000"/>
              </a:lnSpc>
              <a:spcAft>
                <a:spcPts val="800"/>
              </a:spcAft>
              <a:buFontTx/>
              <a:buChar char="-"/>
            </a:pPr>
            <a:r>
              <a:rPr lang="fr-BE" sz="1200" b="0" i="0" kern="1200" baseline="0" dirty="0" smtClean="0">
                <a:solidFill>
                  <a:schemeClr val="tx1"/>
                </a:solidFill>
                <a:latin typeface="+mn-lt"/>
                <a:ea typeface="+mn-ea"/>
                <a:cs typeface="+mn-cs"/>
              </a:rPr>
              <a:t> Copier les fichiers ADML dans le dossier langues (</a:t>
            </a:r>
            <a:r>
              <a:rPr lang="fr-BE" sz="1200" b="0" i="0" kern="1200" baseline="0" dirty="0" err="1" smtClean="0">
                <a:solidFill>
                  <a:schemeClr val="tx1"/>
                </a:solidFill>
                <a:latin typeface="+mn-lt"/>
                <a:ea typeface="+mn-ea"/>
                <a:cs typeface="+mn-cs"/>
              </a:rPr>
              <a:t>fr</a:t>
            </a:r>
            <a:r>
              <a:rPr lang="fr-BE" sz="1200" b="0" i="0" kern="1200" baseline="0" dirty="0" smtClean="0">
                <a:solidFill>
                  <a:schemeClr val="tx1"/>
                </a:solidFill>
                <a:latin typeface="+mn-lt"/>
                <a:ea typeface="+mn-ea"/>
                <a:cs typeface="+mn-cs"/>
              </a:rPr>
              <a:t>-FR par exemple)</a:t>
            </a:r>
            <a:r>
              <a:rPr lang="fr-BE" sz="1200" b="0" i="0" kern="1200" dirty="0" smtClean="0">
                <a:solidFill>
                  <a:schemeClr val="tx1"/>
                </a:solidFill>
                <a:latin typeface="+mn-lt"/>
                <a:ea typeface="+mn-ea"/>
                <a:cs typeface="+mn-cs"/>
              </a:rPr>
              <a:t/>
            </a:r>
            <a:br>
              <a:rPr lang="fr-BE" sz="1200" b="0" i="0" kern="1200" dirty="0" smtClean="0">
                <a:solidFill>
                  <a:schemeClr val="tx1"/>
                </a:solidFill>
                <a:latin typeface="+mn-lt"/>
                <a:ea typeface="+mn-ea"/>
                <a:cs typeface="+mn-cs"/>
              </a:rPr>
            </a:br>
            <a:r>
              <a:rPr lang="fr-BE" sz="1200" b="0" i="0" kern="1200" dirty="0" smtClean="0">
                <a:solidFill>
                  <a:schemeClr val="tx1"/>
                </a:solidFill>
                <a:latin typeface="+mn-lt"/>
                <a:ea typeface="+mn-ea"/>
                <a:cs typeface="+mn-cs"/>
              </a:rPr>
              <a:t/>
            </a:r>
            <a:br>
              <a:rPr lang="fr-BE" sz="1200" b="0" i="0" kern="1200" dirty="0" smtClean="0">
                <a:solidFill>
                  <a:schemeClr val="tx1"/>
                </a:solidFill>
                <a:latin typeface="+mn-lt"/>
                <a:ea typeface="+mn-ea"/>
                <a:cs typeface="+mn-cs"/>
              </a:rPr>
            </a:br>
            <a:r>
              <a:rPr lang="fr-BE" sz="1200" b="0" i="0" kern="1200" dirty="0" smtClean="0">
                <a:solidFill>
                  <a:schemeClr val="tx1"/>
                </a:solidFill>
                <a:latin typeface="+mn-lt"/>
                <a:ea typeface="+mn-ea"/>
                <a:cs typeface="+mn-cs"/>
              </a:rPr>
              <a:t> </a:t>
            </a:r>
            <a:br>
              <a:rPr lang="fr-BE" sz="1200" b="0" i="0" kern="1200" dirty="0" smtClean="0">
                <a:solidFill>
                  <a:schemeClr val="tx1"/>
                </a:solidFill>
                <a:latin typeface="+mn-lt"/>
                <a:ea typeface="+mn-ea"/>
                <a:cs typeface="+mn-cs"/>
              </a:rPr>
            </a:br>
            <a:r>
              <a:rPr lang="fr-BE" sz="1200" b="0" i="0" kern="1200" dirty="0" smtClean="0">
                <a:solidFill>
                  <a:schemeClr val="tx1"/>
                </a:solidFill>
                <a:latin typeface="+mn-lt"/>
                <a:ea typeface="+mn-ea"/>
                <a:cs typeface="+mn-cs"/>
              </a:rPr>
              <a:t/>
            </a:r>
            <a:br>
              <a:rPr lang="fr-BE" sz="1200" b="0" i="0" kern="1200" dirty="0" smtClean="0">
                <a:solidFill>
                  <a:schemeClr val="tx1"/>
                </a:solidFill>
                <a:latin typeface="+mn-lt"/>
                <a:ea typeface="+mn-ea"/>
                <a:cs typeface="+mn-cs"/>
              </a:rPr>
            </a:br>
            <a:r>
              <a:rPr lang="fr-BE" sz="1200" b="0" i="0" kern="1200" dirty="0" smtClean="0">
                <a:solidFill>
                  <a:schemeClr val="tx1"/>
                </a:solidFill>
                <a:latin typeface="+mn-lt"/>
                <a:ea typeface="+mn-ea"/>
                <a:cs typeface="+mn-cs"/>
              </a:rPr>
              <a:t/>
            </a:r>
            <a:br>
              <a:rPr lang="fr-BE" sz="1200" b="0" i="0" kern="1200" dirty="0" smtClean="0">
                <a:solidFill>
                  <a:schemeClr val="tx1"/>
                </a:solidFill>
                <a:latin typeface="+mn-lt"/>
                <a:ea typeface="+mn-ea"/>
                <a:cs typeface="+mn-cs"/>
              </a:rPr>
            </a:b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A0B9EA0A-02CE-4302-BF90-69E3E05D9DC6}" type="slidenum">
              <a:rPr lang="en-CA" smtClean="0"/>
              <a:pPr/>
              <a:t>22</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11: Implementing Group Policy</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38121745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The main ideas that you should convey to students are:</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Administrative templates determine what settings appear, and how they are grouped in the Group Policy Management Editor window.</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smtClean="0">
                <a:effectLst/>
                <a:latin typeface="Arial" panose="020B0604020202020204" pitchFamily="34" charset="0"/>
                <a:ea typeface="Times New Roman" panose="02020603050405020304" pitchFamily="18" charset="0"/>
                <a:cs typeface="Segoe UI" panose="020B0502040204020203" pitchFamily="34" charset="0"/>
              </a:rPr>
              <a:t>Prior to Windows Vista and .admx (ADMX) and .adml (ADML) file types, administrative templates were single files with the .adm (ADM) extension. These files led to an extremely large SYSVOL folder, because the entire file was copied into the GPO in SYSVOL, even if you configured only a few settings. ADMX and ADML change that behavior, so that the GPO includes only the settings that you configure, thereby ensuring that the GPO is smaller.</a:t>
            </a:r>
            <a:endParaRPr lang="en-CA" sz="1000" dirty="0" smtClean="0">
              <a:effectLst/>
              <a:latin typeface="Arial" panose="020B060402020202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Mention that a tool exists named the ADMX Migrator, which you use to convert and customize ADM files to the ADMX format.</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A0B9EA0A-02CE-4302-BF90-69E3E05D9DC6}" type="slidenum">
              <a:rPr lang="en-CA" smtClean="0"/>
              <a:pPr/>
              <a:t>23</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11: Implementing Group Policy</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28269853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Segoe UI" panose="020B0502040204020203" pitchFamily="34" charset="0"/>
              </a:rPr>
              <a:t>Demonstrate how to filter the computer settings using an exact keyword phrase, such as </a:t>
            </a: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removable</a:t>
            </a: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 </a:t>
            </a: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storage</a:t>
            </a:r>
            <a:r>
              <a:rPr lang="en-CA" sz="1000" dirty="0" smtClean="0">
                <a:effectLst/>
                <a:latin typeface="Arial" panose="020B0604020202020204" pitchFamily="34" charset="0"/>
                <a:ea typeface="Calibri" panose="020F0502020204030204" pitchFamily="34" charset="0"/>
                <a:cs typeface="Segoe UI" panose="020B0502040204020203" pitchFamily="34" charset="0"/>
              </a:rPr>
              <a:t>.</a:t>
            </a:r>
          </a:p>
          <a:p>
            <a:pPr>
              <a:lnSpc>
                <a:spcPct val="107000"/>
              </a:lnSpc>
              <a:spcAft>
                <a:spcPts val="800"/>
              </a:spcAft>
            </a:pPr>
            <a:endParaRPr lang="en-CA" sz="1000" dirty="0" smtClean="0">
              <a:effectLst/>
              <a:latin typeface="Arial" panose="020B0604020202020204" pitchFamily="34" charset="0"/>
              <a:ea typeface="Calibri" panose="020F0502020204030204" pitchFamily="34" charset="0"/>
              <a:cs typeface="Segoe UI" panose="020B0502040204020203" pitchFamily="34" charset="0"/>
            </a:endParaRPr>
          </a:p>
          <a:p>
            <a:pPr>
              <a:lnSpc>
                <a:spcPct val="107000"/>
              </a:lnSpc>
              <a:spcAft>
                <a:spcPts val="800"/>
              </a:spcAft>
            </a:pPr>
            <a:r>
              <a:rPr lang="fr-BE" sz="1000" dirty="0" smtClean="0">
                <a:effectLst/>
                <a:latin typeface="Arial" panose="020B0604020202020204" pitchFamily="34" charset="0"/>
                <a:ea typeface="Calibri" panose="020F0502020204030204" pitchFamily="34" charset="0"/>
                <a:cs typeface="Times New Roman" panose="02020603050405020304" pitchFamily="18" charset="0"/>
              </a:rPr>
              <a:t>Pour rechercher les différents paramètres, vous pouvez filtrer la liste complète des paramètres de</a:t>
            </a:r>
            <a:r>
              <a:rPr lang="fr-BE" sz="1000" baseline="0" dirty="0" smtClean="0">
                <a:effectLst/>
                <a:latin typeface="Arial" panose="020B0604020202020204" pitchFamily="34" charset="0"/>
                <a:ea typeface="Calibri" panose="020F0502020204030204" pitchFamily="34" charset="0"/>
                <a:cs typeface="Times New Roman" panose="02020603050405020304" pitchFamily="18" charset="0"/>
              </a:rPr>
              <a:t> la section</a:t>
            </a:r>
            <a:r>
              <a:rPr lang="fr-BE" sz="1000" dirty="0" smtClean="0">
                <a:effectLst/>
                <a:latin typeface="Arial" panose="020B0604020202020204" pitchFamily="34" charset="0"/>
                <a:ea typeface="Calibri" panose="020F0502020204030204" pitchFamily="34" charset="0"/>
                <a:cs typeface="Times New Roman" panose="02020603050405020304" pitchFamily="18" charset="0"/>
              </a:rPr>
              <a:t> « ordinateur » ou la section « utilisateur ». Les options de filtrage sont les suivantes:</a:t>
            </a:r>
          </a:p>
          <a:p>
            <a:pPr>
              <a:lnSpc>
                <a:spcPct val="107000"/>
              </a:lnSpc>
              <a:spcAft>
                <a:spcPts val="800"/>
              </a:spcAft>
            </a:pPr>
            <a:r>
              <a:rPr lang="fr-BE" sz="1000" dirty="0" smtClean="0">
                <a:effectLst/>
                <a:latin typeface="Arial" panose="020B0604020202020204" pitchFamily="34" charset="0"/>
                <a:ea typeface="Calibri" panose="020F0502020204030204" pitchFamily="34" charset="0"/>
                <a:cs typeface="Times New Roman" panose="02020603050405020304" pitchFamily="18" charset="0"/>
              </a:rPr>
              <a:t>• Géré ou non géré</a:t>
            </a:r>
          </a:p>
          <a:p>
            <a:pPr>
              <a:lnSpc>
                <a:spcPct val="107000"/>
              </a:lnSpc>
              <a:spcAft>
                <a:spcPts val="800"/>
              </a:spcAft>
            </a:pPr>
            <a:r>
              <a:rPr lang="fr-BE" sz="1000" dirty="0" smtClean="0">
                <a:effectLst/>
                <a:latin typeface="Arial" panose="020B0604020202020204" pitchFamily="34" charset="0"/>
                <a:ea typeface="Calibri" panose="020F0502020204030204" pitchFamily="34" charset="0"/>
                <a:cs typeface="Times New Roman" panose="02020603050405020304" pitchFamily="18" charset="0"/>
              </a:rPr>
              <a:t>• Configuré ou non configuré</a:t>
            </a:r>
          </a:p>
          <a:p>
            <a:pPr>
              <a:lnSpc>
                <a:spcPct val="107000"/>
              </a:lnSpc>
              <a:spcAft>
                <a:spcPts val="800"/>
              </a:spcAft>
            </a:pPr>
            <a:r>
              <a:rPr lang="fr-BE" sz="1000" dirty="0" smtClean="0">
                <a:effectLst/>
                <a:latin typeface="Arial" panose="020B0604020202020204" pitchFamily="34" charset="0"/>
                <a:ea typeface="Calibri" panose="020F0502020204030204" pitchFamily="34" charset="0"/>
                <a:cs typeface="Times New Roman" panose="02020603050405020304" pitchFamily="18" charset="0"/>
              </a:rPr>
              <a:t>• Commenté</a:t>
            </a:r>
          </a:p>
          <a:p>
            <a:pPr>
              <a:lnSpc>
                <a:spcPct val="107000"/>
              </a:lnSpc>
              <a:spcAft>
                <a:spcPts val="800"/>
              </a:spcAft>
            </a:pPr>
            <a:r>
              <a:rPr lang="fr-BE" sz="1000" dirty="0" smtClean="0">
                <a:effectLst/>
                <a:latin typeface="Arial" panose="020B0604020202020204" pitchFamily="34" charset="0"/>
                <a:ea typeface="Calibri" panose="020F0502020204030204" pitchFamily="34" charset="0"/>
                <a:cs typeface="Times New Roman" panose="02020603050405020304" pitchFamily="18" charset="0"/>
              </a:rPr>
              <a:t>• Par mot clé</a:t>
            </a:r>
          </a:p>
          <a:p>
            <a:pPr>
              <a:lnSpc>
                <a:spcPct val="107000"/>
              </a:lnSpc>
              <a:spcAft>
                <a:spcPts val="800"/>
              </a:spcAft>
            </a:pPr>
            <a:r>
              <a:rPr lang="fr-BE" sz="1000" dirty="0" smtClean="0">
                <a:effectLst/>
                <a:latin typeface="Arial" panose="020B0604020202020204" pitchFamily="34" charset="0"/>
                <a:ea typeface="Calibri" panose="020F0502020204030204" pitchFamily="34" charset="0"/>
                <a:cs typeface="Times New Roman" panose="02020603050405020304" pitchFamily="18" charset="0"/>
              </a:rPr>
              <a:t>• Par plate-forme</a:t>
            </a:r>
          </a:p>
          <a:p>
            <a:pPr>
              <a:lnSpc>
                <a:spcPct val="107000"/>
              </a:lnSpc>
              <a:spcAft>
                <a:spcPts val="800"/>
              </a:spcAft>
            </a:pPr>
            <a:r>
              <a:rPr lang="fr-BE" sz="1000" dirty="0" smtClean="0">
                <a:effectLst/>
                <a:latin typeface="Arial" panose="020B0604020202020204" pitchFamily="34" charset="0"/>
                <a:ea typeface="Calibri" panose="020F0502020204030204" pitchFamily="34" charset="0"/>
                <a:cs typeface="Times New Roman" panose="02020603050405020304" pitchFamily="18" charset="0"/>
              </a:rPr>
              <a:t>Vous pouvez également combiner plusieurs critères. Par exemple, vous pouvez utiliser comme options de filtrage : tous les paramètres « configurés » s’appliquant à « Internet Explorer 10 » et utilisant le mot-clé « ActiveX ».</a:t>
            </a:r>
            <a:endParaRPr lang="en-CA" sz="1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A0B9EA0A-02CE-4302-BF90-69E3E05D9DC6}" type="slidenum">
              <a:rPr lang="en-CA" smtClean="0"/>
              <a:pPr/>
              <a:t>24</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11: Implementing Group Policy</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2305514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Times New Roman" panose="02020603050405020304" pitchFamily="18" charset="0"/>
                <a:cs typeface="Segoe UI" panose="020B0502040204020203" pitchFamily="34" charset="0"/>
              </a:rPr>
              <a:t>Before the students begin the lab, read the lab scenario and display the next slide. </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Times New Roman" panose="02020603050405020304" pitchFamily="18" charset="0"/>
                <a:cs typeface="Segoe UI" panose="020B0502040204020203" pitchFamily="34" charset="0"/>
              </a:rPr>
              <a:t>Before each exercise, read the scenario associated with the exercise to the class. The scenarios give context to the lab and exercises, and help to facilitate the discussion at the end of the lab. </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Times New Roman" panose="02020603050405020304" pitchFamily="18" charset="0"/>
                <a:cs typeface="Segoe UI" panose="020B0502040204020203" pitchFamily="34" charset="0"/>
              </a:rPr>
              <a:t>Remind the students to complete the discussion questions after the last lab exercise.</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smtClean="0">
                <a:solidFill>
                  <a:srgbClr val="000000"/>
                </a:solidFill>
                <a:effectLst/>
                <a:latin typeface="Arial" panose="020B0604020202020204" pitchFamily="34" charset="0"/>
                <a:ea typeface="Calibri" panose="020F0502020204030204" pitchFamily="34" charset="0"/>
                <a:cs typeface="Segoe UI" panose="020B0502040204020203" pitchFamily="34" charset="0"/>
              </a:rPr>
              <a:t>Exercise 1: Configuring a central store</a:t>
            </a:r>
            <a:endParaRPr lang="en-CA" sz="1000" b="1"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A. Datum recently implemented a customized ADMX template to configure a program. A colleague obtained the ADMX files from the vendor before creating the GPO with the configurations settings. The settings were applied to the program as expected. </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After implementation, you noticed that you are unable to modify the program’s settings in the GPO from any location other than the workstation that was used originally by your colleague. To resolve this issue, your manager has asked you to create a central store for administrative templates. After you create the central store, your colleague will copy the vendor ADMX template from the workstation into the central store.</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smtClean="0">
                <a:solidFill>
                  <a:srgbClr val="000000"/>
                </a:solidFill>
                <a:effectLst/>
                <a:latin typeface="Arial" panose="020B0604020202020204" pitchFamily="34" charset="0"/>
                <a:ea typeface="Calibri" panose="020F0502020204030204" pitchFamily="34" charset="0"/>
                <a:cs typeface="Segoe UI" panose="020B0502040204020203" pitchFamily="34" charset="0"/>
              </a:rPr>
              <a:t>Exercise 2: Creating GPOs</a:t>
            </a: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After a recent meeting of the IT Policy committee, management has decided that A. Datum will use Group Policy to restrict user access to the </a:t>
            </a:r>
            <a:r>
              <a:rPr lang="en-CA" sz="1000" smtClean="0">
                <a:effectLst/>
                <a:latin typeface="Arial" panose="020B0604020202020204" pitchFamily="34" charset="0"/>
                <a:ea typeface="Calibri" panose="020F0502020204030204" pitchFamily="34" charset="0"/>
                <a:cs typeface="Times New Roman" panose="02020603050405020304" pitchFamily="18" charset="0"/>
              </a:rPr>
              <a:t>General</a:t>
            </a:r>
            <a:r>
              <a:rPr lang="en-CA" sz="1000" b="1" smtClean="0">
                <a:effectLst/>
                <a:latin typeface="Arial" panose="020B0604020202020204" pitchFamily="34" charset="0"/>
                <a:ea typeface="Calibri" panose="020F0502020204030204" pitchFamily="34" charset="0"/>
                <a:cs typeface="Times New Roman" panose="02020603050405020304" pitchFamily="18" charset="0"/>
              </a:rPr>
              <a:t> </a:t>
            </a:r>
            <a:r>
              <a:rPr lang="en-CA" sz="1000" smtClean="0">
                <a:effectLst/>
                <a:latin typeface="Arial" panose="020B0604020202020204" pitchFamily="34" charset="0"/>
                <a:ea typeface="Calibri" panose="020F0502020204030204" pitchFamily="34" charset="0"/>
                <a:cs typeface="Segoe UI" panose="020B0502040204020203" pitchFamily="34" charset="0"/>
              </a:rPr>
              <a:t>page of Internet Explorer. </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Your manager has asked you to create a starter GPO that can be used for all departments, with default restriction settings for Internet Explorer. You then need to create the GPOs that will deliver the settings for members of all departments except for the IT department.</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A0B9EA0A-02CE-4302-BF90-69E3E05D9DC6}" type="slidenum">
              <a:rPr lang="en-CA" smtClean="0"/>
              <a:pPr/>
              <a:t>25</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11: Implementing Group Policy</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22838867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endParaRPr lang="en-CA"/>
          </a:p>
        </p:txBody>
      </p:sp>
      <p:sp>
        <p:nvSpPr>
          <p:cNvPr id="4" name="Slide Number Placeholder 3"/>
          <p:cNvSpPr>
            <a:spLocks noGrp="1"/>
          </p:cNvSpPr>
          <p:nvPr>
            <p:ph type="sldNum" sz="quarter" idx="10"/>
          </p:nvPr>
        </p:nvSpPr>
        <p:spPr/>
        <p:txBody>
          <a:bodyPr/>
          <a:lstStyle/>
          <a:p>
            <a:fld id="{A0B9EA0A-02CE-4302-BF90-69E3E05D9DC6}" type="slidenum">
              <a:rPr lang="en-CA" smtClean="0"/>
              <a:pPr/>
              <a:t>26</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11: Implementing Group Policy</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23242587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Lab Review Questions</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smtClean="0">
                <a:latin typeface="Arial" panose="020B0604020202020204" pitchFamily="34" charset="0"/>
                <a:ea typeface="Calibri" panose="020F0502020204030204" pitchFamily="34" charset="0"/>
                <a:cs typeface="Times New Roman" panose="02020603050405020304" pitchFamily="18" charset="0"/>
              </a:rPr>
              <a:t>Question</a:t>
            </a:r>
          </a:p>
          <a:p>
            <a:pPr>
              <a:lnSpc>
                <a:spcPct val="107000"/>
              </a:lnSpc>
              <a:spcAft>
                <a:spcPts val="8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What is the difference between ADMX and ADML files?</a:t>
            </a: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ADMX files contain the registry location that will be modified by a setting, and ADML files provide the language-specific UI for the setting that is viewed in the Group Policy Management Editor window.</a:t>
            </a: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The Sales Managers group should be exempted from the desktop lockdown policy that is being applied to the entire Sales OU. All sales user accounts and sales groups reside in the Sales OU. How would you exempt the Sales Managers group?</a:t>
            </a: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You would use security filtering to deny access to the policy for the Sales Managers group.</a:t>
            </a: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What Windows command can you use to force the immediate refresh of all GPOs on a client computer?</a:t>
            </a: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You would use the Windows command, </a:t>
            </a:r>
            <a:r>
              <a:rPr lang="en-CA" sz="1000" b="1" smtClean="0">
                <a:effectLst/>
                <a:latin typeface="Arial" panose="020B0604020202020204" pitchFamily="34" charset="0"/>
                <a:ea typeface="Calibri" panose="020F0502020204030204" pitchFamily="34" charset="0"/>
                <a:cs typeface="Times New Roman" panose="02020603050405020304" pitchFamily="18" charset="0"/>
              </a:rPr>
              <a:t>Gpupdate /force</a:t>
            </a:r>
            <a:r>
              <a:rPr lang="en-CA" sz="1000" smtClean="0">
                <a:effectLst/>
                <a:latin typeface="Arial" panose="020B0604020202020204" pitchFamily="34" charset="0"/>
                <a:ea typeface="Calibri" panose="020F0502020204030204" pitchFamily="34" charset="0"/>
                <a:cs typeface="Times New Roman" panose="02020603050405020304" pitchFamily="18" charset="0"/>
              </a:rPr>
              <a:t>, to force the refresh.</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A0B9EA0A-02CE-4302-BF90-69E3E05D9DC6}" type="slidenum">
              <a:rPr lang="en-CA" smtClean="0"/>
              <a:pPr/>
              <a:t>27</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11: Implementing Group Policy</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35822733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4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Module Review Questions</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400"/>
              </a:spcAft>
            </a:pPr>
            <a:r>
              <a:rPr lang="en-CA" sz="1000">
                <a:solidFill>
                  <a:prstClr val="black"/>
                </a:solidFill>
                <a:latin typeface="Arial" panose="020B0604020202020204" pitchFamily="34" charset="0"/>
                <a:ea typeface="Calibri" panose="020F0502020204030204" pitchFamily="34" charset="0"/>
                <a:cs typeface="Segoe UI" panose="020B0502040204020203" pitchFamily="34" charset="0"/>
              </a:rPr>
              <a:t>Point students to the appropriate section in the course, so that they are able to answer the questions that this section presents.</a:t>
            </a:r>
            <a:endParaRPr lang="en-CA" sz="1000"/>
          </a:p>
          <a:p>
            <a:pPr>
              <a:lnSpc>
                <a:spcPct val="107000"/>
              </a:lnSpc>
              <a:spcAft>
                <a:spcPts val="4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4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What are some of the advantages and disadvantages of using site‑level GPOs?</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4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4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One advantage of using a site‑level GPO is that all the users or computers in a site can have GPO settings applied regardless of the domain to which they belong. For example, you might want to configure the Internet Explorer proxy settings for all computers in a given site, whether they belong to your root domain or to a child domain.</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4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One disadvantage of using a site‑level GPO is that troubleshooting might be difficult because the GPO can be applied to systems from multiple domains. </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4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Another disadvantage of using a site‑level GPO is that the GPO must be created in a domain, and then linked to the site. Site‑based computers must then pull that GPO from a domain controller in the domain in which the GPO was created, which could lead to excessive wide area network (WAN) traffic.</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4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4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You have a number of logon scripts that map network drives for users. Not all users need these drive mappings, so you must ensure that only the desired users receive the mappings. You want to move away from using scripts. What is the best way to map network drives for selected users without using scripts?</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4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4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You can use Group Policy preferences to map network drives without using scripts for selected users. In Group Policy preferences, select the option to configure drive mapping, and then use Preferences Targeting to distribute the mappings to the appropriate users. </a:t>
            </a:r>
          </a:p>
          <a:p>
            <a:pPr lvl="0">
              <a:lnSpc>
                <a:spcPct val="107000"/>
              </a:lnSpc>
              <a:spcAft>
                <a:spcPts val="400"/>
              </a:spcAft>
            </a:pPr>
            <a:endParaRPr lang="en-CA" sz="1000" b="1" smtClean="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nSpc>
                <a:spcPct val="107000"/>
              </a:lnSpc>
              <a:spcAft>
                <a:spcPts val="400"/>
              </a:spcAft>
            </a:pPr>
            <a:r>
              <a:rPr lang="en-CA" sz="1000" b="1" smtClean="0">
                <a:solidFill>
                  <a:prstClr val="black"/>
                </a:solidFill>
                <a:latin typeface="Arial" panose="020B0604020202020204" pitchFamily="34" charset="0"/>
                <a:ea typeface="Calibri" panose="020F0502020204030204" pitchFamily="34" charset="0"/>
                <a:cs typeface="Times New Roman" panose="02020603050405020304" pitchFamily="18" charset="0"/>
              </a:rPr>
              <a:t>Best </a:t>
            </a:r>
            <a:r>
              <a:rPr lang="en-CA" sz="1000" b="1">
                <a:solidFill>
                  <a:prstClr val="black"/>
                </a:solidFill>
                <a:latin typeface="Arial" panose="020B0604020202020204" pitchFamily="34" charset="0"/>
                <a:ea typeface="Calibri" panose="020F0502020204030204" pitchFamily="34" charset="0"/>
                <a:cs typeface="Times New Roman" panose="02020603050405020304" pitchFamily="18" charset="0"/>
              </a:rPr>
              <a:t>Practices</a:t>
            </a:r>
          </a:p>
          <a:p>
            <a:pPr lvl="0">
              <a:lnSpc>
                <a:spcPct val="107000"/>
              </a:lnSpc>
              <a:spcAft>
                <a:spcPts val="400"/>
              </a:spcAft>
            </a:pPr>
            <a:r>
              <a:rPr lang="en-CA" sz="1000">
                <a:solidFill>
                  <a:prstClr val="black"/>
                </a:solidFill>
                <a:latin typeface="Arial" panose="020B0604020202020204" pitchFamily="34" charset="0"/>
                <a:ea typeface="Calibri" panose="020F0502020204030204" pitchFamily="34" charset="0"/>
                <a:cs typeface="Segoe UI" panose="020B0502040204020203" pitchFamily="34" charset="0"/>
              </a:rPr>
              <a:t>The following are recommended best practices:</a:t>
            </a:r>
            <a:endParaRPr lang="en-CA" sz="100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342900" lvl="0" indent="-342900">
              <a:lnSpc>
                <a:spcPct val="115000"/>
              </a:lnSpc>
              <a:spcAft>
                <a:spcPts val="400"/>
              </a:spcAft>
              <a:buFont typeface="Symbol" panose="05050102010706020507" pitchFamily="18" charset="2"/>
              <a:buChar char=""/>
            </a:pPr>
            <a:r>
              <a:rPr lang="en-US" sz="1000">
                <a:solidFill>
                  <a:prstClr val="black"/>
                </a:solidFill>
                <a:latin typeface="Arial" panose="020B0604020202020204" pitchFamily="34" charset="0"/>
                <a:ea typeface="Times New Roman" panose="02020603050405020304" pitchFamily="18" charset="0"/>
                <a:cs typeface="Segoe UI" panose="020B0502040204020203" pitchFamily="34" charset="0"/>
              </a:rPr>
              <a:t>Do not use the Default Domain and Default Domain Controllers policies for uses other than their default uses. Instead, create new policies.</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400"/>
              </a:spcAft>
              <a:buFont typeface="Symbol" panose="05050102010706020507" pitchFamily="18" charset="2"/>
              <a:buChar char=""/>
            </a:pPr>
            <a:r>
              <a:rPr lang="en-US" sz="1000">
                <a:solidFill>
                  <a:prstClr val="black"/>
                </a:solidFill>
                <a:latin typeface="Arial" panose="020B0604020202020204" pitchFamily="34" charset="0"/>
                <a:ea typeface="Times New Roman" panose="02020603050405020304" pitchFamily="18" charset="0"/>
                <a:cs typeface="Segoe UI" panose="020B0502040204020203" pitchFamily="34" charset="0"/>
              </a:rPr>
              <a:t>Limit the use of security filtering and other mechanisms that make diagnostics more complex.</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400"/>
              </a:spcAft>
              <a:buFont typeface="Symbol" panose="05050102010706020507" pitchFamily="18" charset="2"/>
              <a:buChar char=""/>
            </a:pPr>
            <a:r>
              <a:rPr lang="en-US" sz="1000">
                <a:solidFill>
                  <a:prstClr val="black"/>
                </a:solidFill>
                <a:latin typeface="Arial" panose="020B0604020202020204" pitchFamily="34" charset="0"/>
                <a:ea typeface="Times New Roman" panose="02020603050405020304" pitchFamily="18" charset="0"/>
                <a:cs typeface="Segoe UI" panose="020B0502040204020203" pitchFamily="34" charset="0"/>
              </a:rPr>
              <a:t>If they have no settings configured, disable the User or Computer sections of policies.</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400"/>
              </a:spcAft>
              <a:buFont typeface="Symbol" panose="05050102010706020507" pitchFamily="18" charset="2"/>
              <a:buChar char=""/>
            </a:pPr>
            <a:r>
              <a:rPr lang="en-US" sz="1000">
                <a:solidFill>
                  <a:prstClr val="black"/>
                </a:solidFill>
                <a:latin typeface="Arial" panose="020B0604020202020204" pitchFamily="34" charset="0"/>
                <a:ea typeface="Times New Roman" panose="02020603050405020304" pitchFamily="18" charset="0"/>
                <a:cs typeface="Segoe UI" panose="020B0502040204020203" pitchFamily="34" charset="0"/>
              </a:rPr>
              <a:t>If you have multiple administration workstations, create a central store.</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400"/>
              </a:spcAft>
              <a:buFont typeface="Symbol" panose="05050102010706020507" pitchFamily="18" charset="2"/>
              <a:buChar char=""/>
            </a:pPr>
            <a:r>
              <a:rPr lang="en-US" sz="1000">
                <a:solidFill>
                  <a:prstClr val="black"/>
                </a:solidFill>
                <a:latin typeface="Arial" panose="020B0604020202020204" pitchFamily="34" charset="0"/>
                <a:ea typeface="Times New Roman" panose="02020603050405020304" pitchFamily="18" charset="0"/>
                <a:cs typeface="Segoe UI" panose="020B0502040204020203" pitchFamily="34" charset="0"/>
              </a:rPr>
              <a:t>Add comments to your GPOs to explain what the policies are doing.</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400"/>
              </a:spcAft>
              <a:buFont typeface="Symbol" panose="05050102010706020507" pitchFamily="18" charset="2"/>
              <a:buChar char=""/>
            </a:pPr>
            <a:r>
              <a:rPr lang="en-US" sz="1000">
                <a:solidFill>
                  <a:prstClr val="black"/>
                </a:solidFill>
                <a:latin typeface="Arial" panose="020B0604020202020204" pitchFamily="34" charset="0"/>
                <a:ea typeface="Times New Roman" panose="02020603050405020304" pitchFamily="18" charset="0"/>
                <a:cs typeface="Segoe UI" panose="020B0502040204020203" pitchFamily="34" charset="0"/>
              </a:rPr>
              <a:t>Design your OU structure to support Group Policy application</a:t>
            </a:r>
            <a:r>
              <a:rPr lang="en-US" sz="1000" smtClean="0">
                <a:solidFill>
                  <a:prstClr val="black"/>
                </a:solidFill>
                <a:latin typeface="Arial" panose="020B0604020202020204" pitchFamily="34" charset="0"/>
                <a:ea typeface="Times New Roman" panose="02020603050405020304" pitchFamily="18" charset="0"/>
                <a:cs typeface="Segoe UI" panose="020B0502040204020203" pitchFamily="34" charset="0"/>
              </a:rPr>
              <a:t>.</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A0B9EA0A-02CE-4302-BF90-69E3E05D9DC6}" type="slidenum">
              <a:rPr lang="en-CA" smtClean="0"/>
              <a:pPr/>
              <a:t>28</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11: Implementing Group Policy</a:t>
            </a:r>
            <a:endParaRPr lang="en-CA" sz="1200" b="1">
              <a:solidFill>
                <a:srgbClr val="336699"/>
              </a:solidFill>
              <a:latin typeface="Arial" panose="020B0604020202020204" pitchFamily="34" charset="0"/>
            </a:endParaRP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CA" sz="1000" smtClean="0">
                <a:latin typeface="Arial" panose="020B0604020202020204" pitchFamily="34" charset="0"/>
              </a:rPr>
              <a:t>(More notes on the next slide)</a:t>
            </a:r>
            <a:endParaRPr lang="en-CA" sz="1000">
              <a:latin typeface="Arial" panose="020B0604020202020204" pitchFamily="34" charset="0"/>
            </a:endParaRPr>
          </a:p>
        </p:txBody>
      </p:sp>
    </p:spTree>
    <p:extLst>
      <p:ext uri="{BB962C8B-B14F-4D97-AF65-F5344CB8AC3E}">
        <p14:creationId xmlns:p14="http://schemas.microsoft.com/office/powerpoint/2010/main" val="27261364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lvl="0">
              <a:lnSpc>
                <a:spcPct val="107000"/>
              </a:lnSpc>
              <a:spcAft>
                <a:spcPts val="800"/>
              </a:spcAft>
            </a:pPr>
            <a:r>
              <a:rPr lang="en-CA" sz="1000" b="1" smtClean="0">
                <a:solidFill>
                  <a:prstClr val="black"/>
                </a:solidFill>
                <a:latin typeface="Arial" panose="020B0604020202020204" pitchFamily="34" charset="0"/>
                <a:ea typeface="Calibri" panose="020F0502020204030204" pitchFamily="34" charset="0"/>
                <a:cs typeface="Times New Roman" panose="02020603050405020304" pitchFamily="18" charset="0"/>
              </a:rPr>
              <a:t>Common </a:t>
            </a:r>
            <a:r>
              <a:rPr lang="en-CA" sz="1000" b="1">
                <a:solidFill>
                  <a:prstClr val="black"/>
                </a:solidFill>
                <a:latin typeface="Arial" panose="020B0604020202020204" pitchFamily="34" charset="0"/>
                <a:ea typeface="Calibri" panose="020F0502020204030204" pitchFamily="34" charset="0"/>
                <a:cs typeface="Times New Roman" panose="02020603050405020304" pitchFamily="18" charset="0"/>
              </a:rPr>
              <a:t>Issues and Troubleshooting Tips</a:t>
            </a:r>
            <a:endParaRPr lang="en-CA" sz="100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nSpc>
                <a:spcPct val="107000"/>
              </a:lnSpc>
              <a:spcAft>
                <a:spcPts val="800"/>
              </a:spcAft>
            </a:pPr>
            <a:r>
              <a:rPr lang="en-CA" sz="1000" b="1">
                <a:solidFill>
                  <a:prstClr val="black"/>
                </a:solidFill>
                <a:latin typeface="Arial" panose="020B0604020202020204" pitchFamily="34" charset="0"/>
                <a:ea typeface="Calibri" panose="020F0502020204030204" pitchFamily="34" charset="0"/>
                <a:cs typeface="Times New Roman" panose="02020603050405020304" pitchFamily="18" charset="0"/>
              </a:rPr>
              <a:t>Common Issue: </a:t>
            </a:r>
            <a:r>
              <a:rPr lang="en-CA" sz="1000">
                <a:solidFill>
                  <a:prstClr val="black"/>
                </a:solidFill>
                <a:latin typeface="Arial" panose="020B0604020202020204" pitchFamily="34" charset="0"/>
                <a:ea typeface="Calibri" panose="020F0502020204030204" pitchFamily="34" charset="0"/>
                <a:cs typeface="Times New Roman" panose="02020603050405020304" pitchFamily="18" charset="0"/>
              </a:rPr>
              <a:t>A user is experiencing abnormal behavior on their workstation.</a:t>
            </a:r>
          </a:p>
          <a:p>
            <a:pPr lvl="0">
              <a:lnSpc>
                <a:spcPct val="107000"/>
              </a:lnSpc>
              <a:spcAft>
                <a:spcPts val="800"/>
              </a:spcAft>
            </a:pPr>
            <a:r>
              <a:rPr lang="en-CA" sz="1000" b="1">
                <a:solidFill>
                  <a:prstClr val="black"/>
                </a:solidFill>
                <a:latin typeface="Arial" panose="020B0604020202020204" pitchFamily="34" charset="0"/>
                <a:ea typeface="Calibri" panose="020F0502020204030204" pitchFamily="34" charset="0"/>
                <a:cs typeface="Times New Roman" panose="02020603050405020304" pitchFamily="18" charset="0"/>
              </a:rPr>
              <a:t>Troubleshooting Tip: </a:t>
            </a:r>
            <a:r>
              <a:rPr lang="en-CA" sz="1000">
                <a:solidFill>
                  <a:prstClr val="black"/>
                </a:solidFill>
                <a:latin typeface="Arial" panose="020B0604020202020204" pitchFamily="34" charset="0"/>
                <a:ea typeface="Calibri" panose="020F0502020204030204" pitchFamily="34" charset="0"/>
                <a:cs typeface="Times New Roman" panose="02020603050405020304" pitchFamily="18" charset="0"/>
              </a:rPr>
              <a:t>Use the RSoP tools to determine what settings are applied to the client workstation.</a:t>
            </a:r>
          </a:p>
          <a:p>
            <a:pPr lvl="0">
              <a:lnSpc>
                <a:spcPct val="107000"/>
              </a:lnSpc>
              <a:spcAft>
                <a:spcPts val="800"/>
              </a:spcAft>
            </a:pPr>
            <a:r>
              <a:rPr lang="en-CA" sz="1000" b="1">
                <a:solidFill>
                  <a:prstClr val="black"/>
                </a:solidFill>
                <a:latin typeface="Arial" panose="020B0604020202020204" pitchFamily="34" charset="0"/>
                <a:ea typeface="Calibri" panose="020F0502020204030204" pitchFamily="34" charset="0"/>
                <a:cs typeface="Times New Roman" panose="02020603050405020304" pitchFamily="18" charset="0"/>
              </a:rPr>
              <a:t>Common Issue: </a:t>
            </a:r>
            <a:r>
              <a:rPr lang="en-CA" sz="1000">
                <a:solidFill>
                  <a:prstClr val="black"/>
                </a:solidFill>
                <a:latin typeface="Arial" panose="020B0604020202020204" pitchFamily="34" charset="0"/>
                <a:ea typeface="Calibri" panose="020F0502020204030204" pitchFamily="34" charset="0"/>
                <a:cs typeface="Times New Roman" panose="02020603050405020304" pitchFamily="18" charset="0"/>
              </a:rPr>
              <a:t>All users in a particular OU are having issues, and the OU has multiple GPOs applied.</a:t>
            </a:r>
          </a:p>
          <a:p>
            <a:pPr lvl="0">
              <a:lnSpc>
                <a:spcPct val="107000"/>
              </a:lnSpc>
              <a:spcAft>
                <a:spcPts val="800"/>
              </a:spcAft>
            </a:pPr>
            <a:r>
              <a:rPr lang="en-CA" sz="1000" b="1">
                <a:solidFill>
                  <a:prstClr val="black"/>
                </a:solidFill>
                <a:latin typeface="Arial" panose="020B0604020202020204" pitchFamily="34" charset="0"/>
                <a:ea typeface="Calibri" panose="020F0502020204030204" pitchFamily="34" charset="0"/>
                <a:cs typeface="Times New Roman" panose="02020603050405020304" pitchFamily="18" charset="0"/>
              </a:rPr>
              <a:t>Troubleshooting Tip: </a:t>
            </a:r>
            <a:r>
              <a:rPr lang="en-CA" sz="1000">
                <a:solidFill>
                  <a:prstClr val="black"/>
                </a:solidFill>
                <a:latin typeface="Arial" panose="020B0604020202020204" pitchFamily="34" charset="0"/>
                <a:ea typeface="Calibri" panose="020F0502020204030204" pitchFamily="34" charset="0"/>
                <a:cs typeface="Times New Roman" panose="02020603050405020304" pitchFamily="18" charset="0"/>
              </a:rPr>
              <a:t>Disable the GPO links one by one, and then test the workstations to see if one of the GPOs is responsible for the issue</a:t>
            </a:r>
            <a:r>
              <a:rPr lang="en-CA" sz="1000" smtClean="0">
                <a:solidFill>
                  <a:prstClr val="black"/>
                </a:solidFill>
                <a:latin typeface="Arial" panose="020B0604020202020204" pitchFamily="34" charset="0"/>
                <a:ea typeface="Calibri" panose="020F0502020204030204" pitchFamily="34" charset="0"/>
                <a:cs typeface="Times New Roman" panose="02020603050405020304" pitchFamily="18" charset="0"/>
              </a:rPr>
              <a:t>.</a:t>
            </a:r>
          </a:p>
          <a:p>
            <a:pPr lvl="0">
              <a:lnSpc>
                <a:spcPct val="107000"/>
              </a:lnSpc>
              <a:spcAft>
                <a:spcPts val="800"/>
              </a:spcAft>
            </a:pPr>
            <a:endParaRPr lang="en-US" sz="100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nSpc>
                <a:spcPct val="107000"/>
              </a:lnSpc>
              <a:spcAft>
                <a:spcPts val="800"/>
              </a:spcAft>
            </a:pPr>
            <a:r>
              <a:rPr lang="en-US" sz="1000" b="1" smtClean="0">
                <a:solidFill>
                  <a:prstClr val="black"/>
                </a:solidFill>
                <a:latin typeface="Arial" panose="020B0604020202020204" pitchFamily="34" charset="0"/>
                <a:ea typeface="Calibri" panose="020F0502020204030204" pitchFamily="34" charset="0"/>
                <a:cs typeface="Times New Roman" panose="02020603050405020304" pitchFamily="18" charset="0"/>
              </a:rPr>
              <a:t>Tools</a:t>
            </a:r>
            <a:endParaRPr lang="en-CA" sz="1000" b="1">
              <a:solidFill>
                <a:prstClr val="black"/>
              </a:solidFill>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A0B9EA0A-02CE-4302-BF90-69E3E05D9DC6}" type="slidenum">
              <a:rPr lang="en-CA" smtClean="0"/>
              <a:pPr/>
              <a:t>29</a:t>
            </a:fld>
            <a:endParaRPr lang="en-CA"/>
          </a:p>
        </p:txBody>
      </p:sp>
      <p:sp>
        <p:nvSpPr>
          <p:cNvPr id="6" name="Rectangle 5"/>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7" name="Rectangle 6"/>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11: Implementing Group Policy</a:t>
            </a:r>
            <a:endParaRPr lang="en-CA" sz="1200" b="1">
              <a:solidFill>
                <a:srgbClr val="336699"/>
              </a:solidFill>
              <a:latin typeface="Arial" panose="020B0604020202020204" pitchFamily="34" charset="0"/>
            </a:endParaRPr>
          </a:p>
        </p:txBody>
      </p:sp>
      <p:graphicFrame>
        <p:nvGraphicFramePr>
          <p:cNvPr id="8" name="Table 7"/>
          <p:cNvGraphicFramePr>
            <a:graphicFrameLocks noGrp="1"/>
          </p:cNvGraphicFramePr>
          <p:nvPr>
            <p:extLst>
              <p:ext uri="{D42A27DB-BD31-4B8C-83A1-F6EECF244321}">
                <p14:modId xmlns:p14="http://schemas.microsoft.com/office/powerpoint/2010/main" val="1046315178"/>
              </p:ext>
            </p:extLst>
          </p:nvPr>
        </p:nvGraphicFramePr>
        <p:xfrm>
          <a:off x="463827" y="4265028"/>
          <a:ext cx="5624739" cy="3262044"/>
        </p:xfrm>
        <a:graphic>
          <a:graphicData uri="http://schemas.openxmlformats.org/drawingml/2006/table">
            <a:tbl>
              <a:tblPr firstRow="1" firstCol="1" bandRow="1">
                <a:tableStyleId>{5940675A-B579-460E-94D1-54222C63F5DA}</a:tableStyleId>
              </a:tblPr>
              <a:tblGrid>
                <a:gridCol w="1874913"/>
                <a:gridCol w="1874913"/>
                <a:gridCol w="1874913"/>
              </a:tblGrid>
              <a:tr h="180986">
                <a:tc>
                  <a:txBody>
                    <a:bodyPr/>
                    <a:lstStyle/>
                    <a:p>
                      <a:pPr marL="0" marR="0">
                        <a:lnSpc>
                          <a:spcPct val="115000"/>
                        </a:lnSpc>
                        <a:spcBef>
                          <a:spcPts val="0"/>
                        </a:spcBef>
                        <a:spcAft>
                          <a:spcPts val="0"/>
                        </a:spcAft>
                      </a:pPr>
                      <a:r>
                        <a:rPr lang="en-US" sz="1000" b="1">
                          <a:effectLst/>
                          <a:latin typeface="Arial" panose="020B0604020202020204" pitchFamily="34" charset="0"/>
                          <a:cs typeface="Arial" panose="020B0604020202020204" pitchFamily="34" charset="0"/>
                        </a:rPr>
                        <a:t>Tool</a:t>
                      </a:r>
                      <a:endParaRPr lang="en-CA" sz="1000" b="1">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b="1">
                          <a:effectLst/>
                          <a:latin typeface="Arial" panose="020B0604020202020204" pitchFamily="34" charset="0"/>
                          <a:cs typeface="Arial" panose="020B0604020202020204" pitchFamily="34" charset="0"/>
                        </a:rPr>
                        <a:t>Use</a:t>
                      </a:r>
                      <a:endParaRPr lang="en-CA" sz="1000" b="1">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b="1">
                          <a:effectLst/>
                          <a:latin typeface="Arial" panose="020B0604020202020204" pitchFamily="34" charset="0"/>
                          <a:cs typeface="Arial" panose="020B0604020202020204" pitchFamily="34" charset="0"/>
                        </a:rPr>
                        <a:t>Where to find it</a:t>
                      </a:r>
                      <a:endParaRPr lang="en-CA" sz="1000" b="1">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r>
              <a:tr h="378816">
                <a:tc>
                  <a:txBody>
                    <a:bodyPr/>
                    <a:lstStyle/>
                    <a:p>
                      <a:pPr marL="0" marR="0">
                        <a:lnSpc>
                          <a:spcPct val="115000"/>
                        </a:lnSpc>
                        <a:spcBef>
                          <a:spcPts val="0"/>
                        </a:spcBef>
                        <a:spcAft>
                          <a:spcPts val="0"/>
                        </a:spcAft>
                      </a:pPr>
                      <a:r>
                        <a:rPr lang="en-US" sz="1000">
                          <a:effectLst/>
                          <a:latin typeface="Arial" panose="020B0604020202020204" pitchFamily="34" charset="0"/>
                          <a:cs typeface="Arial" panose="020B0604020202020204" pitchFamily="34" charset="0"/>
                        </a:rPr>
                        <a:t>Group Policy Management Console (GPMC)</a:t>
                      </a:r>
                      <a:endParaRPr lang="en-CA" sz="10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a:effectLst/>
                          <a:latin typeface="Arial" panose="020B0604020202020204" pitchFamily="34" charset="0"/>
                          <a:cs typeface="Arial" panose="020B0604020202020204" pitchFamily="34" charset="0"/>
                        </a:rPr>
                        <a:t>Controls all aspects of Group Policy</a:t>
                      </a:r>
                      <a:endParaRPr lang="en-CA" sz="10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a:effectLst/>
                          <a:latin typeface="Arial" panose="020B0604020202020204" pitchFamily="34" charset="0"/>
                          <a:cs typeface="Arial" panose="020B0604020202020204" pitchFamily="34" charset="0"/>
                        </a:rPr>
                        <a:t>In Server Manager, on the Tools menu</a:t>
                      </a:r>
                      <a:endParaRPr lang="en-CA" sz="10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r>
              <a:tr h="378816">
                <a:tc>
                  <a:txBody>
                    <a:bodyPr/>
                    <a:lstStyle/>
                    <a:p>
                      <a:pPr marL="0" marR="0">
                        <a:lnSpc>
                          <a:spcPct val="115000"/>
                        </a:lnSpc>
                        <a:spcBef>
                          <a:spcPts val="0"/>
                        </a:spcBef>
                        <a:spcAft>
                          <a:spcPts val="0"/>
                        </a:spcAft>
                      </a:pPr>
                      <a:r>
                        <a:rPr lang="en-US" sz="1000">
                          <a:effectLst/>
                          <a:latin typeface="Arial" panose="020B0604020202020204" pitchFamily="34" charset="0"/>
                          <a:cs typeface="Arial" panose="020B0604020202020204" pitchFamily="34" charset="0"/>
                        </a:rPr>
                        <a:t>Group Policy Management Editor snap-in</a:t>
                      </a:r>
                      <a:endParaRPr lang="en-CA" sz="10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a:effectLst/>
                          <a:latin typeface="Arial" panose="020B0604020202020204" pitchFamily="34" charset="0"/>
                          <a:cs typeface="Arial" panose="020B0604020202020204" pitchFamily="34" charset="0"/>
                        </a:rPr>
                        <a:t>Configure settings in GPOs</a:t>
                      </a:r>
                      <a:endParaRPr lang="en-CA" sz="10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a:effectLst/>
                          <a:latin typeface="Arial" panose="020B0604020202020204" pitchFamily="34" charset="0"/>
                          <a:cs typeface="Arial" panose="020B0604020202020204" pitchFamily="34" charset="0"/>
                        </a:rPr>
                        <a:t>Accessed by editing any GPO</a:t>
                      </a:r>
                      <a:endParaRPr lang="en-CA" sz="10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r>
              <a:tr h="378816">
                <a:tc>
                  <a:txBody>
                    <a:bodyPr/>
                    <a:lstStyle/>
                    <a:p>
                      <a:pPr marL="0" marR="0">
                        <a:lnSpc>
                          <a:spcPct val="115000"/>
                        </a:lnSpc>
                        <a:spcBef>
                          <a:spcPts val="0"/>
                        </a:spcBef>
                        <a:spcAft>
                          <a:spcPts val="0"/>
                        </a:spcAft>
                      </a:pPr>
                      <a:r>
                        <a:rPr lang="en-US" sz="1000">
                          <a:effectLst/>
                          <a:latin typeface="Arial" panose="020B0604020202020204" pitchFamily="34" charset="0"/>
                          <a:cs typeface="Arial" panose="020B0604020202020204" pitchFamily="34" charset="0"/>
                        </a:rPr>
                        <a:t>Resultant Set of Policy (RSoP)</a:t>
                      </a:r>
                      <a:endParaRPr lang="en-CA" sz="10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a:effectLst/>
                          <a:latin typeface="Arial" panose="020B0604020202020204" pitchFamily="34" charset="0"/>
                          <a:cs typeface="Arial" panose="020B0604020202020204" pitchFamily="34" charset="0"/>
                        </a:rPr>
                        <a:t>Determine what settings are applying to a user or computer</a:t>
                      </a:r>
                      <a:endParaRPr lang="en-CA" sz="10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a:effectLst/>
                          <a:latin typeface="Arial" panose="020B0604020202020204" pitchFamily="34" charset="0"/>
                          <a:cs typeface="Arial" panose="020B0604020202020204" pitchFamily="34" charset="0"/>
                        </a:rPr>
                        <a:t>In the GPMC</a:t>
                      </a:r>
                      <a:endParaRPr lang="en-CA" sz="10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r>
              <a:tr h="774475">
                <a:tc>
                  <a:txBody>
                    <a:bodyPr/>
                    <a:lstStyle/>
                    <a:p>
                      <a:pPr marL="0" marR="0">
                        <a:lnSpc>
                          <a:spcPct val="115000"/>
                        </a:lnSpc>
                        <a:spcBef>
                          <a:spcPts val="0"/>
                        </a:spcBef>
                        <a:spcAft>
                          <a:spcPts val="0"/>
                        </a:spcAft>
                      </a:pPr>
                      <a:r>
                        <a:rPr lang="en-US" sz="1000">
                          <a:effectLst/>
                          <a:latin typeface="Arial" panose="020B0604020202020204" pitchFamily="34" charset="0"/>
                          <a:cs typeface="Arial" panose="020B0604020202020204" pitchFamily="34" charset="0"/>
                        </a:rPr>
                        <a:t>Group Policy Modeling Wizard</a:t>
                      </a:r>
                      <a:endParaRPr lang="en-CA" sz="10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a:effectLst/>
                          <a:latin typeface="Arial" panose="020B0604020202020204" pitchFamily="34" charset="0"/>
                          <a:cs typeface="Arial" panose="020B0604020202020204" pitchFamily="34" charset="0"/>
                        </a:rPr>
                        <a:t>Test what would occur if settings were applied to users or computers, prior to actually applying the settings</a:t>
                      </a:r>
                      <a:endParaRPr lang="en-CA" sz="10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a:effectLst/>
                          <a:latin typeface="Arial" panose="020B0604020202020204" pitchFamily="34" charset="0"/>
                          <a:cs typeface="Arial" panose="020B0604020202020204" pitchFamily="34" charset="0"/>
                        </a:rPr>
                        <a:t>In the GPMC</a:t>
                      </a:r>
                      <a:endParaRPr lang="en-CA" sz="10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r>
              <a:tr h="1170135">
                <a:tc>
                  <a:txBody>
                    <a:bodyPr/>
                    <a:lstStyle/>
                    <a:p>
                      <a:pPr marL="0" marR="0">
                        <a:lnSpc>
                          <a:spcPct val="115000"/>
                        </a:lnSpc>
                        <a:spcBef>
                          <a:spcPts val="0"/>
                        </a:spcBef>
                        <a:spcAft>
                          <a:spcPts val="0"/>
                        </a:spcAft>
                      </a:pPr>
                      <a:r>
                        <a:rPr lang="en-US" sz="1000">
                          <a:effectLst/>
                          <a:latin typeface="Arial" panose="020B0604020202020204" pitchFamily="34" charset="0"/>
                          <a:cs typeface="Arial" panose="020B0604020202020204" pitchFamily="34" charset="0"/>
                        </a:rPr>
                        <a:t>Local Group Policy Editor</a:t>
                      </a:r>
                      <a:endParaRPr lang="en-CA" sz="10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a:effectLst/>
                          <a:latin typeface="Arial" panose="020B0604020202020204" pitchFamily="34" charset="0"/>
                          <a:cs typeface="Arial" panose="020B0604020202020204" pitchFamily="34" charset="0"/>
                        </a:rPr>
                        <a:t>Configure Group Policy settings that apply only to the local computer</a:t>
                      </a:r>
                      <a:endParaRPr lang="en-CA" sz="10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nSpc>
                          <a:spcPct val="115000"/>
                        </a:lnSpc>
                        <a:spcBef>
                          <a:spcPts val="0"/>
                        </a:spcBef>
                        <a:spcAft>
                          <a:spcPts val="0"/>
                        </a:spcAft>
                      </a:pPr>
                      <a:r>
                        <a:rPr lang="en-US" sz="1000">
                          <a:effectLst/>
                          <a:latin typeface="Arial" panose="020B0604020202020204" pitchFamily="34" charset="0"/>
                          <a:cs typeface="Arial" panose="020B0604020202020204" pitchFamily="34" charset="0"/>
                        </a:rPr>
                        <a:t>Accessed by creating a new Microsoft Management Console (MMC) on the local computer, and adding the Group Policy Management Editor snap‑in</a:t>
                      </a:r>
                      <a:endParaRPr lang="en-CA" sz="10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r>
            </a:tbl>
          </a:graphicData>
        </a:graphic>
      </p:graphicFrame>
    </p:spTree>
    <p:extLst>
      <p:ext uri="{BB962C8B-B14F-4D97-AF65-F5344CB8AC3E}">
        <p14:creationId xmlns:p14="http://schemas.microsoft.com/office/powerpoint/2010/main" val="3898311335"/>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2.jpe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xml"/><Relationship Id="rId4" Type="http://schemas.openxmlformats.org/officeDocument/2006/relationships/image" Target="../media/image2.jpe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5.xml"/><Relationship Id="rId4" Type="http://schemas.openxmlformats.org/officeDocument/2006/relationships/image" Target="../media/image2.jpe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6.xml"/><Relationship Id="rId4" Type="http://schemas.openxmlformats.org/officeDocument/2006/relationships/image" Target="../media/image2.jpe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7.xml"/><Relationship Id="rId4" Type="http://schemas.openxmlformats.org/officeDocument/2006/relationships/image" Target="../media/image2.jpe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8.xml"/><Relationship Id="rId4" Type="http://schemas.openxmlformats.org/officeDocument/2006/relationships/image" Target="../media/image2.jpe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9.xml"/><Relationship Id="rId4" Type="http://schemas.openxmlformats.org/officeDocument/2006/relationships/image" Target="../media/image2.jpe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0.xml"/><Relationship Id="rId4" Type="http://schemas.openxmlformats.org/officeDocument/2006/relationships/image" Target="../media/image2.jpe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1.xml"/><Relationship Id="rId4" Type="http://schemas.openxmlformats.org/officeDocument/2006/relationships/image" Target="../media/image2.jpe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2.xml"/><Relationship Id="rId4" Type="http://schemas.openxmlformats.org/officeDocument/2006/relationships/image" Target="../media/image2.jpe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3.xml"/><Relationship Id="rId4" Type="http://schemas.openxmlformats.org/officeDocument/2006/relationships/image" Target="../media/image2.jpe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4.xml"/><Relationship Id="rId4" Type="http://schemas.openxmlformats.org/officeDocument/2006/relationships/image" Target="../media/image2.jpe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5.xml"/><Relationship Id="rId4" Type="http://schemas.openxmlformats.org/officeDocument/2006/relationships/image" Target="../media/image2.jpeg"/></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6.xml"/><Relationship Id="rId4" Type="http://schemas.openxmlformats.org/officeDocument/2006/relationships/image" Target="../media/image2.jpeg"/></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7.xml"/><Relationship Id="rId4" Type="http://schemas.openxmlformats.org/officeDocument/2006/relationships/image" Target="../media/image2.jpeg"/></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8.xml"/><Relationship Id="rId4" Type="http://schemas.openxmlformats.org/officeDocument/2006/relationships/image" Target="../media/image2.jpeg"/></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9.xml"/><Relationship Id="rId4" Type="http://schemas.openxmlformats.org/officeDocument/2006/relationships/image" Target="../media/image2.jpeg"/></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0.xml"/><Relationship Id="rId4" Type="http://schemas.openxmlformats.org/officeDocument/2006/relationships/image" Target="../media/image2.jpeg"/></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4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1.xml"/><Relationship Id="rId4" Type="http://schemas.openxmlformats.org/officeDocument/2006/relationships/image" Target="../media/image2.jpeg"/></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5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2.xml"/><Relationship Id="rId4" Type="http://schemas.openxmlformats.org/officeDocument/2006/relationships/image" Target="../media/image2.jpeg"/></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3.xml"/><Relationship Id="rId4" Type="http://schemas.openxmlformats.org/officeDocument/2006/relationships/image" Target="../media/image2.jpeg"/></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4.xml"/><Relationship Id="rId4" Type="http://schemas.openxmlformats.org/officeDocument/2006/relationships/image" Target="../media/image2.jpeg"/></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5.xml"/><Relationship Id="rId4" Type="http://schemas.openxmlformats.org/officeDocument/2006/relationships/image" Target="../media/image2.jpeg"/></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0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6.xml"/><Relationship Id="rId4" Type="http://schemas.openxmlformats.org/officeDocument/2006/relationships/image" Target="../media/image2.jpeg"/></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7.xml"/><Relationship Id="rId4" Type="http://schemas.openxmlformats.org/officeDocument/2006/relationships/image" Target="../media/image2.jpeg"/></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8.xml"/><Relationship Id="rId4" Type="http://schemas.openxmlformats.org/officeDocument/2006/relationships/image" Target="../media/image2.jpeg"/></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9.xml"/><Relationship Id="rId4" Type="http://schemas.openxmlformats.org/officeDocument/2006/relationships/image" Target="../media/image2.jpeg"/></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0.xml"/><Relationship Id="rId4" Type="http://schemas.openxmlformats.org/officeDocument/2006/relationships/image" Target="../media/image2.jpeg"/></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1.xml"/><Relationship Id="rId4" Type="http://schemas.openxmlformats.org/officeDocument/2006/relationships/image" Target="../media/image2.jpeg"/></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7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2.xml"/><Relationship Id="rId4" Type="http://schemas.openxmlformats.org/officeDocument/2006/relationships/image" Target="../media/image2.jpeg"/></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9.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81.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8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8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3.xml"/><Relationship Id="rId4" Type="http://schemas.openxmlformats.org/officeDocument/2006/relationships/image" Target="../media/image2.jpeg"/></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85.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0.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2.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3.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24992545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374586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6563617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773103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7649937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41276748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731188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5305027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009237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9671255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721740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9326302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4966375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1304117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9658895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740290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8946052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3839348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547252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8322981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8092892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9742465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4938302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15891443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5721899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86601489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29470044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95789411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45114098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53058550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526446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60727153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80021351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6854926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14243965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92891745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297056259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7557953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51699049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73785906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22359550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8620031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559949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95051921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61315279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91113276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4523087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82734125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49176200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50317472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97229214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78339627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18847654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61155050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713955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27302441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04703483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5935148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86315831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82898424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404934339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47134353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35416822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66108405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99548330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38443949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2909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49584939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56455237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24381558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16892229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83255364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16158377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76819710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22386488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85025510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6052090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400141540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4030716"/>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057032987"/>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4074044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64854292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38320039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02076415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383872232"/>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52426038"/>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02530585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999409945"/>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72247079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182906667"/>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043313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582322143"/>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705758212"/>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621370041"/>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291338416"/>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4045025152"/>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2325514317"/>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203177966"/>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273136872"/>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94719002"/>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375264933"/>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934997921"/>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9164044"/>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012929930"/>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741735048"/>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698438333"/>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717389422"/>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608022543"/>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2961200967"/>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691807353"/>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71928014"/>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065774327"/>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111372846"/>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508960795"/>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4991658"/>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946194809"/>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371058019"/>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172946402"/>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939190911"/>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238913264"/>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019953992"/>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904688203"/>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598552492"/>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433361489"/>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269277924"/>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895547855"/>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1157318"/>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179807384"/>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504820136"/>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179590451"/>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73452623"/>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72582998"/>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709803217"/>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64745323"/>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249041410"/>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877750903"/>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031153204"/>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424721248"/>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1308595"/>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886240110"/>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775285921"/>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852751633"/>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61277798"/>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361372819"/>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406688679"/>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39256901"/>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599704410"/>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38813454"/>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567426798"/>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773316074"/>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2341108"/>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372944800"/>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928596743"/>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58649242"/>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47187782"/>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781219875"/>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7900586"/>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489385773"/>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110735668"/>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813397715"/>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076807831"/>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4219762080"/>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5479077"/>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010462430"/>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570271653"/>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253854153"/>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880867008"/>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204366248"/>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505793587"/>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50394778"/>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454274934"/>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628105419"/>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201269613"/>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521507059"/>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6694937"/>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911479515"/>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152627747"/>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70624136"/>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10435633"/>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765173542"/>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4192863129"/>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771416761"/>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471819724"/>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143918451"/>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511737046"/>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896663062"/>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3696300"/>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968851045"/>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808875882"/>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932639358"/>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89606328"/>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522742607"/>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2075200021"/>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955537783"/>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965408155"/>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260040476"/>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659387337"/>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506890070"/>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4402179"/>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590819104"/>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866011458"/>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029621759"/>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415349722"/>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636918425"/>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4089759347"/>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267044587"/>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40813324"/>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378869539"/>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72214206"/>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613003152"/>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7473134"/>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260523270"/>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281658015"/>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53537653"/>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048520920"/>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617997011"/>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85325740"/>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974517485"/>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70681879"/>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070366895"/>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130707305"/>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813497914"/>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5574622"/>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562902801"/>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073584284"/>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292441769"/>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938436045"/>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989607539"/>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311263276"/>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437546048"/>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55157139"/>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391754775"/>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671484269"/>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043857077"/>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9794424"/>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899323645"/>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163970971"/>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615368209"/>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752437160"/>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838990763"/>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2531199753"/>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830146827"/>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704094127"/>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93427615"/>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147694570"/>
      </p:ext>
    </p:extLst>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283946498"/>
      </p:ext>
    </p:extLst>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4393100"/>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569212399"/>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140993603"/>
      </p:ext>
    </p:extLst>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56868267"/>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958819388"/>
      </p:ext>
    </p:extLst>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448142559"/>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2423784266"/>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864290003"/>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44825508"/>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991920982"/>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258902713"/>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999192638"/>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7439901"/>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286142139"/>
      </p:ext>
    </p:extLst>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576193992"/>
      </p:ext>
    </p:extLst>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88225680"/>
      </p:ext>
    </p:extLst>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491644"/>
      </p:ext>
    </p:extLst>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409734471"/>
      </p:ext>
    </p:extLst>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2029067178"/>
      </p:ext>
    </p:extLst>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758528734"/>
      </p:ext>
    </p:extLst>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991176602"/>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707078171"/>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810080324"/>
      </p:ext>
    </p:extLst>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442348724"/>
      </p:ext>
    </p:extLst>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3622233"/>
      </p:ext>
    </p:extLst>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564326105"/>
      </p:ext>
    </p:extLst>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613703977"/>
      </p:ext>
    </p:extLst>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354736453"/>
      </p:ext>
    </p:extLst>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065161652"/>
      </p:ext>
    </p:extLst>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646998891"/>
      </p:ext>
    </p:extLst>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986786977"/>
      </p:ext>
    </p:extLst>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871802075"/>
      </p:ext>
    </p:extLst>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981448216"/>
      </p:ext>
    </p:extLst>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21026196"/>
      </p:ext>
    </p:extLst>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553834184"/>
      </p:ext>
    </p:extLst>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88643519"/>
      </p:ext>
    </p:extLst>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445104"/>
      </p:ext>
    </p:extLst>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061952470"/>
      </p:ext>
    </p:extLst>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10363085"/>
      </p:ext>
    </p:extLst>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825687947"/>
      </p:ext>
    </p:extLst>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991974788"/>
      </p:ext>
    </p:extLst>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686393226"/>
      </p:ext>
    </p:extLst>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2472596955"/>
      </p:ext>
    </p:extLst>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520107803"/>
      </p:ext>
    </p:extLst>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954466794"/>
      </p:ext>
    </p:extLst>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218152463"/>
      </p:ext>
    </p:extLst>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556505897"/>
      </p:ext>
    </p:extLst>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610062972"/>
      </p:ext>
    </p:extLst>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8983496"/>
      </p:ext>
    </p:extLst>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259045325"/>
      </p:ext>
    </p:extLst>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077370343"/>
      </p:ext>
    </p:extLst>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264432"/>
      </p:ext>
    </p:extLst>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530936145"/>
      </p:ext>
    </p:extLst>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955247465"/>
      </p:ext>
    </p:extLst>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2081013801"/>
      </p:ext>
    </p:extLst>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993548291"/>
      </p:ext>
    </p:extLst>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736217851"/>
      </p:ext>
    </p:extLst>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938898847"/>
      </p:ext>
    </p:extLst>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361008388"/>
      </p:ext>
    </p:extLst>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148980818"/>
      </p:ext>
    </p:extLst>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5565141"/>
      </p:ext>
    </p:extLst>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266662786"/>
      </p:ext>
    </p:extLst>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057196331"/>
      </p:ext>
    </p:extLst>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740223303"/>
      </p:ext>
    </p:extLst>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339023372"/>
      </p:ext>
    </p:extLst>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432676019"/>
      </p:ext>
    </p:extLst>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02765150"/>
      </p:ext>
    </p:extLst>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347689924"/>
      </p:ext>
    </p:extLst>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758802697"/>
      </p:ext>
    </p:extLst>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161711521"/>
      </p:ext>
    </p:extLst>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318976751"/>
      </p:ext>
    </p:extLst>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5928211"/>
      </p:ext>
    </p:extLst>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687181310"/>
      </p:ext>
    </p:extLst>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172930892"/>
      </p:ext>
    </p:extLst>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800908502"/>
      </p:ext>
    </p:extLst>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024139611"/>
      </p:ext>
    </p:extLst>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024474827"/>
      </p:ext>
    </p:extLst>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4079399631"/>
      </p:ext>
    </p:extLst>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219884124"/>
      </p:ext>
    </p:extLst>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305066141"/>
      </p:ext>
    </p:extLst>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94865344"/>
      </p:ext>
    </p:extLst>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325894500"/>
      </p:ext>
    </p:extLst>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790463106"/>
      </p:ext>
    </p:extLst>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9956585"/>
      </p:ext>
    </p:extLst>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110802388"/>
      </p:ext>
    </p:extLst>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535529"/>
      </p:ext>
    </p:extLst>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807303289"/>
      </p:ext>
    </p:extLst>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644029956"/>
      </p:ext>
    </p:extLst>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881880235"/>
      </p:ext>
    </p:extLst>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781716477"/>
      </p:ext>
    </p:extLst>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002486689"/>
      </p:ext>
    </p:extLst>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57081309"/>
      </p:ext>
    </p:extLst>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666246453"/>
      </p:ext>
    </p:extLst>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697769666"/>
      </p:ext>
    </p:extLst>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4077613936"/>
      </p:ext>
    </p:extLst>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5507243"/>
      </p:ext>
    </p:extLst>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501532535"/>
      </p:ext>
    </p:extLst>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785576147"/>
      </p:ext>
    </p:extLst>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714749663"/>
      </p:ext>
    </p:extLst>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091711681"/>
      </p:ext>
    </p:extLst>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856044406"/>
      </p:ext>
    </p:extLst>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689852354"/>
      </p:ext>
    </p:extLst>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78784881"/>
      </p:ext>
    </p:extLst>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428374150"/>
      </p:ext>
    </p:extLst>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926075567"/>
      </p:ext>
    </p:extLst>
  </p:cSld>
  <p:clrMapOvr>
    <a:masterClrMapping/>
  </p:clrMapOvr>
</p:sldLayout>
</file>

<file path=ppt/slideLayouts/slideLayout35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128850611"/>
      </p:ext>
    </p:extLst>
  </p:cSld>
  <p:clrMapOvr>
    <a:masterClrMapping/>
  </p:clrMapOvr>
</p:sldLayout>
</file>

<file path=ppt/slideLayouts/slideLayout3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852549408"/>
      </p:ext>
    </p:extLst>
  </p:cSld>
  <p:clrMapOvr>
    <a:masterClrMapping/>
  </p:clrMapOvr>
</p:sldLayout>
</file>

<file path=ppt/slideLayouts/slideLayout35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07164889"/>
      </p:ext>
    </p:extLst>
  </p:cSld>
  <p:clrMapOvr>
    <a:masterClrMapping/>
  </p:clrMapOvr>
</p:sldLayout>
</file>

<file path=ppt/slideLayouts/slideLayout35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992989986"/>
      </p:ext>
    </p:extLst>
  </p:cSld>
  <p:clrMapOvr>
    <a:masterClrMapping/>
  </p:clrMapOvr>
</p:sldLayout>
</file>

<file path=ppt/slideLayouts/slideLayout35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303796762"/>
      </p:ext>
    </p:extLst>
  </p:cSld>
  <p:clrMapOvr>
    <a:masterClrMapping/>
  </p:clrMapOvr>
</p:sldLayout>
</file>

<file path=ppt/slideLayouts/slideLayout35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423314152"/>
      </p:ext>
    </p:extLst>
  </p:cSld>
  <p:clrMapOvr>
    <a:masterClrMapping/>
  </p:clrMapOvr>
</p:sldLayout>
</file>

<file path=ppt/slideLayouts/slideLayout35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374130958"/>
      </p:ext>
    </p:extLst>
  </p:cSld>
  <p:clrMapOvr>
    <a:masterClrMapping/>
  </p:clrMapOvr>
</p:sldLayout>
</file>

<file path=ppt/slideLayouts/slideLayout35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111383172"/>
      </p:ext>
    </p:extLst>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003694419"/>
      </p:ext>
    </p:extLst>
  </p:cSld>
  <p:clrMapOvr>
    <a:masterClrMapping/>
  </p:clrMapOvr>
</p:sldLayout>
</file>

<file path=ppt/slideLayouts/slideLayout36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713018537"/>
      </p:ext>
    </p:extLst>
  </p:cSld>
  <p:clrMapOvr>
    <a:masterClrMapping/>
  </p:clrMapOvr>
</p:sldLayout>
</file>

<file path=ppt/slideLayouts/slideLayout36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280373932"/>
      </p:ext>
    </p:extLst>
  </p:cSld>
  <p:clrMapOvr>
    <a:masterClrMapping/>
  </p:clrMapOvr>
</p:sldLayout>
</file>

<file path=ppt/slideLayouts/slideLayout36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416353067"/>
      </p:ext>
    </p:extLst>
  </p:cSld>
  <p:clrMapOvr>
    <a:masterClrMapping/>
  </p:clrMapOvr>
</p:sldLayout>
</file>

<file path=ppt/slideLayouts/slideLayout36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529231775"/>
      </p:ext>
    </p:extLst>
  </p:cSld>
  <p:clrMapOvr>
    <a:masterClrMapping/>
  </p:clrMapOvr>
</p:sldLayout>
</file>

<file path=ppt/slideLayouts/slideLayout36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8228740"/>
      </p:ext>
    </p:extLst>
  </p:cSld>
  <p:clrMapOvr>
    <a:masterClrMapping/>
  </p:clrMapOvr>
</p:sldLayout>
</file>

<file path=ppt/slideLayouts/slideLayout36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966087654"/>
      </p:ext>
    </p:extLst>
  </p:cSld>
  <p:clrMapOvr>
    <a:masterClrMapping/>
  </p:clrMapOvr>
</p:sldLayout>
</file>

<file path=ppt/slideLayouts/slideLayout36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511983500"/>
      </p:ext>
    </p:extLst>
  </p:cSld>
  <p:clrMapOvr>
    <a:masterClrMapping/>
  </p:clrMapOvr>
</p:sldLayout>
</file>

<file path=ppt/slideLayouts/slideLayout36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514553244"/>
      </p:ext>
    </p:extLst>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617916980"/>
      </p:ext>
    </p:extLst>
  </p:cSld>
  <p:clrMapOvr>
    <a:masterClrMapping/>
  </p:clrMapOvr>
</p:sldLayout>
</file>

<file path=ppt/slideLayouts/slideLayout37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769550230"/>
      </p:ext>
    </p:extLst>
  </p:cSld>
  <p:clrMapOvr>
    <a:masterClrMapping/>
  </p:clrMapOvr>
</p:sldLayout>
</file>

<file path=ppt/slideLayouts/slideLayout37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26259901"/>
      </p:ext>
    </p:extLst>
  </p:cSld>
  <p:clrMapOvr>
    <a:masterClrMapping/>
  </p:clrMapOvr>
</p:sldLayout>
</file>

<file path=ppt/slideLayouts/slideLayout37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78770772"/>
      </p:ext>
    </p:extLst>
  </p:cSld>
  <p:clrMapOvr>
    <a:masterClrMapping/>
  </p:clrMapOvr>
</p:sldLayout>
</file>

<file path=ppt/slideLayouts/slideLayout37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169774694"/>
      </p:ext>
    </p:extLst>
  </p:cSld>
  <p:clrMapOvr>
    <a:masterClrMapping/>
  </p:clrMapOvr>
</p:sldLayout>
</file>

<file path=ppt/slideLayouts/slideLayout37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407121693"/>
      </p:ext>
    </p:extLst>
  </p:cSld>
  <p:clrMapOvr>
    <a:masterClrMapping/>
  </p:clrMapOvr>
</p:sldLayout>
</file>

<file path=ppt/slideLayouts/slideLayout37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305448726"/>
      </p:ext>
    </p:extLst>
  </p:cSld>
  <p:clrMapOvr>
    <a:masterClrMapping/>
  </p:clrMapOvr>
</p:sldLayout>
</file>

<file path=ppt/slideLayouts/slideLayout37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228267644"/>
      </p:ext>
    </p:extLst>
  </p:cSld>
  <p:clrMapOvr>
    <a:masterClrMapping/>
  </p:clrMapOvr>
</p:sldLayout>
</file>

<file path=ppt/slideLayouts/slideLayout37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5509078"/>
      </p:ext>
    </p:extLst>
  </p:cSld>
  <p:clrMapOvr>
    <a:masterClrMapping/>
  </p:clrMapOvr>
</p:sldLayout>
</file>

<file path=ppt/slideLayouts/slideLayout37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211534688"/>
      </p:ext>
    </p:extLst>
  </p:cSld>
  <p:clrMapOvr>
    <a:masterClrMapping/>
  </p:clrMapOvr>
</p:sldLayout>
</file>

<file path=ppt/slideLayouts/slideLayout37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092494460"/>
      </p:ext>
    </p:extLst>
  </p:cSld>
  <p:clrMapOvr>
    <a:masterClrMapping/>
  </p:clrMapOvr>
</p:sldLayout>
</file>

<file path=ppt/slideLayouts/slideLayout38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229941150"/>
      </p:ext>
    </p:extLst>
  </p:cSld>
  <p:clrMapOvr>
    <a:masterClrMapping/>
  </p:clrMapOvr>
</p:sldLayout>
</file>

<file path=ppt/slideLayouts/slideLayout38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53772444"/>
      </p:ext>
    </p:extLst>
  </p:cSld>
  <p:clrMapOvr>
    <a:masterClrMapping/>
  </p:clrMapOvr>
</p:sldLayout>
</file>

<file path=ppt/slideLayouts/slideLayout38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711482633"/>
      </p:ext>
    </p:extLst>
  </p:cSld>
  <p:clrMapOvr>
    <a:masterClrMapping/>
  </p:clrMapOvr>
</p:sldLayout>
</file>

<file path=ppt/slideLayouts/slideLayout38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999774766"/>
      </p:ext>
    </p:extLst>
  </p:cSld>
  <p:clrMapOvr>
    <a:masterClrMapping/>
  </p:clrMapOvr>
</p:sldLayout>
</file>

<file path=ppt/slideLayouts/slideLayout38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683642825"/>
      </p:ext>
    </p:extLst>
  </p:cSld>
  <p:clrMapOvr>
    <a:masterClrMapping/>
  </p:clrMapOvr>
</p:sldLayout>
</file>

<file path=ppt/slideLayouts/slideLayout38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470532101"/>
      </p:ext>
    </p:extLst>
  </p:cSld>
  <p:clrMapOvr>
    <a:masterClrMapping/>
  </p:clrMapOvr>
</p:sldLayout>
</file>

<file path=ppt/slideLayouts/slideLayout38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651367129"/>
      </p:ext>
    </p:extLst>
  </p:cSld>
  <p:clrMapOvr>
    <a:masterClrMapping/>
  </p:clrMapOvr>
</p:sldLayout>
</file>

<file path=ppt/slideLayouts/slideLayout38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480583906"/>
      </p:ext>
    </p:extLst>
  </p:cSld>
  <p:clrMapOvr>
    <a:masterClrMapping/>
  </p:clrMapOvr>
</p:sldLayout>
</file>

<file path=ppt/slideLayouts/slideLayout38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762977262"/>
      </p:ext>
    </p:extLst>
  </p:cSld>
  <p:clrMapOvr>
    <a:masterClrMapping/>
  </p:clrMapOvr>
</p:sldLayout>
</file>

<file path=ppt/slideLayouts/slideLayout38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9210948"/>
      </p:ext>
    </p:extLst>
  </p:cSld>
  <p:clrMapOvr>
    <a:masterClrMapping/>
  </p:clrMapOvr>
</p:sldLayout>
</file>

<file path=ppt/slideLayouts/slideLayout39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466716890"/>
      </p:ext>
    </p:extLst>
  </p:cSld>
  <p:clrMapOvr>
    <a:masterClrMapping/>
  </p:clrMapOvr>
</p:sldLayout>
</file>

<file path=ppt/slideLayouts/slideLayout39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920594778"/>
      </p:ext>
    </p:extLst>
  </p:cSld>
  <p:clrMapOvr>
    <a:masterClrMapping/>
  </p:clrMapOvr>
</p:sldLayout>
</file>

<file path=ppt/slideLayouts/slideLayout39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826391296"/>
      </p:ext>
    </p:extLst>
  </p:cSld>
  <p:clrMapOvr>
    <a:masterClrMapping/>
  </p:clrMapOvr>
</p:sldLayout>
</file>

<file path=ppt/slideLayouts/slideLayout39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7020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theme" Target="../theme/theme6.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0.xml"/><Relationship Id="rId13" Type="http://schemas.openxmlformats.org/officeDocument/2006/relationships/theme" Target="../theme/theme7.xml"/><Relationship Id="rId3" Type="http://schemas.openxmlformats.org/officeDocument/2006/relationships/slideLayout" Target="../slideLayouts/slideLayout75.xml"/><Relationship Id="rId7" Type="http://schemas.openxmlformats.org/officeDocument/2006/relationships/slideLayout" Target="../slideLayouts/slideLayout79.xml"/><Relationship Id="rId12" Type="http://schemas.openxmlformats.org/officeDocument/2006/relationships/slideLayout" Target="../slideLayouts/slideLayout84.xml"/><Relationship Id="rId2" Type="http://schemas.openxmlformats.org/officeDocument/2006/relationships/slideLayout" Target="../slideLayouts/slideLayout74.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slideLayout" Target="../slideLayouts/slideLayout83.xml"/><Relationship Id="rId5" Type="http://schemas.openxmlformats.org/officeDocument/2006/relationships/slideLayout" Target="../slideLayouts/slideLayout77.xml"/><Relationship Id="rId10" Type="http://schemas.openxmlformats.org/officeDocument/2006/relationships/slideLayout" Target="../slideLayouts/slideLayout82.xml"/><Relationship Id="rId4" Type="http://schemas.openxmlformats.org/officeDocument/2006/relationships/slideLayout" Target="../slideLayouts/slideLayout76.xml"/><Relationship Id="rId9" Type="http://schemas.openxmlformats.org/officeDocument/2006/relationships/slideLayout" Target="../slideLayouts/slideLayout81.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theme" Target="../theme/theme8.xml"/><Relationship Id="rId3" Type="http://schemas.openxmlformats.org/officeDocument/2006/relationships/slideLayout" Target="../slideLayouts/slideLayout87.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2" Type="http://schemas.openxmlformats.org/officeDocument/2006/relationships/slideLayout" Target="../slideLayouts/slideLayout86.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5" Type="http://schemas.openxmlformats.org/officeDocument/2006/relationships/slideLayout" Target="../slideLayouts/slideLayout89.xml"/><Relationship Id="rId10" Type="http://schemas.openxmlformats.org/officeDocument/2006/relationships/slideLayout" Target="../slideLayouts/slideLayout94.xml"/><Relationship Id="rId4" Type="http://schemas.openxmlformats.org/officeDocument/2006/relationships/slideLayout" Target="../slideLayouts/slideLayout88.xml"/><Relationship Id="rId9" Type="http://schemas.openxmlformats.org/officeDocument/2006/relationships/slideLayout" Target="../slideLayouts/slideLayout93.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4.xml"/><Relationship Id="rId13" Type="http://schemas.openxmlformats.org/officeDocument/2006/relationships/theme" Target="../theme/theme9.xml"/><Relationship Id="rId3" Type="http://schemas.openxmlformats.org/officeDocument/2006/relationships/slideLayout" Target="../slideLayouts/slideLayout99.xml"/><Relationship Id="rId7" Type="http://schemas.openxmlformats.org/officeDocument/2006/relationships/slideLayout" Target="../slideLayouts/slideLayout103.xml"/><Relationship Id="rId12" Type="http://schemas.openxmlformats.org/officeDocument/2006/relationships/slideLayout" Target="../slideLayouts/slideLayout108.xml"/><Relationship Id="rId2" Type="http://schemas.openxmlformats.org/officeDocument/2006/relationships/slideLayout" Target="../slideLayouts/slideLayout98.xml"/><Relationship Id="rId1" Type="http://schemas.openxmlformats.org/officeDocument/2006/relationships/slideLayout" Target="../slideLayouts/slideLayout97.xml"/><Relationship Id="rId6" Type="http://schemas.openxmlformats.org/officeDocument/2006/relationships/slideLayout" Target="../slideLayouts/slideLayout102.xml"/><Relationship Id="rId11" Type="http://schemas.openxmlformats.org/officeDocument/2006/relationships/slideLayout" Target="../slideLayouts/slideLayout107.xml"/><Relationship Id="rId5" Type="http://schemas.openxmlformats.org/officeDocument/2006/relationships/slideLayout" Target="../slideLayouts/slideLayout101.xml"/><Relationship Id="rId10" Type="http://schemas.openxmlformats.org/officeDocument/2006/relationships/slideLayout" Target="../slideLayouts/slideLayout106.xml"/><Relationship Id="rId4" Type="http://schemas.openxmlformats.org/officeDocument/2006/relationships/slideLayout" Target="../slideLayouts/slideLayout100.xml"/><Relationship Id="rId9" Type="http://schemas.openxmlformats.org/officeDocument/2006/relationships/slideLayout" Target="../slideLayouts/slideLayout105.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16.xml"/><Relationship Id="rId13" Type="http://schemas.openxmlformats.org/officeDocument/2006/relationships/theme" Target="../theme/theme10.xml"/><Relationship Id="rId3" Type="http://schemas.openxmlformats.org/officeDocument/2006/relationships/slideLayout" Target="../slideLayouts/slideLayout111.xml"/><Relationship Id="rId7" Type="http://schemas.openxmlformats.org/officeDocument/2006/relationships/slideLayout" Target="../slideLayouts/slideLayout115.xml"/><Relationship Id="rId12" Type="http://schemas.openxmlformats.org/officeDocument/2006/relationships/slideLayout" Target="../slideLayouts/slideLayout120.xml"/><Relationship Id="rId2" Type="http://schemas.openxmlformats.org/officeDocument/2006/relationships/slideLayout" Target="../slideLayouts/slideLayout110.xml"/><Relationship Id="rId1" Type="http://schemas.openxmlformats.org/officeDocument/2006/relationships/slideLayout" Target="../slideLayouts/slideLayout109.xml"/><Relationship Id="rId6" Type="http://schemas.openxmlformats.org/officeDocument/2006/relationships/slideLayout" Target="../slideLayouts/slideLayout114.xml"/><Relationship Id="rId11" Type="http://schemas.openxmlformats.org/officeDocument/2006/relationships/slideLayout" Target="../slideLayouts/slideLayout119.xml"/><Relationship Id="rId5" Type="http://schemas.openxmlformats.org/officeDocument/2006/relationships/slideLayout" Target="../slideLayouts/slideLayout113.xml"/><Relationship Id="rId10" Type="http://schemas.openxmlformats.org/officeDocument/2006/relationships/slideLayout" Target="../slideLayouts/slideLayout118.xml"/><Relationship Id="rId4" Type="http://schemas.openxmlformats.org/officeDocument/2006/relationships/slideLayout" Target="../slideLayouts/slideLayout112.xml"/><Relationship Id="rId9" Type="http://schemas.openxmlformats.org/officeDocument/2006/relationships/slideLayout" Target="../slideLayouts/slideLayout117.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28.xml"/><Relationship Id="rId13" Type="http://schemas.openxmlformats.org/officeDocument/2006/relationships/theme" Target="../theme/theme11.xml"/><Relationship Id="rId3" Type="http://schemas.openxmlformats.org/officeDocument/2006/relationships/slideLayout" Target="../slideLayouts/slideLayout123.xml"/><Relationship Id="rId7" Type="http://schemas.openxmlformats.org/officeDocument/2006/relationships/slideLayout" Target="../slideLayouts/slideLayout127.xml"/><Relationship Id="rId12" Type="http://schemas.openxmlformats.org/officeDocument/2006/relationships/slideLayout" Target="../slideLayouts/slideLayout132.xml"/><Relationship Id="rId2" Type="http://schemas.openxmlformats.org/officeDocument/2006/relationships/slideLayout" Target="../slideLayouts/slideLayout122.xml"/><Relationship Id="rId1" Type="http://schemas.openxmlformats.org/officeDocument/2006/relationships/slideLayout" Target="../slideLayouts/slideLayout121.xml"/><Relationship Id="rId6" Type="http://schemas.openxmlformats.org/officeDocument/2006/relationships/slideLayout" Target="../slideLayouts/slideLayout126.xml"/><Relationship Id="rId11" Type="http://schemas.openxmlformats.org/officeDocument/2006/relationships/slideLayout" Target="../slideLayouts/slideLayout131.xml"/><Relationship Id="rId5" Type="http://schemas.openxmlformats.org/officeDocument/2006/relationships/slideLayout" Target="../slideLayouts/slideLayout125.xml"/><Relationship Id="rId10" Type="http://schemas.openxmlformats.org/officeDocument/2006/relationships/slideLayout" Target="../slideLayouts/slideLayout130.xml"/><Relationship Id="rId4" Type="http://schemas.openxmlformats.org/officeDocument/2006/relationships/slideLayout" Target="../slideLayouts/slideLayout124.xml"/><Relationship Id="rId9" Type="http://schemas.openxmlformats.org/officeDocument/2006/relationships/slideLayout" Target="../slideLayouts/slideLayout129.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40.xml"/><Relationship Id="rId13" Type="http://schemas.openxmlformats.org/officeDocument/2006/relationships/theme" Target="../theme/theme12.xml"/><Relationship Id="rId3" Type="http://schemas.openxmlformats.org/officeDocument/2006/relationships/slideLayout" Target="../slideLayouts/slideLayout135.xml"/><Relationship Id="rId7" Type="http://schemas.openxmlformats.org/officeDocument/2006/relationships/slideLayout" Target="../slideLayouts/slideLayout139.xml"/><Relationship Id="rId12" Type="http://schemas.openxmlformats.org/officeDocument/2006/relationships/slideLayout" Target="../slideLayouts/slideLayout144.xml"/><Relationship Id="rId2" Type="http://schemas.openxmlformats.org/officeDocument/2006/relationships/slideLayout" Target="../slideLayouts/slideLayout134.xml"/><Relationship Id="rId1" Type="http://schemas.openxmlformats.org/officeDocument/2006/relationships/slideLayout" Target="../slideLayouts/slideLayout133.xml"/><Relationship Id="rId6" Type="http://schemas.openxmlformats.org/officeDocument/2006/relationships/slideLayout" Target="../slideLayouts/slideLayout138.xml"/><Relationship Id="rId11" Type="http://schemas.openxmlformats.org/officeDocument/2006/relationships/slideLayout" Target="../slideLayouts/slideLayout143.xml"/><Relationship Id="rId5" Type="http://schemas.openxmlformats.org/officeDocument/2006/relationships/slideLayout" Target="../slideLayouts/slideLayout137.xml"/><Relationship Id="rId10" Type="http://schemas.openxmlformats.org/officeDocument/2006/relationships/slideLayout" Target="../slideLayouts/slideLayout142.xml"/><Relationship Id="rId4" Type="http://schemas.openxmlformats.org/officeDocument/2006/relationships/slideLayout" Target="../slideLayouts/slideLayout136.xml"/><Relationship Id="rId9" Type="http://schemas.openxmlformats.org/officeDocument/2006/relationships/slideLayout" Target="../slideLayouts/slideLayout141.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52.xml"/><Relationship Id="rId13" Type="http://schemas.openxmlformats.org/officeDocument/2006/relationships/theme" Target="../theme/theme13.xml"/><Relationship Id="rId3" Type="http://schemas.openxmlformats.org/officeDocument/2006/relationships/slideLayout" Target="../slideLayouts/slideLayout147.xml"/><Relationship Id="rId7" Type="http://schemas.openxmlformats.org/officeDocument/2006/relationships/slideLayout" Target="../slideLayouts/slideLayout151.xml"/><Relationship Id="rId12" Type="http://schemas.openxmlformats.org/officeDocument/2006/relationships/slideLayout" Target="../slideLayouts/slideLayout156.xml"/><Relationship Id="rId2" Type="http://schemas.openxmlformats.org/officeDocument/2006/relationships/slideLayout" Target="../slideLayouts/slideLayout146.xml"/><Relationship Id="rId1" Type="http://schemas.openxmlformats.org/officeDocument/2006/relationships/slideLayout" Target="../slideLayouts/slideLayout145.xml"/><Relationship Id="rId6" Type="http://schemas.openxmlformats.org/officeDocument/2006/relationships/slideLayout" Target="../slideLayouts/slideLayout150.xml"/><Relationship Id="rId11" Type="http://schemas.openxmlformats.org/officeDocument/2006/relationships/slideLayout" Target="../slideLayouts/slideLayout155.xml"/><Relationship Id="rId5" Type="http://schemas.openxmlformats.org/officeDocument/2006/relationships/slideLayout" Target="../slideLayouts/slideLayout149.xml"/><Relationship Id="rId10" Type="http://schemas.openxmlformats.org/officeDocument/2006/relationships/slideLayout" Target="../slideLayouts/slideLayout154.xml"/><Relationship Id="rId4" Type="http://schemas.openxmlformats.org/officeDocument/2006/relationships/slideLayout" Target="../slideLayouts/slideLayout148.xml"/><Relationship Id="rId9" Type="http://schemas.openxmlformats.org/officeDocument/2006/relationships/slideLayout" Target="../slideLayouts/slideLayout153.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64.xml"/><Relationship Id="rId13" Type="http://schemas.openxmlformats.org/officeDocument/2006/relationships/theme" Target="../theme/theme14.xml"/><Relationship Id="rId3" Type="http://schemas.openxmlformats.org/officeDocument/2006/relationships/slideLayout" Target="../slideLayouts/slideLayout159.xml"/><Relationship Id="rId7" Type="http://schemas.openxmlformats.org/officeDocument/2006/relationships/slideLayout" Target="../slideLayouts/slideLayout163.xml"/><Relationship Id="rId12" Type="http://schemas.openxmlformats.org/officeDocument/2006/relationships/slideLayout" Target="../slideLayouts/slideLayout168.xml"/><Relationship Id="rId2" Type="http://schemas.openxmlformats.org/officeDocument/2006/relationships/slideLayout" Target="../slideLayouts/slideLayout158.xml"/><Relationship Id="rId1" Type="http://schemas.openxmlformats.org/officeDocument/2006/relationships/slideLayout" Target="../slideLayouts/slideLayout157.xml"/><Relationship Id="rId6" Type="http://schemas.openxmlformats.org/officeDocument/2006/relationships/slideLayout" Target="../slideLayouts/slideLayout162.xml"/><Relationship Id="rId11" Type="http://schemas.openxmlformats.org/officeDocument/2006/relationships/slideLayout" Target="../slideLayouts/slideLayout167.xml"/><Relationship Id="rId5" Type="http://schemas.openxmlformats.org/officeDocument/2006/relationships/slideLayout" Target="../slideLayouts/slideLayout161.xml"/><Relationship Id="rId10" Type="http://schemas.openxmlformats.org/officeDocument/2006/relationships/slideLayout" Target="../slideLayouts/slideLayout166.xml"/><Relationship Id="rId4" Type="http://schemas.openxmlformats.org/officeDocument/2006/relationships/slideLayout" Target="../slideLayouts/slideLayout160.xml"/><Relationship Id="rId9" Type="http://schemas.openxmlformats.org/officeDocument/2006/relationships/slideLayout" Target="../slideLayouts/slideLayout165.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176.xml"/><Relationship Id="rId13" Type="http://schemas.openxmlformats.org/officeDocument/2006/relationships/theme" Target="../theme/theme15.xml"/><Relationship Id="rId3" Type="http://schemas.openxmlformats.org/officeDocument/2006/relationships/slideLayout" Target="../slideLayouts/slideLayout171.xml"/><Relationship Id="rId7" Type="http://schemas.openxmlformats.org/officeDocument/2006/relationships/slideLayout" Target="../slideLayouts/slideLayout175.xml"/><Relationship Id="rId12" Type="http://schemas.openxmlformats.org/officeDocument/2006/relationships/slideLayout" Target="../slideLayouts/slideLayout180.xml"/><Relationship Id="rId2" Type="http://schemas.openxmlformats.org/officeDocument/2006/relationships/slideLayout" Target="../slideLayouts/slideLayout170.xml"/><Relationship Id="rId1" Type="http://schemas.openxmlformats.org/officeDocument/2006/relationships/slideLayout" Target="../slideLayouts/slideLayout169.xml"/><Relationship Id="rId6" Type="http://schemas.openxmlformats.org/officeDocument/2006/relationships/slideLayout" Target="../slideLayouts/slideLayout174.xml"/><Relationship Id="rId11" Type="http://schemas.openxmlformats.org/officeDocument/2006/relationships/slideLayout" Target="../slideLayouts/slideLayout179.xml"/><Relationship Id="rId5" Type="http://schemas.openxmlformats.org/officeDocument/2006/relationships/slideLayout" Target="../slideLayouts/slideLayout173.xml"/><Relationship Id="rId10" Type="http://schemas.openxmlformats.org/officeDocument/2006/relationships/slideLayout" Target="../slideLayouts/slideLayout178.xml"/><Relationship Id="rId4" Type="http://schemas.openxmlformats.org/officeDocument/2006/relationships/slideLayout" Target="../slideLayouts/slideLayout172.xml"/><Relationship Id="rId9" Type="http://schemas.openxmlformats.org/officeDocument/2006/relationships/slideLayout" Target="../slideLayouts/slideLayout177.xml"/></Relationships>
</file>

<file path=ppt/slideMasters/_rels/slideMaster16.xml.rels><?xml version="1.0" encoding="UTF-8" standalone="yes"?>
<Relationships xmlns="http://schemas.openxmlformats.org/package/2006/relationships"><Relationship Id="rId8" Type="http://schemas.openxmlformats.org/officeDocument/2006/relationships/slideLayout" Target="../slideLayouts/slideLayout188.xml"/><Relationship Id="rId13" Type="http://schemas.openxmlformats.org/officeDocument/2006/relationships/theme" Target="../theme/theme16.xml"/><Relationship Id="rId3" Type="http://schemas.openxmlformats.org/officeDocument/2006/relationships/slideLayout" Target="../slideLayouts/slideLayout183.xml"/><Relationship Id="rId7" Type="http://schemas.openxmlformats.org/officeDocument/2006/relationships/slideLayout" Target="../slideLayouts/slideLayout187.xml"/><Relationship Id="rId12" Type="http://schemas.openxmlformats.org/officeDocument/2006/relationships/slideLayout" Target="../slideLayouts/slideLayout192.xml"/><Relationship Id="rId2" Type="http://schemas.openxmlformats.org/officeDocument/2006/relationships/slideLayout" Target="../slideLayouts/slideLayout182.xml"/><Relationship Id="rId1" Type="http://schemas.openxmlformats.org/officeDocument/2006/relationships/slideLayout" Target="../slideLayouts/slideLayout181.xml"/><Relationship Id="rId6" Type="http://schemas.openxmlformats.org/officeDocument/2006/relationships/slideLayout" Target="../slideLayouts/slideLayout186.xml"/><Relationship Id="rId11" Type="http://schemas.openxmlformats.org/officeDocument/2006/relationships/slideLayout" Target="../slideLayouts/slideLayout191.xml"/><Relationship Id="rId5" Type="http://schemas.openxmlformats.org/officeDocument/2006/relationships/slideLayout" Target="../slideLayouts/slideLayout185.xml"/><Relationship Id="rId10" Type="http://schemas.openxmlformats.org/officeDocument/2006/relationships/slideLayout" Target="../slideLayouts/slideLayout190.xml"/><Relationship Id="rId4" Type="http://schemas.openxmlformats.org/officeDocument/2006/relationships/slideLayout" Target="../slideLayouts/slideLayout184.xml"/><Relationship Id="rId9" Type="http://schemas.openxmlformats.org/officeDocument/2006/relationships/slideLayout" Target="../slideLayouts/slideLayout189.xml"/></Relationships>
</file>

<file path=ppt/slideMasters/_rels/slideMaster17.xml.rels><?xml version="1.0" encoding="UTF-8" standalone="yes"?>
<Relationships xmlns="http://schemas.openxmlformats.org/package/2006/relationships"><Relationship Id="rId8" Type="http://schemas.openxmlformats.org/officeDocument/2006/relationships/slideLayout" Target="../slideLayouts/slideLayout200.xml"/><Relationship Id="rId13" Type="http://schemas.openxmlformats.org/officeDocument/2006/relationships/theme" Target="../theme/theme17.xml"/><Relationship Id="rId3" Type="http://schemas.openxmlformats.org/officeDocument/2006/relationships/slideLayout" Target="../slideLayouts/slideLayout195.xml"/><Relationship Id="rId7" Type="http://schemas.openxmlformats.org/officeDocument/2006/relationships/slideLayout" Target="../slideLayouts/slideLayout199.xml"/><Relationship Id="rId12" Type="http://schemas.openxmlformats.org/officeDocument/2006/relationships/slideLayout" Target="../slideLayouts/slideLayout204.xml"/><Relationship Id="rId2" Type="http://schemas.openxmlformats.org/officeDocument/2006/relationships/slideLayout" Target="../slideLayouts/slideLayout194.xml"/><Relationship Id="rId1" Type="http://schemas.openxmlformats.org/officeDocument/2006/relationships/slideLayout" Target="../slideLayouts/slideLayout193.xml"/><Relationship Id="rId6" Type="http://schemas.openxmlformats.org/officeDocument/2006/relationships/slideLayout" Target="../slideLayouts/slideLayout198.xml"/><Relationship Id="rId11" Type="http://schemas.openxmlformats.org/officeDocument/2006/relationships/slideLayout" Target="../slideLayouts/slideLayout203.xml"/><Relationship Id="rId5" Type="http://schemas.openxmlformats.org/officeDocument/2006/relationships/slideLayout" Target="../slideLayouts/slideLayout197.xml"/><Relationship Id="rId10" Type="http://schemas.openxmlformats.org/officeDocument/2006/relationships/slideLayout" Target="../slideLayouts/slideLayout202.xml"/><Relationship Id="rId4" Type="http://schemas.openxmlformats.org/officeDocument/2006/relationships/slideLayout" Target="../slideLayouts/slideLayout196.xml"/><Relationship Id="rId9" Type="http://schemas.openxmlformats.org/officeDocument/2006/relationships/slideLayout" Target="../slideLayouts/slideLayout201.xml"/></Relationships>
</file>

<file path=ppt/slideMasters/_rels/slideMaster18.xml.rels><?xml version="1.0" encoding="UTF-8" standalone="yes"?>
<Relationships xmlns="http://schemas.openxmlformats.org/package/2006/relationships"><Relationship Id="rId8" Type="http://schemas.openxmlformats.org/officeDocument/2006/relationships/slideLayout" Target="../slideLayouts/slideLayout212.xml"/><Relationship Id="rId13" Type="http://schemas.openxmlformats.org/officeDocument/2006/relationships/theme" Target="../theme/theme18.xml"/><Relationship Id="rId3" Type="http://schemas.openxmlformats.org/officeDocument/2006/relationships/slideLayout" Target="../slideLayouts/slideLayout207.xml"/><Relationship Id="rId7" Type="http://schemas.openxmlformats.org/officeDocument/2006/relationships/slideLayout" Target="../slideLayouts/slideLayout211.xml"/><Relationship Id="rId12" Type="http://schemas.openxmlformats.org/officeDocument/2006/relationships/slideLayout" Target="../slideLayouts/slideLayout216.xml"/><Relationship Id="rId2" Type="http://schemas.openxmlformats.org/officeDocument/2006/relationships/slideLayout" Target="../slideLayouts/slideLayout206.xml"/><Relationship Id="rId1" Type="http://schemas.openxmlformats.org/officeDocument/2006/relationships/slideLayout" Target="../slideLayouts/slideLayout205.xml"/><Relationship Id="rId6" Type="http://schemas.openxmlformats.org/officeDocument/2006/relationships/slideLayout" Target="../slideLayouts/slideLayout210.xml"/><Relationship Id="rId11" Type="http://schemas.openxmlformats.org/officeDocument/2006/relationships/slideLayout" Target="../slideLayouts/slideLayout215.xml"/><Relationship Id="rId5" Type="http://schemas.openxmlformats.org/officeDocument/2006/relationships/slideLayout" Target="../slideLayouts/slideLayout209.xml"/><Relationship Id="rId10" Type="http://schemas.openxmlformats.org/officeDocument/2006/relationships/slideLayout" Target="../slideLayouts/slideLayout214.xml"/><Relationship Id="rId4" Type="http://schemas.openxmlformats.org/officeDocument/2006/relationships/slideLayout" Target="../slideLayouts/slideLayout208.xml"/><Relationship Id="rId9" Type="http://schemas.openxmlformats.org/officeDocument/2006/relationships/slideLayout" Target="../slideLayouts/slideLayout213.xml"/></Relationships>
</file>

<file path=ppt/slideMasters/_rels/slideMaster19.xml.rels><?xml version="1.0" encoding="UTF-8" standalone="yes"?>
<Relationships xmlns="http://schemas.openxmlformats.org/package/2006/relationships"><Relationship Id="rId8" Type="http://schemas.openxmlformats.org/officeDocument/2006/relationships/slideLayout" Target="../slideLayouts/slideLayout224.xml"/><Relationship Id="rId13" Type="http://schemas.openxmlformats.org/officeDocument/2006/relationships/theme" Target="../theme/theme19.xml"/><Relationship Id="rId3" Type="http://schemas.openxmlformats.org/officeDocument/2006/relationships/slideLayout" Target="../slideLayouts/slideLayout219.xml"/><Relationship Id="rId7" Type="http://schemas.openxmlformats.org/officeDocument/2006/relationships/slideLayout" Target="../slideLayouts/slideLayout223.xml"/><Relationship Id="rId12" Type="http://schemas.openxmlformats.org/officeDocument/2006/relationships/slideLayout" Target="../slideLayouts/slideLayout228.xml"/><Relationship Id="rId2" Type="http://schemas.openxmlformats.org/officeDocument/2006/relationships/slideLayout" Target="../slideLayouts/slideLayout218.xml"/><Relationship Id="rId1" Type="http://schemas.openxmlformats.org/officeDocument/2006/relationships/slideLayout" Target="../slideLayouts/slideLayout217.xml"/><Relationship Id="rId6" Type="http://schemas.openxmlformats.org/officeDocument/2006/relationships/slideLayout" Target="../slideLayouts/slideLayout222.xml"/><Relationship Id="rId11" Type="http://schemas.openxmlformats.org/officeDocument/2006/relationships/slideLayout" Target="../slideLayouts/slideLayout227.xml"/><Relationship Id="rId5" Type="http://schemas.openxmlformats.org/officeDocument/2006/relationships/slideLayout" Target="../slideLayouts/slideLayout221.xml"/><Relationship Id="rId10" Type="http://schemas.openxmlformats.org/officeDocument/2006/relationships/slideLayout" Target="../slideLayouts/slideLayout226.xml"/><Relationship Id="rId4" Type="http://schemas.openxmlformats.org/officeDocument/2006/relationships/slideLayout" Target="../slideLayouts/slideLayout220.xml"/><Relationship Id="rId9" Type="http://schemas.openxmlformats.org/officeDocument/2006/relationships/slideLayout" Target="../slideLayouts/slideLayout225.xml"/></Relationships>
</file>

<file path=ppt/slideMasters/_rels/slideMaster20.xml.rels><?xml version="1.0" encoding="UTF-8" standalone="yes"?>
<Relationships xmlns="http://schemas.openxmlformats.org/package/2006/relationships"><Relationship Id="rId8" Type="http://schemas.openxmlformats.org/officeDocument/2006/relationships/slideLayout" Target="../slideLayouts/slideLayout236.xml"/><Relationship Id="rId13" Type="http://schemas.openxmlformats.org/officeDocument/2006/relationships/theme" Target="../theme/theme20.xml"/><Relationship Id="rId3" Type="http://schemas.openxmlformats.org/officeDocument/2006/relationships/slideLayout" Target="../slideLayouts/slideLayout231.xml"/><Relationship Id="rId7" Type="http://schemas.openxmlformats.org/officeDocument/2006/relationships/slideLayout" Target="../slideLayouts/slideLayout235.xml"/><Relationship Id="rId12" Type="http://schemas.openxmlformats.org/officeDocument/2006/relationships/slideLayout" Target="../slideLayouts/slideLayout240.xml"/><Relationship Id="rId2" Type="http://schemas.openxmlformats.org/officeDocument/2006/relationships/slideLayout" Target="../slideLayouts/slideLayout230.xml"/><Relationship Id="rId1" Type="http://schemas.openxmlformats.org/officeDocument/2006/relationships/slideLayout" Target="../slideLayouts/slideLayout229.xml"/><Relationship Id="rId6" Type="http://schemas.openxmlformats.org/officeDocument/2006/relationships/slideLayout" Target="../slideLayouts/slideLayout234.xml"/><Relationship Id="rId11" Type="http://schemas.openxmlformats.org/officeDocument/2006/relationships/slideLayout" Target="../slideLayouts/slideLayout239.xml"/><Relationship Id="rId5" Type="http://schemas.openxmlformats.org/officeDocument/2006/relationships/slideLayout" Target="../slideLayouts/slideLayout233.xml"/><Relationship Id="rId10" Type="http://schemas.openxmlformats.org/officeDocument/2006/relationships/slideLayout" Target="../slideLayouts/slideLayout238.xml"/><Relationship Id="rId4" Type="http://schemas.openxmlformats.org/officeDocument/2006/relationships/slideLayout" Target="../slideLayouts/slideLayout232.xml"/><Relationship Id="rId9" Type="http://schemas.openxmlformats.org/officeDocument/2006/relationships/slideLayout" Target="../slideLayouts/slideLayout237.xml"/></Relationships>
</file>

<file path=ppt/slideMasters/_rels/slideMaster21.xml.rels><?xml version="1.0" encoding="UTF-8" standalone="yes"?>
<Relationships xmlns="http://schemas.openxmlformats.org/package/2006/relationships"><Relationship Id="rId8" Type="http://schemas.openxmlformats.org/officeDocument/2006/relationships/slideLayout" Target="../slideLayouts/slideLayout248.xml"/><Relationship Id="rId13" Type="http://schemas.openxmlformats.org/officeDocument/2006/relationships/theme" Target="../theme/theme21.xml"/><Relationship Id="rId3" Type="http://schemas.openxmlformats.org/officeDocument/2006/relationships/slideLayout" Target="../slideLayouts/slideLayout243.xml"/><Relationship Id="rId7" Type="http://schemas.openxmlformats.org/officeDocument/2006/relationships/slideLayout" Target="../slideLayouts/slideLayout247.xml"/><Relationship Id="rId12" Type="http://schemas.openxmlformats.org/officeDocument/2006/relationships/slideLayout" Target="../slideLayouts/slideLayout252.xml"/><Relationship Id="rId2" Type="http://schemas.openxmlformats.org/officeDocument/2006/relationships/slideLayout" Target="../slideLayouts/slideLayout242.xml"/><Relationship Id="rId1" Type="http://schemas.openxmlformats.org/officeDocument/2006/relationships/slideLayout" Target="../slideLayouts/slideLayout241.xml"/><Relationship Id="rId6" Type="http://schemas.openxmlformats.org/officeDocument/2006/relationships/slideLayout" Target="../slideLayouts/slideLayout246.xml"/><Relationship Id="rId11" Type="http://schemas.openxmlformats.org/officeDocument/2006/relationships/slideLayout" Target="../slideLayouts/slideLayout251.xml"/><Relationship Id="rId5" Type="http://schemas.openxmlformats.org/officeDocument/2006/relationships/slideLayout" Target="../slideLayouts/slideLayout245.xml"/><Relationship Id="rId10" Type="http://schemas.openxmlformats.org/officeDocument/2006/relationships/slideLayout" Target="../slideLayouts/slideLayout250.xml"/><Relationship Id="rId4" Type="http://schemas.openxmlformats.org/officeDocument/2006/relationships/slideLayout" Target="../slideLayouts/slideLayout244.xml"/><Relationship Id="rId9" Type="http://schemas.openxmlformats.org/officeDocument/2006/relationships/slideLayout" Target="../slideLayouts/slideLayout249.xml"/></Relationships>
</file>

<file path=ppt/slideMasters/_rels/slideMaster22.xml.rels><?xml version="1.0" encoding="UTF-8" standalone="yes"?>
<Relationships xmlns="http://schemas.openxmlformats.org/package/2006/relationships"><Relationship Id="rId8" Type="http://schemas.openxmlformats.org/officeDocument/2006/relationships/slideLayout" Target="../slideLayouts/slideLayout260.xml"/><Relationship Id="rId13" Type="http://schemas.openxmlformats.org/officeDocument/2006/relationships/theme" Target="../theme/theme22.xml"/><Relationship Id="rId3" Type="http://schemas.openxmlformats.org/officeDocument/2006/relationships/slideLayout" Target="../slideLayouts/slideLayout255.xml"/><Relationship Id="rId7" Type="http://schemas.openxmlformats.org/officeDocument/2006/relationships/slideLayout" Target="../slideLayouts/slideLayout259.xml"/><Relationship Id="rId12" Type="http://schemas.openxmlformats.org/officeDocument/2006/relationships/slideLayout" Target="../slideLayouts/slideLayout264.xml"/><Relationship Id="rId2" Type="http://schemas.openxmlformats.org/officeDocument/2006/relationships/slideLayout" Target="../slideLayouts/slideLayout254.xml"/><Relationship Id="rId1" Type="http://schemas.openxmlformats.org/officeDocument/2006/relationships/slideLayout" Target="../slideLayouts/slideLayout253.xml"/><Relationship Id="rId6" Type="http://schemas.openxmlformats.org/officeDocument/2006/relationships/slideLayout" Target="../slideLayouts/slideLayout258.xml"/><Relationship Id="rId11" Type="http://schemas.openxmlformats.org/officeDocument/2006/relationships/slideLayout" Target="../slideLayouts/slideLayout263.xml"/><Relationship Id="rId5" Type="http://schemas.openxmlformats.org/officeDocument/2006/relationships/slideLayout" Target="../slideLayouts/slideLayout257.xml"/><Relationship Id="rId10" Type="http://schemas.openxmlformats.org/officeDocument/2006/relationships/slideLayout" Target="../slideLayouts/slideLayout262.xml"/><Relationship Id="rId4" Type="http://schemas.openxmlformats.org/officeDocument/2006/relationships/slideLayout" Target="../slideLayouts/slideLayout256.xml"/><Relationship Id="rId9" Type="http://schemas.openxmlformats.org/officeDocument/2006/relationships/slideLayout" Target="../slideLayouts/slideLayout261.xml"/></Relationships>
</file>

<file path=ppt/slideMasters/_rels/slideMaster23.xml.rels><?xml version="1.0" encoding="UTF-8" standalone="yes"?>
<Relationships xmlns="http://schemas.openxmlformats.org/package/2006/relationships"><Relationship Id="rId8" Type="http://schemas.openxmlformats.org/officeDocument/2006/relationships/slideLayout" Target="../slideLayouts/slideLayout272.xml"/><Relationship Id="rId13" Type="http://schemas.openxmlformats.org/officeDocument/2006/relationships/theme" Target="../theme/theme23.xml"/><Relationship Id="rId3" Type="http://schemas.openxmlformats.org/officeDocument/2006/relationships/slideLayout" Target="../slideLayouts/slideLayout267.xml"/><Relationship Id="rId7" Type="http://schemas.openxmlformats.org/officeDocument/2006/relationships/slideLayout" Target="../slideLayouts/slideLayout271.xml"/><Relationship Id="rId12" Type="http://schemas.openxmlformats.org/officeDocument/2006/relationships/slideLayout" Target="../slideLayouts/slideLayout276.xml"/><Relationship Id="rId2" Type="http://schemas.openxmlformats.org/officeDocument/2006/relationships/slideLayout" Target="../slideLayouts/slideLayout266.xml"/><Relationship Id="rId1" Type="http://schemas.openxmlformats.org/officeDocument/2006/relationships/slideLayout" Target="../slideLayouts/slideLayout265.xml"/><Relationship Id="rId6" Type="http://schemas.openxmlformats.org/officeDocument/2006/relationships/slideLayout" Target="../slideLayouts/slideLayout270.xml"/><Relationship Id="rId11" Type="http://schemas.openxmlformats.org/officeDocument/2006/relationships/slideLayout" Target="../slideLayouts/slideLayout275.xml"/><Relationship Id="rId5" Type="http://schemas.openxmlformats.org/officeDocument/2006/relationships/slideLayout" Target="../slideLayouts/slideLayout269.xml"/><Relationship Id="rId10" Type="http://schemas.openxmlformats.org/officeDocument/2006/relationships/slideLayout" Target="../slideLayouts/slideLayout274.xml"/><Relationship Id="rId4" Type="http://schemas.openxmlformats.org/officeDocument/2006/relationships/slideLayout" Target="../slideLayouts/slideLayout268.xml"/><Relationship Id="rId9" Type="http://schemas.openxmlformats.org/officeDocument/2006/relationships/slideLayout" Target="../slideLayouts/slideLayout273.xml"/></Relationships>
</file>

<file path=ppt/slideMasters/_rels/slideMaster24.xml.rels><?xml version="1.0" encoding="UTF-8" standalone="yes"?>
<Relationships xmlns="http://schemas.openxmlformats.org/package/2006/relationships"><Relationship Id="rId8" Type="http://schemas.openxmlformats.org/officeDocument/2006/relationships/slideLayout" Target="../slideLayouts/slideLayout284.xml"/><Relationship Id="rId13" Type="http://schemas.openxmlformats.org/officeDocument/2006/relationships/theme" Target="../theme/theme24.xml"/><Relationship Id="rId3" Type="http://schemas.openxmlformats.org/officeDocument/2006/relationships/slideLayout" Target="../slideLayouts/slideLayout279.xml"/><Relationship Id="rId7" Type="http://schemas.openxmlformats.org/officeDocument/2006/relationships/slideLayout" Target="../slideLayouts/slideLayout283.xml"/><Relationship Id="rId12" Type="http://schemas.openxmlformats.org/officeDocument/2006/relationships/slideLayout" Target="../slideLayouts/slideLayout288.xml"/><Relationship Id="rId2" Type="http://schemas.openxmlformats.org/officeDocument/2006/relationships/slideLayout" Target="../slideLayouts/slideLayout278.xml"/><Relationship Id="rId1" Type="http://schemas.openxmlformats.org/officeDocument/2006/relationships/slideLayout" Target="../slideLayouts/slideLayout277.xml"/><Relationship Id="rId6" Type="http://schemas.openxmlformats.org/officeDocument/2006/relationships/slideLayout" Target="../slideLayouts/slideLayout282.xml"/><Relationship Id="rId11" Type="http://schemas.openxmlformats.org/officeDocument/2006/relationships/slideLayout" Target="../slideLayouts/slideLayout287.xml"/><Relationship Id="rId5" Type="http://schemas.openxmlformats.org/officeDocument/2006/relationships/slideLayout" Target="../slideLayouts/slideLayout281.xml"/><Relationship Id="rId10" Type="http://schemas.openxmlformats.org/officeDocument/2006/relationships/slideLayout" Target="../slideLayouts/slideLayout286.xml"/><Relationship Id="rId4" Type="http://schemas.openxmlformats.org/officeDocument/2006/relationships/slideLayout" Target="../slideLayouts/slideLayout280.xml"/><Relationship Id="rId9" Type="http://schemas.openxmlformats.org/officeDocument/2006/relationships/slideLayout" Target="../slideLayouts/slideLayout285.xml"/></Relationships>
</file>

<file path=ppt/slideMasters/_rels/slideMaster25.xml.rels><?xml version="1.0" encoding="UTF-8" standalone="yes"?>
<Relationships xmlns="http://schemas.openxmlformats.org/package/2006/relationships"><Relationship Id="rId8" Type="http://schemas.openxmlformats.org/officeDocument/2006/relationships/slideLayout" Target="../slideLayouts/slideLayout296.xml"/><Relationship Id="rId13" Type="http://schemas.openxmlformats.org/officeDocument/2006/relationships/theme" Target="../theme/theme25.xml"/><Relationship Id="rId3" Type="http://schemas.openxmlformats.org/officeDocument/2006/relationships/slideLayout" Target="../slideLayouts/slideLayout291.xml"/><Relationship Id="rId7" Type="http://schemas.openxmlformats.org/officeDocument/2006/relationships/slideLayout" Target="../slideLayouts/slideLayout295.xml"/><Relationship Id="rId12" Type="http://schemas.openxmlformats.org/officeDocument/2006/relationships/slideLayout" Target="../slideLayouts/slideLayout300.xml"/><Relationship Id="rId2" Type="http://schemas.openxmlformats.org/officeDocument/2006/relationships/slideLayout" Target="../slideLayouts/slideLayout290.xml"/><Relationship Id="rId1" Type="http://schemas.openxmlformats.org/officeDocument/2006/relationships/slideLayout" Target="../slideLayouts/slideLayout289.xml"/><Relationship Id="rId6" Type="http://schemas.openxmlformats.org/officeDocument/2006/relationships/slideLayout" Target="../slideLayouts/slideLayout294.xml"/><Relationship Id="rId11" Type="http://schemas.openxmlformats.org/officeDocument/2006/relationships/slideLayout" Target="../slideLayouts/slideLayout299.xml"/><Relationship Id="rId5" Type="http://schemas.openxmlformats.org/officeDocument/2006/relationships/slideLayout" Target="../slideLayouts/slideLayout293.xml"/><Relationship Id="rId10" Type="http://schemas.openxmlformats.org/officeDocument/2006/relationships/slideLayout" Target="../slideLayouts/slideLayout298.xml"/><Relationship Id="rId4" Type="http://schemas.openxmlformats.org/officeDocument/2006/relationships/slideLayout" Target="../slideLayouts/slideLayout292.xml"/><Relationship Id="rId9" Type="http://schemas.openxmlformats.org/officeDocument/2006/relationships/slideLayout" Target="../slideLayouts/slideLayout297.xml"/></Relationships>
</file>

<file path=ppt/slideMasters/_rels/slideMaster26.xml.rels><?xml version="1.0" encoding="UTF-8" standalone="yes"?>
<Relationships xmlns="http://schemas.openxmlformats.org/package/2006/relationships"><Relationship Id="rId8" Type="http://schemas.openxmlformats.org/officeDocument/2006/relationships/slideLayout" Target="../slideLayouts/slideLayout308.xml"/><Relationship Id="rId3" Type="http://schemas.openxmlformats.org/officeDocument/2006/relationships/slideLayout" Target="../slideLayouts/slideLayout303.xml"/><Relationship Id="rId7" Type="http://schemas.openxmlformats.org/officeDocument/2006/relationships/slideLayout" Target="../slideLayouts/slideLayout307.xml"/><Relationship Id="rId12" Type="http://schemas.openxmlformats.org/officeDocument/2006/relationships/theme" Target="../theme/theme26.xml"/><Relationship Id="rId2" Type="http://schemas.openxmlformats.org/officeDocument/2006/relationships/slideLayout" Target="../slideLayouts/slideLayout302.xml"/><Relationship Id="rId1" Type="http://schemas.openxmlformats.org/officeDocument/2006/relationships/slideLayout" Target="../slideLayouts/slideLayout301.xml"/><Relationship Id="rId6" Type="http://schemas.openxmlformats.org/officeDocument/2006/relationships/slideLayout" Target="../slideLayouts/slideLayout306.xml"/><Relationship Id="rId11" Type="http://schemas.openxmlformats.org/officeDocument/2006/relationships/slideLayout" Target="../slideLayouts/slideLayout311.xml"/><Relationship Id="rId5" Type="http://schemas.openxmlformats.org/officeDocument/2006/relationships/slideLayout" Target="../slideLayouts/slideLayout305.xml"/><Relationship Id="rId10" Type="http://schemas.openxmlformats.org/officeDocument/2006/relationships/slideLayout" Target="../slideLayouts/slideLayout310.xml"/><Relationship Id="rId4" Type="http://schemas.openxmlformats.org/officeDocument/2006/relationships/slideLayout" Target="../slideLayouts/slideLayout304.xml"/><Relationship Id="rId9" Type="http://schemas.openxmlformats.org/officeDocument/2006/relationships/slideLayout" Target="../slideLayouts/slideLayout309.xml"/></Relationships>
</file>

<file path=ppt/slideMasters/_rels/slideMaster27.xml.rels><?xml version="1.0" encoding="UTF-8" standalone="yes"?>
<Relationships xmlns="http://schemas.openxmlformats.org/package/2006/relationships"><Relationship Id="rId8" Type="http://schemas.openxmlformats.org/officeDocument/2006/relationships/slideLayout" Target="../slideLayouts/slideLayout319.xml"/><Relationship Id="rId13" Type="http://schemas.openxmlformats.org/officeDocument/2006/relationships/theme" Target="../theme/theme27.xml"/><Relationship Id="rId3" Type="http://schemas.openxmlformats.org/officeDocument/2006/relationships/slideLayout" Target="../slideLayouts/slideLayout314.xml"/><Relationship Id="rId7" Type="http://schemas.openxmlformats.org/officeDocument/2006/relationships/slideLayout" Target="../slideLayouts/slideLayout318.xml"/><Relationship Id="rId12" Type="http://schemas.openxmlformats.org/officeDocument/2006/relationships/slideLayout" Target="../slideLayouts/slideLayout323.xml"/><Relationship Id="rId2" Type="http://schemas.openxmlformats.org/officeDocument/2006/relationships/slideLayout" Target="../slideLayouts/slideLayout313.xml"/><Relationship Id="rId1" Type="http://schemas.openxmlformats.org/officeDocument/2006/relationships/slideLayout" Target="../slideLayouts/slideLayout312.xml"/><Relationship Id="rId6" Type="http://schemas.openxmlformats.org/officeDocument/2006/relationships/slideLayout" Target="../slideLayouts/slideLayout317.xml"/><Relationship Id="rId11" Type="http://schemas.openxmlformats.org/officeDocument/2006/relationships/slideLayout" Target="../slideLayouts/slideLayout322.xml"/><Relationship Id="rId5" Type="http://schemas.openxmlformats.org/officeDocument/2006/relationships/slideLayout" Target="../slideLayouts/slideLayout316.xml"/><Relationship Id="rId10" Type="http://schemas.openxmlformats.org/officeDocument/2006/relationships/slideLayout" Target="../slideLayouts/slideLayout321.xml"/><Relationship Id="rId4" Type="http://schemas.openxmlformats.org/officeDocument/2006/relationships/slideLayout" Target="../slideLayouts/slideLayout315.xml"/><Relationship Id="rId9" Type="http://schemas.openxmlformats.org/officeDocument/2006/relationships/slideLayout" Target="../slideLayouts/slideLayout320.xml"/></Relationships>
</file>

<file path=ppt/slideMasters/_rels/slideMaster28.xml.rels><?xml version="1.0" encoding="UTF-8" standalone="yes"?>
<Relationships xmlns="http://schemas.openxmlformats.org/package/2006/relationships"><Relationship Id="rId8" Type="http://schemas.openxmlformats.org/officeDocument/2006/relationships/slideLayout" Target="../slideLayouts/slideLayout331.xml"/><Relationship Id="rId13" Type="http://schemas.openxmlformats.org/officeDocument/2006/relationships/theme" Target="../theme/theme28.xml"/><Relationship Id="rId3" Type="http://schemas.openxmlformats.org/officeDocument/2006/relationships/slideLayout" Target="../slideLayouts/slideLayout326.xml"/><Relationship Id="rId7" Type="http://schemas.openxmlformats.org/officeDocument/2006/relationships/slideLayout" Target="../slideLayouts/slideLayout330.xml"/><Relationship Id="rId12" Type="http://schemas.openxmlformats.org/officeDocument/2006/relationships/slideLayout" Target="../slideLayouts/slideLayout335.xml"/><Relationship Id="rId2" Type="http://schemas.openxmlformats.org/officeDocument/2006/relationships/slideLayout" Target="../slideLayouts/slideLayout325.xml"/><Relationship Id="rId1" Type="http://schemas.openxmlformats.org/officeDocument/2006/relationships/slideLayout" Target="../slideLayouts/slideLayout324.xml"/><Relationship Id="rId6" Type="http://schemas.openxmlformats.org/officeDocument/2006/relationships/slideLayout" Target="../slideLayouts/slideLayout329.xml"/><Relationship Id="rId11" Type="http://schemas.openxmlformats.org/officeDocument/2006/relationships/slideLayout" Target="../slideLayouts/slideLayout334.xml"/><Relationship Id="rId5" Type="http://schemas.openxmlformats.org/officeDocument/2006/relationships/slideLayout" Target="../slideLayouts/slideLayout328.xml"/><Relationship Id="rId10" Type="http://schemas.openxmlformats.org/officeDocument/2006/relationships/slideLayout" Target="../slideLayouts/slideLayout333.xml"/><Relationship Id="rId4" Type="http://schemas.openxmlformats.org/officeDocument/2006/relationships/slideLayout" Target="../slideLayouts/slideLayout327.xml"/><Relationship Id="rId9" Type="http://schemas.openxmlformats.org/officeDocument/2006/relationships/slideLayout" Target="../slideLayouts/slideLayout332.xml"/></Relationships>
</file>

<file path=ppt/slideMasters/_rels/slideMaster29.xml.rels><?xml version="1.0" encoding="UTF-8" standalone="yes"?>
<Relationships xmlns="http://schemas.openxmlformats.org/package/2006/relationships"><Relationship Id="rId8" Type="http://schemas.openxmlformats.org/officeDocument/2006/relationships/slideLayout" Target="../slideLayouts/slideLayout343.xml"/><Relationship Id="rId13" Type="http://schemas.openxmlformats.org/officeDocument/2006/relationships/theme" Target="../theme/theme29.xml"/><Relationship Id="rId3" Type="http://schemas.openxmlformats.org/officeDocument/2006/relationships/slideLayout" Target="../slideLayouts/slideLayout338.xml"/><Relationship Id="rId7" Type="http://schemas.openxmlformats.org/officeDocument/2006/relationships/slideLayout" Target="../slideLayouts/slideLayout342.xml"/><Relationship Id="rId12" Type="http://schemas.openxmlformats.org/officeDocument/2006/relationships/slideLayout" Target="../slideLayouts/slideLayout347.xml"/><Relationship Id="rId2" Type="http://schemas.openxmlformats.org/officeDocument/2006/relationships/slideLayout" Target="../slideLayouts/slideLayout337.xml"/><Relationship Id="rId1" Type="http://schemas.openxmlformats.org/officeDocument/2006/relationships/slideLayout" Target="../slideLayouts/slideLayout336.xml"/><Relationship Id="rId6" Type="http://schemas.openxmlformats.org/officeDocument/2006/relationships/slideLayout" Target="../slideLayouts/slideLayout341.xml"/><Relationship Id="rId11" Type="http://schemas.openxmlformats.org/officeDocument/2006/relationships/slideLayout" Target="../slideLayouts/slideLayout346.xml"/><Relationship Id="rId5" Type="http://schemas.openxmlformats.org/officeDocument/2006/relationships/slideLayout" Target="../slideLayouts/slideLayout340.xml"/><Relationship Id="rId10" Type="http://schemas.openxmlformats.org/officeDocument/2006/relationships/slideLayout" Target="../slideLayouts/slideLayout345.xml"/><Relationship Id="rId4" Type="http://schemas.openxmlformats.org/officeDocument/2006/relationships/slideLayout" Target="../slideLayouts/slideLayout339.xml"/><Relationship Id="rId9" Type="http://schemas.openxmlformats.org/officeDocument/2006/relationships/slideLayout" Target="../slideLayouts/slideLayout344.xml"/></Relationships>
</file>

<file path=ppt/slideMasters/_rels/slideMaster30.xml.rels><?xml version="1.0" encoding="UTF-8" standalone="yes"?>
<Relationships xmlns="http://schemas.openxmlformats.org/package/2006/relationships"><Relationship Id="rId8" Type="http://schemas.openxmlformats.org/officeDocument/2006/relationships/slideLayout" Target="../slideLayouts/slideLayout355.xml"/><Relationship Id="rId3" Type="http://schemas.openxmlformats.org/officeDocument/2006/relationships/slideLayout" Target="../slideLayouts/slideLayout350.xml"/><Relationship Id="rId7" Type="http://schemas.openxmlformats.org/officeDocument/2006/relationships/slideLayout" Target="../slideLayouts/slideLayout354.xml"/><Relationship Id="rId12" Type="http://schemas.openxmlformats.org/officeDocument/2006/relationships/theme" Target="../theme/theme30.xml"/><Relationship Id="rId2" Type="http://schemas.openxmlformats.org/officeDocument/2006/relationships/slideLayout" Target="../slideLayouts/slideLayout349.xml"/><Relationship Id="rId1" Type="http://schemas.openxmlformats.org/officeDocument/2006/relationships/slideLayout" Target="../slideLayouts/slideLayout348.xml"/><Relationship Id="rId6" Type="http://schemas.openxmlformats.org/officeDocument/2006/relationships/slideLayout" Target="../slideLayouts/slideLayout353.xml"/><Relationship Id="rId11" Type="http://schemas.openxmlformats.org/officeDocument/2006/relationships/slideLayout" Target="../slideLayouts/slideLayout358.xml"/><Relationship Id="rId5" Type="http://schemas.openxmlformats.org/officeDocument/2006/relationships/slideLayout" Target="../slideLayouts/slideLayout352.xml"/><Relationship Id="rId10" Type="http://schemas.openxmlformats.org/officeDocument/2006/relationships/slideLayout" Target="../slideLayouts/slideLayout357.xml"/><Relationship Id="rId4" Type="http://schemas.openxmlformats.org/officeDocument/2006/relationships/slideLayout" Target="../slideLayouts/slideLayout351.xml"/><Relationship Id="rId9" Type="http://schemas.openxmlformats.org/officeDocument/2006/relationships/slideLayout" Target="../slideLayouts/slideLayout356.xml"/></Relationships>
</file>

<file path=ppt/slideMasters/_rels/slideMaster31.xml.rels><?xml version="1.0" encoding="UTF-8" standalone="yes"?>
<Relationships xmlns="http://schemas.openxmlformats.org/package/2006/relationships"><Relationship Id="rId8" Type="http://schemas.openxmlformats.org/officeDocument/2006/relationships/slideLayout" Target="../slideLayouts/slideLayout366.xml"/><Relationship Id="rId13" Type="http://schemas.openxmlformats.org/officeDocument/2006/relationships/theme" Target="../theme/theme31.xml"/><Relationship Id="rId3" Type="http://schemas.openxmlformats.org/officeDocument/2006/relationships/slideLayout" Target="../slideLayouts/slideLayout361.xml"/><Relationship Id="rId7" Type="http://schemas.openxmlformats.org/officeDocument/2006/relationships/slideLayout" Target="../slideLayouts/slideLayout365.xml"/><Relationship Id="rId12" Type="http://schemas.openxmlformats.org/officeDocument/2006/relationships/slideLayout" Target="../slideLayouts/slideLayout370.xml"/><Relationship Id="rId2" Type="http://schemas.openxmlformats.org/officeDocument/2006/relationships/slideLayout" Target="../slideLayouts/slideLayout360.xml"/><Relationship Id="rId1" Type="http://schemas.openxmlformats.org/officeDocument/2006/relationships/slideLayout" Target="../slideLayouts/slideLayout359.xml"/><Relationship Id="rId6" Type="http://schemas.openxmlformats.org/officeDocument/2006/relationships/slideLayout" Target="../slideLayouts/slideLayout364.xml"/><Relationship Id="rId11" Type="http://schemas.openxmlformats.org/officeDocument/2006/relationships/slideLayout" Target="../slideLayouts/slideLayout369.xml"/><Relationship Id="rId5" Type="http://schemas.openxmlformats.org/officeDocument/2006/relationships/slideLayout" Target="../slideLayouts/slideLayout363.xml"/><Relationship Id="rId10" Type="http://schemas.openxmlformats.org/officeDocument/2006/relationships/slideLayout" Target="../slideLayouts/slideLayout368.xml"/><Relationship Id="rId4" Type="http://schemas.openxmlformats.org/officeDocument/2006/relationships/slideLayout" Target="../slideLayouts/slideLayout362.xml"/><Relationship Id="rId9" Type="http://schemas.openxmlformats.org/officeDocument/2006/relationships/slideLayout" Target="../slideLayouts/slideLayout367.xml"/></Relationships>
</file>

<file path=ppt/slideMasters/_rels/slideMaster32.xml.rels><?xml version="1.0" encoding="UTF-8" standalone="yes"?>
<Relationships xmlns="http://schemas.openxmlformats.org/package/2006/relationships"><Relationship Id="rId8" Type="http://schemas.openxmlformats.org/officeDocument/2006/relationships/slideLayout" Target="../slideLayouts/slideLayout378.xml"/><Relationship Id="rId13" Type="http://schemas.openxmlformats.org/officeDocument/2006/relationships/theme" Target="../theme/theme32.xml"/><Relationship Id="rId3" Type="http://schemas.openxmlformats.org/officeDocument/2006/relationships/slideLayout" Target="../slideLayouts/slideLayout373.xml"/><Relationship Id="rId7" Type="http://schemas.openxmlformats.org/officeDocument/2006/relationships/slideLayout" Target="../slideLayouts/slideLayout377.xml"/><Relationship Id="rId12" Type="http://schemas.openxmlformats.org/officeDocument/2006/relationships/slideLayout" Target="../slideLayouts/slideLayout382.xml"/><Relationship Id="rId2" Type="http://schemas.openxmlformats.org/officeDocument/2006/relationships/slideLayout" Target="../slideLayouts/slideLayout372.xml"/><Relationship Id="rId1" Type="http://schemas.openxmlformats.org/officeDocument/2006/relationships/slideLayout" Target="../slideLayouts/slideLayout371.xml"/><Relationship Id="rId6" Type="http://schemas.openxmlformats.org/officeDocument/2006/relationships/slideLayout" Target="../slideLayouts/slideLayout376.xml"/><Relationship Id="rId11" Type="http://schemas.openxmlformats.org/officeDocument/2006/relationships/slideLayout" Target="../slideLayouts/slideLayout381.xml"/><Relationship Id="rId5" Type="http://schemas.openxmlformats.org/officeDocument/2006/relationships/slideLayout" Target="../slideLayouts/slideLayout375.xml"/><Relationship Id="rId10" Type="http://schemas.openxmlformats.org/officeDocument/2006/relationships/slideLayout" Target="../slideLayouts/slideLayout380.xml"/><Relationship Id="rId4" Type="http://schemas.openxmlformats.org/officeDocument/2006/relationships/slideLayout" Target="../slideLayouts/slideLayout374.xml"/><Relationship Id="rId9" Type="http://schemas.openxmlformats.org/officeDocument/2006/relationships/slideLayout" Target="../slideLayouts/slideLayout379.xml"/></Relationships>
</file>

<file path=ppt/slideMasters/_rels/slideMaster33.xml.rels><?xml version="1.0" encoding="UTF-8" standalone="yes"?>
<Relationships xmlns="http://schemas.openxmlformats.org/package/2006/relationships"><Relationship Id="rId8" Type="http://schemas.openxmlformats.org/officeDocument/2006/relationships/slideLayout" Target="../slideLayouts/slideLayout390.xml"/><Relationship Id="rId3" Type="http://schemas.openxmlformats.org/officeDocument/2006/relationships/slideLayout" Target="../slideLayouts/slideLayout385.xml"/><Relationship Id="rId7" Type="http://schemas.openxmlformats.org/officeDocument/2006/relationships/slideLayout" Target="../slideLayouts/slideLayout389.xml"/><Relationship Id="rId12" Type="http://schemas.openxmlformats.org/officeDocument/2006/relationships/theme" Target="../theme/theme33.xml"/><Relationship Id="rId2" Type="http://schemas.openxmlformats.org/officeDocument/2006/relationships/slideLayout" Target="../slideLayouts/slideLayout384.xml"/><Relationship Id="rId1" Type="http://schemas.openxmlformats.org/officeDocument/2006/relationships/slideLayout" Target="../slideLayouts/slideLayout383.xml"/><Relationship Id="rId6" Type="http://schemas.openxmlformats.org/officeDocument/2006/relationships/slideLayout" Target="../slideLayouts/slideLayout388.xml"/><Relationship Id="rId11" Type="http://schemas.openxmlformats.org/officeDocument/2006/relationships/slideLayout" Target="../slideLayouts/slideLayout393.xml"/><Relationship Id="rId5" Type="http://schemas.openxmlformats.org/officeDocument/2006/relationships/slideLayout" Target="../slideLayouts/slideLayout387.xml"/><Relationship Id="rId10" Type="http://schemas.openxmlformats.org/officeDocument/2006/relationships/slideLayout" Target="../slideLayouts/slideLayout392.xml"/><Relationship Id="rId4" Type="http://schemas.openxmlformats.org/officeDocument/2006/relationships/slideLayout" Target="../slideLayouts/slideLayout386.xml"/><Relationship Id="rId9" Type="http://schemas.openxmlformats.org/officeDocument/2006/relationships/slideLayout" Target="../slideLayouts/slideLayout39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8402370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4164486678"/>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4157786239"/>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000748998"/>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486170200"/>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062710180"/>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557186494"/>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4180468508"/>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99428776"/>
      </p:ext>
    </p:extLst>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1677465791"/>
      </p:ext>
    </p:extLst>
  </p:cSld>
  <p:clrMap bg1="lt1" tx1="dk1" bg2="lt2" tx2="dk2" accent1="accent1" accent2="accent2" accent3="accent3" accent4="accent4" accent5="accent5" accent6="accent6" hlink="hlink" folHlink="folHlink"/>
  <p:sldLayoutIdLst>
    <p:sldLayoutId id="2147483778" r:id="rId1"/>
    <p:sldLayoutId id="2147483779" r:id="rId2"/>
    <p:sldLayoutId id="2147483780" r:id="rId3"/>
    <p:sldLayoutId id="2147483781" r:id="rId4"/>
    <p:sldLayoutId id="2147483782" r:id="rId5"/>
    <p:sldLayoutId id="2147483783" r:id="rId6"/>
    <p:sldLayoutId id="2147483784" r:id="rId7"/>
    <p:sldLayoutId id="2147483785" r:id="rId8"/>
    <p:sldLayoutId id="2147483786" r:id="rId9"/>
    <p:sldLayoutId id="2147483787" r:id="rId10"/>
    <p:sldLayoutId id="2147483788" r:id="rId11"/>
    <p:sldLayoutId id="2147483789"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587536123"/>
      </p:ext>
    </p:extLst>
  </p:cSld>
  <p:clrMap bg1="lt1" tx1="dk1" bg2="lt2" tx2="dk2" accent1="accent1" accent2="accent2" accent3="accent3" accent4="accent4" accent5="accent5" accent6="accent6" hlink="hlink" folHlink="folHlink"/>
  <p:sldLayoutIdLst>
    <p:sldLayoutId id="2147483791"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2"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328082199"/>
      </p:ext>
    </p:extLst>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 id="2147483815"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752584911"/>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1903390475"/>
      </p:ext>
    </p:extLst>
  </p:cSld>
  <p:clrMap bg1="lt1" tx1="dk1" bg2="lt2" tx2="dk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 id="2147483841"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4172458398"/>
      </p:ext>
    </p:extLst>
  </p:cSld>
  <p:clrMap bg1="lt1" tx1="dk1" bg2="lt2" tx2="dk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48" r:id="rId6"/>
    <p:sldLayoutId id="2147483849" r:id="rId7"/>
    <p:sldLayoutId id="2147483850" r:id="rId8"/>
    <p:sldLayoutId id="2147483851" r:id="rId9"/>
    <p:sldLayoutId id="2147483852" r:id="rId10"/>
    <p:sldLayoutId id="2147483853" r:id="rId11"/>
    <p:sldLayoutId id="2147483854"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1999278720"/>
      </p:ext>
    </p:extLst>
  </p:cSld>
  <p:clrMap bg1="lt1" tx1="dk1" bg2="lt2" tx2="dk2" accent1="accent1" accent2="accent2" accent3="accent3" accent4="accent4" accent5="accent5" accent6="accent6" hlink="hlink" folHlink="folHlink"/>
  <p:sldLayoutIdLst>
    <p:sldLayoutId id="2147483856" r:id="rId1"/>
    <p:sldLayoutId id="2147483857" r:id="rId2"/>
    <p:sldLayoutId id="2147483858" r:id="rId3"/>
    <p:sldLayoutId id="2147483859" r:id="rId4"/>
    <p:sldLayoutId id="2147483860" r:id="rId5"/>
    <p:sldLayoutId id="2147483861" r:id="rId6"/>
    <p:sldLayoutId id="2147483862" r:id="rId7"/>
    <p:sldLayoutId id="2147483863" r:id="rId8"/>
    <p:sldLayoutId id="2147483864" r:id="rId9"/>
    <p:sldLayoutId id="2147483865" r:id="rId10"/>
    <p:sldLayoutId id="2147483866" r:id="rId11"/>
    <p:sldLayoutId id="2147483867"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021294450"/>
      </p:ext>
    </p:extLst>
  </p:cSld>
  <p:clrMap bg1="lt1" tx1="dk1" bg2="lt2" tx2="dk2" accent1="accent1" accent2="accent2" accent3="accent3" accent4="accent4" accent5="accent5" accent6="accent6" hlink="hlink" folHlink="folHlink"/>
  <p:sldLayoutIdLst>
    <p:sldLayoutId id="2147483869" r:id="rId1"/>
    <p:sldLayoutId id="2147483870" r:id="rId2"/>
    <p:sldLayoutId id="2147483871" r:id="rId3"/>
    <p:sldLayoutId id="2147483872" r:id="rId4"/>
    <p:sldLayoutId id="2147483873" r:id="rId5"/>
    <p:sldLayoutId id="2147483874" r:id="rId6"/>
    <p:sldLayoutId id="2147483875" r:id="rId7"/>
    <p:sldLayoutId id="2147483876" r:id="rId8"/>
    <p:sldLayoutId id="2147483877" r:id="rId9"/>
    <p:sldLayoutId id="2147483878" r:id="rId10"/>
    <p:sldLayoutId id="2147483879" r:id="rId11"/>
    <p:sldLayoutId id="2147483880"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1389364789"/>
      </p:ext>
    </p:extLst>
  </p:cSld>
  <p:clrMap bg1="lt1" tx1="dk1" bg2="lt2" tx2="dk2" accent1="accent1" accent2="accent2" accent3="accent3" accent4="accent4" accent5="accent5" accent6="accent6" hlink="hlink" folHlink="folHlink"/>
  <p:sldLayoutIdLst>
    <p:sldLayoutId id="2147483882" r:id="rId1"/>
    <p:sldLayoutId id="2147483883" r:id="rId2"/>
    <p:sldLayoutId id="2147483884" r:id="rId3"/>
    <p:sldLayoutId id="2147483885" r:id="rId4"/>
    <p:sldLayoutId id="2147483886" r:id="rId5"/>
    <p:sldLayoutId id="2147483887" r:id="rId6"/>
    <p:sldLayoutId id="2147483888" r:id="rId7"/>
    <p:sldLayoutId id="2147483889" r:id="rId8"/>
    <p:sldLayoutId id="2147483890" r:id="rId9"/>
    <p:sldLayoutId id="2147483891" r:id="rId10"/>
    <p:sldLayoutId id="2147483892" r:id="rId11"/>
    <p:sldLayoutId id="2147483893"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338453799"/>
      </p:ext>
    </p:extLst>
  </p:cSld>
  <p:clrMap bg1="lt1" tx1="dk1" bg2="lt2" tx2="dk2" accent1="accent1" accent2="accent2" accent3="accent3" accent4="accent4" accent5="accent5" accent6="accent6" hlink="hlink" folHlink="folHlink"/>
  <p:sldLayoutIdLst>
    <p:sldLayoutId id="2147483895" r:id="rId1"/>
    <p:sldLayoutId id="2147483896" r:id="rId2"/>
    <p:sldLayoutId id="2147483897" r:id="rId3"/>
    <p:sldLayoutId id="2147483898" r:id="rId4"/>
    <p:sldLayoutId id="2147483899" r:id="rId5"/>
    <p:sldLayoutId id="2147483900" r:id="rId6"/>
    <p:sldLayoutId id="2147483901" r:id="rId7"/>
    <p:sldLayoutId id="2147483902" r:id="rId8"/>
    <p:sldLayoutId id="2147483903" r:id="rId9"/>
    <p:sldLayoutId id="2147483904" r:id="rId10"/>
    <p:sldLayoutId id="2147483905" r:id="rId11"/>
    <p:sldLayoutId id="2147483906"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460518983"/>
      </p:ext>
    </p:extLst>
  </p:cSld>
  <p:clrMap bg1="lt1" tx1="dk1" bg2="lt2" tx2="dk2" accent1="accent1" accent2="accent2" accent3="accent3" accent4="accent4" accent5="accent5" accent6="accent6" hlink="hlink" folHlink="folHlink"/>
  <p:sldLayoutIdLst>
    <p:sldLayoutId id="2147483908" r:id="rId1"/>
    <p:sldLayoutId id="2147483909" r:id="rId2"/>
    <p:sldLayoutId id="2147483910" r:id="rId3"/>
    <p:sldLayoutId id="2147483911" r:id="rId4"/>
    <p:sldLayoutId id="2147483912" r:id="rId5"/>
    <p:sldLayoutId id="2147483913" r:id="rId6"/>
    <p:sldLayoutId id="2147483914" r:id="rId7"/>
    <p:sldLayoutId id="2147483915" r:id="rId8"/>
    <p:sldLayoutId id="2147483916" r:id="rId9"/>
    <p:sldLayoutId id="2147483917" r:id="rId10"/>
    <p:sldLayoutId id="2147483918" r:id="rId11"/>
    <p:sldLayoutId id="2147483919"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1342170035"/>
      </p:ext>
    </p:extLst>
  </p:cSld>
  <p:clrMap bg1="lt1" tx1="dk1" bg2="lt2" tx2="dk2" accent1="accent1" accent2="accent2" accent3="accent3" accent4="accent4" accent5="accent5" accent6="accent6" hlink="hlink" folHlink="folHlink"/>
  <p:sldLayoutIdLst>
    <p:sldLayoutId id="2147483921" r:id="rId1"/>
    <p:sldLayoutId id="2147483922" r:id="rId2"/>
    <p:sldLayoutId id="2147483923" r:id="rId3"/>
    <p:sldLayoutId id="2147483924" r:id="rId4"/>
    <p:sldLayoutId id="2147483925" r:id="rId5"/>
    <p:sldLayoutId id="2147483926" r:id="rId6"/>
    <p:sldLayoutId id="2147483927" r:id="rId7"/>
    <p:sldLayoutId id="2147483928" r:id="rId8"/>
    <p:sldLayoutId id="2147483929" r:id="rId9"/>
    <p:sldLayoutId id="2147483930" r:id="rId10"/>
    <p:sldLayoutId id="2147483931" r:id="rId11"/>
    <p:sldLayoutId id="2147483932"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302573310"/>
      </p:ext>
    </p:extLst>
  </p:cSld>
  <p:clrMap bg1="lt1" tx1="dk1" bg2="lt2" tx2="dk2" accent1="accent1" accent2="accent2" accent3="accent3" accent4="accent4" accent5="accent5" accent6="accent6" hlink="hlink" folHlink="folHlink"/>
  <p:sldLayoutIdLst>
    <p:sldLayoutId id="2147483934" r:id="rId1"/>
    <p:sldLayoutId id="2147483935" r:id="rId2"/>
    <p:sldLayoutId id="2147483936" r:id="rId3"/>
    <p:sldLayoutId id="2147483937" r:id="rId4"/>
    <p:sldLayoutId id="2147483938" r:id="rId5"/>
    <p:sldLayoutId id="2147483939" r:id="rId6"/>
    <p:sldLayoutId id="2147483940" r:id="rId7"/>
    <p:sldLayoutId id="2147483941" r:id="rId8"/>
    <p:sldLayoutId id="2147483942" r:id="rId9"/>
    <p:sldLayoutId id="2147483943" r:id="rId10"/>
    <p:sldLayoutId id="2147483944" r:id="rId11"/>
    <p:sldLayoutId id="2147483945"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1059530012"/>
      </p:ext>
    </p:extLst>
  </p:cSld>
  <p:clrMap bg1="lt1" tx1="dk1" bg2="lt2" tx2="dk2" accent1="accent1" accent2="accent2" accent3="accent3" accent4="accent4" accent5="accent5" accent6="accent6" hlink="hlink" folHlink="folHlink"/>
  <p:sldLayoutIdLst>
    <p:sldLayoutId id="2147483947" r:id="rId1"/>
    <p:sldLayoutId id="2147483948" r:id="rId2"/>
    <p:sldLayoutId id="2147483949" r:id="rId3"/>
    <p:sldLayoutId id="2147483950" r:id="rId4"/>
    <p:sldLayoutId id="2147483951" r:id="rId5"/>
    <p:sldLayoutId id="2147483952" r:id="rId6"/>
    <p:sldLayoutId id="2147483953" r:id="rId7"/>
    <p:sldLayoutId id="2147483954" r:id="rId8"/>
    <p:sldLayoutId id="2147483955" r:id="rId9"/>
    <p:sldLayoutId id="2147483956" r:id="rId10"/>
    <p:sldLayoutId id="2147483957" r:id="rId11"/>
    <p:sldLayoutId id="2147483958"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982227235"/>
      </p:ext>
    </p:extLst>
  </p:cSld>
  <p:clrMap bg1="lt1" tx1="dk1" bg2="lt2" tx2="dk2" accent1="accent1" accent2="accent2" accent3="accent3" accent4="accent4" accent5="accent5" accent6="accent6" hlink="hlink" folHlink="folHlink"/>
  <p:sldLayoutIdLst>
    <p:sldLayoutId id="2147483960" r:id="rId1"/>
    <p:sldLayoutId id="2147483961" r:id="rId2"/>
    <p:sldLayoutId id="2147483962" r:id="rId3"/>
    <p:sldLayoutId id="2147483963" r:id="rId4"/>
    <p:sldLayoutId id="2147483964" r:id="rId5"/>
    <p:sldLayoutId id="2147483965" r:id="rId6"/>
    <p:sldLayoutId id="2147483966" r:id="rId7"/>
    <p:sldLayoutId id="2147483967" r:id="rId8"/>
    <p:sldLayoutId id="2147483968" r:id="rId9"/>
    <p:sldLayoutId id="2147483969" r:id="rId10"/>
    <p:sldLayoutId id="2147483970" r:id="rId11"/>
    <p:sldLayoutId id="2147483971"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579023807"/>
      </p:ext>
    </p:extLst>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 id="2147483984"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260456240"/>
      </p:ext>
    </p:extLst>
  </p:cSld>
  <p:clrMap bg1="lt1" tx1="dk1" bg2="lt2" tx2="dk2" accent1="accent1" accent2="accent2" accent3="accent3" accent4="accent4" accent5="accent5" accent6="accent6" hlink="hlink" folHlink="folHlink"/>
  <p:sldLayoutIdLst>
    <p:sldLayoutId id="2147483986" r:id="rId1"/>
    <p:sldLayoutId id="2147483987" r:id="rId2"/>
    <p:sldLayoutId id="2147483988" r:id="rId3"/>
    <p:sldLayoutId id="2147483989" r:id="rId4"/>
    <p:sldLayoutId id="2147483990" r:id="rId5"/>
    <p:sldLayoutId id="2147483991" r:id="rId6"/>
    <p:sldLayoutId id="2147483992" r:id="rId7"/>
    <p:sldLayoutId id="2147483993" r:id="rId8"/>
    <p:sldLayoutId id="2147483994" r:id="rId9"/>
    <p:sldLayoutId id="2147483995" r:id="rId10"/>
    <p:sldLayoutId id="2147483996" r:id="rId11"/>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203771823"/>
      </p:ext>
    </p:extLst>
  </p:cSld>
  <p:clrMap bg1="lt1" tx1="dk1" bg2="lt2" tx2="dk2" accent1="accent1" accent2="accent2" accent3="accent3" accent4="accent4" accent5="accent5" accent6="accent6" hlink="hlink" folHlink="folHlink"/>
  <p:sldLayoutIdLst>
    <p:sldLayoutId id="2147483999" r:id="rId1"/>
    <p:sldLayoutId id="2147484000" r:id="rId2"/>
    <p:sldLayoutId id="2147484001" r:id="rId3"/>
    <p:sldLayoutId id="2147484002" r:id="rId4"/>
    <p:sldLayoutId id="2147484003" r:id="rId5"/>
    <p:sldLayoutId id="2147484004" r:id="rId6"/>
    <p:sldLayoutId id="2147484005" r:id="rId7"/>
    <p:sldLayoutId id="2147484006" r:id="rId8"/>
    <p:sldLayoutId id="2147484007" r:id="rId9"/>
    <p:sldLayoutId id="2147484008" r:id="rId10"/>
    <p:sldLayoutId id="2147484009" r:id="rId11"/>
    <p:sldLayoutId id="2147484010"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649576087"/>
      </p:ext>
    </p:extLst>
  </p:cSld>
  <p:clrMap bg1="lt1" tx1="dk1" bg2="lt2" tx2="dk2" accent1="accent1" accent2="accent2" accent3="accent3" accent4="accent4" accent5="accent5" accent6="accent6" hlink="hlink" folHlink="folHlink"/>
  <p:sldLayoutIdLst>
    <p:sldLayoutId id="2147484012" r:id="rId1"/>
    <p:sldLayoutId id="2147484013" r:id="rId2"/>
    <p:sldLayoutId id="2147484014" r:id="rId3"/>
    <p:sldLayoutId id="2147484015" r:id="rId4"/>
    <p:sldLayoutId id="2147484016" r:id="rId5"/>
    <p:sldLayoutId id="2147484017" r:id="rId6"/>
    <p:sldLayoutId id="2147484018" r:id="rId7"/>
    <p:sldLayoutId id="2147484019" r:id="rId8"/>
    <p:sldLayoutId id="2147484020" r:id="rId9"/>
    <p:sldLayoutId id="2147484021" r:id="rId10"/>
    <p:sldLayoutId id="2147484022" r:id="rId11"/>
    <p:sldLayoutId id="2147484023"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851433482"/>
      </p:ext>
    </p:extLst>
  </p:cSld>
  <p:clrMap bg1="lt1" tx1="dk1" bg2="lt2" tx2="dk2" accent1="accent1" accent2="accent2" accent3="accent3" accent4="accent4" accent5="accent5" accent6="accent6" hlink="hlink" folHlink="folHlink"/>
  <p:sldLayoutIdLst>
    <p:sldLayoutId id="2147484025" r:id="rId1"/>
    <p:sldLayoutId id="2147484026" r:id="rId2"/>
    <p:sldLayoutId id="2147484027" r:id="rId3"/>
    <p:sldLayoutId id="2147484028" r:id="rId4"/>
    <p:sldLayoutId id="2147484029" r:id="rId5"/>
    <p:sldLayoutId id="2147484030" r:id="rId6"/>
    <p:sldLayoutId id="2147484031" r:id="rId7"/>
    <p:sldLayoutId id="2147484032" r:id="rId8"/>
    <p:sldLayoutId id="2147484033" r:id="rId9"/>
    <p:sldLayoutId id="2147484034" r:id="rId10"/>
    <p:sldLayoutId id="2147484035" r:id="rId11"/>
    <p:sldLayoutId id="2147484036"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111905842"/>
      </p:ext>
    </p:extLst>
  </p:cSld>
  <p:clrMap bg1="lt1" tx1="dk1" bg2="lt2" tx2="dk2" accent1="accent1" accent2="accent2" accent3="accent3" accent4="accent4" accent5="accent5" accent6="accent6" hlink="hlink" folHlink="folHlink"/>
  <p:sldLayoutIdLst>
    <p:sldLayoutId id="2147484038" r:id="rId1"/>
    <p:sldLayoutId id="2147484039" r:id="rId2"/>
    <p:sldLayoutId id="2147484040" r:id="rId3"/>
    <p:sldLayoutId id="2147484041" r:id="rId4"/>
    <p:sldLayoutId id="2147484042" r:id="rId5"/>
    <p:sldLayoutId id="2147484043" r:id="rId6"/>
    <p:sldLayoutId id="2147484044" r:id="rId7"/>
    <p:sldLayoutId id="2147484045" r:id="rId8"/>
    <p:sldLayoutId id="2147484046" r:id="rId9"/>
    <p:sldLayoutId id="2147484047" r:id="rId10"/>
    <p:sldLayoutId id="2147484048" r:id="rId11"/>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855186763"/>
      </p:ext>
    </p:extLst>
  </p:cSld>
  <p:clrMap bg1="lt1" tx1="dk1" bg2="lt2" tx2="dk2" accent1="accent1" accent2="accent2" accent3="accent3" accent4="accent4" accent5="accent5" accent6="accent6" hlink="hlink" folHlink="folHlink"/>
  <p:sldLayoutIdLst>
    <p:sldLayoutId id="2147484051" r:id="rId1"/>
    <p:sldLayoutId id="2147484052" r:id="rId2"/>
    <p:sldLayoutId id="2147484053" r:id="rId3"/>
    <p:sldLayoutId id="2147484054" r:id="rId4"/>
    <p:sldLayoutId id="2147484055" r:id="rId5"/>
    <p:sldLayoutId id="2147484056" r:id="rId6"/>
    <p:sldLayoutId id="2147484057" r:id="rId7"/>
    <p:sldLayoutId id="2147484058" r:id="rId8"/>
    <p:sldLayoutId id="2147484059" r:id="rId9"/>
    <p:sldLayoutId id="2147484060" r:id="rId10"/>
    <p:sldLayoutId id="2147484061" r:id="rId11"/>
    <p:sldLayoutId id="2147484062"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1310104563"/>
      </p:ext>
    </p:extLst>
  </p:cSld>
  <p:clrMap bg1="lt1" tx1="dk1" bg2="lt2" tx2="dk2" accent1="accent1" accent2="accent2" accent3="accent3" accent4="accent4" accent5="accent5" accent6="accent6" hlink="hlink" folHlink="folHlink"/>
  <p:sldLayoutIdLst>
    <p:sldLayoutId id="2147484064" r:id="rId1"/>
    <p:sldLayoutId id="2147484065" r:id="rId2"/>
    <p:sldLayoutId id="2147484066" r:id="rId3"/>
    <p:sldLayoutId id="2147484067" r:id="rId4"/>
    <p:sldLayoutId id="2147484068" r:id="rId5"/>
    <p:sldLayoutId id="2147484069" r:id="rId6"/>
    <p:sldLayoutId id="2147484070" r:id="rId7"/>
    <p:sldLayoutId id="2147484071" r:id="rId8"/>
    <p:sldLayoutId id="2147484072" r:id="rId9"/>
    <p:sldLayoutId id="2147484073" r:id="rId10"/>
    <p:sldLayoutId id="2147484074" r:id="rId11"/>
    <p:sldLayoutId id="2147484075"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1586599207"/>
      </p:ext>
    </p:extLst>
  </p:cSld>
  <p:clrMap bg1="lt1" tx1="dk1" bg2="lt2" tx2="dk2" accent1="accent1" accent2="accent2" accent3="accent3" accent4="accent4" accent5="accent5" accent6="accent6" hlink="hlink" folHlink="folHlink"/>
  <p:sldLayoutIdLst>
    <p:sldLayoutId id="2147484077" r:id="rId1"/>
    <p:sldLayoutId id="2147484078" r:id="rId2"/>
    <p:sldLayoutId id="2147484079" r:id="rId3"/>
    <p:sldLayoutId id="2147484080" r:id="rId4"/>
    <p:sldLayoutId id="2147484081" r:id="rId5"/>
    <p:sldLayoutId id="2147484082" r:id="rId6"/>
    <p:sldLayoutId id="2147484083" r:id="rId7"/>
    <p:sldLayoutId id="2147484084" r:id="rId8"/>
    <p:sldLayoutId id="2147484085" r:id="rId9"/>
    <p:sldLayoutId id="2147484086" r:id="rId10"/>
    <p:sldLayoutId id="2147484087" r:id="rId11"/>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54.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6.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8.xml"/><Relationship Id="rId6" Type="http://schemas.openxmlformats.org/officeDocument/2006/relationships/image" Target="../media/image11.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4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8.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50.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6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6.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9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7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28.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234.xml"/><Relationship Id="rId6" Type="http://schemas.openxmlformats.org/officeDocument/2006/relationships/image" Target="../media/image15.png"/><Relationship Id="rId5" Type="http://schemas.openxmlformats.org/officeDocument/2006/relationships/image" Target="../media/image21.png"/><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246.xml"/><Relationship Id="rId5" Type="http://schemas.openxmlformats.org/officeDocument/2006/relationships/image" Target="../media/image10.pn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5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8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0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2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3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82.xml"/></Relationships>
</file>

<file path=ppt/slides/slide1.xml><?xml version="1.0" encoding="utf-8"?>
<p:sld xmlns:a="http://schemas.openxmlformats.org/drawingml/2006/main" xmlns:r="http://schemas.openxmlformats.org/officeDocument/2006/relationships" xmlns:p="http://schemas.openxmlformats.org/presentationml/2006/main">
  <p:cSld name="bb04763b-6662-436e-bff2-e2dc0c09868d">
    <p:spTree>
      <p:nvGrpSpPr>
        <p:cNvPr id="1" name=""/>
        <p:cNvGrpSpPr/>
        <p:nvPr/>
      </p:nvGrpSpPr>
      <p:grpSpPr>
        <a:xfrm>
          <a:off x="0" y="0"/>
          <a:ext cx="0" cy="0"/>
          <a:chOff x="0" y="0"/>
          <a:chExt cx="0" cy="0"/>
        </a:xfrm>
      </p:grpSpPr>
      <p:sp>
        <p:nvSpPr>
          <p:cNvPr id="2" name="Title 1"/>
          <p:cNvSpPr>
            <a:spLocks noGrp="1"/>
          </p:cNvSpPr>
          <p:nvPr>
            <p:ph type="ctrTitle" sz="quarter"/>
          </p:nvPr>
        </p:nvSpPr>
        <p:spPr>
          <a:xfrm>
            <a:off x="3106782" y="3169492"/>
            <a:ext cx="5732417" cy="340093"/>
          </a:xfrm>
        </p:spPr>
        <p:txBody>
          <a:bodyPr/>
          <a:lstStyle/>
          <a:p>
            <a:r>
              <a:rPr lang="en-CA" sz="2600" smtClean="0"/>
              <a:t>Module 11</a:t>
            </a:r>
            <a:endParaRPr lang="en-CA" sz="2600"/>
          </a:p>
        </p:txBody>
      </p:sp>
      <p:sp>
        <p:nvSpPr>
          <p:cNvPr id="3" name="Subtitle 2"/>
          <p:cNvSpPr>
            <a:spLocks noGrp="1"/>
          </p:cNvSpPr>
          <p:nvPr>
            <p:ph type="subTitle" sz="quarter" idx="1"/>
          </p:nvPr>
        </p:nvSpPr>
        <p:spPr/>
        <p:txBody>
          <a:bodyPr/>
          <a:lstStyle/>
          <a:p>
            <a:r>
              <a:rPr lang="en-CA" smtClean="0"/>
              <a:t>Implementing Group </a:t>
            </a:r>
            <a:r>
              <a:rPr lang="en-CA" dirty="0" smtClean="0"/>
              <a:t>Policy
</a:t>
            </a:r>
            <a:endParaRPr lang="en-CA" dirty="0"/>
          </a:p>
        </p:txBody>
      </p:sp>
    </p:spTree>
    <p:extLst>
      <p:ext uri="{BB962C8B-B14F-4D97-AF65-F5344CB8AC3E}">
        <p14:creationId xmlns:p14="http://schemas.microsoft.com/office/powerpoint/2010/main" val="6932568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2de11403-5404-4120-b9dc-cc323a9c3b0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Module Overview</a:t>
            </a:r>
            <a:endParaRPr lang="en-CA"/>
          </a:p>
        </p:txBody>
      </p:sp>
      <p:sp>
        <p:nvSpPr>
          <p:cNvPr id="3" name="Text Placeholder 2"/>
          <p:cNvSpPr>
            <a:spLocks noGrp="1"/>
          </p:cNvSpPr>
          <p:nvPr>
            <p:ph type="body" idx="1"/>
          </p:nvPr>
        </p:nvSpPr>
        <p:spPr/>
        <p:txBody>
          <a:bodyPr/>
          <a:lstStyle/>
          <a:p>
            <a:r>
              <a:rPr lang="en-CA" smtClean="0"/>
              <a:t>Overview of Group Policy
Group Policy Processing
Implementing a Central Store for Administrative Templates</a:t>
            </a:r>
            <a:endParaRPr lang="en-CA"/>
          </a:p>
        </p:txBody>
      </p:sp>
    </p:spTree>
    <p:extLst>
      <p:ext uri="{BB962C8B-B14F-4D97-AF65-F5344CB8AC3E}">
        <p14:creationId xmlns:p14="http://schemas.microsoft.com/office/powerpoint/2010/main" val="19287061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928a0490-1281-45c5-84fe-a78eda3c30d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Lesson 1: Overview of Group Policy</a:t>
            </a:r>
            <a:endParaRPr lang="en-CA"/>
          </a:p>
        </p:txBody>
      </p:sp>
      <p:sp>
        <p:nvSpPr>
          <p:cNvPr id="3" name="Text Placeholder 2"/>
          <p:cNvSpPr>
            <a:spLocks noGrp="1"/>
          </p:cNvSpPr>
          <p:nvPr>
            <p:ph type="body" idx="1"/>
          </p:nvPr>
        </p:nvSpPr>
        <p:spPr/>
        <p:txBody>
          <a:bodyPr/>
          <a:lstStyle/>
          <a:p>
            <a:r>
              <a:rPr lang="en-CA" smtClean="0"/>
              <a:t>Components of Group Policy
Storage of Domain GPOs
What Are Group Policy Preferences?
What Are Starter GPOs?
Delegating Management of GPOs
Demonstration: Creating and Managing GPOs</a:t>
            </a:r>
            <a:endParaRPr lang="en-CA"/>
          </a:p>
        </p:txBody>
      </p:sp>
    </p:spTree>
    <p:extLst>
      <p:ext uri="{BB962C8B-B14F-4D97-AF65-F5344CB8AC3E}">
        <p14:creationId xmlns:p14="http://schemas.microsoft.com/office/powerpoint/2010/main" val="25025344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43b9b31c-9c37-4739-aeb6-485c0ad5ec1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Components of Group Policy</a:t>
            </a:r>
            <a:endParaRPr lang="en-CA"/>
          </a:p>
        </p:txBody>
      </p:sp>
      <p:sp>
        <p:nvSpPr>
          <p:cNvPr id="4" name="AutoShape 5"/>
          <p:cNvSpPr>
            <a:spLocks noChangeArrowheads="1"/>
          </p:cNvSpPr>
          <p:nvPr/>
        </p:nvSpPr>
        <p:spPr bwMode="auto">
          <a:xfrm>
            <a:off x="237697" y="787158"/>
            <a:ext cx="4488055" cy="1674688"/>
          </a:xfrm>
          <a:prstGeom prst="roundRect">
            <a:avLst>
              <a:gd name="adj" fmla="val 5634"/>
            </a:avLst>
          </a:prstGeom>
          <a:noFill/>
          <a:ln w="9525" algn="ctr">
            <a:noFill/>
            <a:round/>
            <a:headEnd/>
            <a:tailEnd/>
          </a:ln>
          <a:effectLst/>
        </p:spPr>
        <p:txBody>
          <a:bodyPr anchor="t" anchorCtr="0"/>
          <a:lstStyle/>
          <a:p>
            <a:pPr>
              <a:lnSpc>
                <a:spcPct val="90000"/>
              </a:lnSpc>
              <a:spcAft>
                <a:spcPts val="1200"/>
              </a:spcAft>
              <a:defRPr/>
            </a:pPr>
            <a:r>
              <a:rPr lang="en-US" sz="2000" b="1" dirty="0">
                <a:latin typeface="Segoe UI" pitchFamily="34" charset="0"/>
                <a:ea typeface="Segoe UI" pitchFamily="34" charset="0"/>
                <a:cs typeface="Segoe UI" pitchFamily="34" charset="0"/>
              </a:rPr>
              <a:t>A Group Policy </a:t>
            </a:r>
            <a:r>
              <a:rPr lang="en-US" sz="2000" b="1" dirty="0" smtClean="0">
                <a:latin typeface="Segoe UI" pitchFamily="34" charset="0"/>
                <a:ea typeface="Segoe UI" pitchFamily="34" charset="0"/>
                <a:cs typeface="Segoe UI" pitchFamily="34" charset="0"/>
              </a:rPr>
              <a:t>setting:</a:t>
            </a:r>
          </a:p>
          <a:p>
            <a:pPr marL="342900" indent="-342900">
              <a:lnSpc>
                <a:spcPct val="90000"/>
              </a:lnSpc>
              <a:buClr>
                <a:srgbClr val="0070C0"/>
              </a:buClr>
              <a:buFont typeface="Arial" pitchFamily="34" charset="0"/>
              <a:buChar char="•"/>
              <a:defRPr/>
            </a:pPr>
            <a:r>
              <a:rPr lang="en-US" sz="2000" b="0" dirty="0" smtClean="0">
                <a:latin typeface="Segoe UI" pitchFamily="34" charset="0"/>
                <a:ea typeface="Segoe UI" pitchFamily="34" charset="0"/>
                <a:cs typeface="Segoe UI" pitchFamily="34" charset="0"/>
              </a:rPr>
              <a:t>Defines </a:t>
            </a:r>
            <a:r>
              <a:rPr lang="en-US" sz="2000" b="0" dirty="0">
                <a:latin typeface="Segoe UI" pitchFamily="34" charset="0"/>
                <a:ea typeface="Segoe UI" pitchFamily="34" charset="0"/>
                <a:cs typeface="Segoe UI" pitchFamily="34" charset="0"/>
              </a:rPr>
              <a:t>a specific configuration </a:t>
            </a:r>
            <a:r>
              <a:rPr lang="en-US" sz="2000" b="0" dirty="0" smtClean="0">
                <a:latin typeface="Segoe UI" pitchFamily="34" charset="0"/>
                <a:ea typeface="Segoe UI" pitchFamily="34" charset="0"/>
                <a:cs typeface="Segoe UI" pitchFamily="34" charset="0"/>
              </a:rPr>
              <a:t>change</a:t>
            </a:r>
          </a:p>
          <a:p>
            <a:pPr marL="342900" indent="-342900">
              <a:lnSpc>
                <a:spcPct val="90000"/>
              </a:lnSpc>
              <a:buClr>
                <a:srgbClr val="0070C0"/>
              </a:buClr>
              <a:buFont typeface="Arial" pitchFamily="34" charset="0"/>
              <a:buChar char="•"/>
              <a:defRPr/>
            </a:pPr>
            <a:r>
              <a:rPr lang="en-US" sz="2000" b="0" dirty="0" smtClean="0">
                <a:latin typeface="Segoe UI" pitchFamily="34" charset="0"/>
                <a:ea typeface="Segoe UI" pitchFamily="34" charset="0"/>
                <a:cs typeface="Segoe UI" pitchFamily="34" charset="0"/>
              </a:rPr>
              <a:t>Can be applied </a:t>
            </a:r>
            <a:r>
              <a:rPr lang="en-US" sz="2000" b="0" dirty="0">
                <a:latin typeface="Segoe UI" pitchFamily="34" charset="0"/>
                <a:ea typeface="Segoe UI" pitchFamily="34" charset="0"/>
                <a:cs typeface="Segoe UI" pitchFamily="34" charset="0"/>
              </a:rPr>
              <a:t>to a </a:t>
            </a:r>
            <a:r>
              <a:rPr lang="en-US" sz="2000" b="0" dirty="0" smtClean="0">
                <a:latin typeface="Segoe UI" pitchFamily="34" charset="0"/>
                <a:ea typeface="Segoe UI" pitchFamily="34" charset="0"/>
                <a:cs typeface="Segoe UI" pitchFamily="34" charset="0"/>
              </a:rPr>
              <a:t>user or to </a:t>
            </a:r>
            <a:br>
              <a:rPr lang="en-US" sz="2000" b="0" dirty="0" smtClean="0">
                <a:latin typeface="Segoe UI" pitchFamily="34" charset="0"/>
                <a:ea typeface="Segoe UI" pitchFamily="34" charset="0"/>
                <a:cs typeface="Segoe UI" pitchFamily="34" charset="0"/>
              </a:rPr>
            </a:br>
            <a:r>
              <a:rPr lang="en-US" sz="2000" b="0" dirty="0" smtClean="0">
                <a:latin typeface="Segoe UI" pitchFamily="34" charset="0"/>
                <a:ea typeface="Segoe UI" pitchFamily="34" charset="0"/>
                <a:cs typeface="Segoe UI" pitchFamily="34" charset="0"/>
              </a:rPr>
              <a:t>a computer</a:t>
            </a:r>
            <a:endParaRPr lang="en-US" sz="2000" b="0" dirty="0">
              <a:latin typeface="Segoe UI" pitchFamily="34" charset="0"/>
              <a:ea typeface="Segoe UI" pitchFamily="34" charset="0"/>
              <a:cs typeface="Segoe UI" pitchFamily="34" charset="0"/>
            </a:endParaRPr>
          </a:p>
        </p:txBody>
      </p:sp>
      <p:sp>
        <p:nvSpPr>
          <p:cNvPr id="5" name="AutoShape 5"/>
          <p:cNvSpPr>
            <a:spLocks noChangeArrowheads="1"/>
          </p:cNvSpPr>
          <p:nvPr/>
        </p:nvSpPr>
        <p:spPr bwMode="auto">
          <a:xfrm>
            <a:off x="4719212" y="787158"/>
            <a:ext cx="4437487" cy="1674688"/>
          </a:xfrm>
          <a:prstGeom prst="roundRect">
            <a:avLst>
              <a:gd name="adj" fmla="val 5634"/>
            </a:avLst>
          </a:prstGeom>
          <a:noFill/>
          <a:ln w="9525" algn="ctr">
            <a:noFill/>
            <a:round/>
            <a:headEnd/>
            <a:tailEnd/>
          </a:ln>
          <a:effectLst/>
        </p:spPr>
        <p:txBody>
          <a:bodyPr anchor="t" anchorCtr="0"/>
          <a:lstStyle/>
          <a:p>
            <a:pPr lvl="0" fontAlgn="base">
              <a:lnSpc>
                <a:spcPct val="90000"/>
              </a:lnSpc>
              <a:spcBef>
                <a:spcPct val="0"/>
              </a:spcBef>
              <a:spcAft>
                <a:spcPts val="1200"/>
              </a:spcAft>
              <a:defRPr/>
            </a:pPr>
            <a:r>
              <a:rPr lang="en-US" sz="2000" b="1">
                <a:latin typeface="Segoe UI" pitchFamily="34" charset="0"/>
                <a:ea typeface="Segoe UI" pitchFamily="34" charset="0"/>
                <a:cs typeface="Segoe UI" pitchFamily="34" charset="0"/>
              </a:rPr>
              <a:t>A GPO:</a:t>
            </a:r>
          </a:p>
          <a:p>
            <a:pPr marL="342900" lvl="0" indent="-342900" fontAlgn="base">
              <a:lnSpc>
                <a:spcPct val="90000"/>
              </a:lnSpc>
              <a:spcBef>
                <a:spcPct val="0"/>
              </a:spcBef>
              <a:spcAft>
                <a:spcPct val="0"/>
              </a:spcAft>
              <a:buClr>
                <a:srgbClr val="0070C0"/>
              </a:buClr>
              <a:buFont typeface="Arial" pitchFamily="34" charset="0"/>
              <a:buChar char="•"/>
              <a:defRPr/>
            </a:pPr>
            <a:r>
              <a:rPr lang="en-US" sz="2000">
                <a:solidFill>
                  <a:srgbClr val="000000"/>
                </a:solidFill>
                <a:latin typeface="Segoe UI" pitchFamily="34" charset="0"/>
                <a:ea typeface="Segoe UI" pitchFamily="34" charset="0"/>
                <a:cs typeface="Segoe UI" pitchFamily="34" charset="0"/>
              </a:rPr>
              <a:t>Is a collection of Group Policy settings</a:t>
            </a:r>
          </a:p>
          <a:p>
            <a:pPr marL="342900" lvl="0" indent="-342900" fontAlgn="base">
              <a:lnSpc>
                <a:spcPct val="90000"/>
              </a:lnSpc>
              <a:spcBef>
                <a:spcPct val="0"/>
              </a:spcBef>
              <a:spcAft>
                <a:spcPct val="0"/>
              </a:spcAft>
              <a:buClr>
                <a:srgbClr val="0070C0"/>
              </a:buClr>
              <a:buFont typeface="Arial" pitchFamily="34" charset="0"/>
              <a:buChar char="•"/>
              <a:defRPr/>
            </a:pPr>
            <a:r>
              <a:rPr lang="en-US" sz="2000">
                <a:solidFill>
                  <a:srgbClr val="000000"/>
                </a:solidFill>
                <a:latin typeface="Segoe UI" pitchFamily="34" charset="0"/>
                <a:ea typeface="Segoe UI" pitchFamily="34" charset="0"/>
                <a:cs typeface="Segoe UI" pitchFamily="34" charset="0"/>
              </a:rPr>
              <a:t>Can be applied to a user, </a:t>
            </a:r>
            <a:br>
              <a:rPr lang="en-US" sz="2000">
                <a:solidFill>
                  <a:srgbClr val="000000"/>
                </a:solidFill>
                <a:latin typeface="Segoe UI" pitchFamily="34" charset="0"/>
                <a:ea typeface="Segoe UI" pitchFamily="34" charset="0"/>
                <a:cs typeface="Segoe UI" pitchFamily="34" charset="0"/>
              </a:rPr>
            </a:br>
            <a:r>
              <a:rPr lang="en-US" sz="2000">
                <a:solidFill>
                  <a:srgbClr val="000000"/>
                </a:solidFill>
                <a:latin typeface="Segoe UI" pitchFamily="34" charset="0"/>
                <a:ea typeface="Segoe UI" pitchFamily="34" charset="0"/>
                <a:cs typeface="Segoe UI" pitchFamily="34" charset="0"/>
              </a:rPr>
              <a:t>a computer, or both</a:t>
            </a:r>
            <a:endParaRPr lang="en-US" sz="2000" dirty="0">
              <a:solidFill>
                <a:srgbClr val="000000"/>
              </a:solidFill>
              <a:latin typeface="Segoe UI" pitchFamily="34" charset="0"/>
              <a:ea typeface="Segoe UI" pitchFamily="34" charset="0"/>
              <a:cs typeface="Segoe UI" pitchFamily="34" charset="0"/>
            </a:endParaRPr>
          </a:p>
        </p:txBody>
      </p:sp>
      <p:pic>
        <p:nvPicPr>
          <p:cNvPr id="6" name="Content Placeholder 6" descr="Screen shot of the Prevent access to registry editing tools dialog box with the Not Configured option selected, and a screen shot of Group Policy settings folders in the Default Domain Controllers Policy directory tre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3864" y="2568000"/>
            <a:ext cx="4006057" cy="3659712"/>
          </a:xfrm>
          <a:prstGeom prst="rect">
            <a:avLst/>
          </a:prstGeom>
          <a:noFill/>
          <a:effectLst/>
        </p:spPr>
      </p:pic>
      <p:pic>
        <p:nvPicPr>
          <p:cNvPr id="7" name="Content Placeholder 7" descr="Screen capture of Group Policy settings folders in the Default Domain Controllers Policy directory tree."/>
          <p:cNvPicPr>
            <a:picLocks noChangeAspect="1"/>
          </p:cNvPicPr>
          <p:nvPr/>
        </p:nvPicPr>
        <p:blipFill rotWithShape="1">
          <a:blip r:embed="rId4">
            <a:extLst>
              <a:ext uri="{28A0092B-C50C-407E-A947-70E740481C1C}">
                <a14:useLocalDpi xmlns:a14="http://schemas.microsoft.com/office/drawing/2010/main" val="0"/>
              </a:ext>
            </a:extLst>
          </a:blip>
          <a:srcRect r="1127" b="13637"/>
          <a:stretch/>
        </p:blipFill>
        <p:spPr>
          <a:xfrm>
            <a:off x="5356327" y="2767291"/>
            <a:ext cx="3040915" cy="3255605"/>
          </a:xfrm>
          <a:prstGeom prst="rect">
            <a:avLst/>
          </a:prstGeom>
          <a:noFill/>
          <a:ln>
            <a:noFill/>
          </a:ln>
          <a:effectLst/>
        </p:spPr>
      </p:pic>
    </p:spTree>
    <p:extLst>
      <p:ext uri="{BB962C8B-B14F-4D97-AF65-F5344CB8AC3E}">
        <p14:creationId xmlns:p14="http://schemas.microsoft.com/office/powerpoint/2010/main" val="21230243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Storage of Domain GPOs</a:t>
            </a:r>
            <a:endParaRPr lang="en-CA"/>
          </a:p>
        </p:txBody>
      </p:sp>
      <p:sp>
        <p:nvSpPr>
          <p:cNvPr id="4" name="Title 1"/>
          <p:cNvSpPr txBox="1">
            <a:spLocks/>
          </p:cNvSpPr>
          <p:nvPr/>
        </p:nvSpPr>
        <p:spPr>
          <a:xfrm>
            <a:off x="0" y="982241"/>
            <a:ext cx="9143999" cy="534572"/>
          </a:xfrm>
          <a:prstGeom prst="rect">
            <a:avLst/>
          </a:prstGeom>
          <a:noFill/>
          <a:ln>
            <a:noFill/>
          </a:ln>
          <a:effectLst/>
        </p:spPr>
        <p:txBody>
          <a:bodyPr/>
          <a:lstStyle>
            <a:lvl1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mj-lt"/>
                <a:ea typeface="+mj-ea"/>
                <a:cs typeface="+mj-cs"/>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a:lstStyle>
          <a:p>
            <a:pPr lvl="0" algn="ctr">
              <a:lnSpc>
                <a:spcPct val="100000"/>
              </a:lnSpc>
              <a:buClrTx/>
            </a:pPr>
            <a:r>
              <a:rPr lang="en-US" sz="2800" b="1">
                <a:solidFill>
                  <a:srgbClr val="000000"/>
                </a:solidFill>
                <a:latin typeface="Segoe UI" pitchFamily="34" charset="0"/>
                <a:ea typeface="Segoe UI" pitchFamily="34" charset="0"/>
                <a:cs typeface="Segoe UI" pitchFamily="34" charset="0"/>
              </a:rPr>
              <a:t>Group Policy Components</a:t>
            </a:r>
            <a:endParaRPr lang="en-US" sz="2800" b="1" dirty="0">
              <a:solidFill>
                <a:srgbClr val="000000"/>
              </a:solidFill>
              <a:latin typeface="Segoe UI" pitchFamily="34" charset="0"/>
              <a:ea typeface="Segoe UI" pitchFamily="34" charset="0"/>
              <a:cs typeface="Segoe UI" pitchFamily="34" charset="0"/>
            </a:endParaRPr>
          </a:p>
        </p:txBody>
      </p:sp>
      <p:sp>
        <p:nvSpPr>
          <p:cNvPr id="5" name="Freeform 13"/>
          <p:cNvSpPr>
            <a:spLocks/>
          </p:cNvSpPr>
          <p:nvPr/>
        </p:nvSpPr>
        <p:spPr bwMode="auto">
          <a:xfrm>
            <a:off x="498475" y="2049463"/>
            <a:ext cx="5106988" cy="2895600"/>
          </a:xfrm>
          <a:custGeom>
            <a:avLst/>
            <a:gdLst>
              <a:gd name="T0" fmla="*/ 2147483647 w 3217"/>
              <a:gd name="T1" fmla="*/ 0 h 1824"/>
              <a:gd name="T2" fmla="*/ 0 w 3217"/>
              <a:gd name="T3" fmla="*/ 0 h 1824"/>
              <a:gd name="T4" fmla="*/ 0 w 3217"/>
              <a:gd name="T5" fmla="*/ 2147483647 h 1824"/>
              <a:gd name="T6" fmla="*/ 2147483647 w 3217"/>
              <a:gd name="T7" fmla="*/ 2147483647 h 1824"/>
              <a:gd name="T8" fmla="*/ 2147483647 w 3217"/>
              <a:gd name="T9" fmla="*/ 2147483647 h 1824"/>
              <a:gd name="T10" fmla="*/ 2147483647 w 3217"/>
              <a:gd name="T11" fmla="*/ 2147483647 h 1824"/>
              <a:gd name="T12" fmla="*/ 2147483647 w 3217"/>
              <a:gd name="T13" fmla="*/ 2147483647 h 1824"/>
              <a:gd name="T14" fmla="*/ 2147483647 w 3217"/>
              <a:gd name="T15" fmla="*/ 2147483647 h 1824"/>
              <a:gd name="T16" fmla="*/ 2147483647 w 3217"/>
              <a:gd name="T17" fmla="*/ 0 h 18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217"/>
              <a:gd name="T28" fmla="*/ 0 h 1824"/>
              <a:gd name="T29" fmla="*/ 3217 w 3217"/>
              <a:gd name="T30" fmla="*/ 1824 h 182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217" h="1824">
                <a:moveTo>
                  <a:pt x="3217" y="0"/>
                </a:moveTo>
                <a:lnTo>
                  <a:pt x="0" y="0"/>
                </a:lnTo>
                <a:lnTo>
                  <a:pt x="0" y="1824"/>
                </a:lnTo>
                <a:lnTo>
                  <a:pt x="3217" y="1824"/>
                </a:lnTo>
                <a:lnTo>
                  <a:pt x="3217" y="1440"/>
                </a:lnTo>
                <a:lnTo>
                  <a:pt x="2472" y="1440"/>
                </a:lnTo>
                <a:lnTo>
                  <a:pt x="2472" y="336"/>
                </a:lnTo>
                <a:lnTo>
                  <a:pt x="3217" y="336"/>
                </a:lnTo>
                <a:lnTo>
                  <a:pt x="3217" y="0"/>
                </a:lnTo>
                <a:close/>
              </a:path>
            </a:pathLst>
          </a:custGeom>
          <a:noFill/>
          <a:ln w="9525">
            <a:noFill/>
            <a:round/>
            <a:headEnd/>
            <a:tailEnd/>
          </a:ln>
          <a:effectLst/>
        </p:spPr>
        <p:txBody>
          <a:bodyPr/>
          <a:lstStyle/>
          <a:p>
            <a:pPr lvl="0" fontAlgn="base">
              <a:spcBef>
                <a:spcPct val="0"/>
              </a:spcBef>
              <a:spcAft>
                <a:spcPct val="0"/>
              </a:spcAft>
            </a:pPr>
            <a:endParaRPr lang="en-US" sz="2000" b="1">
              <a:solidFill>
                <a:srgbClr val="000000"/>
              </a:solidFill>
              <a:latin typeface="Segoe UI" pitchFamily="34" charset="0"/>
              <a:ea typeface="Segoe UI" pitchFamily="34" charset="0"/>
              <a:cs typeface="Segoe UI" pitchFamily="34" charset="0"/>
            </a:endParaRPr>
          </a:p>
        </p:txBody>
      </p:sp>
      <p:sp>
        <p:nvSpPr>
          <p:cNvPr id="6" name="AutoShape 19"/>
          <p:cNvSpPr>
            <a:spLocks noChangeArrowheads="1"/>
          </p:cNvSpPr>
          <p:nvPr/>
        </p:nvSpPr>
        <p:spPr bwMode="auto">
          <a:xfrm>
            <a:off x="3051969" y="1861609"/>
            <a:ext cx="5209717" cy="4049437"/>
          </a:xfrm>
          <a:prstGeom prst="roundRect">
            <a:avLst>
              <a:gd name="adj" fmla="val 4167"/>
            </a:avLst>
          </a:prstGeom>
          <a:noFill/>
          <a:ln w="9525" algn="ctr">
            <a:noFill/>
            <a:round/>
            <a:headEnd/>
            <a:tailEnd/>
          </a:ln>
          <a:effectLst/>
        </p:spPr>
        <p:txBody>
          <a:bodyPr/>
          <a:lstStyle/>
          <a:p>
            <a:pPr lvl="0" fontAlgn="base">
              <a:spcBef>
                <a:spcPct val="0"/>
              </a:spcBef>
              <a:spcAft>
                <a:spcPct val="0"/>
              </a:spcAft>
              <a:defRPr/>
            </a:pPr>
            <a:r>
              <a:rPr lang="en-US" sz="2400" b="1">
                <a:solidFill>
                  <a:srgbClr val="000000"/>
                </a:solidFill>
                <a:latin typeface="Segoe UI" pitchFamily="34" charset="0"/>
                <a:ea typeface="Segoe UI" pitchFamily="34" charset="0"/>
                <a:cs typeface="Segoe UI" pitchFamily="34" charset="0"/>
              </a:rPr>
              <a:t>GPO</a:t>
            </a:r>
          </a:p>
          <a:p>
            <a:pPr marL="177800" lvl="0" indent="-177800" fontAlgn="base">
              <a:spcBef>
                <a:spcPct val="0"/>
              </a:spcBef>
              <a:spcAft>
                <a:spcPct val="0"/>
              </a:spcAft>
              <a:buClr>
                <a:srgbClr val="0070C0"/>
              </a:buClr>
              <a:buFontTx/>
              <a:buChar char="•"/>
            </a:pPr>
            <a:r>
              <a:rPr lang="en-US" sz="2000">
                <a:solidFill>
                  <a:srgbClr val="000000"/>
                </a:solidFill>
                <a:latin typeface="Segoe UI" pitchFamily="34" charset="0"/>
                <a:ea typeface="Segoe UI" pitchFamily="34" charset="0"/>
                <a:cs typeface="Segoe UI" pitchFamily="34" charset="0"/>
              </a:rPr>
              <a:t>Contains Group Policy settings</a:t>
            </a:r>
          </a:p>
          <a:p>
            <a:pPr marL="177800" lvl="0" indent="-177800" fontAlgn="base">
              <a:spcBef>
                <a:spcPct val="0"/>
              </a:spcBef>
              <a:spcAft>
                <a:spcPct val="0"/>
              </a:spcAft>
              <a:buClr>
                <a:srgbClr val="0070C0"/>
              </a:buClr>
              <a:buFontTx/>
              <a:buChar char="•"/>
            </a:pPr>
            <a:r>
              <a:rPr lang="en-US" sz="2000">
                <a:solidFill>
                  <a:srgbClr val="000000"/>
                </a:solidFill>
                <a:latin typeface="Segoe UI" pitchFamily="34" charset="0"/>
                <a:ea typeface="Segoe UI" pitchFamily="34" charset="0"/>
                <a:cs typeface="Segoe UI" pitchFamily="34" charset="0"/>
              </a:rPr>
              <a:t>Stores content in two locations</a:t>
            </a:r>
          </a:p>
          <a:p>
            <a:pPr lvl="0" fontAlgn="base">
              <a:spcBef>
                <a:spcPct val="0"/>
              </a:spcBef>
              <a:spcAft>
                <a:spcPct val="0"/>
              </a:spcAft>
              <a:defRPr/>
            </a:pPr>
            <a:endParaRPr lang="en-US" sz="2000" b="1">
              <a:solidFill>
                <a:srgbClr val="000000"/>
              </a:solidFill>
              <a:latin typeface="Segoe UI" pitchFamily="34" charset="0"/>
              <a:ea typeface="Segoe UI" pitchFamily="34" charset="0"/>
              <a:cs typeface="Segoe UI" pitchFamily="34" charset="0"/>
            </a:endParaRPr>
          </a:p>
          <a:p>
            <a:pPr lvl="0" fontAlgn="base">
              <a:spcBef>
                <a:spcPts val="600"/>
              </a:spcBef>
              <a:spcAft>
                <a:spcPct val="0"/>
              </a:spcAft>
            </a:pPr>
            <a:r>
              <a:rPr lang="en-US" sz="2400" b="1">
                <a:solidFill>
                  <a:srgbClr val="000000"/>
                </a:solidFill>
                <a:latin typeface="Segoe UI" pitchFamily="34" charset="0"/>
                <a:ea typeface="Segoe UI" pitchFamily="34" charset="0"/>
                <a:cs typeface="Segoe UI" pitchFamily="34" charset="0"/>
              </a:rPr>
              <a:t>Group Policy Container</a:t>
            </a:r>
          </a:p>
          <a:p>
            <a:pPr marL="177800" lvl="0" indent="-177800" fontAlgn="base">
              <a:spcBef>
                <a:spcPct val="0"/>
              </a:spcBef>
              <a:spcAft>
                <a:spcPct val="0"/>
              </a:spcAft>
              <a:buClr>
                <a:srgbClr val="0070C0"/>
              </a:buClr>
              <a:buFontTx/>
              <a:buChar char="•"/>
            </a:pPr>
            <a:r>
              <a:rPr lang="en-US" sz="2000">
                <a:solidFill>
                  <a:srgbClr val="000000"/>
                </a:solidFill>
                <a:latin typeface="Segoe UI" pitchFamily="34" charset="0"/>
                <a:ea typeface="Segoe UI" pitchFamily="34" charset="0"/>
                <a:cs typeface="Segoe UI" pitchFamily="34" charset="0"/>
              </a:rPr>
              <a:t>Stored in AD DS</a:t>
            </a:r>
          </a:p>
          <a:p>
            <a:pPr marL="177800" lvl="0" indent="-177800" fontAlgn="base">
              <a:spcBef>
                <a:spcPct val="0"/>
              </a:spcBef>
              <a:spcAft>
                <a:spcPct val="0"/>
              </a:spcAft>
              <a:buClr>
                <a:srgbClr val="0070C0"/>
              </a:buClr>
              <a:buFontTx/>
              <a:buChar char="•"/>
            </a:pPr>
            <a:r>
              <a:rPr lang="en-US" sz="2000">
                <a:solidFill>
                  <a:srgbClr val="000000"/>
                </a:solidFill>
                <a:latin typeface="Segoe UI" pitchFamily="34" charset="0"/>
                <a:ea typeface="Segoe UI" pitchFamily="34" charset="0"/>
                <a:cs typeface="Segoe UI" pitchFamily="34" charset="0"/>
              </a:rPr>
              <a:t>Provides version information</a:t>
            </a:r>
          </a:p>
          <a:p>
            <a:pPr lvl="0" fontAlgn="base">
              <a:spcBef>
                <a:spcPct val="0"/>
              </a:spcBef>
              <a:spcAft>
                <a:spcPct val="0"/>
              </a:spcAft>
              <a:defRPr/>
            </a:pPr>
            <a:endParaRPr lang="en-US" sz="2000" b="1">
              <a:solidFill>
                <a:srgbClr val="000000"/>
              </a:solidFill>
              <a:latin typeface="Segoe UI" pitchFamily="34" charset="0"/>
              <a:ea typeface="Segoe UI" pitchFamily="34" charset="0"/>
              <a:cs typeface="Segoe UI" pitchFamily="34" charset="0"/>
            </a:endParaRPr>
          </a:p>
          <a:p>
            <a:pPr lvl="0" fontAlgn="base">
              <a:spcBef>
                <a:spcPts val="600"/>
              </a:spcBef>
              <a:spcAft>
                <a:spcPct val="0"/>
              </a:spcAft>
              <a:defRPr/>
            </a:pPr>
            <a:r>
              <a:rPr lang="en-US" sz="2400" b="1">
                <a:solidFill>
                  <a:srgbClr val="000000"/>
                </a:solidFill>
                <a:latin typeface="Segoe UI" pitchFamily="34" charset="0"/>
                <a:ea typeface="Segoe UI" pitchFamily="34" charset="0"/>
                <a:cs typeface="Segoe UI" pitchFamily="34" charset="0"/>
              </a:rPr>
              <a:t>Group Policy Template</a:t>
            </a:r>
          </a:p>
          <a:p>
            <a:pPr marL="177800" lvl="0" indent="-177800" fontAlgn="base">
              <a:spcBef>
                <a:spcPct val="0"/>
              </a:spcBef>
              <a:spcAft>
                <a:spcPct val="0"/>
              </a:spcAft>
              <a:buClr>
                <a:srgbClr val="0070C0"/>
              </a:buClr>
              <a:buFontTx/>
              <a:buChar char="•"/>
            </a:pPr>
            <a:r>
              <a:rPr lang="en-US" sz="2000">
                <a:solidFill>
                  <a:srgbClr val="000000"/>
                </a:solidFill>
                <a:latin typeface="Segoe UI" pitchFamily="34" charset="0"/>
                <a:ea typeface="Segoe UI" pitchFamily="34" charset="0"/>
                <a:cs typeface="Segoe UI" pitchFamily="34" charset="0"/>
              </a:rPr>
              <a:t>Stored in shared SYSVOL folder </a:t>
            </a:r>
          </a:p>
          <a:p>
            <a:pPr marL="177800" lvl="0" indent="-177800" fontAlgn="base">
              <a:spcBef>
                <a:spcPct val="0"/>
              </a:spcBef>
              <a:spcAft>
                <a:spcPct val="0"/>
              </a:spcAft>
              <a:buClr>
                <a:srgbClr val="0070C0"/>
              </a:buClr>
              <a:buFontTx/>
              <a:buChar char="•"/>
            </a:pPr>
            <a:r>
              <a:rPr lang="en-US" sz="2000">
                <a:solidFill>
                  <a:srgbClr val="000000"/>
                </a:solidFill>
                <a:latin typeface="Segoe UI" pitchFamily="34" charset="0"/>
                <a:ea typeface="Segoe UI" pitchFamily="34" charset="0"/>
                <a:cs typeface="Segoe UI" pitchFamily="34" charset="0"/>
              </a:rPr>
              <a:t>Provides Group Policy settings</a:t>
            </a:r>
            <a:endParaRPr lang="en-US" sz="2000" dirty="0">
              <a:solidFill>
                <a:srgbClr val="000000"/>
              </a:solidFill>
              <a:latin typeface="Segoe UI" pitchFamily="34" charset="0"/>
              <a:ea typeface="Segoe UI" pitchFamily="34" charset="0"/>
              <a:cs typeface="Segoe UI" pitchFamily="34" charset="0"/>
            </a:endParaRPr>
          </a:p>
        </p:txBody>
      </p:sp>
      <p:grpSp>
        <p:nvGrpSpPr>
          <p:cNvPr id="7" name="Group 6" descr="Illustration of a Group Policy Object (GPO), a Group Policy container, and a Group Policy template."/>
          <p:cNvGrpSpPr/>
          <p:nvPr/>
        </p:nvGrpSpPr>
        <p:grpSpPr>
          <a:xfrm>
            <a:off x="701869" y="1750509"/>
            <a:ext cx="1775961" cy="4320980"/>
            <a:chOff x="701869" y="1750509"/>
            <a:chExt cx="1775961" cy="4320980"/>
          </a:xfrm>
        </p:grpSpPr>
        <p:grpSp>
          <p:nvGrpSpPr>
            <p:cNvPr id="8" name="Group 7"/>
            <p:cNvGrpSpPr/>
            <p:nvPr/>
          </p:nvGrpSpPr>
          <p:grpSpPr>
            <a:xfrm>
              <a:off x="729398" y="1750509"/>
              <a:ext cx="1568813" cy="1107558"/>
              <a:chOff x="4052355" y="944591"/>
              <a:chExt cx="1145356" cy="808604"/>
            </a:xfrm>
          </p:grpSpPr>
          <p:sp>
            <p:nvSpPr>
              <p:cNvPr id="23" name="Rounded Rectangle 22"/>
              <p:cNvSpPr/>
              <p:nvPr/>
            </p:nvSpPr>
            <p:spPr>
              <a:xfrm>
                <a:off x="4052355" y="1213270"/>
                <a:ext cx="1145356" cy="539925"/>
              </a:xfrm>
              <a:prstGeom prst="roundRect">
                <a:avLst/>
              </a:prstGeom>
              <a:ln>
                <a:solidFill>
                  <a:srgbClr val="0070C0"/>
                </a:solidFill>
              </a:ln>
            </p:spPr>
            <p:style>
              <a:lnRef idx="2">
                <a:schemeClr val="accent2"/>
              </a:lnRef>
              <a:fillRef idx="1">
                <a:schemeClr val="lt1"/>
              </a:fillRef>
              <a:effectRef idx="0">
                <a:schemeClr val="accent2"/>
              </a:effectRef>
              <a:fontRef idx="minor">
                <a:schemeClr val="dk1"/>
              </a:fontRef>
            </p:style>
            <p:txBody>
              <a:bodyPr rtlCol="0" anchor="ctr"/>
              <a:lstStyle/>
              <a:p>
                <a:pPr lvl="0" algn="ctr" fontAlgn="base">
                  <a:spcBef>
                    <a:spcPct val="0"/>
                  </a:spcBef>
                  <a:spcAft>
                    <a:spcPct val="0"/>
                  </a:spcAft>
                </a:pPr>
                <a:endParaRPr lang="en-CA" b="1">
                  <a:solidFill>
                    <a:srgbClr val="000000"/>
                  </a:solidFill>
                </a:endParaRPr>
              </a:p>
            </p:txBody>
          </p:sp>
          <p:pic>
            <p:nvPicPr>
              <p:cNvPr id="24" name="Picture 4" descr="C:\Courses\ENG\ID_Editor_Reference\LeX Graphics 7_2013\Document_writing.pn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730067" y="944591"/>
                <a:ext cx="418875" cy="700551"/>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C:\Courses\ENG\ID_Editor_Reference\LeX Graphics 7_2013\user_group.png"/>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166190" y="1006145"/>
                <a:ext cx="521777" cy="69227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 name="Group 8"/>
            <p:cNvGrpSpPr/>
            <p:nvPr/>
          </p:nvGrpSpPr>
          <p:grpSpPr>
            <a:xfrm>
              <a:off x="701869" y="3019293"/>
              <a:ext cx="1775961" cy="1372515"/>
              <a:chOff x="701869" y="3019293"/>
              <a:chExt cx="1775961" cy="1372515"/>
            </a:xfrm>
          </p:grpSpPr>
          <p:pic>
            <p:nvPicPr>
              <p:cNvPr id="17" name="Picture 1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01869" y="3126044"/>
                <a:ext cx="713750" cy="1265764"/>
              </a:xfrm>
              <a:prstGeom prst="rect">
                <a:avLst/>
              </a:prstGeom>
            </p:spPr>
          </p:pic>
          <p:pic>
            <p:nvPicPr>
              <p:cNvPr id="18" name="Picture 1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94454" y="3685749"/>
                <a:ext cx="655656" cy="702995"/>
              </a:xfrm>
              <a:prstGeom prst="rect">
                <a:avLst/>
              </a:prstGeom>
            </p:spPr>
          </p:pic>
          <p:grpSp>
            <p:nvGrpSpPr>
              <p:cNvPr id="19" name="Group 18"/>
              <p:cNvGrpSpPr/>
              <p:nvPr/>
            </p:nvGrpSpPr>
            <p:grpSpPr>
              <a:xfrm>
                <a:off x="1510691" y="3019293"/>
                <a:ext cx="967139" cy="682785"/>
                <a:chOff x="4052355" y="944591"/>
                <a:chExt cx="1145356" cy="808604"/>
              </a:xfrm>
            </p:grpSpPr>
            <p:sp>
              <p:nvSpPr>
                <p:cNvPr id="20" name="Rounded Rectangle 19"/>
                <p:cNvSpPr/>
                <p:nvPr/>
              </p:nvSpPr>
              <p:spPr>
                <a:xfrm>
                  <a:off x="4052355" y="1213270"/>
                  <a:ext cx="1145356" cy="539925"/>
                </a:xfrm>
                <a:prstGeom prst="roundRect">
                  <a:avLst/>
                </a:prstGeom>
                <a:ln>
                  <a:solidFill>
                    <a:srgbClr val="0070C0"/>
                  </a:solidFill>
                </a:ln>
              </p:spPr>
              <p:style>
                <a:lnRef idx="2">
                  <a:schemeClr val="accent2"/>
                </a:lnRef>
                <a:fillRef idx="1">
                  <a:schemeClr val="lt1"/>
                </a:fillRef>
                <a:effectRef idx="0">
                  <a:schemeClr val="accent2"/>
                </a:effectRef>
                <a:fontRef idx="minor">
                  <a:schemeClr val="dk1"/>
                </a:fontRef>
              </p:style>
              <p:txBody>
                <a:bodyPr rtlCol="0" anchor="ctr"/>
                <a:lstStyle/>
                <a:p>
                  <a:pPr lvl="0" algn="ctr" fontAlgn="base">
                    <a:spcBef>
                      <a:spcPct val="0"/>
                    </a:spcBef>
                    <a:spcAft>
                      <a:spcPct val="0"/>
                    </a:spcAft>
                  </a:pPr>
                  <a:endParaRPr lang="en-CA" b="1">
                    <a:solidFill>
                      <a:srgbClr val="000000"/>
                    </a:solidFill>
                  </a:endParaRPr>
                </a:p>
              </p:txBody>
            </p:sp>
            <p:pic>
              <p:nvPicPr>
                <p:cNvPr id="21" name="Picture 4" descr="C:\Courses\ENG\ID_Editor_Reference\LeX Graphics 7_2013\Document_writing.pn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730067" y="944591"/>
                  <a:ext cx="418875" cy="700551"/>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C:\Courses\ENG\ID_Editor_Reference\LeX Graphics 7_2013\user_group.png"/>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166190" y="1006145"/>
                  <a:ext cx="521777" cy="692277"/>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0" name="Group 9"/>
            <p:cNvGrpSpPr/>
            <p:nvPr/>
          </p:nvGrpSpPr>
          <p:grpSpPr>
            <a:xfrm>
              <a:off x="701869" y="4726169"/>
              <a:ext cx="1775961" cy="1345320"/>
              <a:chOff x="701869" y="4726169"/>
              <a:chExt cx="1775961" cy="1345320"/>
            </a:xfrm>
          </p:grpSpPr>
          <p:pic>
            <p:nvPicPr>
              <p:cNvPr id="11" name="Picture 1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01869" y="4805725"/>
                <a:ext cx="713750" cy="1265764"/>
              </a:xfrm>
              <a:prstGeom prst="rect">
                <a:avLst/>
              </a:prstGeom>
            </p:spPr>
          </p:pic>
          <p:pic>
            <p:nvPicPr>
              <p:cNvPr id="12" name="Picture 1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64939" y="5438607"/>
                <a:ext cx="642709" cy="632882"/>
              </a:xfrm>
              <a:prstGeom prst="rect">
                <a:avLst/>
              </a:prstGeom>
            </p:spPr>
          </p:pic>
          <p:grpSp>
            <p:nvGrpSpPr>
              <p:cNvPr id="13" name="Group 12"/>
              <p:cNvGrpSpPr/>
              <p:nvPr/>
            </p:nvGrpSpPr>
            <p:grpSpPr>
              <a:xfrm>
                <a:off x="1510691" y="4726169"/>
                <a:ext cx="967139" cy="682785"/>
                <a:chOff x="4052355" y="944591"/>
                <a:chExt cx="1145356" cy="808604"/>
              </a:xfrm>
            </p:grpSpPr>
            <p:sp>
              <p:nvSpPr>
                <p:cNvPr id="14" name="Rounded Rectangle 13"/>
                <p:cNvSpPr/>
                <p:nvPr/>
              </p:nvSpPr>
              <p:spPr>
                <a:xfrm>
                  <a:off x="4052355" y="1213270"/>
                  <a:ext cx="1145356" cy="539925"/>
                </a:xfrm>
                <a:prstGeom prst="roundRect">
                  <a:avLst/>
                </a:prstGeom>
                <a:ln>
                  <a:solidFill>
                    <a:srgbClr val="0070C0"/>
                  </a:solidFill>
                </a:ln>
              </p:spPr>
              <p:style>
                <a:lnRef idx="2">
                  <a:schemeClr val="accent2"/>
                </a:lnRef>
                <a:fillRef idx="1">
                  <a:schemeClr val="lt1"/>
                </a:fillRef>
                <a:effectRef idx="0">
                  <a:schemeClr val="accent2"/>
                </a:effectRef>
                <a:fontRef idx="minor">
                  <a:schemeClr val="dk1"/>
                </a:fontRef>
              </p:style>
              <p:txBody>
                <a:bodyPr rtlCol="0" anchor="ctr"/>
                <a:lstStyle/>
                <a:p>
                  <a:pPr lvl="0" algn="ctr" fontAlgn="base">
                    <a:spcBef>
                      <a:spcPct val="0"/>
                    </a:spcBef>
                    <a:spcAft>
                      <a:spcPct val="0"/>
                    </a:spcAft>
                  </a:pPr>
                  <a:endParaRPr lang="en-CA" b="1">
                    <a:solidFill>
                      <a:srgbClr val="000000"/>
                    </a:solidFill>
                  </a:endParaRPr>
                </a:p>
              </p:txBody>
            </p:sp>
            <p:pic>
              <p:nvPicPr>
                <p:cNvPr id="15" name="Picture 4" descr="C:\Courses\ENG\ID_Editor_Reference\LeX Graphics 7_2013\Document_writing.pn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730067" y="944591"/>
                  <a:ext cx="418875" cy="700551"/>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C:\Courses\ENG\ID_Editor_Reference\LeX Graphics 7_2013\user_group.png"/>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166190" y="1006145"/>
                  <a:ext cx="521777" cy="692277"/>
                </a:xfrm>
                <a:prstGeom prst="rect">
                  <a:avLst/>
                </a:prstGeom>
                <a:noFill/>
                <a:extLst>
                  <a:ext uri="{909E8E84-426E-40DD-AFC4-6F175D3DCCD1}">
                    <a14:hiddenFill xmlns:a14="http://schemas.microsoft.com/office/drawing/2010/main">
                      <a:solidFill>
                        <a:srgbClr val="FFFFFF"/>
                      </a:solidFill>
                    </a14:hiddenFill>
                  </a:ext>
                </a:extLst>
              </p:spPr>
            </p:pic>
          </p:grpSp>
        </p:grpSp>
      </p:grpSp>
    </p:spTree>
    <p:extLst>
      <p:ext uri="{BB962C8B-B14F-4D97-AF65-F5344CB8AC3E}">
        <p14:creationId xmlns:p14="http://schemas.microsoft.com/office/powerpoint/2010/main" val="2686555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What Are Group Policy Preferences?</a:t>
            </a:r>
            <a:endParaRPr lang="en-CA"/>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spcBef>
                <a:spcPts val="800"/>
              </a:spcBef>
              <a:spcAft>
                <a:spcPts val="0"/>
              </a:spcAft>
              <a:buClr>
                <a:srgbClr val="006699"/>
              </a:buClr>
              <a:buNone/>
            </a:pPr>
            <a:r>
              <a:rPr lang="en-US" sz="2600" kern="0">
                <a:solidFill>
                  <a:srgbClr val="000000"/>
                </a:solidFill>
              </a:rPr>
              <a:t>Use Group Policy preferences to:</a:t>
            </a:r>
          </a:p>
          <a:p>
            <a:pPr marL="457201" lvl="1" indent="-173038">
              <a:spcBef>
                <a:spcPts val="800"/>
              </a:spcBef>
              <a:spcAft>
                <a:spcPts val="0"/>
              </a:spcAft>
              <a:buClr>
                <a:srgbClr val="006699"/>
              </a:buClr>
              <a:buFontTx/>
              <a:buChar char="•"/>
            </a:pPr>
            <a:r>
              <a:rPr lang="en-US" sz="2000" kern="0">
                <a:solidFill>
                  <a:srgbClr val="000000"/>
                </a:solidFill>
              </a:rPr>
              <a:t>Configure, deploy, and manage operating system and application settings that are not manageable by using Group Policy</a:t>
            </a:r>
          </a:p>
          <a:p>
            <a:pPr marL="1025525" lvl="2">
              <a:spcBef>
                <a:spcPts val="800"/>
              </a:spcBef>
              <a:spcAft>
                <a:spcPts val="0"/>
              </a:spcAft>
              <a:buClr>
                <a:srgbClr val="006699"/>
              </a:buClr>
              <a:buSzPct val="90000"/>
              <a:buFontTx/>
              <a:buChar char="•"/>
            </a:pPr>
            <a:r>
              <a:rPr lang="en-CA" kern="0">
                <a:solidFill>
                  <a:srgbClr val="000000"/>
                </a:solidFill>
              </a:rPr>
              <a:t>Apply once at startup or sign in, optionally refresh at intervals</a:t>
            </a:r>
          </a:p>
          <a:p>
            <a:pPr marL="1025525" lvl="2">
              <a:spcBef>
                <a:spcPts val="800"/>
              </a:spcBef>
              <a:spcAft>
                <a:spcPts val="0"/>
              </a:spcAft>
              <a:buClr>
                <a:srgbClr val="006699"/>
              </a:buClr>
              <a:buSzPct val="90000"/>
              <a:buFontTx/>
              <a:buChar char="•"/>
            </a:pPr>
            <a:r>
              <a:rPr lang="en-CA" kern="0">
                <a:solidFill>
                  <a:srgbClr val="000000"/>
                </a:solidFill>
              </a:rPr>
              <a:t>Target to users or computers</a:t>
            </a:r>
          </a:p>
          <a:p>
            <a:pPr marL="457201" lvl="1" indent="-173038">
              <a:spcBef>
                <a:spcPts val="800"/>
              </a:spcBef>
              <a:spcAft>
                <a:spcPts val="0"/>
              </a:spcAft>
              <a:buClr>
                <a:srgbClr val="006699"/>
              </a:buClr>
              <a:buFontTx/>
              <a:buChar char="•"/>
            </a:pPr>
            <a:r>
              <a:rPr lang="en-US" sz="2000" kern="0">
                <a:solidFill>
                  <a:srgbClr val="000000"/>
                </a:solidFill>
              </a:rPr>
              <a:t>Expand the range of configurable settings within a GPO </a:t>
            </a:r>
          </a:p>
          <a:p>
            <a:pPr marL="0" lvl="0" indent="0">
              <a:spcBef>
                <a:spcPts val="800"/>
              </a:spcBef>
              <a:spcAft>
                <a:spcPts val="0"/>
              </a:spcAft>
              <a:buNone/>
            </a:pPr>
            <a:r>
              <a:rPr lang="en-US" sz="2600" kern="0">
                <a:solidFill>
                  <a:srgbClr val="000000"/>
                </a:solidFill>
              </a:rPr>
              <a:t>Group Policy preferences:</a:t>
            </a:r>
          </a:p>
          <a:p>
            <a:pPr marL="457201" lvl="1" indent="-173038">
              <a:spcBef>
                <a:spcPts val="800"/>
              </a:spcBef>
              <a:spcAft>
                <a:spcPts val="0"/>
              </a:spcAft>
              <a:buClr>
                <a:srgbClr val="006699"/>
              </a:buClr>
              <a:buFontTx/>
              <a:buChar char="•"/>
            </a:pPr>
            <a:r>
              <a:rPr lang="en-US" sz="2000" kern="0">
                <a:solidFill>
                  <a:srgbClr val="000000"/>
                </a:solidFill>
              </a:rPr>
              <a:t>Are not enforced</a:t>
            </a:r>
          </a:p>
          <a:p>
            <a:pPr marL="457201" lvl="1" indent="-173038">
              <a:spcBef>
                <a:spcPts val="200"/>
              </a:spcBef>
              <a:spcAft>
                <a:spcPts val="0"/>
              </a:spcAft>
              <a:buClr>
                <a:srgbClr val="006699"/>
              </a:buClr>
              <a:buFontTx/>
              <a:buChar char="•"/>
            </a:pPr>
            <a:r>
              <a:rPr lang="en-CA" sz="2000" kern="0">
                <a:solidFill>
                  <a:srgbClr val="000000"/>
                </a:solidFill>
              </a:rPr>
              <a:t>Are not removed when the GPO no longer applies</a:t>
            </a:r>
          </a:p>
          <a:p>
            <a:pPr marL="457201" lvl="1" indent="-173038">
              <a:spcBef>
                <a:spcPts val="200"/>
              </a:spcBef>
              <a:spcAft>
                <a:spcPts val="0"/>
              </a:spcAft>
              <a:buClr>
                <a:srgbClr val="006699"/>
              </a:buClr>
              <a:buFontTx/>
              <a:buChar char="•"/>
            </a:pPr>
            <a:r>
              <a:rPr lang="en-CA" sz="2000" kern="0">
                <a:solidFill>
                  <a:srgbClr val="000000"/>
                </a:solidFill>
              </a:rPr>
              <a:t>Do not disable the interface of the setting; users can change</a:t>
            </a:r>
            <a:br>
              <a:rPr lang="en-CA" sz="2000" kern="0">
                <a:solidFill>
                  <a:srgbClr val="000000"/>
                </a:solidFill>
              </a:rPr>
            </a:br>
            <a:r>
              <a:rPr lang="en-CA" sz="2000" kern="0">
                <a:solidFill>
                  <a:srgbClr val="000000"/>
                </a:solidFill>
              </a:rPr>
              <a:t>the setting</a:t>
            </a:r>
          </a:p>
          <a:p>
            <a:pPr marL="457201" lvl="1" indent="-173038">
              <a:spcBef>
                <a:spcPts val="200"/>
              </a:spcBef>
              <a:spcAft>
                <a:spcPts val="0"/>
              </a:spcAft>
              <a:buClr>
                <a:srgbClr val="006699"/>
              </a:buClr>
              <a:buFontTx/>
              <a:buChar char="•"/>
            </a:pPr>
            <a:r>
              <a:rPr lang="en-CA" sz="2000" kern="0">
                <a:solidFill>
                  <a:srgbClr val="000000"/>
                </a:solidFill>
              </a:rPr>
              <a:t>Cannot be used in local group polices</a:t>
            </a:r>
          </a:p>
          <a:p>
            <a:pPr lvl="0"/>
            <a:endParaRPr lang="en-CA" sz="3200" kern="0" dirty="0">
              <a:solidFill>
                <a:srgbClr val="000000"/>
              </a:solidFill>
            </a:endParaRPr>
          </a:p>
        </p:txBody>
      </p:sp>
    </p:spTree>
    <p:extLst>
      <p:ext uri="{BB962C8B-B14F-4D97-AF65-F5344CB8AC3E}">
        <p14:creationId xmlns:p14="http://schemas.microsoft.com/office/powerpoint/2010/main" val="4158739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What Are Starter GPOs?</a:t>
            </a:r>
            <a:endParaRPr lang="en-CA"/>
          </a:p>
        </p:txBody>
      </p:sp>
      <p:sp>
        <p:nvSpPr>
          <p:cNvPr id="4" name="Rounded Rectangle 812098"/>
          <p:cNvSpPr>
            <a:spLocks noChangeArrowheads="1"/>
          </p:cNvSpPr>
          <p:nvPr/>
        </p:nvSpPr>
        <p:spPr bwMode="auto">
          <a:xfrm>
            <a:off x="241300" y="1069461"/>
            <a:ext cx="8623300" cy="2351088"/>
          </a:xfrm>
          <a:prstGeom prst="roundRect">
            <a:avLst>
              <a:gd name="adj" fmla="val 4167"/>
            </a:avLst>
          </a:prstGeom>
          <a:noFill/>
          <a:ln w="9525" algn="ctr">
            <a:noFill/>
            <a:round/>
            <a:headEnd/>
            <a:tailEnd/>
          </a:ln>
        </p:spPr>
        <p:txBody>
          <a:bodyPr/>
          <a:lstStyle/>
          <a:p>
            <a:pPr lvl="0" fontAlgn="base">
              <a:lnSpc>
                <a:spcPct val="90000"/>
              </a:lnSpc>
              <a:spcBef>
                <a:spcPct val="40000"/>
              </a:spcBef>
              <a:spcAft>
                <a:spcPct val="0"/>
              </a:spcAft>
            </a:pPr>
            <a:r>
              <a:rPr lang="en-US" sz="2800">
                <a:solidFill>
                  <a:srgbClr val="000000"/>
                </a:solidFill>
                <a:latin typeface="Segoe UI" pitchFamily="34" charset="0"/>
                <a:ea typeface="Segoe UI" pitchFamily="34" charset="0"/>
                <a:cs typeface="Segoe UI" pitchFamily="34" charset="0"/>
              </a:rPr>
              <a:t>A starter GPO:</a:t>
            </a:r>
          </a:p>
          <a:p>
            <a:pPr lvl="0" fontAlgn="base">
              <a:spcBef>
                <a:spcPct val="0"/>
              </a:spcBef>
              <a:spcAft>
                <a:spcPct val="0"/>
              </a:spcAft>
              <a:buClr>
                <a:srgbClr val="006699"/>
              </a:buClr>
              <a:buSzPct val="90000"/>
            </a:pPr>
            <a:endParaRPr lang="en-US" sz="2800" dirty="0">
              <a:solidFill>
                <a:srgbClr val="000000"/>
              </a:solidFill>
              <a:latin typeface="Segoe UI" pitchFamily="34" charset="0"/>
              <a:ea typeface="Segoe UI" pitchFamily="34" charset="0"/>
              <a:cs typeface="Segoe UI" pitchFamily="34" charset="0"/>
            </a:endParaRPr>
          </a:p>
        </p:txBody>
      </p:sp>
      <p:sp>
        <p:nvSpPr>
          <p:cNvPr id="5" name="Rounded Rectangle 844804"/>
          <p:cNvSpPr>
            <a:spLocks noChangeArrowheads="1"/>
          </p:cNvSpPr>
          <p:nvPr/>
        </p:nvSpPr>
        <p:spPr bwMode="auto">
          <a:xfrm>
            <a:off x="400050" y="1694479"/>
            <a:ext cx="8305800" cy="1646238"/>
          </a:xfrm>
          <a:prstGeom prst="roundRect">
            <a:avLst>
              <a:gd name="adj" fmla="val 4167"/>
            </a:avLst>
          </a:prstGeom>
          <a:noFill/>
          <a:ln w="9525" algn="ctr">
            <a:noFill/>
            <a:round/>
            <a:headEnd/>
            <a:tailEnd/>
          </a:ln>
        </p:spPr>
        <p:txBody>
          <a:bodyPr wrap="square" anchor="ctr"/>
          <a:lstStyle/>
          <a:p>
            <a:pPr marL="228600" lvl="0" indent="-228600" eaLnBrk="0" fontAlgn="base" hangingPunct="0">
              <a:lnSpc>
                <a:spcPct val="90000"/>
              </a:lnSpc>
              <a:spcBef>
                <a:spcPct val="40000"/>
              </a:spcBef>
              <a:spcAft>
                <a:spcPct val="0"/>
              </a:spcAft>
              <a:buClr>
                <a:srgbClr val="006699"/>
              </a:buClr>
              <a:buFontTx/>
              <a:buChar char="•"/>
            </a:pPr>
            <a:r>
              <a:rPr lang="en-US" sz="2400">
                <a:solidFill>
                  <a:srgbClr val="000000"/>
                </a:solidFill>
                <a:latin typeface="Segoe UI" pitchFamily="34" charset="0"/>
                <a:ea typeface="Segoe UI" pitchFamily="34" charset="0"/>
                <a:cs typeface="Segoe UI" pitchFamily="34" charset="0"/>
              </a:rPr>
              <a:t>Has preconfigured administrative template settings upon which new GPOs can be based</a:t>
            </a:r>
          </a:p>
          <a:p>
            <a:pPr marL="228600" lvl="0" indent="-228600" eaLnBrk="0" fontAlgn="base" hangingPunct="0">
              <a:lnSpc>
                <a:spcPct val="90000"/>
              </a:lnSpc>
              <a:spcBef>
                <a:spcPct val="40000"/>
              </a:spcBef>
              <a:spcAft>
                <a:spcPct val="0"/>
              </a:spcAft>
              <a:buClr>
                <a:srgbClr val="006699"/>
              </a:buClr>
              <a:buFontTx/>
              <a:buChar char="•"/>
            </a:pPr>
            <a:r>
              <a:rPr lang="en-US" sz="2400">
                <a:solidFill>
                  <a:srgbClr val="000000"/>
                </a:solidFill>
                <a:latin typeface="Segoe UI" pitchFamily="34" charset="0"/>
                <a:ea typeface="Segoe UI" pitchFamily="34" charset="0"/>
                <a:cs typeface="Segoe UI" pitchFamily="34" charset="0"/>
              </a:rPr>
              <a:t>Can be exported to .cab files</a:t>
            </a:r>
          </a:p>
          <a:p>
            <a:pPr marL="228600" lvl="0" indent="-228600" eaLnBrk="0" fontAlgn="base" hangingPunct="0">
              <a:lnSpc>
                <a:spcPct val="90000"/>
              </a:lnSpc>
              <a:spcBef>
                <a:spcPct val="40000"/>
              </a:spcBef>
              <a:spcAft>
                <a:spcPct val="0"/>
              </a:spcAft>
              <a:buClr>
                <a:srgbClr val="006699"/>
              </a:buClr>
              <a:buFontTx/>
              <a:buChar char="•"/>
            </a:pPr>
            <a:r>
              <a:rPr lang="en-US" sz="2400">
                <a:solidFill>
                  <a:srgbClr val="000000"/>
                </a:solidFill>
                <a:latin typeface="Segoe UI" pitchFamily="34" charset="0"/>
                <a:ea typeface="Segoe UI" pitchFamily="34" charset="0"/>
                <a:cs typeface="Segoe UI" pitchFamily="34" charset="0"/>
              </a:rPr>
              <a:t>Can be imported into other areas of the enterprise</a:t>
            </a:r>
            <a:endParaRPr lang="en-US" sz="2400" dirty="0">
              <a:solidFill>
                <a:srgbClr val="000000"/>
              </a:solidFill>
              <a:latin typeface="Segoe UI" pitchFamily="34" charset="0"/>
              <a:ea typeface="Segoe UI" pitchFamily="34" charset="0"/>
              <a:cs typeface="Segoe UI" pitchFamily="34" charset="0"/>
            </a:endParaRPr>
          </a:p>
        </p:txBody>
      </p:sp>
      <p:grpSp>
        <p:nvGrpSpPr>
          <p:cNvPr id="6" name="Group 5" descr="Illustration showing a starter GPO exporting to a cabinet (.cab) file, and then being imported into the Group Policy Management Console (GPMC)."/>
          <p:cNvGrpSpPr/>
          <p:nvPr/>
        </p:nvGrpSpPr>
        <p:grpSpPr>
          <a:xfrm>
            <a:off x="565650" y="3803091"/>
            <a:ext cx="8180154" cy="1951982"/>
            <a:chOff x="565650" y="3803091"/>
            <a:chExt cx="8180154" cy="1951982"/>
          </a:xfrm>
        </p:grpSpPr>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73688" y="4045760"/>
              <a:ext cx="692846" cy="1158042"/>
            </a:xfrm>
            <a:prstGeom prst="rect">
              <a:avLst/>
            </a:prstGeom>
          </p:spPr>
        </p:pic>
        <p:sp>
          <p:nvSpPr>
            <p:cNvPr id="8" name="Rectangle 7"/>
            <p:cNvSpPr/>
            <p:nvPr/>
          </p:nvSpPr>
          <p:spPr>
            <a:xfrm>
              <a:off x="3981061" y="5214325"/>
              <a:ext cx="1278101" cy="370929"/>
            </a:xfrm>
            <a:prstGeom prst="rect">
              <a:avLst/>
            </a:prstGeom>
            <a:noFill/>
            <a:ln w="9525">
              <a:noFill/>
              <a:round/>
              <a:headEnd/>
              <a:tailEnd/>
            </a:ln>
            <a:effectLst/>
          </p:spPr>
          <p:txBody>
            <a:bodyPr wrap="none" anchor="ctr"/>
            <a:lstStyle/>
            <a:p>
              <a:pPr lvl="0" algn="ctr" fontAlgn="base">
                <a:spcBef>
                  <a:spcPct val="0"/>
                </a:spcBef>
                <a:spcAft>
                  <a:spcPct val="0"/>
                </a:spcAft>
              </a:pPr>
              <a:r>
                <a:rPr lang="en-US" sz="2000" b="1">
                  <a:solidFill>
                    <a:srgbClr val="000000"/>
                  </a:solidFill>
                  <a:latin typeface="Segoe UI" pitchFamily="34" charset="0"/>
                  <a:ea typeface="Segoe UI" pitchFamily="34" charset="0"/>
                  <a:cs typeface="Segoe UI" pitchFamily="34" charset="0"/>
                </a:rPr>
                <a:t>.cab file</a:t>
              </a:r>
              <a:endParaRPr lang="en-GB" sz="2000" b="1" dirty="0">
                <a:solidFill>
                  <a:srgbClr val="000000"/>
                </a:solidFill>
                <a:latin typeface="Segoe UI" pitchFamily="34" charset="0"/>
                <a:ea typeface="Segoe UI" pitchFamily="34" charset="0"/>
                <a:cs typeface="Segoe UI" pitchFamily="34" charset="0"/>
              </a:endParaRPr>
            </a:p>
          </p:txBody>
        </p:sp>
        <p:grpSp>
          <p:nvGrpSpPr>
            <p:cNvPr id="9" name="Group 8"/>
            <p:cNvGrpSpPr/>
            <p:nvPr/>
          </p:nvGrpSpPr>
          <p:grpSpPr>
            <a:xfrm>
              <a:off x="1848580" y="3935784"/>
              <a:ext cx="2244725" cy="1530895"/>
              <a:chOff x="1934048" y="4189145"/>
              <a:chExt cx="2244725" cy="1530895"/>
            </a:xfrm>
          </p:grpSpPr>
          <p:sp>
            <p:nvSpPr>
              <p:cNvPr id="21" name="Line 6"/>
              <p:cNvSpPr>
                <a:spLocks noChangeShapeType="1"/>
              </p:cNvSpPr>
              <p:nvPr/>
            </p:nvSpPr>
            <p:spPr bwMode="auto">
              <a:xfrm>
                <a:off x="2305050" y="5295275"/>
                <a:ext cx="933450" cy="0"/>
              </a:xfrm>
              <a:prstGeom prst="line">
                <a:avLst/>
              </a:prstGeom>
              <a:noFill/>
              <a:ln w="9525">
                <a:noFill/>
                <a:round/>
                <a:headEnd/>
                <a:tailEnd type="triangle" w="med" len="med"/>
              </a:ln>
              <a:effectLst>
                <a:outerShdw dist="35921" dir="2700000" algn="ctr" rotWithShape="0">
                  <a:srgbClr val="AFAFAF"/>
                </a:outerShdw>
              </a:effectLst>
            </p:spPr>
            <p:txBody>
              <a:bodyPr lIns="182880" rIns="182880" anchor="ctr"/>
              <a:lstStyle/>
              <a:p>
                <a:pPr lvl="0" fontAlgn="base">
                  <a:spcBef>
                    <a:spcPct val="0"/>
                  </a:spcBef>
                  <a:spcAft>
                    <a:spcPct val="0"/>
                  </a:spcAft>
                  <a:defRPr/>
                </a:pPr>
                <a:endParaRPr lang="en-US" sz="2400" dirty="0">
                  <a:solidFill>
                    <a:srgbClr val="000000"/>
                  </a:solidFill>
                  <a:latin typeface="Segoe UI" pitchFamily="34" charset="0"/>
                  <a:ea typeface="Segoe UI" pitchFamily="34" charset="0"/>
                  <a:cs typeface="Segoe UI" pitchFamily="34" charset="0"/>
                </a:endParaRPr>
              </a:p>
            </p:txBody>
          </p:sp>
          <p:sp>
            <p:nvSpPr>
              <p:cNvPr id="22" name="Right Arrow 21"/>
              <p:cNvSpPr/>
              <p:nvPr/>
            </p:nvSpPr>
            <p:spPr bwMode="auto">
              <a:xfrm>
                <a:off x="2103686" y="4189145"/>
                <a:ext cx="1951517" cy="1530895"/>
              </a:xfrm>
              <a:prstGeom prst="rightArrow">
                <a:avLst/>
              </a:prstGeom>
              <a:solidFill>
                <a:schemeClr val="accent2"/>
              </a:solidFill>
              <a:ln w="9525" cap="flat" cmpd="sng" algn="ctr">
                <a:no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p>
                <a:pPr lvl="0" algn="ctr" eaLnBrk="0" fontAlgn="base" hangingPunct="0">
                  <a:spcBef>
                    <a:spcPct val="0"/>
                  </a:spcBef>
                  <a:spcAft>
                    <a:spcPct val="0"/>
                  </a:spcAft>
                </a:pPr>
                <a:endParaRPr lang="en-US" sz="2400">
                  <a:solidFill>
                    <a:srgbClr val="000000"/>
                  </a:solidFill>
                  <a:latin typeface="Segoe UI" pitchFamily="34" charset="0"/>
                  <a:ea typeface="Segoe UI" pitchFamily="34" charset="0"/>
                  <a:cs typeface="Segoe UI" pitchFamily="34" charset="0"/>
                </a:endParaRPr>
              </a:p>
            </p:txBody>
          </p:sp>
          <p:sp>
            <p:nvSpPr>
              <p:cNvPr id="23" name="AutoShape 18"/>
              <p:cNvSpPr>
                <a:spLocks noChangeArrowheads="1"/>
              </p:cNvSpPr>
              <p:nvPr/>
            </p:nvSpPr>
            <p:spPr bwMode="auto">
              <a:xfrm>
                <a:off x="1934048" y="4607544"/>
                <a:ext cx="2244725" cy="700088"/>
              </a:xfrm>
              <a:prstGeom prst="roundRect">
                <a:avLst>
                  <a:gd name="adj" fmla="val 10921"/>
                </a:avLst>
              </a:prstGeom>
              <a:noFill/>
              <a:ln w="9525">
                <a:noFill/>
                <a:round/>
                <a:headEnd/>
                <a:tailEnd/>
              </a:ln>
              <a:effectLst/>
            </p:spPr>
            <p:txBody>
              <a:bodyPr wrap="none" anchor="ctr"/>
              <a:lstStyle/>
              <a:p>
                <a:pPr lvl="0" algn="ctr" fontAlgn="base">
                  <a:spcBef>
                    <a:spcPct val="0"/>
                  </a:spcBef>
                  <a:spcAft>
                    <a:spcPct val="0"/>
                  </a:spcAft>
                  <a:defRPr/>
                </a:pPr>
                <a:r>
                  <a:rPr lang="en-US" sz="2000" b="1">
                    <a:solidFill>
                      <a:srgbClr val="000000"/>
                    </a:solidFill>
                    <a:latin typeface="Segoe UI" pitchFamily="34" charset="0"/>
                    <a:ea typeface="Segoe UI" pitchFamily="34" charset="0"/>
                    <a:cs typeface="Segoe UI" pitchFamily="34" charset="0"/>
                  </a:rPr>
                  <a:t>Exported to a </a:t>
                </a:r>
                <a:br>
                  <a:rPr lang="en-US" sz="2000" b="1">
                    <a:solidFill>
                      <a:srgbClr val="000000"/>
                    </a:solidFill>
                    <a:latin typeface="Segoe UI" pitchFamily="34" charset="0"/>
                    <a:ea typeface="Segoe UI" pitchFamily="34" charset="0"/>
                    <a:cs typeface="Segoe UI" pitchFamily="34" charset="0"/>
                  </a:rPr>
                </a:br>
                <a:r>
                  <a:rPr lang="en-US" sz="2000" b="1">
                    <a:solidFill>
                      <a:srgbClr val="000000"/>
                    </a:solidFill>
                    <a:latin typeface="Segoe UI" pitchFamily="34" charset="0"/>
                    <a:ea typeface="Segoe UI" pitchFamily="34" charset="0"/>
                    <a:cs typeface="Segoe UI" pitchFamily="34" charset="0"/>
                  </a:rPr>
                  <a:t>.cab file</a:t>
                </a:r>
                <a:endParaRPr lang="en-US" sz="2000" b="1" dirty="0">
                  <a:solidFill>
                    <a:srgbClr val="000000"/>
                  </a:solidFill>
                  <a:latin typeface="Segoe UI" pitchFamily="34" charset="0"/>
                  <a:ea typeface="Segoe UI" pitchFamily="34" charset="0"/>
                  <a:cs typeface="Segoe UI" pitchFamily="34" charset="0"/>
                </a:endParaRPr>
              </a:p>
            </p:txBody>
          </p:sp>
        </p:grpSp>
        <p:grpSp>
          <p:nvGrpSpPr>
            <p:cNvPr id="10" name="Group 9"/>
            <p:cNvGrpSpPr/>
            <p:nvPr/>
          </p:nvGrpSpPr>
          <p:grpSpPr>
            <a:xfrm>
              <a:off x="5163666" y="3954052"/>
              <a:ext cx="2244725" cy="1530895"/>
              <a:chOff x="6461125" y="4954592"/>
              <a:chExt cx="2244725" cy="1530895"/>
            </a:xfrm>
          </p:grpSpPr>
          <p:sp>
            <p:nvSpPr>
              <p:cNvPr id="19" name="Right Arrow 18"/>
              <p:cNvSpPr/>
              <p:nvPr/>
            </p:nvSpPr>
            <p:spPr bwMode="auto">
              <a:xfrm>
                <a:off x="6630763" y="4954592"/>
                <a:ext cx="1951517" cy="1530895"/>
              </a:xfrm>
              <a:prstGeom prst="rightArrow">
                <a:avLst/>
              </a:prstGeom>
              <a:solidFill>
                <a:schemeClr val="accent2"/>
              </a:solidFill>
              <a:ln w="9525" cap="flat" cmpd="sng" algn="ctr">
                <a:no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p>
                <a:pPr lvl="0" algn="ctr" eaLnBrk="0" fontAlgn="base" hangingPunct="0">
                  <a:spcBef>
                    <a:spcPct val="0"/>
                  </a:spcBef>
                  <a:spcAft>
                    <a:spcPct val="0"/>
                  </a:spcAft>
                </a:pPr>
                <a:endParaRPr lang="en-US" sz="2400">
                  <a:solidFill>
                    <a:srgbClr val="000000"/>
                  </a:solidFill>
                  <a:latin typeface="Segoe UI" pitchFamily="34" charset="0"/>
                  <a:ea typeface="Segoe UI" pitchFamily="34" charset="0"/>
                  <a:cs typeface="Segoe UI" pitchFamily="34" charset="0"/>
                </a:endParaRPr>
              </a:p>
            </p:txBody>
          </p:sp>
          <p:sp>
            <p:nvSpPr>
              <p:cNvPr id="20" name="AutoShape 18"/>
              <p:cNvSpPr>
                <a:spLocks noChangeArrowheads="1"/>
              </p:cNvSpPr>
              <p:nvPr/>
            </p:nvSpPr>
            <p:spPr bwMode="auto">
              <a:xfrm>
                <a:off x="6461125" y="5372991"/>
                <a:ext cx="2244725" cy="700088"/>
              </a:xfrm>
              <a:prstGeom prst="roundRect">
                <a:avLst>
                  <a:gd name="adj" fmla="val 10921"/>
                </a:avLst>
              </a:prstGeom>
              <a:noFill/>
              <a:ln w="9525">
                <a:noFill/>
                <a:round/>
                <a:headEnd/>
                <a:tailEnd/>
              </a:ln>
              <a:effectLst/>
            </p:spPr>
            <p:txBody>
              <a:bodyPr wrap="none" anchor="ctr"/>
              <a:lstStyle/>
              <a:p>
                <a:pPr lvl="0" algn="ctr" fontAlgn="base">
                  <a:spcBef>
                    <a:spcPct val="0"/>
                  </a:spcBef>
                  <a:spcAft>
                    <a:spcPct val="0"/>
                  </a:spcAft>
                  <a:defRPr/>
                </a:pPr>
                <a:r>
                  <a:rPr lang="en-US" sz="2000" b="1">
                    <a:solidFill>
                      <a:srgbClr val="000000"/>
                    </a:solidFill>
                    <a:latin typeface="Segoe UI" pitchFamily="34" charset="0"/>
                    <a:ea typeface="Segoe UI" pitchFamily="34" charset="0"/>
                    <a:cs typeface="Segoe UI" pitchFamily="34" charset="0"/>
                  </a:rPr>
                  <a:t>Imported to</a:t>
                </a:r>
                <a:br>
                  <a:rPr lang="en-US" sz="2000" b="1">
                    <a:solidFill>
                      <a:srgbClr val="000000"/>
                    </a:solidFill>
                    <a:latin typeface="Segoe UI" pitchFamily="34" charset="0"/>
                    <a:ea typeface="Segoe UI" pitchFamily="34" charset="0"/>
                    <a:cs typeface="Segoe UI" pitchFamily="34" charset="0"/>
                  </a:rPr>
                </a:br>
                <a:r>
                  <a:rPr lang="en-US" sz="2000" b="1">
                    <a:solidFill>
                      <a:srgbClr val="000000"/>
                    </a:solidFill>
                    <a:latin typeface="Segoe UI" pitchFamily="34" charset="0"/>
                    <a:ea typeface="Segoe UI" pitchFamily="34" charset="0"/>
                    <a:cs typeface="Segoe UI" pitchFamily="34" charset="0"/>
                  </a:rPr>
                  <a:t>GPMC</a:t>
                </a:r>
                <a:endParaRPr lang="en-US" sz="2000" b="1" dirty="0">
                  <a:solidFill>
                    <a:srgbClr val="000000"/>
                  </a:solidFill>
                  <a:latin typeface="Segoe UI" pitchFamily="34" charset="0"/>
                  <a:ea typeface="Segoe UI" pitchFamily="34" charset="0"/>
                  <a:cs typeface="Segoe UI" pitchFamily="34" charset="0"/>
                </a:endParaRPr>
              </a:p>
            </p:txBody>
          </p:sp>
        </p:grpSp>
        <p:grpSp>
          <p:nvGrpSpPr>
            <p:cNvPr id="11" name="Group 10"/>
            <p:cNvGrpSpPr/>
            <p:nvPr/>
          </p:nvGrpSpPr>
          <p:grpSpPr>
            <a:xfrm>
              <a:off x="632023" y="4159513"/>
              <a:ext cx="1145356" cy="808604"/>
              <a:chOff x="4052355" y="944591"/>
              <a:chExt cx="1145356" cy="808604"/>
            </a:xfrm>
          </p:grpSpPr>
          <p:sp>
            <p:nvSpPr>
              <p:cNvPr id="16" name="Rounded Rectangle 15"/>
              <p:cNvSpPr/>
              <p:nvPr/>
            </p:nvSpPr>
            <p:spPr>
              <a:xfrm>
                <a:off x="4052355" y="1213270"/>
                <a:ext cx="1145356" cy="539925"/>
              </a:xfrm>
              <a:prstGeom prst="roundRect">
                <a:avLst/>
              </a:prstGeom>
              <a:ln>
                <a:solidFill>
                  <a:srgbClr val="0070C0"/>
                </a:solidFill>
              </a:ln>
            </p:spPr>
            <p:style>
              <a:lnRef idx="2">
                <a:schemeClr val="accent2"/>
              </a:lnRef>
              <a:fillRef idx="1">
                <a:schemeClr val="lt1"/>
              </a:fillRef>
              <a:effectRef idx="0">
                <a:schemeClr val="accent2"/>
              </a:effectRef>
              <a:fontRef idx="minor">
                <a:schemeClr val="dk1"/>
              </a:fontRef>
            </p:style>
            <p:txBody>
              <a:bodyPr rtlCol="0" anchor="ctr"/>
              <a:lstStyle/>
              <a:p>
                <a:pPr lvl="0" algn="ctr" fontAlgn="base">
                  <a:spcBef>
                    <a:spcPct val="0"/>
                  </a:spcBef>
                  <a:spcAft>
                    <a:spcPct val="0"/>
                  </a:spcAft>
                </a:pPr>
                <a:endParaRPr lang="en-CA" b="1">
                  <a:solidFill>
                    <a:srgbClr val="000000"/>
                  </a:solidFill>
                </a:endParaRPr>
              </a:p>
            </p:txBody>
          </p:sp>
          <p:pic>
            <p:nvPicPr>
              <p:cNvPr id="17" name="Picture 4" descr="C:\Courses\ENG\ID_Editor_Reference\LeX Graphics 7_2013\Document_writing.png"/>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730067" y="944591"/>
                <a:ext cx="418875" cy="70055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C:\Courses\ENG\ID_Editor_Reference\LeX Graphics 7_2013\user_group.png"/>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4166190" y="1006145"/>
                <a:ext cx="521777" cy="692277"/>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Rectangle 11"/>
            <p:cNvSpPr/>
            <p:nvPr/>
          </p:nvSpPr>
          <p:spPr>
            <a:xfrm>
              <a:off x="565650" y="5214325"/>
              <a:ext cx="1278101" cy="370929"/>
            </a:xfrm>
            <a:prstGeom prst="rect">
              <a:avLst/>
            </a:prstGeom>
            <a:noFill/>
            <a:ln w="9525">
              <a:noFill/>
              <a:round/>
              <a:headEnd/>
              <a:tailEnd/>
            </a:ln>
            <a:effectLst/>
          </p:spPr>
          <p:txBody>
            <a:bodyPr wrap="none" anchor="ctr"/>
            <a:lstStyle/>
            <a:p>
              <a:pPr lvl="0" algn="ctr" fontAlgn="base">
                <a:spcBef>
                  <a:spcPct val="0"/>
                </a:spcBef>
                <a:spcAft>
                  <a:spcPct val="0"/>
                </a:spcAft>
              </a:pPr>
              <a:r>
                <a:rPr lang="en-US" sz="2000" b="1">
                  <a:solidFill>
                    <a:srgbClr val="000000"/>
                  </a:solidFill>
                  <a:latin typeface="Segoe UI" pitchFamily="34" charset="0"/>
                  <a:ea typeface="Segoe UI" pitchFamily="34" charset="0"/>
                  <a:cs typeface="Segoe UI" pitchFamily="34" charset="0"/>
                </a:rPr>
                <a:t>Starter GPO</a:t>
              </a:r>
              <a:endParaRPr lang="en-GB" sz="2000" b="1" dirty="0">
                <a:solidFill>
                  <a:srgbClr val="000000"/>
                </a:solidFill>
                <a:latin typeface="Segoe UI" pitchFamily="34" charset="0"/>
                <a:ea typeface="Segoe UI" pitchFamily="34" charset="0"/>
                <a:cs typeface="Segoe UI" pitchFamily="34" charset="0"/>
              </a:endParaRPr>
            </a:p>
          </p:txBody>
        </p:sp>
        <p:sp>
          <p:nvSpPr>
            <p:cNvPr id="13" name="Rectangle 12"/>
            <p:cNvSpPr/>
            <p:nvPr/>
          </p:nvSpPr>
          <p:spPr>
            <a:xfrm>
              <a:off x="7467703" y="5384144"/>
              <a:ext cx="1278101" cy="370929"/>
            </a:xfrm>
            <a:prstGeom prst="rect">
              <a:avLst/>
            </a:prstGeom>
            <a:noFill/>
            <a:ln w="9525">
              <a:noFill/>
              <a:round/>
              <a:headEnd/>
              <a:tailEnd/>
            </a:ln>
            <a:effectLst/>
          </p:spPr>
          <p:txBody>
            <a:bodyPr wrap="none" anchor="ctr"/>
            <a:lstStyle/>
            <a:p>
              <a:pPr lvl="0" algn="ctr" fontAlgn="base">
                <a:spcBef>
                  <a:spcPct val="0"/>
                </a:spcBef>
                <a:spcAft>
                  <a:spcPct val="0"/>
                </a:spcAft>
              </a:pPr>
              <a:r>
                <a:rPr lang="en-US" sz="2000" b="1">
                  <a:solidFill>
                    <a:srgbClr val="000000"/>
                  </a:solidFill>
                  <a:latin typeface="Segoe UI" pitchFamily="34" charset="0"/>
                  <a:ea typeface="Segoe UI" pitchFamily="34" charset="0"/>
                  <a:cs typeface="Segoe UI" pitchFamily="34" charset="0"/>
                </a:rPr>
                <a:t>Import to </a:t>
              </a:r>
              <a:br>
                <a:rPr lang="en-US" sz="2000" b="1">
                  <a:solidFill>
                    <a:srgbClr val="000000"/>
                  </a:solidFill>
                  <a:latin typeface="Segoe UI" pitchFamily="34" charset="0"/>
                  <a:ea typeface="Segoe UI" pitchFamily="34" charset="0"/>
                  <a:cs typeface="Segoe UI" pitchFamily="34" charset="0"/>
                </a:rPr>
              </a:br>
              <a:r>
                <a:rPr lang="en-US" sz="2000" b="1">
                  <a:solidFill>
                    <a:srgbClr val="000000"/>
                  </a:solidFill>
                  <a:latin typeface="Segoe UI" pitchFamily="34" charset="0"/>
                  <a:ea typeface="Segoe UI" pitchFamily="34" charset="0"/>
                  <a:cs typeface="Segoe UI" pitchFamily="34" charset="0"/>
                </a:rPr>
                <a:t>GPMC</a:t>
              </a:r>
              <a:endParaRPr lang="en-GB" sz="2000" b="1" dirty="0">
                <a:solidFill>
                  <a:srgbClr val="000000"/>
                </a:solidFill>
                <a:latin typeface="Segoe UI" pitchFamily="34" charset="0"/>
                <a:ea typeface="Segoe UI" pitchFamily="34" charset="0"/>
                <a:cs typeface="Segoe UI" pitchFamily="34" charset="0"/>
              </a:endParaRPr>
            </a:p>
          </p:txBody>
        </p:sp>
        <p:pic>
          <p:nvPicPr>
            <p:cNvPr id="14" name="Picture 1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572919" y="3803091"/>
              <a:ext cx="1168581" cy="1102184"/>
            </a:xfrm>
            <a:prstGeom prst="rect">
              <a:avLst/>
            </a:prstGeom>
          </p:spPr>
        </p:pic>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08391" y="4056283"/>
              <a:ext cx="692846" cy="1158042"/>
            </a:xfrm>
            <a:prstGeom prst="rect">
              <a:avLst/>
            </a:prstGeom>
          </p:spPr>
        </p:pic>
      </p:grpSp>
    </p:spTree>
    <p:extLst>
      <p:ext uri="{BB962C8B-B14F-4D97-AF65-F5344CB8AC3E}">
        <p14:creationId xmlns:p14="http://schemas.microsoft.com/office/powerpoint/2010/main" val="28404685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Delegating Management of GPOs</a:t>
            </a:r>
            <a:endParaRPr lang="en-CA"/>
          </a:p>
        </p:txBody>
      </p:sp>
      <p:sp>
        <p:nvSpPr>
          <p:cNvPr id="4" name="Content Placeholder 2"/>
          <p:cNvSpPr txBox="1">
            <a:spLocks/>
          </p:cNvSpPr>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spcAft>
                <a:spcPts val="1200"/>
              </a:spcAft>
              <a:buNone/>
            </a:pPr>
            <a:r>
              <a:rPr lang="en-US" sz="2400" kern="0">
                <a:solidFill>
                  <a:srgbClr val="000000"/>
                </a:solidFill>
              </a:rPr>
              <a:t>Delegation of GPO-related tasks allows the administrative workload to be distributed across the enterprise</a:t>
            </a:r>
          </a:p>
          <a:p>
            <a:pPr marL="0" lvl="0" indent="0">
              <a:buNone/>
            </a:pPr>
            <a:r>
              <a:rPr lang="en-US" sz="2400" kern="0">
                <a:solidFill>
                  <a:srgbClr val="000000"/>
                </a:solidFill>
              </a:rPr>
              <a:t>The following Group Policy tasks can be independently delegated:</a:t>
            </a:r>
          </a:p>
          <a:p>
            <a:pPr lvl="1"/>
            <a:r>
              <a:rPr lang="en-US" kern="0">
                <a:solidFill>
                  <a:srgbClr val="000000"/>
                </a:solidFill>
              </a:rPr>
              <a:t>Creating GPOs, including Starter GPOs</a:t>
            </a:r>
          </a:p>
          <a:p>
            <a:pPr lvl="1"/>
            <a:r>
              <a:rPr lang="en-US" kern="0">
                <a:solidFill>
                  <a:srgbClr val="000000"/>
                </a:solidFill>
              </a:rPr>
              <a:t>Editing GPOs</a:t>
            </a:r>
          </a:p>
          <a:p>
            <a:pPr lvl="1"/>
            <a:r>
              <a:rPr lang="en-US" kern="0">
                <a:solidFill>
                  <a:srgbClr val="000000"/>
                </a:solidFill>
              </a:rPr>
              <a:t>Managing Group Policy links for a site, domain, or OU</a:t>
            </a:r>
          </a:p>
          <a:p>
            <a:pPr lvl="1"/>
            <a:r>
              <a:rPr lang="en-US" kern="0">
                <a:solidFill>
                  <a:srgbClr val="000000"/>
                </a:solidFill>
              </a:rPr>
              <a:t>Performing Group Policy Modeling analysis in a domain or OU</a:t>
            </a:r>
          </a:p>
          <a:p>
            <a:pPr lvl="1"/>
            <a:r>
              <a:rPr lang="en-US" kern="0">
                <a:solidFill>
                  <a:srgbClr val="000000"/>
                </a:solidFill>
              </a:rPr>
              <a:t>Reading Group Policy Results data in a domain or OU</a:t>
            </a:r>
          </a:p>
          <a:p>
            <a:pPr lvl="1"/>
            <a:r>
              <a:rPr lang="en-US" kern="0">
                <a:solidFill>
                  <a:srgbClr val="000000"/>
                </a:solidFill>
              </a:rPr>
              <a:t>Creating WMI filters on a domain</a:t>
            </a:r>
            <a:endParaRPr lang="en-US" kern="0" dirty="0">
              <a:solidFill>
                <a:srgbClr val="000000"/>
              </a:solidFill>
            </a:endParaRPr>
          </a:p>
        </p:txBody>
      </p:sp>
    </p:spTree>
    <p:extLst>
      <p:ext uri="{BB962C8B-B14F-4D97-AF65-F5344CB8AC3E}">
        <p14:creationId xmlns:p14="http://schemas.microsoft.com/office/powerpoint/2010/main" val="8558404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Demonstration: Creating and Managing GPOs</a:t>
            </a:r>
            <a:endParaRPr lang="en-CA"/>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en-US" kern="0">
                <a:solidFill>
                  <a:srgbClr val="000000"/>
                </a:solidFill>
              </a:rPr>
              <a:t>In this demonstration, you will see how to:</a:t>
            </a:r>
          </a:p>
          <a:p>
            <a:pPr lvl="1"/>
            <a:r>
              <a:rPr lang="en-US" sz="2600" kern="0">
                <a:solidFill>
                  <a:srgbClr val="000000"/>
                </a:solidFill>
              </a:rPr>
              <a:t>Create a GPO by using the GPMC</a:t>
            </a:r>
          </a:p>
          <a:p>
            <a:pPr lvl="1"/>
            <a:r>
              <a:rPr lang="en-US" sz="2600" kern="0">
                <a:solidFill>
                  <a:srgbClr val="000000"/>
                </a:solidFill>
              </a:rPr>
              <a:t>Edit a GPO in the Group Policy Management Editor window</a:t>
            </a:r>
          </a:p>
          <a:p>
            <a:pPr lvl="1"/>
            <a:r>
              <a:rPr lang="en-US" sz="2600" kern="0">
                <a:solidFill>
                  <a:srgbClr val="000000"/>
                </a:solidFill>
              </a:rPr>
              <a:t>Use Windows PowerShell to create a GPO</a:t>
            </a:r>
            <a:endParaRPr lang="en-US" sz="2600" kern="0" dirty="0">
              <a:solidFill>
                <a:srgbClr val="000000"/>
              </a:solidFill>
            </a:endParaRPr>
          </a:p>
        </p:txBody>
      </p:sp>
    </p:spTree>
    <p:extLst>
      <p:ext uri="{BB962C8B-B14F-4D97-AF65-F5344CB8AC3E}">
        <p14:creationId xmlns:p14="http://schemas.microsoft.com/office/powerpoint/2010/main" val="22738153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a:p>
        </p:txBody>
      </p:sp>
      <p:sp>
        <p:nvSpPr>
          <p:cNvPr id="3" name="Text Placeholder 2"/>
          <p:cNvSpPr>
            <a:spLocks noGrp="1"/>
          </p:cNvSpPr>
          <p:nvPr>
            <p:ph type="body" idx="1"/>
          </p:nvPr>
        </p:nvSpPr>
        <p:spPr/>
        <p:txBody>
          <a:bodyPr/>
          <a:lstStyle/>
          <a:p>
            <a:endParaRPr lang="en-CA"/>
          </a:p>
        </p:txBody>
      </p:sp>
    </p:spTree>
    <p:extLst>
      <p:ext uri="{BB962C8B-B14F-4D97-AF65-F5344CB8AC3E}">
        <p14:creationId xmlns:p14="http://schemas.microsoft.com/office/powerpoint/2010/main" val="2753406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5519e9d4-6aca-488a-83ff-34891af5888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Lesson 2: Group Policy Processing</a:t>
            </a:r>
            <a:endParaRPr lang="en-CA"/>
          </a:p>
        </p:txBody>
      </p:sp>
      <p:sp>
        <p:nvSpPr>
          <p:cNvPr id="3" name="Text Placeholder 2"/>
          <p:cNvSpPr>
            <a:spLocks noGrp="1"/>
          </p:cNvSpPr>
          <p:nvPr>
            <p:ph type="body" idx="1"/>
          </p:nvPr>
        </p:nvSpPr>
        <p:spPr/>
        <p:txBody>
          <a:bodyPr/>
          <a:lstStyle/>
          <a:p>
            <a:r>
              <a:rPr lang="en-CA" smtClean="0"/>
              <a:t>GPO Links
Applying GPOs
Group Policy Processing Order
What Are Multiple Local GPOs?
What Are the Default GPOs?
GPO Security Filtering
Discussion: Identifying Group Policy Application
Demonstration: Using Group Policy Diagnostic Tools</a:t>
            </a:r>
            <a:endParaRPr lang="en-CA"/>
          </a:p>
        </p:txBody>
      </p:sp>
    </p:spTree>
    <p:extLst>
      <p:ext uri="{BB962C8B-B14F-4D97-AF65-F5344CB8AC3E}">
        <p14:creationId xmlns:p14="http://schemas.microsoft.com/office/powerpoint/2010/main" val="8009479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GPO Links</a:t>
            </a:r>
            <a:endParaRPr lang="en-CA"/>
          </a:p>
        </p:txBody>
      </p:sp>
      <p:sp>
        <p:nvSpPr>
          <p:cNvPr id="4" name="Content Placeholder 8"/>
          <p:cNvSpPr txBox="1">
            <a:spLocks/>
          </p:cNvSpPr>
          <p:nvPr/>
        </p:nvSpPr>
        <p:spPr>
          <a:xfrm>
            <a:off x="458788" y="1021215"/>
            <a:ext cx="8119156" cy="232248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en-CA" sz="2700" kern="0">
                <a:solidFill>
                  <a:srgbClr val="000000"/>
                </a:solidFill>
              </a:rPr>
              <a:t>When linking GPOs, remember that:</a:t>
            </a:r>
          </a:p>
          <a:p>
            <a:pPr lvl="1"/>
            <a:r>
              <a:rPr lang="en-CA" kern="0">
                <a:solidFill>
                  <a:srgbClr val="000000"/>
                </a:solidFill>
              </a:rPr>
              <a:t>To deliver settings to an object, a GPO must be linked to a container</a:t>
            </a:r>
          </a:p>
          <a:p>
            <a:pPr lvl="1"/>
            <a:r>
              <a:rPr lang="en-CA" kern="0">
                <a:solidFill>
                  <a:srgbClr val="000000"/>
                </a:solidFill>
              </a:rPr>
              <a:t>Disabling a link removes the settings from the container</a:t>
            </a:r>
          </a:p>
          <a:p>
            <a:pPr lvl="1"/>
            <a:r>
              <a:rPr lang="en-CA" kern="0">
                <a:solidFill>
                  <a:srgbClr val="000000"/>
                </a:solidFill>
              </a:rPr>
              <a:t>Deleting a link does not delete the GPO</a:t>
            </a:r>
            <a:endParaRPr lang="en-CA" kern="0" dirty="0">
              <a:solidFill>
                <a:srgbClr val="000000"/>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3535780960"/>
              </p:ext>
            </p:extLst>
          </p:nvPr>
        </p:nvGraphicFramePr>
        <p:xfrm>
          <a:off x="627796" y="3812653"/>
          <a:ext cx="7833816" cy="1859280"/>
        </p:xfrm>
        <a:graphic>
          <a:graphicData uri="http://schemas.openxmlformats.org/drawingml/2006/table">
            <a:tbl>
              <a:tblPr firstRow="1" bandRow="1">
                <a:tableStyleId>{16D9F66E-5EB9-4882-86FB-DCBF35E3C3E4}</a:tableStyleId>
              </a:tblPr>
              <a:tblGrid>
                <a:gridCol w="3916908"/>
                <a:gridCol w="3916908"/>
              </a:tblGrid>
              <a:tr h="370840">
                <a:tc>
                  <a:txBody>
                    <a:bodyPr/>
                    <a:lstStyle/>
                    <a:p>
                      <a:r>
                        <a:rPr lang="en-CA" sz="2200" dirty="0" smtClean="0">
                          <a:latin typeface="Segoe UI" panose="020B0502040204020203" pitchFamily="34" charset="0"/>
                          <a:ea typeface="Segoe UI" panose="020B0502040204020203" pitchFamily="34" charset="0"/>
                          <a:cs typeface="Segoe UI" panose="020B0502040204020203" pitchFamily="34" charset="0"/>
                        </a:rPr>
                        <a:t>GPOs can be linked to:</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sz="2200" dirty="0" smtClean="0">
                          <a:solidFill>
                            <a:schemeClr val="tx1"/>
                          </a:solidFill>
                          <a:latin typeface="Segoe UI" panose="020B0502040204020203" pitchFamily="34" charset="0"/>
                          <a:ea typeface="Segoe UI" panose="020B0502040204020203" pitchFamily="34" charset="0"/>
                          <a:cs typeface="Segoe UI" panose="020B0502040204020203" pitchFamily="34" charset="0"/>
                        </a:rPr>
                        <a:t>GPOs cannot be linked to:</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370840">
                <a:tc>
                  <a:txBody>
                    <a:bodyPr/>
                    <a:lstStyle/>
                    <a:p>
                      <a:pPr marL="285750" indent="-285750">
                        <a:buFont typeface="Arial" panose="020B0604020202020204" pitchFamily="34" charset="0"/>
                        <a:buChar char="•"/>
                      </a:pPr>
                      <a:r>
                        <a:rPr lang="en-CA" sz="2200" dirty="0" smtClean="0">
                          <a:latin typeface="Segoe UI" panose="020B0502040204020203" pitchFamily="34" charset="0"/>
                          <a:ea typeface="Segoe UI" panose="020B0502040204020203" pitchFamily="34" charset="0"/>
                          <a:cs typeface="Segoe UI" panose="020B0502040204020203" pitchFamily="34" charset="0"/>
                        </a:rPr>
                        <a:t>Sites</a:t>
                      </a:r>
                    </a:p>
                    <a:p>
                      <a:pPr marL="285750" indent="-285750">
                        <a:buFont typeface="Arial" panose="020B0604020202020204" pitchFamily="34" charset="0"/>
                        <a:buChar char="•"/>
                      </a:pPr>
                      <a:r>
                        <a:rPr lang="en-CA" sz="2200" dirty="0" smtClean="0">
                          <a:latin typeface="Segoe UI" panose="020B0502040204020203" pitchFamily="34" charset="0"/>
                          <a:ea typeface="Segoe UI" panose="020B0502040204020203" pitchFamily="34" charset="0"/>
                          <a:cs typeface="Segoe UI" panose="020B0502040204020203" pitchFamily="34" charset="0"/>
                        </a:rPr>
                        <a:t>Domains</a:t>
                      </a:r>
                    </a:p>
                    <a:p>
                      <a:pPr marL="285750" indent="-285750">
                        <a:buFont typeface="Arial" panose="020B0604020202020204" pitchFamily="34" charset="0"/>
                        <a:buChar char="•"/>
                      </a:pPr>
                      <a:r>
                        <a:rPr lang="en-CA" sz="2200" dirty="0" smtClean="0">
                          <a:latin typeface="Segoe UI" panose="020B0502040204020203" pitchFamily="34" charset="0"/>
                          <a:ea typeface="Segoe UI" panose="020B0502040204020203" pitchFamily="34" charset="0"/>
                          <a:cs typeface="Segoe UI" panose="020B0502040204020203" pitchFamily="34" charset="0"/>
                        </a:rPr>
                        <a:t>OUs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285750" indent="-285750">
                        <a:buFont typeface="Arial" panose="020B0604020202020204" pitchFamily="34" charset="0"/>
                        <a:buChar char="•"/>
                      </a:pPr>
                      <a:r>
                        <a:rPr lang="en-CA" sz="2200" dirty="0" smtClean="0">
                          <a:solidFill>
                            <a:schemeClr val="tx1"/>
                          </a:solidFill>
                          <a:latin typeface="Segoe UI" panose="020B0502040204020203" pitchFamily="34" charset="0"/>
                          <a:ea typeface="Segoe UI" panose="020B0502040204020203" pitchFamily="34" charset="0"/>
                          <a:cs typeface="Segoe UI" panose="020B0502040204020203" pitchFamily="34" charset="0"/>
                        </a:rPr>
                        <a:t>Users 	</a:t>
                      </a:r>
                    </a:p>
                    <a:p>
                      <a:pPr marL="285750" indent="-285750">
                        <a:buFont typeface="Arial" panose="020B0604020202020204" pitchFamily="34" charset="0"/>
                        <a:buChar char="•"/>
                      </a:pPr>
                      <a:r>
                        <a:rPr lang="en-CA" sz="2200" dirty="0" smtClean="0">
                          <a:solidFill>
                            <a:schemeClr val="tx1"/>
                          </a:solidFill>
                          <a:latin typeface="Segoe UI" panose="020B0502040204020203" pitchFamily="34" charset="0"/>
                          <a:ea typeface="Segoe UI" panose="020B0502040204020203" pitchFamily="34" charset="0"/>
                          <a:cs typeface="Segoe UI" panose="020B0502040204020203" pitchFamily="34" charset="0"/>
                        </a:rPr>
                        <a:t>Groups</a:t>
                      </a:r>
                    </a:p>
                    <a:p>
                      <a:pPr marL="285750" indent="-285750">
                        <a:buFont typeface="Arial" panose="020B0604020202020204" pitchFamily="34" charset="0"/>
                        <a:buChar char="•"/>
                      </a:pPr>
                      <a:r>
                        <a:rPr lang="en-CA" sz="2200" dirty="0" smtClean="0">
                          <a:solidFill>
                            <a:schemeClr val="tx1"/>
                          </a:solidFill>
                          <a:latin typeface="Segoe UI" panose="020B0502040204020203" pitchFamily="34" charset="0"/>
                          <a:ea typeface="Segoe UI" panose="020B0502040204020203" pitchFamily="34" charset="0"/>
                          <a:cs typeface="Segoe UI" panose="020B0502040204020203" pitchFamily="34" charset="0"/>
                        </a:rPr>
                        <a:t>Computers</a:t>
                      </a:r>
                    </a:p>
                    <a:p>
                      <a:pPr marL="285750" indent="-285750">
                        <a:buFont typeface="Arial" panose="020B0604020202020204" pitchFamily="34" charset="0"/>
                        <a:buChar char="•"/>
                      </a:pPr>
                      <a:r>
                        <a:rPr lang="en-CA" sz="2200" dirty="0" smtClean="0">
                          <a:solidFill>
                            <a:schemeClr val="tx1"/>
                          </a:solidFill>
                          <a:latin typeface="Segoe UI" panose="020B0502040204020203" pitchFamily="34" charset="0"/>
                          <a:ea typeface="Segoe UI" panose="020B0502040204020203" pitchFamily="34" charset="0"/>
                          <a:cs typeface="Segoe UI" panose="020B0502040204020203" pitchFamily="34" charset="0"/>
                        </a:rPr>
                        <a:t>System containers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bl>
          </a:graphicData>
        </a:graphic>
      </p:graphicFrame>
    </p:spTree>
    <p:extLst>
      <p:ext uri="{BB962C8B-B14F-4D97-AF65-F5344CB8AC3E}">
        <p14:creationId xmlns:p14="http://schemas.microsoft.com/office/powerpoint/2010/main" val="7171904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a60adbff-2291-42f6-800e-e87a71dcc44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Applying GPOs</a:t>
            </a:r>
            <a:endParaRPr lang="en-CA"/>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en-US" kern="0">
                <a:solidFill>
                  <a:srgbClr val="000000"/>
                </a:solidFill>
              </a:rPr>
              <a:t>When you apply GPOs, remember that:</a:t>
            </a:r>
          </a:p>
          <a:p>
            <a:pPr lvl="1"/>
            <a:r>
              <a:rPr lang="en-US" kern="0">
                <a:solidFill>
                  <a:srgbClr val="000000"/>
                </a:solidFill>
              </a:rPr>
              <a:t>Computer settings apply at startup</a:t>
            </a:r>
          </a:p>
          <a:p>
            <a:pPr lvl="1"/>
            <a:r>
              <a:rPr lang="en-US" kern="0">
                <a:solidFill>
                  <a:srgbClr val="000000"/>
                </a:solidFill>
              </a:rPr>
              <a:t>User settings apply at sign in</a:t>
            </a:r>
          </a:p>
          <a:p>
            <a:pPr lvl="1"/>
            <a:r>
              <a:rPr lang="en-US" kern="0">
                <a:solidFill>
                  <a:srgbClr val="000000"/>
                </a:solidFill>
              </a:rPr>
              <a:t>Polices refresh at regular, configurable intervals</a:t>
            </a:r>
          </a:p>
          <a:p>
            <a:pPr lvl="1"/>
            <a:r>
              <a:rPr lang="en-US" kern="0">
                <a:solidFill>
                  <a:srgbClr val="000000"/>
                </a:solidFill>
              </a:rPr>
              <a:t>Security settings refresh at least every 16 hours</a:t>
            </a:r>
          </a:p>
          <a:p>
            <a:pPr lvl="1"/>
            <a:r>
              <a:rPr lang="en-US" kern="0">
                <a:solidFill>
                  <a:srgbClr val="000000"/>
                </a:solidFill>
              </a:rPr>
              <a:t>Policies refresh manually by using:</a:t>
            </a:r>
          </a:p>
          <a:p>
            <a:pPr lvl="2"/>
            <a:r>
              <a:rPr lang="en-US" sz="2400" kern="0">
                <a:solidFill>
                  <a:srgbClr val="000000"/>
                </a:solidFill>
              </a:rPr>
              <a:t>The Gpupdate command </a:t>
            </a:r>
          </a:p>
          <a:p>
            <a:pPr lvl="2"/>
            <a:r>
              <a:rPr lang="en-US" sz="2400" kern="0">
                <a:solidFill>
                  <a:srgbClr val="000000"/>
                </a:solidFill>
              </a:rPr>
              <a:t>The Windows PowerShell cmdlet Invoke-Gpupdate</a:t>
            </a:r>
          </a:p>
          <a:p>
            <a:pPr lvl="1"/>
            <a:r>
              <a:rPr lang="en-US" kern="0">
                <a:solidFill>
                  <a:srgbClr val="000000"/>
                </a:solidFill>
              </a:rPr>
              <a:t>Since Windows Server 2012 and Windows 8, a new Remote Policy Refresh feature allows you to remotely refresh policies</a:t>
            </a:r>
            <a:endParaRPr lang="en-US" kern="0" dirty="0">
              <a:solidFill>
                <a:srgbClr val="000000"/>
              </a:solidFill>
            </a:endParaRPr>
          </a:p>
        </p:txBody>
      </p:sp>
    </p:spTree>
    <p:extLst>
      <p:ext uri="{BB962C8B-B14F-4D97-AF65-F5344CB8AC3E}">
        <p14:creationId xmlns:p14="http://schemas.microsoft.com/office/powerpoint/2010/main" val="7791741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Group Policy Processing Order</a:t>
            </a:r>
            <a:endParaRPr lang="en-CA"/>
          </a:p>
        </p:txBody>
      </p:sp>
      <p:sp>
        <p:nvSpPr>
          <p:cNvPr id="4" name="Rectangle 2"/>
          <p:cNvSpPr txBox="1">
            <a:spLocks noChangeArrowheads="1"/>
          </p:cNvSpPr>
          <p:nvPr/>
        </p:nvSpPr>
        <p:spPr>
          <a:xfrm>
            <a:off x="5734506" y="1416951"/>
            <a:ext cx="2732087" cy="925909"/>
          </a:xfrm>
          <a:prstGeom prst="rect">
            <a:avLst/>
          </a:prstGeom>
          <a:noFill/>
          <a:ln w="25400" cap="flat" cmpd="sng" algn="ctr">
            <a:noFill/>
            <a:prstDash val="solid"/>
          </a:ln>
          <a:effectLst/>
        </p:spPr>
        <p:txBody>
          <a:bodyPr anchor="ctr" anchorCtr="1"/>
          <a:lstStyle>
            <a:lvl1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mj-lt"/>
                <a:ea typeface="+mj-ea"/>
                <a:cs typeface="+mj-cs"/>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a:lstStyle>
          <a:p>
            <a:pPr lvl="0" algn="ctr">
              <a:lnSpc>
                <a:spcPct val="100000"/>
              </a:lnSpc>
              <a:defRPr/>
            </a:pPr>
            <a:r>
              <a:rPr lang="en-US" b="1" kern="0">
                <a:solidFill>
                  <a:srgbClr val="000000"/>
                </a:solidFill>
                <a:latin typeface="Segoe UI" pitchFamily="34" charset="0"/>
                <a:ea typeface="Segoe UI" pitchFamily="34" charset="0"/>
                <a:cs typeface="Segoe UI" pitchFamily="34" charset="0"/>
              </a:rPr>
              <a:t>Group Policy processing order</a:t>
            </a:r>
            <a:endParaRPr lang="en-US" b="1" kern="0" dirty="0">
              <a:solidFill>
                <a:srgbClr val="000000"/>
              </a:solidFill>
              <a:latin typeface="Segoe UI" pitchFamily="34" charset="0"/>
              <a:ea typeface="Segoe UI" pitchFamily="34" charset="0"/>
              <a:cs typeface="Segoe UI" pitchFamily="34" charset="0"/>
            </a:endParaRPr>
          </a:p>
        </p:txBody>
      </p:sp>
      <p:grpSp>
        <p:nvGrpSpPr>
          <p:cNvPr id="5" name="Group 4" descr="Illustration of the Group Policy processing order. It shows that the first policy being applied is the local Group Policy (GPO1), next a site level GPO is applied (GPO2), and then there are two domain level GPOs being applied (GPOs 3 and 4). Lastly, it shows a GPO being applied at the organizational unit (OU) level (GPO5)."/>
          <p:cNvGrpSpPr/>
          <p:nvPr/>
        </p:nvGrpSpPr>
        <p:grpSpPr>
          <a:xfrm>
            <a:off x="811851" y="866075"/>
            <a:ext cx="6572789" cy="5458525"/>
            <a:chOff x="811851" y="866075"/>
            <a:chExt cx="6572789" cy="5458525"/>
          </a:xfrm>
        </p:grpSpPr>
        <p:cxnSp>
          <p:nvCxnSpPr>
            <p:cNvPr id="6" name="Straight Arrow Connector 5"/>
            <p:cNvCxnSpPr>
              <a:stCxn id="52" idx="5"/>
              <a:endCxn id="44" idx="1"/>
            </p:cNvCxnSpPr>
            <p:nvPr/>
          </p:nvCxnSpPr>
          <p:spPr>
            <a:xfrm>
              <a:off x="2177707" y="1810101"/>
              <a:ext cx="1882540" cy="3348286"/>
            </a:xfrm>
            <a:prstGeom prst="straightConnector1">
              <a:avLst/>
            </a:prstGeom>
            <a:ln w="76200">
              <a:solidFill>
                <a:srgbClr val="0070C0"/>
              </a:solidFill>
              <a:tailEnd type="arrow"/>
            </a:ln>
          </p:spPr>
          <p:style>
            <a:lnRef idx="1">
              <a:schemeClr val="accent1"/>
            </a:lnRef>
            <a:fillRef idx="0">
              <a:schemeClr val="accent1"/>
            </a:fillRef>
            <a:effectRef idx="0">
              <a:schemeClr val="accent1"/>
            </a:effectRef>
            <a:fontRef idx="minor">
              <a:schemeClr val="tx1"/>
            </a:fontRef>
          </p:style>
        </p:cxnSp>
        <p:sp>
          <p:nvSpPr>
            <p:cNvPr id="7" name="Line 33"/>
            <p:cNvSpPr>
              <a:spLocks noChangeShapeType="1"/>
            </p:cNvSpPr>
            <p:nvPr/>
          </p:nvSpPr>
          <p:spPr bwMode="auto">
            <a:xfrm>
              <a:off x="3930867" y="4054973"/>
              <a:ext cx="903287" cy="0"/>
            </a:xfrm>
            <a:prstGeom prst="line">
              <a:avLst/>
            </a:prstGeom>
            <a:noFill/>
            <a:ln w="76200" cap="rnd">
              <a:solidFill>
                <a:srgbClr val="0070C0"/>
              </a:solidFill>
              <a:prstDash val="sysDot"/>
              <a:round/>
              <a:headEnd/>
              <a:tailEnd/>
            </a:ln>
            <a:effectLst/>
            <a:extLst>
              <a:ext uri="{909E8E84-426E-40DD-AFC4-6F175D3DCCD1}">
                <a14:hiddenFill xmlns:a14="http://schemas.microsoft.com/office/drawing/2010/main">
                  <a:noFill/>
                </a14:hiddenFill>
              </a:ext>
            </a:extLst>
          </p:spPr>
          <p:txBody>
            <a:bodyPr wrap="none" anchor="ctr"/>
            <a:lstStyle/>
            <a:p>
              <a:pPr lvl="0" fontAlgn="base">
                <a:spcBef>
                  <a:spcPct val="0"/>
                </a:spcBef>
                <a:spcAft>
                  <a:spcPct val="0"/>
                </a:spcAft>
                <a:defRPr/>
              </a:pPr>
              <a:endParaRPr lang="en-US" sz="1600" b="1" kern="0">
                <a:solidFill>
                  <a:srgbClr val="000000"/>
                </a:solidFill>
                <a:latin typeface="Segoe UI" pitchFamily="34" charset="0"/>
                <a:ea typeface="Segoe UI" pitchFamily="34" charset="0"/>
                <a:cs typeface="Segoe UI" pitchFamily="34" charset="0"/>
              </a:endParaRPr>
            </a:p>
          </p:txBody>
        </p:sp>
        <p:sp>
          <p:nvSpPr>
            <p:cNvPr id="8" name="Line 35"/>
            <p:cNvSpPr>
              <a:spLocks noChangeShapeType="1"/>
            </p:cNvSpPr>
            <p:nvPr/>
          </p:nvSpPr>
          <p:spPr bwMode="auto">
            <a:xfrm>
              <a:off x="3098505" y="2762473"/>
              <a:ext cx="1146510" cy="0"/>
            </a:xfrm>
            <a:prstGeom prst="line">
              <a:avLst/>
            </a:prstGeom>
            <a:noFill/>
            <a:ln w="76200" cap="rnd">
              <a:solidFill>
                <a:srgbClr val="0070C0"/>
              </a:solidFill>
              <a:prstDash val="sysDot"/>
              <a:round/>
              <a:headEnd/>
              <a:tailEnd/>
            </a:ln>
            <a:effectLst/>
            <a:extLst>
              <a:ext uri="{909E8E84-426E-40DD-AFC4-6F175D3DCCD1}">
                <a14:hiddenFill xmlns:a14="http://schemas.microsoft.com/office/drawing/2010/main">
                  <a:noFill/>
                </a14:hiddenFill>
              </a:ext>
            </a:extLst>
          </p:spPr>
          <p:txBody>
            <a:bodyPr wrap="none" anchor="ctr"/>
            <a:lstStyle/>
            <a:p>
              <a:pPr lvl="0" fontAlgn="base">
                <a:spcBef>
                  <a:spcPct val="0"/>
                </a:spcBef>
                <a:spcAft>
                  <a:spcPct val="0"/>
                </a:spcAft>
                <a:defRPr/>
              </a:pPr>
              <a:endParaRPr lang="en-US" sz="1600" b="1" kern="0">
                <a:solidFill>
                  <a:srgbClr val="000000"/>
                </a:solidFill>
                <a:latin typeface="Segoe UI" pitchFamily="34" charset="0"/>
                <a:ea typeface="Segoe UI" pitchFamily="34" charset="0"/>
                <a:cs typeface="Segoe UI" pitchFamily="34" charset="0"/>
              </a:endParaRPr>
            </a:p>
          </p:txBody>
        </p:sp>
        <p:grpSp>
          <p:nvGrpSpPr>
            <p:cNvPr id="9" name="Group 8"/>
            <p:cNvGrpSpPr/>
            <p:nvPr/>
          </p:nvGrpSpPr>
          <p:grpSpPr>
            <a:xfrm>
              <a:off x="1905000" y="2405193"/>
              <a:ext cx="1365867" cy="714561"/>
              <a:chOff x="1722305" y="2380918"/>
              <a:chExt cx="1365867" cy="714561"/>
            </a:xfrm>
          </p:grpSpPr>
          <p:sp>
            <p:nvSpPr>
              <p:cNvPr id="56" name="Oval 37"/>
              <p:cNvSpPr>
                <a:spLocks noChangeArrowheads="1"/>
              </p:cNvSpPr>
              <p:nvPr/>
            </p:nvSpPr>
            <p:spPr bwMode="auto">
              <a:xfrm>
                <a:off x="1722305" y="2380918"/>
                <a:ext cx="1365867" cy="714561"/>
              </a:xfrm>
              <a:prstGeom prst="ellipse">
                <a:avLst/>
              </a:prstGeom>
              <a:ln>
                <a:solidFill>
                  <a:srgbClr val="0070C0"/>
                </a:solidFill>
              </a:ln>
              <a:extLst/>
            </p:spPr>
            <p:style>
              <a:lnRef idx="2">
                <a:schemeClr val="accent1"/>
              </a:lnRef>
              <a:fillRef idx="1">
                <a:schemeClr val="lt1"/>
              </a:fillRef>
              <a:effectRef idx="0">
                <a:schemeClr val="accent1"/>
              </a:effectRef>
              <a:fontRef idx="minor">
                <a:schemeClr val="dk1"/>
              </a:fontRef>
            </p:style>
            <p:txBody>
              <a:bodyPr wrap="none" anchor="ctr"/>
              <a:lstStyle/>
              <a:p>
                <a:pPr lvl="0" fontAlgn="base">
                  <a:spcBef>
                    <a:spcPct val="0"/>
                  </a:spcBef>
                  <a:spcAft>
                    <a:spcPct val="0"/>
                  </a:spcAft>
                  <a:defRPr/>
                </a:pPr>
                <a:endParaRPr lang="en-CA" sz="1600" b="1" kern="0">
                  <a:solidFill>
                    <a:srgbClr val="000000"/>
                  </a:solidFill>
                  <a:latin typeface="Segoe UI" pitchFamily="34" charset="0"/>
                  <a:ea typeface="Segoe UI" pitchFamily="34" charset="0"/>
                  <a:cs typeface="Segoe UI" pitchFamily="34" charset="0"/>
                </a:endParaRPr>
              </a:p>
            </p:txBody>
          </p:sp>
          <p:sp>
            <p:nvSpPr>
              <p:cNvPr id="57" name="Rectangle 39"/>
              <p:cNvSpPr>
                <a:spLocks noChangeArrowheads="1"/>
              </p:cNvSpPr>
              <p:nvPr/>
            </p:nvSpPr>
            <p:spPr bwMode="auto">
              <a:xfrm>
                <a:off x="2113368" y="2585052"/>
                <a:ext cx="583740" cy="339066"/>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lvl="0" algn="ctr" fontAlgn="base">
                  <a:spcBef>
                    <a:spcPct val="0"/>
                  </a:spcBef>
                  <a:spcAft>
                    <a:spcPct val="0"/>
                  </a:spcAft>
                  <a:defRPr/>
                </a:pPr>
                <a:r>
                  <a:rPr lang="en-US" sz="1600" b="1" kern="0">
                    <a:solidFill>
                      <a:srgbClr val="000000"/>
                    </a:solidFill>
                    <a:latin typeface="Segoe UI" pitchFamily="34" charset="0"/>
                    <a:ea typeface="Segoe UI" pitchFamily="34" charset="0"/>
                    <a:cs typeface="Segoe UI" pitchFamily="34" charset="0"/>
                  </a:rPr>
                  <a:t>Site</a:t>
                </a:r>
                <a:endParaRPr lang="en-US" sz="1600" b="1" kern="0" dirty="0">
                  <a:solidFill>
                    <a:srgbClr val="000000"/>
                  </a:solidFill>
                  <a:latin typeface="Segoe UI" pitchFamily="34" charset="0"/>
                  <a:ea typeface="Segoe UI" pitchFamily="34" charset="0"/>
                  <a:cs typeface="Segoe UI" pitchFamily="34" charset="0"/>
                </a:endParaRPr>
              </a:p>
            </p:txBody>
          </p:sp>
        </p:grpSp>
        <p:sp>
          <p:nvSpPr>
            <p:cNvPr id="10" name="Line 32"/>
            <p:cNvSpPr>
              <a:spLocks noChangeShapeType="1"/>
            </p:cNvSpPr>
            <p:nvPr/>
          </p:nvSpPr>
          <p:spPr bwMode="auto">
            <a:xfrm>
              <a:off x="4571354" y="5359052"/>
              <a:ext cx="1016298" cy="15773"/>
            </a:xfrm>
            <a:prstGeom prst="line">
              <a:avLst/>
            </a:prstGeom>
            <a:noFill/>
            <a:ln w="76200" cap="rnd">
              <a:solidFill>
                <a:srgbClr val="0070C0"/>
              </a:solidFill>
              <a:prstDash val="sysDot"/>
              <a:round/>
              <a:headEnd/>
              <a:tailEnd/>
            </a:ln>
            <a:extLst>
              <a:ext uri="{909E8E84-426E-40DD-AFC4-6F175D3DCCD1}">
                <a14:hiddenFill xmlns:a14="http://schemas.microsoft.com/office/drawing/2010/main">
                  <a:noFill/>
                </a14:hiddenFill>
              </a:ext>
            </a:extLst>
          </p:spPr>
          <p:txBody>
            <a:bodyPr wrap="none" anchor="ctr"/>
            <a:lstStyle/>
            <a:p>
              <a:pPr lvl="0" fontAlgn="base">
                <a:spcBef>
                  <a:spcPct val="0"/>
                </a:spcBef>
                <a:spcAft>
                  <a:spcPct val="0"/>
                </a:spcAft>
                <a:defRPr/>
              </a:pPr>
              <a:endParaRPr lang="en-US" sz="1600" b="1" kern="0">
                <a:solidFill>
                  <a:srgbClr val="000000"/>
                </a:solidFill>
                <a:latin typeface="Segoe UI" pitchFamily="34" charset="0"/>
                <a:ea typeface="Segoe UI" pitchFamily="34" charset="0"/>
                <a:cs typeface="Segoe UI" pitchFamily="34" charset="0"/>
              </a:endParaRPr>
            </a:p>
          </p:txBody>
        </p:sp>
        <p:sp>
          <p:nvSpPr>
            <p:cNvPr id="11" name="Line 65"/>
            <p:cNvSpPr>
              <a:spLocks noChangeShapeType="1"/>
            </p:cNvSpPr>
            <p:nvPr/>
          </p:nvSpPr>
          <p:spPr bwMode="auto">
            <a:xfrm>
              <a:off x="2412051" y="1507424"/>
              <a:ext cx="661193" cy="0"/>
            </a:xfrm>
            <a:prstGeom prst="line">
              <a:avLst/>
            </a:prstGeom>
            <a:noFill/>
            <a:ln w="76200" cap="rnd">
              <a:solidFill>
                <a:srgbClr val="0070C0"/>
              </a:solidFill>
              <a:prstDash val="sysDot"/>
              <a:round/>
              <a:headEnd/>
              <a:tailEnd/>
            </a:ln>
            <a:effectLst/>
            <a:extLst>
              <a:ext uri="{909E8E84-426E-40DD-AFC4-6F175D3DCCD1}">
                <a14:hiddenFill xmlns:a14="http://schemas.microsoft.com/office/drawing/2010/main">
                  <a:noFill/>
                </a14:hiddenFill>
              </a:ext>
            </a:extLst>
          </p:spPr>
          <p:txBody>
            <a:bodyPr wrap="none" anchor="ctr"/>
            <a:lstStyle/>
            <a:p>
              <a:pPr lvl="0" fontAlgn="base">
                <a:spcBef>
                  <a:spcPct val="0"/>
                </a:spcBef>
                <a:spcAft>
                  <a:spcPct val="0"/>
                </a:spcAft>
                <a:defRPr/>
              </a:pPr>
              <a:endParaRPr lang="en-US" sz="1600" b="1" kern="0">
                <a:solidFill>
                  <a:srgbClr val="000000"/>
                </a:solidFill>
                <a:latin typeface="Segoe UI" pitchFamily="34" charset="0"/>
                <a:ea typeface="Segoe UI" pitchFamily="34" charset="0"/>
                <a:cs typeface="Segoe UI" pitchFamily="34" charset="0"/>
              </a:endParaRPr>
            </a:p>
          </p:txBody>
        </p:sp>
        <p:grpSp>
          <p:nvGrpSpPr>
            <p:cNvPr id="12" name="Group 11"/>
            <p:cNvGrpSpPr/>
            <p:nvPr/>
          </p:nvGrpSpPr>
          <p:grpSpPr>
            <a:xfrm>
              <a:off x="811851" y="866075"/>
              <a:ext cx="1600200" cy="1340737"/>
              <a:chOff x="1524001" y="771151"/>
              <a:chExt cx="1600200" cy="1340737"/>
            </a:xfrm>
          </p:grpSpPr>
          <p:sp>
            <p:nvSpPr>
              <p:cNvPr id="52" name="Oval 37"/>
              <p:cNvSpPr>
                <a:spLocks noChangeArrowheads="1"/>
              </p:cNvSpPr>
              <p:nvPr/>
            </p:nvSpPr>
            <p:spPr bwMode="auto">
              <a:xfrm>
                <a:off x="1524001" y="1168428"/>
                <a:ext cx="1600200" cy="640556"/>
              </a:xfrm>
              <a:prstGeom prst="ellipse">
                <a:avLst/>
              </a:prstGeom>
              <a:solidFill>
                <a:schemeClr val="bg1"/>
              </a:solidFill>
              <a:ln>
                <a:solidFill>
                  <a:srgbClr val="0070C0"/>
                </a:solidFill>
              </a:ln>
              <a:extLst/>
            </p:spPr>
            <p:style>
              <a:lnRef idx="2">
                <a:schemeClr val="accent1"/>
              </a:lnRef>
              <a:fillRef idx="1">
                <a:schemeClr val="lt1"/>
              </a:fillRef>
              <a:effectRef idx="0">
                <a:schemeClr val="accent1"/>
              </a:effectRef>
              <a:fontRef idx="minor">
                <a:schemeClr val="dk1"/>
              </a:fontRef>
            </p:style>
            <p:txBody>
              <a:bodyPr wrap="none" anchor="ctr"/>
              <a:lstStyle/>
              <a:p>
                <a:pPr lvl="0" fontAlgn="base">
                  <a:spcBef>
                    <a:spcPct val="0"/>
                  </a:spcBef>
                  <a:spcAft>
                    <a:spcPct val="0"/>
                  </a:spcAft>
                  <a:defRPr/>
                </a:pPr>
                <a:endParaRPr lang="en-CA" sz="1600" b="1" kern="0">
                  <a:solidFill>
                    <a:srgbClr val="000000"/>
                  </a:solidFill>
                  <a:latin typeface="Segoe UI" pitchFamily="34" charset="0"/>
                  <a:ea typeface="Segoe UI" pitchFamily="34" charset="0"/>
                  <a:cs typeface="Segoe UI" pitchFamily="34" charset="0"/>
                </a:endParaRPr>
              </a:p>
            </p:txBody>
          </p:sp>
          <p:pic>
            <p:nvPicPr>
              <p:cNvPr id="53" name="Picture 3" descr="C:\Courses\ENG\ID_Editor_Reference\LeX Graphics 7_2013\globe_B.pn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2445145" y="945731"/>
                <a:ext cx="578268" cy="578268"/>
              </a:xfrm>
              <a:prstGeom prst="rect">
                <a:avLst/>
              </a:prstGeom>
              <a:noFill/>
              <a:extLst>
                <a:ext uri="{909E8E84-426E-40DD-AFC4-6F175D3DCCD1}">
                  <a14:hiddenFill xmlns:a14="http://schemas.microsoft.com/office/drawing/2010/main">
                    <a:solidFill>
                      <a:srgbClr val="FFFFFF"/>
                    </a:solidFill>
                  </a14:hiddenFill>
                </a:ext>
              </a:extLst>
            </p:spPr>
          </p:pic>
          <p:sp>
            <p:nvSpPr>
              <p:cNvPr id="54" name="AutoShape 61"/>
              <p:cNvSpPr>
                <a:spLocks noChangeArrowheads="1"/>
              </p:cNvSpPr>
              <p:nvPr/>
            </p:nvSpPr>
            <p:spPr bwMode="auto">
              <a:xfrm>
                <a:off x="1784935" y="1929008"/>
                <a:ext cx="1203592" cy="182880"/>
              </a:xfrm>
              <a:prstGeom prst="roundRect">
                <a:avLst>
                  <a:gd name="adj" fmla="val 10921"/>
                </a:avLst>
              </a:prstGeom>
              <a:noFill/>
              <a:ln w="9525">
                <a:noFill/>
                <a:round/>
                <a:headEnd/>
                <a:tailEnd/>
              </a:ln>
              <a:effectLst/>
            </p:spPr>
            <p:txBody>
              <a:bodyPr wrap="none" anchor="ctr"/>
              <a:lstStyle/>
              <a:p>
                <a:pPr lvl="0" fontAlgn="base">
                  <a:spcBef>
                    <a:spcPct val="0"/>
                  </a:spcBef>
                  <a:spcAft>
                    <a:spcPct val="0"/>
                  </a:spcAft>
                  <a:defRPr/>
                </a:pPr>
                <a:r>
                  <a:rPr lang="en-US" sz="1400" b="1" kern="0">
                    <a:solidFill>
                      <a:srgbClr val="000000"/>
                    </a:solidFill>
                    <a:latin typeface="Segoe UI" pitchFamily="34" charset="0"/>
                    <a:ea typeface="Segoe UI" pitchFamily="34" charset="0"/>
                    <a:cs typeface="Segoe UI" pitchFamily="34" charset="0"/>
                  </a:rPr>
                  <a:t>Local group</a:t>
                </a:r>
                <a:endParaRPr lang="en-US" sz="1400" b="1" kern="0" dirty="0">
                  <a:solidFill>
                    <a:srgbClr val="000000"/>
                  </a:solidFill>
                  <a:latin typeface="Segoe UI" pitchFamily="34" charset="0"/>
                  <a:ea typeface="Segoe UI" pitchFamily="34" charset="0"/>
                  <a:cs typeface="Segoe UI" pitchFamily="34" charset="0"/>
                </a:endParaRPr>
              </a:p>
            </p:txBody>
          </p:sp>
          <p:pic>
            <p:nvPicPr>
              <p:cNvPr id="55" name="Picture 2" descr="C:\Courses\ENG\ID_Editor_Reference\LeX Graphics 7_2013\user_group.png"/>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1876261" y="771151"/>
                <a:ext cx="698895" cy="927272"/>
              </a:xfrm>
              <a:prstGeom prst="rect">
                <a:avLst/>
              </a:prstGeom>
              <a:noFill/>
              <a:extLst>
                <a:ext uri="{909E8E84-426E-40DD-AFC4-6F175D3DCCD1}">
                  <a14:hiddenFill xmlns:a14="http://schemas.microsoft.com/office/drawing/2010/main">
                    <a:solidFill>
                      <a:srgbClr val="FFFFFF"/>
                    </a:solidFill>
                  </a14:hiddenFill>
                </a:ext>
              </a:extLst>
            </p:spPr>
          </p:pic>
        </p:grpSp>
        <p:sp>
          <p:nvSpPr>
            <p:cNvPr id="13" name="AutoShape 62"/>
            <p:cNvSpPr>
              <a:spLocks noChangeArrowheads="1"/>
            </p:cNvSpPr>
            <p:nvPr/>
          </p:nvSpPr>
          <p:spPr bwMode="auto">
            <a:xfrm>
              <a:off x="3362648" y="1788466"/>
              <a:ext cx="669925" cy="182880"/>
            </a:xfrm>
            <a:prstGeom prst="roundRect">
              <a:avLst>
                <a:gd name="adj" fmla="val 10921"/>
              </a:avLst>
            </a:prstGeom>
            <a:solidFill>
              <a:srgbClr val="FFFFFF"/>
            </a:solidFill>
            <a:ln w="9525">
              <a:noFill/>
              <a:round/>
              <a:headEnd/>
              <a:tailEnd/>
            </a:ln>
            <a:effectLst/>
          </p:spPr>
          <p:txBody>
            <a:bodyPr wrap="none" anchor="ctr"/>
            <a:lstStyle/>
            <a:p>
              <a:pPr lvl="0" fontAlgn="base">
                <a:spcBef>
                  <a:spcPct val="0"/>
                </a:spcBef>
                <a:spcAft>
                  <a:spcPct val="0"/>
                </a:spcAft>
                <a:defRPr/>
              </a:pPr>
              <a:r>
                <a:rPr lang="en-US" sz="1600" b="1" kern="0">
                  <a:solidFill>
                    <a:srgbClr val="000000"/>
                  </a:solidFill>
                  <a:latin typeface="Segoe UI" pitchFamily="34" charset="0"/>
                  <a:ea typeface="Segoe UI" pitchFamily="34" charset="0"/>
                  <a:cs typeface="Segoe UI" pitchFamily="34" charset="0"/>
                </a:rPr>
                <a:t>GPO1</a:t>
              </a:r>
              <a:endParaRPr lang="en-US" sz="1600" b="1" kern="0" dirty="0">
                <a:solidFill>
                  <a:srgbClr val="000000"/>
                </a:solidFill>
                <a:latin typeface="Segoe UI" pitchFamily="34" charset="0"/>
                <a:ea typeface="Segoe UI" pitchFamily="34" charset="0"/>
                <a:cs typeface="Segoe UI" pitchFamily="34" charset="0"/>
              </a:endParaRPr>
            </a:p>
          </p:txBody>
        </p:sp>
        <p:sp>
          <p:nvSpPr>
            <p:cNvPr id="14" name="AutoShape 62"/>
            <p:cNvSpPr>
              <a:spLocks noChangeArrowheads="1"/>
            </p:cNvSpPr>
            <p:nvPr/>
          </p:nvSpPr>
          <p:spPr bwMode="auto">
            <a:xfrm>
              <a:off x="4297963" y="3124200"/>
              <a:ext cx="669925" cy="182880"/>
            </a:xfrm>
            <a:prstGeom prst="roundRect">
              <a:avLst>
                <a:gd name="adj" fmla="val 10921"/>
              </a:avLst>
            </a:prstGeom>
            <a:solidFill>
              <a:srgbClr val="FFFFFF"/>
            </a:solidFill>
            <a:ln w="9525">
              <a:noFill/>
              <a:round/>
              <a:headEnd/>
              <a:tailEnd/>
            </a:ln>
            <a:effectLst/>
          </p:spPr>
          <p:txBody>
            <a:bodyPr wrap="none" anchor="ctr"/>
            <a:lstStyle/>
            <a:p>
              <a:pPr lvl="0" fontAlgn="base">
                <a:spcBef>
                  <a:spcPct val="0"/>
                </a:spcBef>
                <a:spcAft>
                  <a:spcPct val="0"/>
                </a:spcAft>
                <a:defRPr/>
              </a:pPr>
              <a:r>
                <a:rPr lang="en-US" sz="1600" b="1" kern="0">
                  <a:solidFill>
                    <a:srgbClr val="000000"/>
                  </a:solidFill>
                  <a:latin typeface="Segoe UI" pitchFamily="34" charset="0"/>
                  <a:ea typeface="Segoe UI" pitchFamily="34" charset="0"/>
                  <a:cs typeface="Segoe UI" pitchFamily="34" charset="0"/>
                </a:rPr>
                <a:t>GPO2</a:t>
              </a:r>
              <a:endParaRPr lang="en-US" sz="1600" b="1" kern="0" dirty="0">
                <a:solidFill>
                  <a:srgbClr val="000000"/>
                </a:solidFill>
                <a:latin typeface="Segoe UI" pitchFamily="34" charset="0"/>
                <a:ea typeface="Segoe UI" pitchFamily="34" charset="0"/>
                <a:cs typeface="Segoe UI" pitchFamily="34" charset="0"/>
              </a:endParaRPr>
            </a:p>
          </p:txBody>
        </p:sp>
        <p:grpSp>
          <p:nvGrpSpPr>
            <p:cNvPr id="15" name="Group 14"/>
            <p:cNvGrpSpPr/>
            <p:nvPr/>
          </p:nvGrpSpPr>
          <p:grpSpPr>
            <a:xfrm>
              <a:off x="2674779" y="3420263"/>
              <a:ext cx="1450433" cy="1010819"/>
              <a:chOff x="353503" y="4078047"/>
              <a:chExt cx="1419061" cy="937870"/>
            </a:xfrm>
          </p:grpSpPr>
          <p:sp>
            <p:nvSpPr>
              <p:cNvPr id="50" name="Oval 37"/>
              <p:cNvSpPr>
                <a:spLocks noChangeArrowheads="1"/>
              </p:cNvSpPr>
              <p:nvPr/>
            </p:nvSpPr>
            <p:spPr bwMode="auto">
              <a:xfrm>
                <a:off x="368693" y="4078047"/>
                <a:ext cx="1365867" cy="937870"/>
              </a:xfrm>
              <a:prstGeom prst="triangle">
                <a:avLst/>
              </a:prstGeom>
              <a:ln>
                <a:solidFill>
                  <a:srgbClr val="0070C0"/>
                </a:solidFill>
              </a:ln>
              <a:extLst/>
            </p:spPr>
            <p:style>
              <a:lnRef idx="2">
                <a:schemeClr val="accent1"/>
              </a:lnRef>
              <a:fillRef idx="1">
                <a:schemeClr val="lt1"/>
              </a:fillRef>
              <a:effectRef idx="0">
                <a:schemeClr val="accent1"/>
              </a:effectRef>
              <a:fontRef idx="minor">
                <a:schemeClr val="dk1"/>
              </a:fontRef>
            </p:style>
            <p:txBody>
              <a:bodyPr wrap="none" anchor="ctr"/>
              <a:lstStyle/>
              <a:p>
                <a:pPr lvl="0" fontAlgn="base">
                  <a:spcBef>
                    <a:spcPct val="0"/>
                  </a:spcBef>
                  <a:spcAft>
                    <a:spcPct val="0"/>
                  </a:spcAft>
                  <a:defRPr/>
                </a:pPr>
                <a:endParaRPr lang="en-CA" sz="1600" b="1" kern="0">
                  <a:solidFill>
                    <a:srgbClr val="000000"/>
                  </a:solidFill>
                  <a:latin typeface="Segoe UI" pitchFamily="34" charset="0"/>
                  <a:ea typeface="Segoe UI" pitchFamily="34" charset="0"/>
                  <a:cs typeface="Segoe UI" pitchFamily="34" charset="0"/>
                </a:endParaRPr>
              </a:p>
            </p:txBody>
          </p:sp>
          <p:sp>
            <p:nvSpPr>
              <p:cNvPr id="51" name="Rectangle 39"/>
              <p:cNvSpPr>
                <a:spLocks noChangeArrowheads="1"/>
              </p:cNvSpPr>
              <p:nvPr/>
            </p:nvSpPr>
            <p:spPr bwMode="auto">
              <a:xfrm>
                <a:off x="353503" y="4668567"/>
                <a:ext cx="1419061" cy="22845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pPr lvl="0" algn="ctr" fontAlgn="base">
                  <a:spcBef>
                    <a:spcPct val="0"/>
                  </a:spcBef>
                  <a:spcAft>
                    <a:spcPct val="0"/>
                  </a:spcAft>
                  <a:defRPr/>
                </a:pPr>
                <a:r>
                  <a:rPr lang="en-US" sz="1600" b="1" kern="0">
                    <a:solidFill>
                      <a:srgbClr val="000000"/>
                    </a:solidFill>
                    <a:latin typeface="Segoe UI" pitchFamily="34" charset="0"/>
                    <a:ea typeface="Segoe UI" pitchFamily="34" charset="0"/>
                    <a:cs typeface="Segoe UI" pitchFamily="34" charset="0"/>
                  </a:rPr>
                  <a:t>Domain</a:t>
                </a:r>
                <a:endParaRPr lang="en-US" sz="1600" b="1" kern="0" dirty="0">
                  <a:solidFill>
                    <a:srgbClr val="000000"/>
                  </a:solidFill>
                  <a:latin typeface="Segoe UI" pitchFamily="34" charset="0"/>
                  <a:ea typeface="Segoe UI" pitchFamily="34" charset="0"/>
                  <a:cs typeface="Segoe UI" pitchFamily="34" charset="0"/>
                </a:endParaRPr>
              </a:p>
            </p:txBody>
          </p:sp>
        </p:grpSp>
        <p:sp>
          <p:nvSpPr>
            <p:cNvPr id="16" name="Line 32"/>
            <p:cNvSpPr>
              <a:spLocks noChangeShapeType="1"/>
            </p:cNvSpPr>
            <p:nvPr/>
          </p:nvSpPr>
          <p:spPr bwMode="auto">
            <a:xfrm>
              <a:off x="4293848" y="5465356"/>
              <a:ext cx="471119" cy="576160"/>
            </a:xfrm>
            <a:prstGeom prst="line">
              <a:avLst/>
            </a:prstGeom>
            <a:noFill/>
            <a:ln w="76200" cap="rnd">
              <a:solidFill>
                <a:srgbClr val="0070C0"/>
              </a:solidFill>
              <a:prstDash val="sysDot"/>
              <a:round/>
              <a:headEnd/>
              <a:tailEnd/>
            </a:ln>
            <a:extLst>
              <a:ext uri="{909E8E84-426E-40DD-AFC4-6F175D3DCCD1}">
                <a14:hiddenFill xmlns:a14="http://schemas.microsoft.com/office/drawing/2010/main">
                  <a:noFill/>
                </a14:hiddenFill>
              </a:ext>
            </a:extLst>
          </p:spPr>
          <p:txBody>
            <a:bodyPr wrap="none" anchor="ctr"/>
            <a:lstStyle/>
            <a:p>
              <a:pPr lvl="0" fontAlgn="base">
                <a:spcBef>
                  <a:spcPct val="0"/>
                </a:spcBef>
                <a:spcAft>
                  <a:spcPct val="0"/>
                </a:spcAft>
                <a:defRPr/>
              </a:pPr>
              <a:endParaRPr lang="en-US" sz="1600" b="1" kern="0">
                <a:solidFill>
                  <a:srgbClr val="000000"/>
                </a:solidFill>
                <a:latin typeface="Segoe UI" pitchFamily="34" charset="0"/>
                <a:ea typeface="Segoe UI" pitchFamily="34" charset="0"/>
                <a:cs typeface="Segoe UI" pitchFamily="34" charset="0"/>
              </a:endParaRPr>
            </a:p>
          </p:txBody>
        </p:sp>
        <p:sp>
          <p:nvSpPr>
            <p:cNvPr id="17" name="Line 32"/>
            <p:cNvSpPr>
              <a:spLocks noChangeShapeType="1"/>
            </p:cNvSpPr>
            <p:nvPr/>
          </p:nvSpPr>
          <p:spPr bwMode="auto">
            <a:xfrm flipH="1">
              <a:off x="3748531" y="5465356"/>
              <a:ext cx="507343" cy="576160"/>
            </a:xfrm>
            <a:prstGeom prst="line">
              <a:avLst/>
            </a:prstGeom>
            <a:noFill/>
            <a:ln w="76200" cap="rnd">
              <a:solidFill>
                <a:srgbClr val="0070C0"/>
              </a:solidFill>
              <a:prstDash val="sysDot"/>
              <a:round/>
              <a:headEnd/>
              <a:tailEnd/>
            </a:ln>
            <a:extLst>
              <a:ext uri="{909E8E84-426E-40DD-AFC4-6F175D3DCCD1}">
                <a14:hiddenFill xmlns:a14="http://schemas.microsoft.com/office/drawing/2010/main">
                  <a:noFill/>
                </a14:hiddenFill>
              </a:ext>
            </a:extLst>
          </p:spPr>
          <p:txBody>
            <a:bodyPr wrap="none" anchor="ctr"/>
            <a:lstStyle/>
            <a:p>
              <a:pPr lvl="0" fontAlgn="base">
                <a:spcBef>
                  <a:spcPct val="0"/>
                </a:spcBef>
                <a:spcAft>
                  <a:spcPct val="0"/>
                </a:spcAft>
                <a:defRPr/>
              </a:pPr>
              <a:endParaRPr lang="en-US" sz="1600" b="1" kern="0">
                <a:solidFill>
                  <a:srgbClr val="000000"/>
                </a:solidFill>
                <a:latin typeface="Segoe UI" pitchFamily="34" charset="0"/>
                <a:ea typeface="Segoe UI" pitchFamily="34" charset="0"/>
                <a:cs typeface="Segoe UI" pitchFamily="34" charset="0"/>
              </a:endParaRPr>
            </a:p>
          </p:txBody>
        </p:sp>
        <p:grpSp>
          <p:nvGrpSpPr>
            <p:cNvPr id="18" name="Group 17"/>
            <p:cNvGrpSpPr/>
            <p:nvPr/>
          </p:nvGrpSpPr>
          <p:grpSpPr>
            <a:xfrm>
              <a:off x="3483341" y="5776088"/>
              <a:ext cx="593865" cy="530856"/>
              <a:chOff x="4282935" y="5259211"/>
              <a:chExt cx="593865" cy="530856"/>
            </a:xfrm>
          </p:grpSpPr>
          <p:sp>
            <p:nvSpPr>
              <p:cNvPr id="48" name="Oval 37"/>
              <p:cNvSpPr>
                <a:spLocks noChangeArrowheads="1"/>
              </p:cNvSpPr>
              <p:nvPr/>
            </p:nvSpPr>
            <p:spPr bwMode="auto">
              <a:xfrm>
                <a:off x="4282935" y="5259211"/>
                <a:ext cx="553318" cy="530856"/>
              </a:xfrm>
              <a:prstGeom prst="ellipse">
                <a:avLst/>
              </a:prstGeom>
              <a:ln>
                <a:solidFill>
                  <a:srgbClr val="0070C0"/>
                </a:solidFill>
              </a:ln>
              <a:extLst/>
            </p:spPr>
            <p:style>
              <a:lnRef idx="2">
                <a:schemeClr val="accent1"/>
              </a:lnRef>
              <a:fillRef idx="1">
                <a:schemeClr val="lt1"/>
              </a:fillRef>
              <a:effectRef idx="0">
                <a:schemeClr val="accent1"/>
              </a:effectRef>
              <a:fontRef idx="minor">
                <a:schemeClr val="dk1"/>
              </a:fontRef>
            </p:style>
            <p:txBody>
              <a:bodyPr wrap="none" anchor="ctr"/>
              <a:lstStyle/>
              <a:p>
                <a:pPr lvl="0" fontAlgn="base">
                  <a:spcBef>
                    <a:spcPct val="0"/>
                  </a:spcBef>
                  <a:spcAft>
                    <a:spcPct val="0"/>
                  </a:spcAft>
                  <a:defRPr/>
                </a:pPr>
                <a:endParaRPr lang="en-CA" sz="1600" b="1" kern="0">
                  <a:solidFill>
                    <a:srgbClr val="000000"/>
                  </a:solidFill>
                  <a:latin typeface="Segoe UI" pitchFamily="34" charset="0"/>
                  <a:ea typeface="Segoe UI" pitchFamily="34" charset="0"/>
                  <a:cs typeface="Segoe UI" pitchFamily="34" charset="0"/>
                </a:endParaRPr>
              </a:p>
            </p:txBody>
          </p:sp>
          <p:sp>
            <p:nvSpPr>
              <p:cNvPr id="49" name="Rectangle 50"/>
              <p:cNvSpPr>
                <a:spLocks noChangeArrowheads="1"/>
              </p:cNvSpPr>
              <p:nvPr/>
            </p:nvSpPr>
            <p:spPr bwMode="auto">
              <a:xfrm>
                <a:off x="4327072" y="5355362"/>
                <a:ext cx="549728" cy="338554"/>
              </a:xfrm>
              <a:prstGeom prst="rect">
                <a:avLst/>
              </a:prstGeom>
              <a:noFill/>
              <a:ln w="9525" algn="ctr">
                <a:no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pPr lvl="0" fontAlgn="base">
                  <a:spcBef>
                    <a:spcPct val="0"/>
                  </a:spcBef>
                  <a:spcAft>
                    <a:spcPct val="0"/>
                  </a:spcAft>
                  <a:defRPr/>
                </a:pPr>
                <a:r>
                  <a:rPr lang="en-US" sz="1600" b="1" kern="0">
                    <a:solidFill>
                      <a:srgbClr val="000000"/>
                    </a:solidFill>
                    <a:latin typeface="Segoe UI" pitchFamily="34" charset="0"/>
                    <a:ea typeface="Segoe UI" pitchFamily="34" charset="0"/>
                    <a:cs typeface="Segoe UI" pitchFamily="34" charset="0"/>
                  </a:rPr>
                  <a:t>OU</a:t>
                </a:r>
                <a:endParaRPr lang="en-US" sz="1600" b="1" kern="0" dirty="0">
                  <a:solidFill>
                    <a:srgbClr val="000000"/>
                  </a:solidFill>
                  <a:latin typeface="Segoe UI" pitchFamily="34" charset="0"/>
                  <a:ea typeface="Segoe UI" pitchFamily="34" charset="0"/>
                  <a:cs typeface="Segoe UI" pitchFamily="34" charset="0"/>
                </a:endParaRPr>
              </a:p>
            </p:txBody>
          </p:sp>
        </p:grpSp>
        <p:grpSp>
          <p:nvGrpSpPr>
            <p:cNvPr id="19" name="Group 18"/>
            <p:cNvGrpSpPr/>
            <p:nvPr/>
          </p:nvGrpSpPr>
          <p:grpSpPr>
            <a:xfrm>
              <a:off x="4488308" y="5793744"/>
              <a:ext cx="593865" cy="530856"/>
              <a:chOff x="4282935" y="5259211"/>
              <a:chExt cx="593865" cy="530856"/>
            </a:xfrm>
          </p:grpSpPr>
          <p:sp>
            <p:nvSpPr>
              <p:cNvPr id="46" name="Oval 37"/>
              <p:cNvSpPr>
                <a:spLocks noChangeArrowheads="1"/>
              </p:cNvSpPr>
              <p:nvPr/>
            </p:nvSpPr>
            <p:spPr bwMode="auto">
              <a:xfrm>
                <a:off x="4282935" y="5259211"/>
                <a:ext cx="553318" cy="530856"/>
              </a:xfrm>
              <a:prstGeom prst="ellipse">
                <a:avLst/>
              </a:prstGeom>
              <a:ln>
                <a:solidFill>
                  <a:srgbClr val="0070C0"/>
                </a:solidFill>
              </a:ln>
              <a:extLst/>
            </p:spPr>
            <p:style>
              <a:lnRef idx="2">
                <a:schemeClr val="accent1"/>
              </a:lnRef>
              <a:fillRef idx="1">
                <a:schemeClr val="lt1"/>
              </a:fillRef>
              <a:effectRef idx="0">
                <a:schemeClr val="accent1"/>
              </a:effectRef>
              <a:fontRef idx="minor">
                <a:schemeClr val="dk1"/>
              </a:fontRef>
            </p:style>
            <p:txBody>
              <a:bodyPr wrap="none" anchor="ctr"/>
              <a:lstStyle/>
              <a:p>
                <a:pPr lvl="0" fontAlgn="base">
                  <a:spcBef>
                    <a:spcPct val="0"/>
                  </a:spcBef>
                  <a:spcAft>
                    <a:spcPct val="0"/>
                  </a:spcAft>
                  <a:defRPr/>
                </a:pPr>
                <a:endParaRPr lang="en-CA" sz="1600" b="1" kern="0">
                  <a:solidFill>
                    <a:srgbClr val="000000"/>
                  </a:solidFill>
                  <a:latin typeface="Segoe UI" pitchFamily="34" charset="0"/>
                  <a:ea typeface="Segoe UI" pitchFamily="34" charset="0"/>
                  <a:cs typeface="Segoe UI" pitchFamily="34" charset="0"/>
                </a:endParaRPr>
              </a:p>
            </p:txBody>
          </p:sp>
          <p:sp>
            <p:nvSpPr>
              <p:cNvPr id="47" name="Rectangle 50"/>
              <p:cNvSpPr>
                <a:spLocks noChangeArrowheads="1"/>
              </p:cNvSpPr>
              <p:nvPr/>
            </p:nvSpPr>
            <p:spPr bwMode="auto">
              <a:xfrm>
                <a:off x="4327072" y="5355362"/>
                <a:ext cx="549728" cy="338554"/>
              </a:xfrm>
              <a:prstGeom prst="rect">
                <a:avLst/>
              </a:prstGeom>
              <a:noFill/>
              <a:ln w="9525" algn="ctr">
                <a:no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pPr lvl="0" fontAlgn="base">
                  <a:spcBef>
                    <a:spcPct val="0"/>
                  </a:spcBef>
                  <a:spcAft>
                    <a:spcPct val="0"/>
                  </a:spcAft>
                  <a:defRPr/>
                </a:pPr>
                <a:r>
                  <a:rPr lang="en-US" sz="1600" b="1" kern="0">
                    <a:solidFill>
                      <a:srgbClr val="000000"/>
                    </a:solidFill>
                    <a:latin typeface="Segoe UI" pitchFamily="34" charset="0"/>
                    <a:ea typeface="Segoe UI" pitchFamily="34" charset="0"/>
                    <a:cs typeface="Segoe UI" pitchFamily="34" charset="0"/>
                  </a:rPr>
                  <a:t>OU</a:t>
                </a:r>
                <a:endParaRPr lang="en-US" sz="1600" b="1" kern="0" dirty="0">
                  <a:solidFill>
                    <a:srgbClr val="000000"/>
                  </a:solidFill>
                  <a:latin typeface="Segoe UI" pitchFamily="34" charset="0"/>
                  <a:ea typeface="Segoe UI" pitchFamily="34" charset="0"/>
                  <a:cs typeface="Segoe UI" pitchFamily="34" charset="0"/>
                </a:endParaRPr>
              </a:p>
            </p:txBody>
          </p:sp>
        </p:grpSp>
        <p:grpSp>
          <p:nvGrpSpPr>
            <p:cNvPr id="20" name="Group 19"/>
            <p:cNvGrpSpPr/>
            <p:nvPr/>
          </p:nvGrpSpPr>
          <p:grpSpPr>
            <a:xfrm>
              <a:off x="3979215" y="5080645"/>
              <a:ext cx="581339" cy="530856"/>
              <a:chOff x="4282935" y="5259211"/>
              <a:chExt cx="581339" cy="530856"/>
            </a:xfrm>
          </p:grpSpPr>
          <p:sp>
            <p:nvSpPr>
              <p:cNvPr id="44" name="Oval 37"/>
              <p:cNvSpPr>
                <a:spLocks noChangeArrowheads="1"/>
              </p:cNvSpPr>
              <p:nvPr/>
            </p:nvSpPr>
            <p:spPr bwMode="auto">
              <a:xfrm>
                <a:off x="4282935" y="5259211"/>
                <a:ext cx="553318" cy="530856"/>
              </a:xfrm>
              <a:prstGeom prst="ellipse">
                <a:avLst/>
              </a:prstGeom>
              <a:ln>
                <a:solidFill>
                  <a:srgbClr val="0070C0"/>
                </a:solidFill>
              </a:ln>
              <a:extLst/>
            </p:spPr>
            <p:style>
              <a:lnRef idx="2">
                <a:schemeClr val="accent1"/>
              </a:lnRef>
              <a:fillRef idx="1">
                <a:schemeClr val="lt1"/>
              </a:fillRef>
              <a:effectRef idx="0">
                <a:schemeClr val="accent1"/>
              </a:effectRef>
              <a:fontRef idx="minor">
                <a:schemeClr val="dk1"/>
              </a:fontRef>
            </p:style>
            <p:txBody>
              <a:bodyPr wrap="none" anchor="ctr"/>
              <a:lstStyle/>
              <a:p>
                <a:pPr lvl="0" fontAlgn="base">
                  <a:spcBef>
                    <a:spcPct val="0"/>
                  </a:spcBef>
                  <a:spcAft>
                    <a:spcPct val="0"/>
                  </a:spcAft>
                  <a:defRPr/>
                </a:pPr>
                <a:endParaRPr lang="en-CA" sz="1600" b="1" kern="0">
                  <a:solidFill>
                    <a:srgbClr val="000000"/>
                  </a:solidFill>
                  <a:latin typeface="Segoe UI" pitchFamily="34" charset="0"/>
                  <a:ea typeface="Segoe UI" pitchFamily="34" charset="0"/>
                  <a:cs typeface="Segoe UI" pitchFamily="34" charset="0"/>
                </a:endParaRPr>
              </a:p>
            </p:txBody>
          </p:sp>
          <p:sp>
            <p:nvSpPr>
              <p:cNvPr id="45" name="Rectangle 50"/>
              <p:cNvSpPr>
                <a:spLocks noChangeArrowheads="1"/>
              </p:cNvSpPr>
              <p:nvPr/>
            </p:nvSpPr>
            <p:spPr bwMode="auto">
              <a:xfrm>
                <a:off x="4314546" y="5355362"/>
                <a:ext cx="549728" cy="338554"/>
              </a:xfrm>
              <a:prstGeom prst="rect">
                <a:avLst/>
              </a:prstGeom>
              <a:noFill/>
              <a:ln w="9525" algn="ctr">
                <a:no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pPr lvl="0" fontAlgn="base">
                  <a:spcBef>
                    <a:spcPct val="0"/>
                  </a:spcBef>
                  <a:spcAft>
                    <a:spcPct val="0"/>
                  </a:spcAft>
                  <a:defRPr/>
                </a:pPr>
                <a:r>
                  <a:rPr lang="en-US" sz="1600" b="1" kern="0">
                    <a:solidFill>
                      <a:srgbClr val="000000"/>
                    </a:solidFill>
                    <a:latin typeface="Segoe UI" pitchFamily="34" charset="0"/>
                    <a:ea typeface="Segoe UI" pitchFamily="34" charset="0"/>
                    <a:cs typeface="Segoe UI" pitchFamily="34" charset="0"/>
                  </a:rPr>
                  <a:t>OU</a:t>
                </a:r>
                <a:endParaRPr lang="en-US" sz="1600" b="1" kern="0" dirty="0">
                  <a:solidFill>
                    <a:srgbClr val="000000"/>
                  </a:solidFill>
                  <a:latin typeface="Segoe UI" pitchFamily="34" charset="0"/>
                  <a:ea typeface="Segoe UI" pitchFamily="34" charset="0"/>
                  <a:cs typeface="Segoe UI" pitchFamily="34" charset="0"/>
                </a:endParaRPr>
              </a:p>
            </p:txBody>
          </p:sp>
        </p:grpSp>
        <p:grpSp>
          <p:nvGrpSpPr>
            <p:cNvPr id="21" name="Group 20"/>
            <p:cNvGrpSpPr/>
            <p:nvPr/>
          </p:nvGrpSpPr>
          <p:grpSpPr>
            <a:xfrm>
              <a:off x="3124200" y="925487"/>
              <a:ext cx="1145356" cy="808604"/>
              <a:chOff x="4052355" y="944591"/>
              <a:chExt cx="1145356" cy="808604"/>
            </a:xfrm>
          </p:grpSpPr>
          <p:sp>
            <p:nvSpPr>
              <p:cNvPr id="41" name="Rounded Rectangle 40"/>
              <p:cNvSpPr/>
              <p:nvPr/>
            </p:nvSpPr>
            <p:spPr>
              <a:xfrm>
                <a:off x="4052355" y="1213270"/>
                <a:ext cx="1145356" cy="539925"/>
              </a:xfrm>
              <a:prstGeom prst="roundRect">
                <a:avLst/>
              </a:prstGeom>
              <a:ln>
                <a:solidFill>
                  <a:srgbClr val="0070C0"/>
                </a:solidFill>
              </a:ln>
            </p:spPr>
            <p:style>
              <a:lnRef idx="2">
                <a:schemeClr val="accent2"/>
              </a:lnRef>
              <a:fillRef idx="1">
                <a:schemeClr val="lt1"/>
              </a:fillRef>
              <a:effectRef idx="0">
                <a:schemeClr val="accent2"/>
              </a:effectRef>
              <a:fontRef idx="minor">
                <a:schemeClr val="dk1"/>
              </a:fontRef>
            </p:style>
            <p:txBody>
              <a:bodyPr rtlCol="0" anchor="ctr"/>
              <a:lstStyle/>
              <a:p>
                <a:pPr lvl="0" algn="ctr" fontAlgn="base">
                  <a:spcBef>
                    <a:spcPct val="0"/>
                  </a:spcBef>
                  <a:spcAft>
                    <a:spcPct val="0"/>
                  </a:spcAft>
                </a:pPr>
                <a:endParaRPr lang="en-CA" b="1">
                  <a:solidFill>
                    <a:srgbClr val="000000"/>
                  </a:solidFill>
                </a:endParaRPr>
              </a:p>
            </p:txBody>
          </p:sp>
          <p:pic>
            <p:nvPicPr>
              <p:cNvPr id="42" name="Picture 4" descr="C:\Courses\ENG\ID_Editor_Reference\LeX Graphics 7_2013\Document_writing.png"/>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4730067" y="944591"/>
                <a:ext cx="418875" cy="700551"/>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 descr="C:\Courses\ENG\ID_Editor_Reference\LeX Graphics 7_2013\user_group.png"/>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4166190" y="1006145"/>
                <a:ext cx="521777" cy="69227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2" name="Group 21"/>
            <p:cNvGrpSpPr/>
            <p:nvPr/>
          </p:nvGrpSpPr>
          <p:grpSpPr>
            <a:xfrm>
              <a:off x="4060247" y="2239396"/>
              <a:ext cx="1145356" cy="808604"/>
              <a:chOff x="4052355" y="944591"/>
              <a:chExt cx="1145356" cy="808604"/>
            </a:xfrm>
          </p:grpSpPr>
          <p:sp>
            <p:nvSpPr>
              <p:cNvPr id="38" name="Rounded Rectangle 37"/>
              <p:cNvSpPr/>
              <p:nvPr/>
            </p:nvSpPr>
            <p:spPr>
              <a:xfrm>
                <a:off x="4052355" y="1213270"/>
                <a:ext cx="1145356" cy="539925"/>
              </a:xfrm>
              <a:prstGeom prst="roundRect">
                <a:avLst/>
              </a:prstGeom>
              <a:ln>
                <a:solidFill>
                  <a:srgbClr val="0070C0"/>
                </a:solidFill>
              </a:ln>
            </p:spPr>
            <p:style>
              <a:lnRef idx="2">
                <a:schemeClr val="accent2"/>
              </a:lnRef>
              <a:fillRef idx="1">
                <a:schemeClr val="lt1"/>
              </a:fillRef>
              <a:effectRef idx="0">
                <a:schemeClr val="accent2"/>
              </a:effectRef>
              <a:fontRef idx="minor">
                <a:schemeClr val="dk1"/>
              </a:fontRef>
            </p:style>
            <p:txBody>
              <a:bodyPr rtlCol="0" anchor="ctr"/>
              <a:lstStyle/>
              <a:p>
                <a:pPr lvl="0" algn="ctr" fontAlgn="base">
                  <a:spcBef>
                    <a:spcPct val="0"/>
                  </a:spcBef>
                  <a:spcAft>
                    <a:spcPct val="0"/>
                  </a:spcAft>
                </a:pPr>
                <a:endParaRPr lang="en-CA" b="1">
                  <a:solidFill>
                    <a:srgbClr val="000000"/>
                  </a:solidFill>
                </a:endParaRPr>
              </a:p>
            </p:txBody>
          </p:sp>
          <p:pic>
            <p:nvPicPr>
              <p:cNvPr id="39" name="Picture 4" descr="C:\Courses\ENG\ID_Editor_Reference\LeX Graphics 7_2013\Document_writing.png"/>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4730067" y="944591"/>
                <a:ext cx="418875" cy="700551"/>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2" descr="C:\Courses\ENG\ID_Editor_Reference\LeX Graphics 7_2013\user_group.png"/>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4166190" y="1006145"/>
                <a:ext cx="521777" cy="692277"/>
              </a:xfrm>
              <a:prstGeom prst="rect">
                <a:avLst/>
              </a:prstGeom>
              <a:noFill/>
              <a:extLst>
                <a:ext uri="{909E8E84-426E-40DD-AFC4-6F175D3DCCD1}">
                  <a14:hiddenFill xmlns:a14="http://schemas.microsoft.com/office/drawing/2010/main">
                    <a:solidFill>
                      <a:srgbClr val="FFFFFF"/>
                    </a:solidFill>
                  </a14:hiddenFill>
                </a:ext>
              </a:extLst>
            </p:spPr>
          </p:pic>
        </p:grpSp>
        <p:sp>
          <p:nvSpPr>
            <p:cNvPr id="23" name="AutoShape 62"/>
            <p:cNvSpPr>
              <a:spLocks noChangeArrowheads="1"/>
            </p:cNvSpPr>
            <p:nvPr/>
          </p:nvSpPr>
          <p:spPr bwMode="auto">
            <a:xfrm>
              <a:off x="5099796" y="4381366"/>
              <a:ext cx="669925" cy="182880"/>
            </a:xfrm>
            <a:prstGeom prst="roundRect">
              <a:avLst>
                <a:gd name="adj" fmla="val 10921"/>
              </a:avLst>
            </a:prstGeom>
            <a:solidFill>
              <a:srgbClr val="FFFFFF"/>
            </a:solidFill>
            <a:ln w="9525">
              <a:noFill/>
              <a:round/>
              <a:headEnd/>
              <a:tailEnd/>
            </a:ln>
            <a:effectLst/>
          </p:spPr>
          <p:txBody>
            <a:bodyPr wrap="none" anchor="ctr"/>
            <a:lstStyle/>
            <a:p>
              <a:pPr lvl="0" fontAlgn="base">
                <a:spcBef>
                  <a:spcPct val="0"/>
                </a:spcBef>
                <a:spcAft>
                  <a:spcPct val="0"/>
                </a:spcAft>
                <a:defRPr/>
              </a:pPr>
              <a:r>
                <a:rPr lang="en-US" sz="1600" b="1" kern="0">
                  <a:solidFill>
                    <a:srgbClr val="000000"/>
                  </a:solidFill>
                  <a:latin typeface="Segoe UI" pitchFamily="34" charset="0"/>
                  <a:ea typeface="Segoe UI" pitchFamily="34" charset="0"/>
                  <a:cs typeface="Segoe UI" pitchFamily="34" charset="0"/>
                </a:rPr>
                <a:t>GPO3</a:t>
              </a:r>
              <a:endParaRPr lang="en-US" sz="1600" b="1" kern="0" dirty="0">
                <a:solidFill>
                  <a:srgbClr val="000000"/>
                </a:solidFill>
                <a:latin typeface="Segoe UI" pitchFamily="34" charset="0"/>
                <a:ea typeface="Segoe UI" pitchFamily="34" charset="0"/>
                <a:cs typeface="Segoe UI" pitchFamily="34" charset="0"/>
              </a:endParaRPr>
            </a:p>
          </p:txBody>
        </p:sp>
        <p:grpSp>
          <p:nvGrpSpPr>
            <p:cNvPr id="24" name="Group 23"/>
            <p:cNvGrpSpPr/>
            <p:nvPr/>
          </p:nvGrpSpPr>
          <p:grpSpPr>
            <a:xfrm>
              <a:off x="4862080" y="3496562"/>
              <a:ext cx="1145356" cy="808604"/>
              <a:chOff x="4052355" y="944591"/>
              <a:chExt cx="1145356" cy="808604"/>
            </a:xfrm>
          </p:grpSpPr>
          <p:sp>
            <p:nvSpPr>
              <p:cNvPr id="35" name="Rounded Rectangle 34"/>
              <p:cNvSpPr/>
              <p:nvPr/>
            </p:nvSpPr>
            <p:spPr>
              <a:xfrm>
                <a:off x="4052355" y="1213270"/>
                <a:ext cx="1145356" cy="539925"/>
              </a:xfrm>
              <a:prstGeom prst="roundRect">
                <a:avLst/>
              </a:prstGeom>
              <a:ln>
                <a:solidFill>
                  <a:srgbClr val="0070C0"/>
                </a:solidFill>
              </a:ln>
            </p:spPr>
            <p:style>
              <a:lnRef idx="2">
                <a:schemeClr val="accent2"/>
              </a:lnRef>
              <a:fillRef idx="1">
                <a:schemeClr val="lt1"/>
              </a:fillRef>
              <a:effectRef idx="0">
                <a:schemeClr val="accent2"/>
              </a:effectRef>
              <a:fontRef idx="minor">
                <a:schemeClr val="dk1"/>
              </a:fontRef>
            </p:style>
            <p:txBody>
              <a:bodyPr rtlCol="0" anchor="ctr"/>
              <a:lstStyle/>
              <a:p>
                <a:pPr lvl="0" algn="ctr" fontAlgn="base">
                  <a:spcBef>
                    <a:spcPct val="0"/>
                  </a:spcBef>
                  <a:spcAft>
                    <a:spcPct val="0"/>
                  </a:spcAft>
                </a:pPr>
                <a:endParaRPr lang="en-CA" b="1">
                  <a:solidFill>
                    <a:srgbClr val="000000"/>
                  </a:solidFill>
                </a:endParaRPr>
              </a:p>
            </p:txBody>
          </p:sp>
          <p:pic>
            <p:nvPicPr>
              <p:cNvPr id="36" name="Picture 4" descr="C:\Courses\ENG\ID_Editor_Reference\LeX Graphics 7_2013\Document_writing.png"/>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4730067" y="944591"/>
                <a:ext cx="418875" cy="700551"/>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2" descr="C:\Courses\ENG\ID_Editor_Reference\LeX Graphics 7_2013\user_group.png"/>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4166190" y="1006145"/>
                <a:ext cx="521777" cy="692277"/>
              </a:xfrm>
              <a:prstGeom prst="rect">
                <a:avLst/>
              </a:prstGeom>
              <a:noFill/>
              <a:extLst>
                <a:ext uri="{909E8E84-426E-40DD-AFC4-6F175D3DCCD1}">
                  <a14:hiddenFill xmlns:a14="http://schemas.microsoft.com/office/drawing/2010/main">
                    <a:solidFill>
                      <a:srgbClr val="FFFFFF"/>
                    </a:solidFill>
                  </a14:hiddenFill>
                </a:ext>
              </a:extLst>
            </p:spPr>
          </p:pic>
        </p:grpSp>
        <p:sp>
          <p:nvSpPr>
            <p:cNvPr id="25" name="AutoShape 62"/>
            <p:cNvSpPr>
              <a:spLocks noChangeArrowheads="1"/>
            </p:cNvSpPr>
            <p:nvPr/>
          </p:nvSpPr>
          <p:spPr bwMode="auto">
            <a:xfrm>
              <a:off x="6477000" y="4381366"/>
              <a:ext cx="669925" cy="182880"/>
            </a:xfrm>
            <a:prstGeom prst="roundRect">
              <a:avLst>
                <a:gd name="adj" fmla="val 10921"/>
              </a:avLst>
            </a:prstGeom>
            <a:solidFill>
              <a:srgbClr val="FFFFFF"/>
            </a:solidFill>
            <a:ln w="9525">
              <a:noFill/>
              <a:round/>
              <a:headEnd/>
              <a:tailEnd/>
            </a:ln>
            <a:effectLst/>
          </p:spPr>
          <p:txBody>
            <a:bodyPr wrap="none" anchor="ctr"/>
            <a:lstStyle/>
            <a:p>
              <a:pPr lvl="0" fontAlgn="base">
                <a:spcBef>
                  <a:spcPct val="0"/>
                </a:spcBef>
                <a:spcAft>
                  <a:spcPct val="0"/>
                </a:spcAft>
                <a:defRPr/>
              </a:pPr>
              <a:r>
                <a:rPr lang="en-US" sz="1600" b="1" kern="0">
                  <a:solidFill>
                    <a:srgbClr val="000000"/>
                  </a:solidFill>
                  <a:latin typeface="Segoe UI" pitchFamily="34" charset="0"/>
                  <a:ea typeface="Segoe UI" pitchFamily="34" charset="0"/>
                  <a:cs typeface="Segoe UI" pitchFamily="34" charset="0"/>
                </a:rPr>
                <a:t>GPO4</a:t>
              </a:r>
              <a:endParaRPr lang="en-US" sz="1600" b="1" kern="0" dirty="0">
                <a:solidFill>
                  <a:srgbClr val="000000"/>
                </a:solidFill>
                <a:latin typeface="Segoe UI" pitchFamily="34" charset="0"/>
                <a:ea typeface="Segoe UI" pitchFamily="34" charset="0"/>
                <a:cs typeface="Segoe UI" pitchFamily="34" charset="0"/>
              </a:endParaRPr>
            </a:p>
          </p:txBody>
        </p:sp>
        <p:grpSp>
          <p:nvGrpSpPr>
            <p:cNvPr id="26" name="Group 25"/>
            <p:cNvGrpSpPr/>
            <p:nvPr/>
          </p:nvGrpSpPr>
          <p:grpSpPr>
            <a:xfrm>
              <a:off x="6239284" y="3496562"/>
              <a:ext cx="1145356" cy="808604"/>
              <a:chOff x="4052355" y="944591"/>
              <a:chExt cx="1145356" cy="808604"/>
            </a:xfrm>
          </p:grpSpPr>
          <p:sp>
            <p:nvSpPr>
              <p:cNvPr id="32" name="Rounded Rectangle 31"/>
              <p:cNvSpPr/>
              <p:nvPr/>
            </p:nvSpPr>
            <p:spPr>
              <a:xfrm>
                <a:off x="4052355" y="1213270"/>
                <a:ext cx="1145356" cy="539925"/>
              </a:xfrm>
              <a:prstGeom prst="roundRect">
                <a:avLst/>
              </a:prstGeom>
              <a:ln>
                <a:solidFill>
                  <a:srgbClr val="0070C0"/>
                </a:solidFill>
              </a:ln>
            </p:spPr>
            <p:style>
              <a:lnRef idx="2">
                <a:schemeClr val="accent2"/>
              </a:lnRef>
              <a:fillRef idx="1">
                <a:schemeClr val="lt1"/>
              </a:fillRef>
              <a:effectRef idx="0">
                <a:schemeClr val="accent2"/>
              </a:effectRef>
              <a:fontRef idx="minor">
                <a:schemeClr val="dk1"/>
              </a:fontRef>
            </p:style>
            <p:txBody>
              <a:bodyPr rtlCol="0" anchor="ctr"/>
              <a:lstStyle/>
              <a:p>
                <a:pPr lvl="0" algn="ctr" fontAlgn="base">
                  <a:spcBef>
                    <a:spcPct val="0"/>
                  </a:spcBef>
                  <a:spcAft>
                    <a:spcPct val="0"/>
                  </a:spcAft>
                </a:pPr>
                <a:endParaRPr lang="en-CA" b="1">
                  <a:solidFill>
                    <a:srgbClr val="000000"/>
                  </a:solidFill>
                </a:endParaRPr>
              </a:p>
            </p:txBody>
          </p:sp>
          <p:pic>
            <p:nvPicPr>
              <p:cNvPr id="33" name="Picture 4" descr="C:\Courses\ENG\ID_Editor_Reference\LeX Graphics 7_2013\Document_writing.png"/>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4730067" y="944591"/>
                <a:ext cx="418875" cy="700551"/>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descr="C:\Courses\ENG\ID_Editor_Reference\LeX Graphics 7_2013\user_group.png"/>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4166190" y="1006145"/>
                <a:ext cx="521777" cy="692277"/>
              </a:xfrm>
              <a:prstGeom prst="rect">
                <a:avLst/>
              </a:prstGeom>
              <a:noFill/>
              <a:extLst>
                <a:ext uri="{909E8E84-426E-40DD-AFC4-6F175D3DCCD1}">
                  <a14:hiddenFill xmlns:a14="http://schemas.microsoft.com/office/drawing/2010/main">
                    <a:solidFill>
                      <a:srgbClr val="FFFFFF"/>
                    </a:solidFill>
                  </a14:hiddenFill>
                </a:ext>
              </a:extLst>
            </p:spPr>
          </p:pic>
        </p:grpSp>
        <p:sp>
          <p:nvSpPr>
            <p:cNvPr id="27" name="AutoShape 62"/>
            <p:cNvSpPr>
              <a:spLocks noChangeArrowheads="1"/>
            </p:cNvSpPr>
            <p:nvPr/>
          </p:nvSpPr>
          <p:spPr bwMode="auto">
            <a:xfrm>
              <a:off x="5902376" y="5702304"/>
              <a:ext cx="669925" cy="182880"/>
            </a:xfrm>
            <a:prstGeom prst="roundRect">
              <a:avLst>
                <a:gd name="adj" fmla="val 10921"/>
              </a:avLst>
            </a:prstGeom>
            <a:solidFill>
              <a:srgbClr val="FFFFFF"/>
            </a:solidFill>
            <a:ln w="9525">
              <a:noFill/>
              <a:round/>
              <a:headEnd/>
              <a:tailEnd/>
            </a:ln>
            <a:effectLst/>
          </p:spPr>
          <p:txBody>
            <a:bodyPr wrap="none" anchor="ctr"/>
            <a:lstStyle/>
            <a:p>
              <a:pPr lvl="0" fontAlgn="base">
                <a:spcBef>
                  <a:spcPct val="0"/>
                </a:spcBef>
                <a:spcAft>
                  <a:spcPct val="0"/>
                </a:spcAft>
                <a:defRPr/>
              </a:pPr>
              <a:r>
                <a:rPr lang="en-US" sz="1600" b="1" kern="0">
                  <a:solidFill>
                    <a:srgbClr val="000000"/>
                  </a:solidFill>
                  <a:latin typeface="Segoe UI" pitchFamily="34" charset="0"/>
                  <a:ea typeface="Segoe UI" pitchFamily="34" charset="0"/>
                  <a:cs typeface="Segoe UI" pitchFamily="34" charset="0"/>
                </a:rPr>
                <a:t>GPO5</a:t>
              </a:r>
              <a:endParaRPr lang="en-US" sz="1600" b="1" kern="0" dirty="0">
                <a:solidFill>
                  <a:srgbClr val="000000"/>
                </a:solidFill>
                <a:latin typeface="Segoe UI" pitchFamily="34" charset="0"/>
                <a:ea typeface="Segoe UI" pitchFamily="34" charset="0"/>
                <a:cs typeface="Segoe UI" pitchFamily="34" charset="0"/>
              </a:endParaRPr>
            </a:p>
          </p:txBody>
        </p:sp>
        <p:grpSp>
          <p:nvGrpSpPr>
            <p:cNvPr id="28" name="Group 27"/>
            <p:cNvGrpSpPr/>
            <p:nvPr/>
          </p:nvGrpSpPr>
          <p:grpSpPr>
            <a:xfrm>
              <a:off x="5664660" y="4817500"/>
              <a:ext cx="1145356" cy="808604"/>
              <a:chOff x="4052355" y="944591"/>
              <a:chExt cx="1145356" cy="808604"/>
            </a:xfrm>
          </p:grpSpPr>
          <p:sp>
            <p:nvSpPr>
              <p:cNvPr id="29" name="Rounded Rectangle 28"/>
              <p:cNvSpPr/>
              <p:nvPr/>
            </p:nvSpPr>
            <p:spPr>
              <a:xfrm>
                <a:off x="4052355" y="1213270"/>
                <a:ext cx="1145356" cy="539925"/>
              </a:xfrm>
              <a:prstGeom prst="roundRect">
                <a:avLst/>
              </a:prstGeom>
              <a:ln>
                <a:solidFill>
                  <a:srgbClr val="0070C0"/>
                </a:solidFill>
              </a:ln>
            </p:spPr>
            <p:style>
              <a:lnRef idx="2">
                <a:schemeClr val="accent2"/>
              </a:lnRef>
              <a:fillRef idx="1">
                <a:schemeClr val="lt1"/>
              </a:fillRef>
              <a:effectRef idx="0">
                <a:schemeClr val="accent2"/>
              </a:effectRef>
              <a:fontRef idx="minor">
                <a:schemeClr val="dk1"/>
              </a:fontRef>
            </p:style>
            <p:txBody>
              <a:bodyPr rtlCol="0" anchor="ctr"/>
              <a:lstStyle/>
              <a:p>
                <a:pPr lvl="0" algn="ctr" fontAlgn="base">
                  <a:spcBef>
                    <a:spcPct val="0"/>
                  </a:spcBef>
                  <a:spcAft>
                    <a:spcPct val="0"/>
                  </a:spcAft>
                </a:pPr>
                <a:endParaRPr lang="en-CA" b="1">
                  <a:solidFill>
                    <a:srgbClr val="000000"/>
                  </a:solidFill>
                </a:endParaRPr>
              </a:p>
            </p:txBody>
          </p:sp>
          <p:pic>
            <p:nvPicPr>
              <p:cNvPr id="30" name="Picture 4" descr="C:\Courses\ENG\ID_Editor_Reference\LeX Graphics 7_2013\Document_writing.png"/>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4730067" y="944591"/>
                <a:ext cx="418875" cy="700551"/>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C:\Courses\ENG\ID_Editor_Reference\LeX Graphics 7_2013\user_group.png"/>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4166190" y="1006145"/>
                <a:ext cx="521777" cy="692277"/>
              </a:xfrm>
              <a:prstGeom prst="rect">
                <a:avLst/>
              </a:prstGeom>
              <a:noFill/>
              <a:extLst>
                <a:ext uri="{909E8E84-426E-40DD-AFC4-6F175D3DCCD1}">
                  <a14:hiddenFill xmlns:a14="http://schemas.microsoft.com/office/drawing/2010/main">
                    <a:solidFill>
                      <a:srgbClr val="FFFFFF"/>
                    </a:solidFill>
                  </a14:hiddenFill>
                </a:ext>
              </a:extLst>
            </p:spPr>
          </p:pic>
        </p:grpSp>
      </p:grpSp>
    </p:spTree>
    <p:extLst>
      <p:ext uri="{BB962C8B-B14F-4D97-AF65-F5344CB8AC3E}">
        <p14:creationId xmlns:p14="http://schemas.microsoft.com/office/powerpoint/2010/main" val="21359887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What Are Multiple Local GPOs?</a:t>
            </a:r>
            <a:endParaRPr lang="en-CA"/>
          </a:p>
        </p:txBody>
      </p:sp>
      <p:sp>
        <p:nvSpPr>
          <p:cNvPr id="4" name="Rounded Rectangle 844803"/>
          <p:cNvSpPr>
            <a:spLocks noChangeArrowheads="1"/>
          </p:cNvSpPr>
          <p:nvPr/>
        </p:nvSpPr>
        <p:spPr bwMode="auto">
          <a:xfrm>
            <a:off x="241954" y="977462"/>
            <a:ext cx="8721725" cy="5321738"/>
          </a:xfrm>
          <a:prstGeom prst="roundRect">
            <a:avLst>
              <a:gd name="adj" fmla="val 4167"/>
            </a:avLst>
          </a:prstGeom>
          <a:noFill/>
          <a:ln w="9525" algn="ctr">
            <a:noFill/>
            <a:round/>
            <a:headEnd/>
            <a:tailEnd/>
          </a:ln>
          <a:effectLst/>
        </p:spPr>
        <p:txBody>
          <a:bodyPr/>
          <a:lstStyle/>
          <a:p>
            <a:pPr lvl="0" fontAlgn="base">
              <a:spcBef>
                <a:spcPct val="0"/>
              </a:spcBef>
              <a:spcAft>
                <a:spcPct val="0"/>
              </a:spcAft>
            </a:pPr>
            <a:r>
              <a:rPr lang="en-US" sz="2400" b="1">
                <a:solidFill>
                  <a:srgbClr val="000000"/>
                </a:solidFill>
                <a:latin typeface="Segoe UI" pitchFamily="34" charset="0"/>
                <a:ea typeface="Segoe UI" pitchFamily="34" charset="0"/>
                <a:cs typeface="Segoe UI" pitchFamily="34" charset="0"/>
              </a:rPr>
              <a:t>Multiple Local Group Policies:</a:t>
            </a:r>
          </a:p>
          <a:p>
            <a:pPr lvl="0" fontAlgn="base">
              <a:spcBef>
                <a:spcPct val="0"/>
              </a:spcBef>
              <a:spcAft>
                <a:spcPct val="0"/>
              </a:spcAft>
            </a:pPr>
            <a:endParaRPr lang="en-US" sz="2400" b="1">
              <a:solidFill>
                <a:srgbClr val="000000"/>
              </a:solidFill>
              <a:latin typeface="Segoe UI" pitchFamily="34" charset="0"/>
              <a:ea typeface="Segoe UI" pitchFamily="34" charset="0"/>
              <a:cs typeface="Segoe UI" pitchFamily="34" charset="0"/>
            </a:endParaRPr>
          </a:p>
          <a:p>
            <a:pPr lvl="0" fontAlgn="base">
              <a:spcBef>
                <a:spcPct val="0"/>
              </a:spcBef>
              <a:spcAft>
                <a:spcPct val="0"/>
              </a:spcAft>
            </a:pPr>
            <a:endParaRPr lang="en-US" sz="2400" b="1">
              <a:solidFill>
                <a:srgbClr val="000000"/>
              </a:solidFill>
              <a:latin typeface="Segoe UI" pitchFamily="34" charset="0"/>
              <a:ea typeface="Segoe UI" pitchFamily="34" charset="0"/>
              <a:cs typeface="Segoe UI" pitchFamily="34" charset="0"/>
            </a:endParaRPr>
          </a:p>
          <a:p>
            <a:pPr lvl="0" fontAlgn="base">
              <a:spcBef>
                <a:spcPct val="0"/>
              </a:spcBef>
              <a:spcAft>
                <a:spcPct val="0"/>
              </a:spcAft>
            </a:pPr>
            <a:endParaRPr lang="en-US" sz="2400" b="1">
              <a:solidFill>
                <a:srgbClr val="000000"/>
              </a:solidFill>
              <a:latin typeface="Segoe UI" pitchFamily="34" charset="0"/>
              <a:ea typeface="Segoe UI" pitchFamily="34" charset="0"/>
              <a:cs typeface="Segoe UI" pitchFamily="34" charset="0"/>
            </a:endParaRPr>
          </a:p>
          <a:p>
            <a:pPr lvl="0" fontAlgn="base">
              <a:spcBef>
                <a:spcPct val="0"/>
              </a:spcBef>
              <a:spcAft>
                <a:spcPct val="0"/>
              </a:spcAft>
            </a:pPr>
            <a:endParaRPr lang="en-US" sz="2400" b="1">
              <a:solidFill>
                <a:srgbClr val="000000"/>
              </a:solidFill>
              <a:latin typeface="Segoe UI" pitchFamily="34" charset="0"/>
              <a:ea typeface="Segoe UI" pitchFamily="34" charset="0"/>
              <a:cs typeface="Segoe UI" pitchFamily="34" charset="0"/>
            </a:endParaRPr>
          </a:p>
          <a:p>
            <a:pPr lvl="0" fontAlgn="base">
              <a:spcBef>
                <a:spcPct val="0"/>
              </a:spcBef>
              <a:spcAft>
                <a:spcPct val="0"/>
              </a:spcAft>
            </a:pPr>
            <a:endParaRPr lang="en-US" sz="2400" b="1">
              <a:solidFill>
                <a:srgbClr val="000000"/>
              </a:solidFill>
              <a:latin typeface="Segoe UI" pitchFamily="34" charset="0"/>
              <a:ea typeface="Segoe UI" pitchFamily="34" charset="0"/>
              <a:cs typeface="Segoe UI" pitchFamily="34" charset="0"/>
            </a:endParaRPr>
          </a:p>
          <a:p>
            <a:pPr lvl="0" fontAlgn="base">
              <a:spcBef>
                <a:spcPct val="0"/>
              </a:spcBef>
              <a:spcAft>
                <a:spcPct val="0"/>
              </a:spcAft>
            </a:pPr>
            <a:r>
              <a:rPr lang="en-US" sz="2400" b="1">
                <a:solidFill>
                  <a:srgbClr val="000000"/>
                </a:solidFill>
                <a:latin typeface="Segoe UI" pitchFamily="34" charset="0"/>
                <a:ea typeface="Segoe UI" pitchFamily="34" charset="0"/>
                <a:cs typeface="Segoe UI" pitchFamily="34" charset="0"/>
              </a:rPr>
              <a:t>There are three layers of user configurations:</a:t>
            </a:r>
          </a:p>
          <a:p>
            <a:pPr lvl="0" fontAlgn="base">
              <a:spcBef>
                <a:spcPct val="0"/>
              </a:spcBef>
              <a:spcAft>
                <a:spcPct val="0"/>
              </a:spcAft>
            </a:pPr>
            <a:endParaRPr lang="en-US" sz="2400" b="1" dirty="0">
              <a:solidFill>
                <a:srgbClr val="000000"/>
              </a:solidFill>
              <a:latin typeface="Segoe UI" pitchFamily="34" charset="0"/>
              <a:ea typeface="Segoe UI" pitchFamily="34" charset="0"/>
              <a:cs typeface="Segoe UI" pitchFamily="34" charset="0"/>
            </a:endParaRPr>
          </a:p>
        </p:txBody>
      </p:sp>
      <p:sp>
        <p:nvSpPr>
          <p:cNvPr id="5" name="Rounded Rectangle 844804"/>
          <p:cNvSpPr>
            <a:spLocks noChangeArrowheads="1"/>
          </p:cNvSpPr>
          <p:nvPr/>
        </p:nvSpPr>
        <p:spPr bwMode="auto">
          <a:xfrm>
            <a:off x="6632695" y="5553778"/>
            <a:ext cx="2066469" cy="274320"/>
          </a:xfrm>
          <a:prstGeom prst="roundRect">
            <a:avLst>
              <a:gd name="adj" fmla="val 4167"/>
            </a:avLst>
          </a:prstGeom>
          <a:noFill/>
          <a:ln w="9525" algn="ctr">
            <a:noFill/>
            <a:round/>
            <a:headEnd/>
            <a:tailEnd/>
          </a:ln>
          <a:effectLst/>
        </p:spPr>
        <p:txBody>
          <a:bodyPr wrap="square" anchor="ctr"/>
          <a:lstStyle/>
          <a:p>
            <a:pPr lvl="0" eaLnBrk="0" fontAlgn="base" hangingPunct="0">
              <a:lnSpc>
                <a:spcPct val="90000"/>
              </a:lnSpc>
              <a:spcBef>
                <a:spcPct val="40000"/>
              </a:spcBef>
              <a:spcAft>
                <a:spcPct val="0"/>
              </a:spcAft>
              <a:buClr>
                <a:srgbClr val="006699"/>
              </a:buClr>
            </a:pPr>
            <a:r>
              <a:rPr lang="en-US" sz="2400" b="1">
                <a:solidFill>
                  <a:srgbClr val="000000"/>
                </a:solidFill>
                <a:latin typeface="Segoe UI" pitchFamily="34" charset="0"/>
                <a:ea typeface="Segoe UI" pitchFamily="34" charset="0"/>
                <a:cs typeface="Segoe UI" pitchFamily="34" charset="0"/>
              </a:rPr>
              <a:t>User-specific</a:t>
            </a:r>
            <a:endParaRPr lang="en-US" sz="2400" b="1" dirty="0">
              <a:solidFill>
                <a:srgbClr val="000000"/>
              </a:solidFill>
              <a:latin typeface="Segoe UI" pitchFamily="34" charset="0"/>
              <a:ea typeface="Segoe UI" pitchFamily="34" charset="0"/>
              <a:cs typeface="Segoe UI" pitchFamily="34" charset="0"/>
            </a:endParaRPr>
          </a:p>
        </p:txBody>
      </p:sp>
      <p:sp>
        <p:nvSpPr>
          <p:cNvPr id="6" name="Rounded Rectangle 844806"/>
          <p:cNvSpPr>
            <a:spLocks noChangeArrowheads="1"/>
          </p:cNvSpPr>
          <p:nvPr/>
        </p:nvSpPr>
        <p:spPr bwMode="auto">
          <a:xfrm>
            <a:off x="488841" y="1558333"/>
            <a:ext cx="8172450" cy="661988"/>
          </a:xfrm>
          <a:prstGeom prst="roundRect">
            <a:avLst>
              <a:gd name="adj" fmla="val 1786"/>
            </a:avLst>
          </a:prstGeom>
          <a:noFill/>
          <a:ln w="9525" algn="ctr">
            <a:noFill/>
            <a:round/>
            <a:headEnd/>
            <a:tailEnd/>
          </a:ln>
          <a:effectLst/>
        </p:spPr>
        <p:txBody>
          <a:bodyPr wrap="square" anchor="ctr"/>
          <a:lstStyle/>
          <a:p>
            <a:pPr marL="285750" lvl="0" indent="-285750" eaLnBrk="0" fontAlgn="base" hangingPunct="0">
              <a:lnSpc>
                <a:spcPct val="90000"/>
              </a:lnSpc>
              <a:spcBef>
                <a:spcPct val="40000"/>
              </a:spcBef>
              <a:spcAft>
                <a:spcPct val="0"/>
              </a:spcAft>
              <a:buClr>
                <a:srgbClr val="006699"/>
              </a:buClr>
              <a:buFont typeface="Arial" pitchFamily="34" charset="0"/>
              <a:buChar char="•"/>
            </a:pPr>
            <a:r>
              <a:rPr lang="en-US" sz="2400">
                <a:solidFill>
                  <a:srgbClr val="000000"/>
                </a:solidFill>
                <a:latin typeface="Segoe UI" pitchFamily="34" charset="0"/>
                <a:ea typeface="Segoe UI" pitchFamily="34" charset="0"/>
                <a:cs typeface="Segoe UI" pitchFamily="34" charset="0"/>
              </a:rPr>
              <a:t>Have a single computer configuration that applies to the</a:t>
            </a:r>
            <a:br>
              <a:rPr lang="en-US" sz="2400">
                <a:solidFill>
                  <a:srgbClr val="000000"/>
                </a:solidFill>
                <a:latin typeface="Segoe UI" pitchFamily="34" charset="0"/>
                <a:ea typeface="Segoe UI" pitchFamily="34" charset="0"/>
                <a:cs typeface="Segoe UI" pitchFamily="34" charset="0"/>
              </a:rPr>
            </a:br>
            <a:r>
              <a:rPr lang="en-US" sz="2400">
                <a:solidFill>
                  <a:srgbClr val="000000"/>
                </a:solidFill>
                <a:latin typeface="Segoe UI" pitchFamily="34" charset="0"/>
                <a:ea typeface="Segoe UI" pitchFamily="34" charset="0"/>
                <a:cs typeface="Segoe UI" pitchFamily="34" charset="0"/>
              </a:rPr>
              <a:t>computer for all users who log on</a:t>
            </a:r>
            <a:endParaRPr lang="en-US" sz="2400" dirty="0">
              <a:solidFill>
                <a:srgbClr val="000000"/>
              </a:solidFill>
              <a:latin typeface="Segoe UI" pitchFamily="34" charset="0"/>
              <a:ea typeface="Segoe UI" pitchFamily="34" charset="0"/>
              <a:cs typeface="Segoe UI" pitchFamily="34" charset="0"/>
            </a:endParaRPr>
          </a:p>
        </p:txBody>
      </p:sp>
      <p:sp>
        <p:nvSpPr>
          <p:cNvPr id="7" name="Rounded Rectangle 844806"/>
          <p:cNvSpPr>
            <a:spLocks noChangeArrowheads="1"/>
          </p:cNvSpPr>
          <p:nvPr/>
        </p:nvSpPr>
        <p:spPr bwMode="auto">
          <a:xfrm>
            <a:off x="488841" y="2368957"/>
            <a:ext cx="8172450" cy="683961"/>
          </a:xfrm>
          <a:prstGeom prst="roundRect">
            <a:avLst>
              <a:gd name="adj" fmla="val 4166"/>
            </a:avLst>
          </a:prstGeom>
          <a:noFill/>
          <a:ln w="9525" algn="ctr">
            <a:noFill/>
            <a:round/>
            <a:headEnd/>
            <a:tailEnd/>
          </a:ln>
          <a:effectLst/>
        </p:spPr>
        <p:txBody>
          <a:bodyPr wrap="square" anchor="ctr"/>
          <a:lstStyle/>
          <a:p>
            <a:pPr marL="285750" lvl="0" indent="-285750" eaLnBrk="0" fontAlgn="base" hangingPunct="0">
              <a:lnSpc>
                <a:spcPct val="90000"/>
              </a:lnSpc>
              <a:spcBef>
                <a:spcPct val="40000"/>
              </a:spcBef>
              <a:spcAft>
                <a:spcPct val="0"/>
              </a:spcAft>
              <a:buClr>
                <a:srgbClr val="006699"/>
              </a:buClr>
              <a:buFont typeface="Arial" pitchFamily="34" charset="0"/>
              <a:buChar char="•"/>
            </a:pPr>
            <a:r>
              <a:rPr lang="en-US" sz="2400">
                <a:solidFill>
                  <a:srgbClr val="000000"/>
                </a:solidFill>
                <a:latin typeface="Segoe UI" pitchFamily="34" charset="0"/>
                <a:ea typeface="Segoe UI" pitchFamily="34" charset="0"/>
                <a:cs typeface="Segoe UI" pitchFamily="34" charset="0"/>
              </a:rPr>
              <a:t>Have layers of user settings that can apply only to individual users, not to groups</a:t>
            </a:r>
            <a:endParaRPr lang="en-US" sz="2400" dirty="0">
              <a:solidFill>
                <a:srgbClr val="000000"/>
              </a:solidFill>
              <a:latin typeface="Segoe UI" pitchFamily="34" charset="0"/>
              <a:ea typeface="Segoe UI" pitchFamily="34" charset="0"/>
              <a:cs typeface="Segoe UI" pitchFamily="34" charset="0"/>
            </a:endParaRPr>
          </a:p>
        </p:txBody>
      </p:sp>
      <p:sp>
        <p:nvSpPr>
          <p:cNvPr id="8" name="Rounded Rectangle 844804"/>
          <p:cNvSpPr>
            <a:spLocks noChangeArrowheads="1"/>
          </p:cNvSpPr>
          <p:nvPr/>
        </p:nvSpPr>
        <p:spPr bwMode="auto">
          <a:xfrm>
            <a:off x="3763227" y="5553778"/>
            <a:ext cx="2370289" cy="274320"/>
          </a:xfrm>
          <a:prstGeom prst="roundRect">
            <a:avLst>
              <a:gd name="adj" fmla="val 4167"/>
            </a:avLst>
          </a:prstGeom>
          <a:noFill/>
          <a:ln w="9525" algn="ctr">
            <a:noFill/>
            <a:round/>
            <a:headEnd/>
            <a:tailEnd/>
          </a:ln>
          <a:effectLst/>
        </p:spPr>
        <p:txBody>
          <a:bodyPr wrap="square" anchor="ctr"/>
          <a:lstStyle/>
          <a:p>
            <a:pPr lvl="0" eaLnBrk="0" fontAlgn="base" hangingPunct="0">
              <a:lnSpc>
                <a:spcPct val="90000"/>
              </a:lnSpc>
              <a:spcBef>
                <a:spcPct val="40000"/>
              </a:spcBef>
              <a:spcAft>
                <a:spcPct val="0"/>
              </a:spcAft>
              <a:buClr>
                <a:srgbClr val="006699"/>
              </a:buClr>
            </a:pPr>
            <a:r>
              <a:rPr lang="en-US" sz="2400" b="1">
                <a:solidFill>
                  <a:srgbClr val="000000"/>
                </a:solidFill>
                <a:latin typeface="Segoe UI" pitchFamily="34" charset="0"/>
                <a:ea typeface="Segoe UI" pitchFamily="34" charset="0"/>
                <a:cs typeface="Segoe UI" pitchFamily="34" charset="0"/>
              </a:rPr>
              <a:t>Standard user</a:t>
            </a:r>
            <a:endParaRPr lang="en-US" sz="2400" b="1" dirty="0">
              <a:solidFill>
                <a:srgbClr val="000000"/>
              </a:solidFill>
              <a:latin typeface="Segoe UI" pitchFamily="34" charset="0"/>
              <a:ea typeface="Segoe UI" pitchFamily="34" charset="0"/>
              <a:cs typeface="Segoe UI" pitchFamily="34" charset="0"/>
            </a:endParaRPr>
          </a:p>
        </p:txBody>
      </p:sp>
      <p:sp>
        <p:nvSpPr>
          <p:cNvPr id="9" name="Rounded Rectangle 844804"/>
          <p:cNvSpPr>
            <a:spLocks noChangeArrowheads="1"/>
          </p:cNvSpPr>
          <p:nvPr/>
        </p:nvSpPr>
        <p:spPr bwMode="auto">
          <a:xfrm>
            <a:off x="662552" y="5553778"/>
            <a:ext cx="2386897" cy="274320"/>
          </a:xfrm>
          <a:prstGeom prst="roundRect">
            <a:avLst>
              <a:gd name="adj" fmla="val 4167"/>
            </a:avLst>
          </a:prstGeom>
          <a:noFill/>
          <a:ln w="9525" algn="ctr">
            <a:noFill/>
            <a:round/>
            <a:headEnd/>
            <a:tailEnd/>
          </a:ln>
          <a:effectLst/>
        </p:spPr>
        <p:txBody>
          <a:bodyPr wrap="square" anchor="ctr"/>
          <a:lstStyle/>
          <a:p>
            <a:pPr lvl="0" eaLnBrk="0" fontAlgn="base" hangingPunct="0">
              <a:lnSpc>
                <a:spcPct val="90000"/>
              </a:lnSpc>
              <a:spcBef>
                <a:spcPct val="40000"/>
              </a:spcBef>
              <a:spcAft>
                <a:spcPct val="0"/>
              </a:spcAft>
              <a:buClr>
                <a:srgbClr val="006699"/>
              </a:buClr>
            </a:pPr>
            <a:r>
              <a:rPr lang="en-US" sz="2400" b="1">
                <a:solidFill>
                  <a:srgbClr val="000000"/>
                </a:solidFill>
                <a:latin typeface="Segoe UI" pitchFamily="34" charset="0"/>
                <a:ea typeface="Segoe UI" pitchFamily="34" charset="0"/>
                <a:cs typeface="Segoe UI" pitchFamily="34" charset="0"/>
              </a:rPr>
              <a:t>Administrator</a:t>
            </a:r>
            <a:endParaRPr lang="en-US" sz="2400" b="1" dirty="0">
              <a:solidFill>
                <a:srgbClr val="000000"/>
              </a:solidFill>
              <a:latin typeface="Segoe UI" pitchFamily="34" charset="0"/>
              <a:ea typeface="Segoe UI" pitchFamily="34" charset="0"/>
              <a:cs typeface="Segoe UI" pitchFamily="34" charset="0"/>
            </a:endParaRPr>
          </a:p>
        </p:txBody>
      </p:sp>
      <p:grpSp>
        <p:nvGrpSpPr>
          <p:cNvPr id="10" name="Group 9" descr="Illustrations of the Administrator, Standard user, User-specific user groups."/>
          <p:cNvGrpSpPr/>
          <p:nvPr/>
        </p:nvGrpSpPr>
        <p:grpSpPr>
          <a:xfrm>
            <a:off x="1431112" y="4030490"/>
            <a:ext cx="6766333" cy="1495532"/>
            <a:chOff x="1431112" y="4030490"/>
            <a:chExt cx="6766333" cy="1495532"/>
          </a:xfrm>
        </p:grpSpPr>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34413" y="4115951"/>
              <a:ext cx="1063032" cy="1410071"/>
            </a:xfrm>
            <a:prstGeom prst="rect">
              <a:avLst/>
            </a:prstGeom>
          </p:spPr>
        </p:pic>
        <p:grpSp>
          <p:nvGrpSpPr>
            <p:cNvPr id="12" name="Group 11"/>
            <p:cNvGrpSpPr/>
            <p:nvPr/>
          </p:nvGrpSpPr>
          <p:grpSpPr>
            <a:xfrm>
              <a:off x="4277400" y="4030490"/>
              <a:ext cx="1127342" cy="1404280"/>
              <a:chOff x="5728858" y="4188147"/>
              <a:chExt cx="1185509" cy="1476736"/>
            </a:xfrm>
          </p:grpSpPr>
          <p:pic>
            <p:nvPicPr>
              <p:cNvPr id="16" name="Picture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28858" y="4188147"/>
                <a:ext cx="1185509" cy="1338358"/>
              </a:xfrm>
              <a:prstGeom prst="rect">
                <a:avLst/>
              </a:prstGeom>
            </p:spPr>
          </p:pic>
          <p:pic>
            <p:nvPicPr>
              <p:cNvPr id="17" name="Picture 1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64076" y="4500532"/>
                <a:ext cx="736931" cy="1164351"/>
              </a:xfrm>
              <a:prstGeom prst="rect">
                <a:avLst/>
              </a:prstGeom>
            </p:spPr>
          </p:pic>
        </p:grpSp>
        <p:grpSp>
          <p:nvGrpSpPr>
            <p:cNvPr id="13" name="Group 12"/>
            <p:cNvGrpSpPr/>
            <p:nvPr/>
          </p:nvGrpSpPr>
          <p:grpSpPr>
            <a:xfrm>
              <a:off x="1431112" y="4105834"/>
              <a:ext cx="849777" cy="1342647"/>
              <a:chOff x="7815379" y="4315819"/>
              <a:chExt cx="845911" cy="1336539"/>
            </a:xfrm>
          </p:grpSpPr>
          <p:pic>
            <p:nvPicPr>
              <p:cNvPr id="14" name="Picture 1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815379" y="4315819"/>
                <a:ext cx="845911" cy="1336539"/>
              </a:xfrm>
              <a:prstGeom prst="rect">
                <a:avLst/>
              </a:prstGeom>
            </p:spPr>
          </p:pic>
          <p:pic>
            <p:nvPicPr>
              <p:cNvPr id="15" name="Picture 1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140119" y="4997213"/>
                <a:ext cx="196429" cy="208377"/>
              </a:xfrm>
              <a:prstGeom prst="rect">
                <a:avLst/>
              </a:prstGeom>
            </p:spPr>
          </p:pic>
        </p:grpSp>
      </p:grpSp>
    </p:spTree>
    <p:extLst>
      <p:ext uri="{BB962C8B-B14F-4D97-AF65-F5344CB8AC3E}">
        <p14:creationId xmlns:p14="http://schemas.microsoft.com/office/powerpoint/2010/main" val="15953861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What Are the Default GPOs?</a:t>
            </a:r>
            <a:endParaRPr lang="en-CA"/>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lnSpc>
                <a:spcPct val="90000"/>
              </a:lnSpc>
              <a:spcBef>
                <a:spcPct val="40000"/>
              </a:spcBef>
              <a:buNone/>
            </a:pPr>
            <a:r>
              <a:rPr lang="en-US" sz="2400" b="1" kern="0">
                <a:solidFill>
                  <a:srgbClr val="000000"/>
                </a:solidFill>
              </a:rPr>
              <a:t> There are two default GPOs:</a:t>
            </a:r>
          </a:p>
          <a:p>
            <a:pPr marL="285750" lvl="0" indent="-285750">
              <a:lnSpc>
                <a:spcPct val="90000"/>
              </a:lnSpc>
              <a:spcBef>
                <a:spcPct val="40000"/>
              </a:spcBef>
              <a:buClr>
                <a:srgbClr val="006699"/>
              </a:buClr>
            </a:pPr>
            <a:r>
              <a:rPr lang="en-US" sz="2400" kern="0">
                <a:solidFill>
                  <a:srgbClr val="000000"/>
                </a:solidFill>
              </a:rPr>
              <a:t>Default Domain Policy</a:t>
            </a:r>
          </a:p>
          <a:p>
            <a:pPr marL="742950" lvl="1" indent="-285750">
              <a:lnSpc>
                <a:spcPct val="90000"/>
              </a:lnSpc>
              <a:spcBef>
                <a:spcPct val="40000"/>
              </a:spcBef>
              <a:buClr>
                <a:srgbClr val="006699"/>
              </a:buClr>
            </a:pPr>
            <a:r>
              <a:rPr lang="en-US" kern="0">
                <a:solidFill>
                  <a:srgbClr val="000000"/>
                </a:solidFill>
              </a:rPr>
              <a:t>Used to define the account policies for the domain:</a:t>
            </a:r>
          </a:p>
          <a:p>
            <a:pPr marL="1200150" lvl="2" indent="-285750">
              <a:lnSpc>
                <a:spcPct val="90000"/>
              </a:lnSpc>
              <a:spcBef>
                <a:spcPct val="40000"/>
              </a:spcBef>
              <a:buClr>
                <a:srgbClr val="006699"/>
              </a:buClr>
            </a:pPr>
            <a:r>
              <a:rPr lang="en-US" sz="2400" kern="0">
                <a:solidFill>
                  <a:srgbClr val="000000"/>
                </a:solidFill>
              </a:rPr>
              <a:t>Password</a:t>
            </a:r>
          </a:p>
          <a:p>
            <a:pPr marL="1200150" lvl="2" indent="-285750">
              <a:lnSpc>
                <a:spcPct val="90000"/>
              </a:lnSpc>
              <a:spcBef>
                <a:spcPct val="40000"/>
              </a:spcBef>
              <a:buClr>
                <a:srgbClr val="006699"/>
              </a:buClr>
            </a:pPr>
            <a:r>
              <a:rPr lang="en-US" sz="2400" kern="0">
                <a:solidFill>
                  <a:srgbClr val="000000"/>
                </a:solidFill>
              </a:rPr>
              <a:t>Account lockout </a:t>
            </a:r>
          </a:p>
          <a:p>
            <a:pPr marL="1200150" lvl="2" indent="-285750">
              <a:lnSpc>
                <a:spcPct val="90000"/>
              </a:lnSpc>
              <a:spcBef>
                <a:spcPct val="40000"/>
              </a:spcBef>
              <a:buClr>
                <a:srgbClr val="006699"/>
              </a:buClr>
            </a:pPr>
            <a:r>
              <a:rPr lang="en-US" sz="2400" kern="0">
                <a:solidFill>
                  <a:srgbClr val="000000"/>
                </a:solidFill>
              </a:rPr>
              <a:t>Kerberos protocol</a:t>
            </a:r>
          </a:p>
          <a:p>
            <a:pPr marL="285750" lvl="0" indent="-285750">
              <a:lnSpc>
                <a:spcPct val="90000"/>
              </a:lnSpc>
              <a:spcBef>
                <a:spcPct val="40000"/>
              </a:spcBef>
              <a:buClr>
                <a:srgbClr val="006699"/>
              </a:buClr>
            </a:pPr>
            <a:r>
              <a:rPr lang="en-US" sz="2400" kern="0">
                <a:solidFill>
                  <a:srgbClr val="000000"/>
                </a:solidFill>
              </a:rPr>
              <a:t>Default Domain Controllers Policy</a:t>
            </a:r>
          </a:p>
          <a:p>
            <a:pPr marL="742950" lvl="1" indent="-285750">
              <a:lnSpc>
                <a:spcPct val="90000"/>
              </a:lnSpc>
              <a:spcBef>
                <a:spcPct val="40000"/>
              </a:spcBef>
              <a:buClr>
                <a:srgbClr val="006699"/>
              </a:buClr>
            </a:pPr>
            <a:r>
              <a:rPr lang="en-US" kern="0">
                <a:solidFill>
                  <a:srgbClr val="000000"/>
                </a:solidFill>
              </a:rPr>
              <a:t>Used to define auditing policies</a:t>
            </a:r>
          </a:p>
          <a:p>
            <a:pPr marL="742950" lvl="1" indent="-285750">
              <a:lnSpc>
                <a:spcPct val="90000"/>
              </a:lnSpc>
              <a:spcBef>
                <a:spcPct val="40000"/>
              </a:spcBef>
              <a:buClr>
                <a:srgbClr val="006699"/>
              </a:buClr>
            </a:pPr>
            <a:r>
              <a:rPr lang="en-US" kern="0">
                <a:solidFill>
                  <a:srgbClr val="000000"/>
                </a:solidFill>
              </a:rPr>
              <a:t>Defines user rights on domain controllers</a:t>
            </a:r>
            <a:endParaRPr lang="en-CA" kern="0" dirty="0">
              <a:solidFill>
                <a:srgbClr val="000000"/>
              </a:solidFill>
            </a:endParaRPr>
          </a:p>
        </p:txBody>
      </p:sp>
    </p:spTree>
    <p:extLst>
      <p:ext uri="{BB962C8B-B14F-4D97-AF65-F5344CB8AC3E}">
        <p14:creationId xmlns:p14="http://schemas.microsoft.com/office/powerpoint/2010/main" val="31993714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GPO Security Filtering</a:t>
            </a:r>
            <a:endParaRPr lang="en-CA"/>
          </a:p>
        </p:txBody>
      </p:sp>
      <p:sp>
        <p:nvSpPr>
          <p:cNvPr id="4" name="Rounded Rectangle 849923"/>
          <p:cNvSpPr>
            <a:spLocks noChangeArrowheads="1"/>
          </p:cNvSpPr>
          <p:nvPr/>
        </p:nvSpPr>
        <p:spPr bwMode="auto">
          <a:xfrm>
            <a:off x="207962" y="922495"/>
            <a:ext cx="8467115" cy="5288521"/>
          </a:xfrm>
          <a:prstGeom prst="roundRect">
            <a:avLst>
              <a:gd name="adj" fmla="val 4167"/>
            </a:avLst>
          </a:prstGeom>
          <a:noFill/>
          <a:ln w="9525" algn="ctr">
            <a:noFill/>
            <a:round/>
            <a:headEnd/>
            <a:tailEnd/>
          </a:ln>
        </p:spPr>
        <p:txBody>
          <a:bodyPr/>
          <a:lstStyle/>
          <a:p>
            <a:pPr lvl="0" fontAlgn="base">
              <a:spcBef>
                <a:spcPct val="0"/>
              </a:spcBef>
              <a:spcAft>
                <a:spcPct val="0"/>
              </a:spcAft>
            </a:pPr>
            <a:r>
              <a:rPr lang="en-US" sz="2300" b="1">
                <a:solidFill>
                  <a:srgbClr val="000000"/>
                </a:solidFill>
                <a:latin typeface="Segoe UI" pitchFamily="34" charset="0"/>
                <a:ea typeface="Segoe UI" pitchFamily="34" charset="0"/>
                <a:cs typeface="Segoe UI" pitchFamily="34" charset="0"/>
              </a:rPr>
              <a:t>Apply Group Policy permissions</a:t>
            </a:r>
          </a:p>
          <a:p>
            <a:pPr marL="285750" lvl="0" indent="-285750" fontAlgn="base">
              <a:lnSpc>
                <a:spcPct val="90000"/>
              </a:lnSpc>
              <a:spcBef>
                <a:spcPct val="40000"/>
              </a:spcBef>
              <a:spcAft>
                <a:spcPct val="0"/>
              </a:spcAft>
              <a:buClr>
                <a:srgbClr val="006699"/>
              </a:buClr>
              <a:buFont typeface="Arial" pitchFamily="34" charset="0"/>
              <a:buChar char="•"/>
            </a:pPr>
            <a:r>
              <a:rPr lang="en-US" sz="2300">
                <a:solidFill>
                  <a:srgbClr val="000000"/>
                </a:solidFill>
                <a:latin typeface="Segoe UI" pitchFamily="34" charset="0"/>
                <a:ea typeface="Segoe UI" pitchFamily="34" charset="0"/>
                <a:cs typeface="Segoe UI" pitchFamily="34" charset="0"/>
              </a:rPr>
              <a:t>GPO has an ACL (Delegation tab, click Advanced)</a:t>
            </a:r>
          </a:p>
          <a:p>
            <a:pPr marL="285750" lvl="0" indent="-285750" fontAlgn="base">
              <a:lnSpc>
                <a:spcPct val="90000"/>
              </a:lnSpc>
              <a:spcBef>
                <a:spcPct val="40000"/>
              </a:spcBef>
              <a:spcAft>
                <a:spcPct val="0"/>
              </a:spcAft>
              <a:buClr>
                <a:srgbClr val="006699"/>
              </a:buClr>
              <a:buFont typeface="Arial" pitchFamily="34" charset="0"/>
              <a:buChar char="•"/>
            </a:pPr>
            <a:r>
              <a:rPr lang="en-US" sz="2300">
                <a:solidFill>
                  <a:srgbClr val="000000"/>
                </a:solidFill>
                <a:latin typeface="Segoe UI" pitchFamily="34" charset="0"/>
                <a:ea typeface="Segoe UI" pitchFamily="34" charset="0"/>
                <a:cs typeface="Segoe UI" pitchFamily="34" charset="0"/>
              </a:rPr>
              <a:t>Default: Authenticated Users have Allow Apply Group Policy</a:t>
            </a:r>
          </a:p>
          <a:p>
            <a:pPr lvl="0" fontAlgn="base">
              <a:spcBef>
                <a:spcPts val="1000"/>
              </a:spcBef>
              <a:spcAft>
                <a:spcPct val="0"/>
              </a:spcAft>
            </a:pPr>
            <a:r>
              <a:rPr lang="en-US" sz="2300" b="1">
                <a:solidFill>
                  <a:srgbClr val="000000"/>
                </a:solidFill>
                <a:latin typeface="Segoe UI" pitchFamily="34" charset="0"/>
                <a:ea typeface="Segoe UI" pitchFamily="34" charset="0"/>
                <a:cs typeface="Segoe UI" pitchFamily="34" charset="0"/>
              </a:rPr>
              <a:t>Scope only to users in selected global or universal groups</a:t>
            </a:r>
          </a:p>
          <a:p>
            <a:pPr marL="285750" lvl="0" indent="-285750" fontAlgn="base">
              <a:lnSpc>
                <a:spcPct val="90000"/>
              </a:lnSpc>
              <a:spcBef>
                <a:spcPct val="40000"/>
              </a:spcBef>
              <a:spcAft>
                <a:spcPct val="0"/>
              </a:spcAft>
              <a:buClr>
                <a:srgbClr val="006699"/>
              </a:buClr>
              <a:buFont typeface="Arial" pitchFamily="34" charset="0"/>
              <a:buChar char="•"/>
            </a:pPr>
            <a:r>
              <a:rPr lang="en-US" sz="2300">
                <a:solidFill>
                  <a:srgbClr val="000000"/>
                </a:solidFill>
                <a:latin typeface="Segoe UI" pitchFamily="34" charset="0"/>
                <a:ea typeface="Segoe UI" pitchFamily="34" charset="0"/>
                <a:cs typeface="Segoe UI" pitchFamily="34" charset="0"/>
              </a:rPr>
              <a:t>Remove Authenticated Users</a:t>
            </a:r>
          </a:p>
          <a:p>
            <a:pPr marL="285750" lvl="0" indent="-285750" fontAlgn="base">
              <a:lnSpc>
                <a:spcPct val="90000"/>
              </a:lnSpc>
              <a:spcBef>
                <a:spcPct val="40000"/>
              </a:spcBef>
              <a:spcAft>
                <a:spcPct val="0"/>
              </a:spcAft>
              <a:buClr>
                <a:srgbClr val="006699"/>
              </a:buClr>
              <a:buFont typeface="Arial" pitchFamily="34" charset="0"/>
              <a:buChar char="•"/>
            </a:pPr>
            <a:r>
              <a:rPr lang="en-US" sz="2300">
                <a:solidFill>
                  <a:srgbClr val="000000"/>
                </a:solidFill>
                <a:latin typeface="Segoe UI" pitchFamily="34" charset="0"/>
                <a:ea typeface="Segoe UI" pitchFamily="34" charset="0"/>
                <a:cs typeface="Segoe UI" pitchFamily="34" charset="0"/>
              </a:rPr>
              <a:t>Add appropriate global or universal groups (GPOs do not scope to domain local groups)</a:t>
            </a:r>
          </a:p>
          <a:p>
            <a:pPr lvl="0" fontAlgn="base">
              <a:spcBef>
                <a:spcPts val="1000"/>
              </a:spcBef>
              <a:spcAft>
                <a:spcPct val="0"/>
              </a:spcAft>
            </a:pPr>
            <a:r>
              <a:rPr lang="en-US" sz="2300" b="1">
                <a:solidFill>
                  <a:srgbClr val="000000"/>
                </a:solidFill>
                <a:latin typeface="Segoe UI" pitchFamily="34" charset="0"/>
                <a:ea typeface="Segoe UI" pitchFamily="34" charset="0"/>
                <a:cs typeface="Segoe UI" pitchFamily="34" charset="0"/>
              </a:rPr>
              <a:t>Scope to users except for those in selected groups</a:t>
            </a:r>
          </a:p>
          <a:p>
            <a:pPr marL="285750" lvl="0" indent="-285750" fontAlgn="base">
              <a:lnSpc>
                <a:spcPct val="90000"/>
              </a:lnSpc>
              <a:spcBef>
                <a:spcPct val="40000"/>
              </a:spcBef>
              <a:spcAft>
                <a:spcPct val="0"/>
              </a:spcAft>
              <a:buClr>
                <a:srgbClr val="006699"/>
              </a:buClr>
              <a:buFont typeface="Arial" pitchFamily="34" charset="0"/>
              <a:buChar char="•"/>
            </a:pPr>
            <a:r>
              <a:rPr lang="en-US" sz="2300">
                <a:solidFill>
                  <a:srgbClr val="000000"/>
                </a:solidFill>
                <a:latin typeface="Segoe UI" pitchFamily="34" charset="0"/>
                <a:ea typeface="Segoe UI" pitchFamily="34" charset="0"/>
                <a:cs typeface="Segoe UI" pitchFamily="34" charset="0"/>
              </a:rPr>
              <a:t>On the Delegation tab, click Advanced</a:t>
            </a:r>
          </a:p>
          <a:p>
            <a:pPr marL="285750" lvl="0" indent="-285750" fontAlgn="base">
              <a:lnSpc>
                <a:spcPct val="90000"/>
              </a:lnSpc>
              <a:spcBef>
                <a:spcPct val="40000"/>
              </a:spcBef>
              <a:spcAft>
                <a:spcPct val="0"/>
              </a:spcAft>
              <a:buClr>
                <a:srgbClr val="006699"/>
              </a:buClr>
              <a:buFont typeface="Arial" pitchFamily="34" charset="0"/>
              <a:buChar char="•"/>
            </a:pPr>
            <a:r>
              <a:rPr lang="en-US" sz="2300">
                <a:solidFill>
                  <a:srgbClr val="000000"/>
                </a:solidFill>
                <a:latin typeface="Segoe UI" pitchFamily="34" charset="0"/>
                <a:ea typeface="Segoe UI" pitchFamily="34" charset="0"/>
                <a:cs typeface="Segoe UI" pitchFamily="34" charset="0"/>
              </a:rPr>
              <a:t>Add appropriate global groups</a:t>
            </a:r>
          </a:p>
          <a:p>
            <a:pPr marL="285750" lvl="0" indent="-285750" fontAlgn="base">
              <a:lnSpc>
                <a:spcPct val="90000"/>
              </a:lnSpc>
              <a:spcBef>
                <a:spcPct val="40000"/>
              </a:spcBef>
              <a:spcAft>
                <a:spcPct val="0"/>
              </a:spcAft>
              <a:buClr>
                <a:srgbClr val="006699"/>
              </a:buClr>
              <a:buFont typeface="Arial" pitchFamily="34" charset="0"/>
              <a:buChar char="•"/>
            </a:pPr>
            <a:r>
              <a:rPr lang="en-US" sz="2300">
                <a:solidFill>
                  <a:srgbClr val="000000"/>
                </a:solidFill>
                <a:latin typeface="Segoe UI" pitchFamily="34" charset="0"/>
                <a:ea typeface="Segoe UI" pitchFamily="34" charset="0"/>
                <a:cs typeface="Segoe UI" pitchFamily="34" charset="0"/>
              </a:rPr>
              <a:t>Deny the Apply Group Policy permission</a:t>
            </a:r>
            <a:endParaRPr lang="en-US" sz="2300" dirty="0">
              <a:solidFill>
                <a:srgbClr val="000000"/>
              </a:solidFill>
              <a:latin typeface="Segoe UI" pitchFamily="34" charset="0"/>
              <a:ea typeface="Segoe UI" pitchFamily="34" charset="0"/>
              <a:cs typeface="Segoe UI" pitchFamily="34" charset="0"/>
            </a:endParaRPr>
          </a:p>
        </p:txBody>
      </p:sp>
      <p:sp>
        <p:nvSpPr>
          <p:cNvPr id="5" name="Rounded Rectangle 844804"/>
          <p:cNvSpPr>
            <a:spLocks noChangeArrowheads="1"/>
          </p:cNvSpPr>
          <p:nvPr/>
        </p:nvSpPr>
        <p:spPr bwMode="auto">
          <a:xfrm>
            <a:off x="492368" y="3017548"/>
            <a:ext cx="7978771" cy="1098414"/>
          </a:xfrm>
          <a:prstGeom prst="roundRect">
            <a:avLst>
              <a:gd name="adj" fmla="val 4167"/>
            </a:avLst>
          </a:prstGeom>
          <a:noFill/>
          <a:ln w="9525" algn="ctr">
            <a:noFill/>
            <a:round/>
            <a:headEnd/>
            <a:tailEnd/>
          </a:ln>
        </p:spPr>
        <p:txBody>
          <a:bodyPr wrap="square" anchor="ctr"/>
          <a:lstStyle/>
          <a:p>
            <a:pPr marL="285750" lvl="0" indent="-285750" fontAlgn="base">
              <a:lnSpc>
                <a:spcPct val="90000"/>
              </a:lnSpc>
              <a:spcBef>
                <a:spcPct val="40000"/>
              </a:spcBef>
              <a:spcAft>
                <a:spcPct val="0"/>
              </a:spcAft>
              <a:buClr>
                <a:srgbClr val="006699"/>
              </a:buClr>
              <a:buFont typeface="Arial" pitchFamily="34" charset="0"/>
              <a:buChar char="•"/>
            </a:pPr>
            <a:endParaRPr lang="en-US" sz="2000" dirty="0">
              <a:solidFill>
                <a:srgbClr val="000000"/>
              </a:soli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12899143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Discussion: Identifying Group Policy Application</a:t>
            </a:r>
            <a:endParaRPr lang="en-CA"/>
          </a:p>
        </p:txBody>
      </p:sp>
      <p:sp>
        <p:nvSpPr>
          <p:cNvPr id="5" name="Content Placeholder 2"/>
          <p:cNvSpPr txBox="1">
            <a:spLocks/>
          </p:cNvSpPr>
          <p:nvPr/>
        </p:nvSpPr>
        <p:spPr>
          <a:xfrm>
            <a:off x="458788" y="1021214"/>
            <a:ext cx="8456612" cy="4854609"/>
          </a:xfrm>
          <a:prstGeom prst="rect">
            <a:avLst/>
          </a:prstGeom>
        </p:spPr>
        <p:txBody>
          <a:bodyPr>
            <a:noAutofit/>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0" lvl="0" indent="0">
              <a:spcBef>
                <a:spcPts val="0"/>
              </a:spcBef>
              <a:spcAft>
                <a:spcPts val="1200"/>
              </a:spcAft>
              <a:buClr>
                <a:srgbClr val="0070C0"/>
              </a:buClr>
              <a:buSzPct val="100000"/>
              <a:buNone/>
            </a:pPr>
            <a:r>
              <a:rPr lang="en-US" sz="2300">
                <a:solidFill>
                  <a:srgbClr val="000000"/>
                </a:solidFill>
                <a:latin typeface="Segoe UI" pitchFamily="34" charset="0"/>
                <a:ea typeface="Segoe UI" pitchFamily="34" charset="0"/>
                <a:cs typeface="Segoe UI" pitchFamily="34" charset="0"/>
              </a:rPr>
              <a:t>Review the scenario and the AD DS structure graphic in the handbook to answer the following questions:</a:t>
            </a:r>
          </a:p>
          <a:p>
            <a:pPr marL="0" lvl="0" indent="0">
              <a:spcBef>
                <a:spcPts val="0"/>
              </a:spcBef>
              <a:spcAft>
                <a:spcPts val="600"/>
              </a:spcAft>
              <a:buClr>
                <a:srgbClr val="0070C0"/>
              </a:buClr>
              <a:buSzPct val="100000"/>
              <a:buNone/>
            </a:pPr>
            <a:r>
              <a:rPr lang="en-US" sz="2100">
                <a:solidFill>
                  <a:srgbClr val="000000"/>
                </a:solidFill>
                <a:latin typeface="Segoe UI" pitchFamily="34" charset="0"/>
                <a:ea typeface="Segoe UI" pitchFamily="34" charset="0"/>
                <a:cs typeface="Segoe UI" pitchFamily="34" charset="0"/>
              </a:rPr>
              <a:t>What power options will the servers in the Servers OU receive?</a:t>
            </a:r>
          </a:p>
          <a:p>
            <a:pPr marL="0" lvl="0" indent="0">
              <a:spcBef>
                <a:spcPts val="0"/>
              </a:spcBef>
              <a:spcAft>
                <a:spcPts val="600"/>
              </a:spcAft>
              <a:buClr>
                <a:srgbClr val="0070C0"/>
              </a:buClr>
              <a:buSzPct val="100000"/>
              <a:buNone/>
            </a:pPr>
            <a:r>
              <a:rPr lang="en-US" sz="2100">
                <a:solidFill>
                  <a:srgbClr val="000000"/>
                </a:solidFill>
                <a:latin typeface="Segoe UI" pitchFamily="34" charset="0"/>
                <a:ea typeface="Segoe UI" pitchFamily="34" charset="0"/>
                <a:cs typeface="Segoe UI" pitchFamily="34" charset="0"/>
              </a:rPr>
              <a:t>What power options will the laptops in the Sales Laptops OU receive?</a:t>
            </a:r>
          </a:p>
          <a:p>
            <a:pPr marL="0" lvl="0" indent="0">
              <a:spcBef>
                <a:spcPts val="0"/>
              </a:spcBef>
              <a:spcAft>
                <a:spcPts val="600"/>
              </a:spcAft>
              <a:buClr>
                <a:srgbClr val="0070C0"/>
              </a:buClr>
              <a:buSzPct val="100000"/>
              <a:buNone/>
            </a:pPr>
            <a:r>
              <a:rPr lang="en-US" sz="2100">
                <a:solidFill>
                  <a:srgbClr val="000000"/>
                </a:solidFill>
                <a:latin typeface="Segoe UI" pitchFamily="34" charset="0"/>
                <a:ea typeface="Segoe UI" pitchFamily="34" charset="0"/>
                <a:cs typeface="Segoe UI" pitchFamily="34" charset="0"/>
              </a:rPr>
              <a:t>What power options will all other computers in the domain receive?</a:t>
            </a:r>
          </a:p>
          <a:p>
            <a:pPr marL="0" lvl="0" indent="0">
              <a:spcBef>
                <a:spcPts val="0"/>
              </a:spcBef>
              <a:spcAft>
                <a:spcPts val="600"/>
              </a:spcAft>
              <a:buClr>
                <a:srgbClr val="0070C0"/>
              </a:buClr>
              <a:buSzPct val="100000"/>
              <a:buNone/>
            </a:pPr>
            <a:r>
              <a:rPr lang="en-US" sz="2100">
                <a:solidFill>
                  <a:srgbClr val="000000"/>
                </a:solidFill>
                <a:latin typeface="Segoe UI" pitchFamily="34" charset="0"/>
                <a:ea typeface="Segoe UI" pitchFamily="34" charset="0"/>
                <a:cs typeface="Segoe UI" pitchFamily="34" charset="0"/>
              </a:rPr>
              <a:t>Will users in the Sales Users OU who have created local policies to grant access to Control Panel be able to access Control Panel?</a:t>
            </a:r>
          </a:p>
          <a:p>
            <a:pPr marL="0" lvl="0" indent="0">
              <a:spcBef>
                <a:spcPts val="0"/>
              </a:spcBef>
              <a:spcAft>
                <a:spcPts val="600"/>
              </a:spcAft>
              <a:buClr>
                <a:srgbClr val="0070C0"/>
              </a:buClr>
              <a:buSzPct val="100000"/>
              <a:buNone/>
            </a:pPr>
            <a:r>
              <a:rPr lang="en-US" sz="2100">
                <a:solidFill>
                  <a:srgbClr val="000000"/>
                </a:solidFill>
                <a:latin typeface="Segoe UI" pitchFamily="34" charset="0"/>
                <a:ea typeface="Segoe UI" pitchFamily="34" charset="0"/>
                <a:cs typeface="Segoe UI" pitchFamily="34" charset="0"/>
              </a:rPr>
              <a:t>If you needed to grant access to Control Panel to </a:t>
            </a:r>
            <a:br>
              <a:rPr lang="en-US" sz="2100">
                <a:solidFill>
                  <a:srgbClr val="000000"/>
                </a:solidFill>
                <a:latin typeface="Segoe UI" pitchFamily="34" charset="0"/>
                <a:ea typeface="Segoe UI" pitchFamily="34" charset="0"/>
                <a:cs typeface="Segoe UI" pitchFamily="34" charset="0"/>
              </a:rPr>
            </a:br>
            <a:r>
              <a:rPr lang="en-US" sz="2100">
                <a:solidFill>
                  <a:srgbClr val="000000"/>
                </a:solidFill>
                <a:latin typeface="Segoe UI" pitchFamily="34" charset="0"/>
                <a:ea typeface="Segoe UI" pitchFamily="34" charset="0"/>
                <a:cs typeface="Segoe UI" pitchFamily="34" charset="0"/>
              </a:rPr>
              <a:t>some users, how would you do it?</a:t>
            </a:r>
          </a:p>
          <a:p>
            <a:pPr marL="0" lvl="0" indent="0">
              <a:spcBef>
                <a:spcPts val="0"/>
              </a:spcBef>
              <a:spcAft>
                <a:spcPts val="600"/>
              </a:spcAft>
              <a:buClr>
                <a:srgbClr val="0070C0"/>
              </a:buClr>
              <a:buSzPct val="100000"/>
              <a:buNone/>
            </a:pPr>
            <a:r>
              <a:rPr lang="en-US" sz="2100">
                <a:solidFill>
                  <a:srgbClr val="000000"/>
                </a:solidFill>
                <a:latin typeface="Segoe UI" pitchFamily="34" charset="0"/>
                <a:ea typeface="Segoe UI" pitchFamily="34" charset="0"/>
                <a:cs typeface="Segoe UI" pitchFamily="34" charset="0"/>
              </a:rPr>
              <a:t>Can GPO2 be applied to other department OUs?</a:t>
            </a:r>
          </a:p>
          <a:p>
            <a:pPr marL="0" lvl="0" indent="0" fontAlgn="base">
              <a:spcBef>
                <a:spcPts val="0"/>
              </a:spcBef>
              <a:spcAft>
                <a:spcPts val="600"/>
              </a:spcAft>
              <a:buClr>
                <a:srgbClr val="0070C0"/>
              </a:buClr>
              <a:buSzPct val="100000"/>
              <a:buNone/>
            </a:pPr>
            <a:endParaRPr lang="en-US" sz="2300">
              <a:solidFill>
                <a:srgbClr val="000000"/>
              </a:solidFill>
              <a:latin typeface="Segoe UI" pitchFamily="34" charset="0"/>
              <a:ea typeface="Segoe UI" pitchFamily="34" charset="0"/>
              <a:cs typeface="Segoe UI" pitchFamily="34" charset="0"/>
            </a:endParaRPr>
          </a:p>
          <a:p>
            <a:pPr marL="0" lvl="0" indent="0" fontAlgn="base">
              <a:spcBef>
                <a:spcPts val="0"/>
              </a:spcBef>
              <a:spcAft>
                <a:spcPts val="600"/>
              </a:spcAft>
              <a:buClr>
                <a:srgbClr val="0070C0"/>
              </a:buClr>
              <a:buSzPct val="100000"/>
              <a:buNone/>
            </a:pPr>
            <a:endParaRPr lang="en-US" sz="2100" dirty="0">
              <a:solidFill>
                <a:srgbClr val="000000"/>
              </a:solidFill>
              <a:latin typeface="Segoe UI" pitchFamily="34" charset="0"/>
              <a:ea typeface="Segoe UI" pitchFamily="34" charset="0"/>
              <a:cs typeface="Segoe UI" pitchFamily="34" charset="0"/>
            </a:endParaRPr>
          </a:p>
        </p:txBody>
      </p:sp>
      <p:sp>
        <p:nvSpPr>
          <p:cNvPr id="6" name="TextBox 5"/>
          <p:cNvSpPr txBox="1"/>
          <p:nvPr/>
        </p:nvSpPr>
        <p:spPr>
          <a:xfrm>
            <a:off x="7614657" y="6096418"/>
            <a:ext cx="1201355" cy="276999"/>
          </a:xfrm>
          <a:prstGeom prst="rect">
            <a:avLst/>
          </a:prstGeom>
          <a:noFill/>
        </p:spPr>
        <p:txBody>
          <a:bodyPr wrap="none" lIns="0" tIns="0" rIns="0" bIns="0" rtlCol="0">
            <a:spAutoFit/>
          </a:bodyPr>
          <a:lstStyle/>
          <a:p>
            <a:pPr lvl="0" algn="r" fontAlgn="base">
              <a:spcBef>
                <a:spcPct val="0"/>
              </a:spcBef>
              <a:spcAft>
                <a:spcPct val="0"/>
              </a:spcAft>
            </a:pPr>
            <a:r>
              <a:rPr lang="en-US" b="1">
                <a:solidFill>
                  <a:srgbClr val="000000"/>
                </a:solidFill>
                <a:latin typeface="Segoe UI" pitchFamily="34" charset="0"/>
                <a:ea typeface="Segoe UI" pitchFamily="34" charset="0"/>
                <a:cs typeface="Segoe UI" pitchFamily="34" charset="0"/>
              </a:rPr>
              <a:t>20 minutes</a:t>
            </a:r>
            <a:endParaRPr lang="en-US" b="1" dirty="0">
              <a:solidFill>
                <a:srgbClr val="000000"/>
              </a:solidFill>
              <a:latin typeface="Segoe UI" pitchFamily="34" charset="0"/>
              <a:ea typeface="Segoe UI" pitchFamily="34" charset="0"/>
              <a:cs typeface="Segoe UI" pitchFamily="34" charset="0"/>
            </a:endParaRP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02263" y="5214474"/>
            <a:ext cx="813749" cy="926515"/>
          </a:xfrm>
          <a:prstGeom prst="rect">
            <a:avLst/>
          </a:prstGeom>
        </p:spPr>
      </p:pic>
    </p:spTree>
    <p:extLst>
      <p:ext uri="{BB962C8B-B14F-4D97-AF65-F5344CB8AC3E}">
        <p14:creationId xmlns:p14="http://schemas.microsoft.com/office/powerpoint/2010/main" val="36909068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0375" y="-2"/>
            <a:ext cx="8335282" cy="740664"/>
          </a:xfrm>
        </p:spPr>
        <p:txBody>
          <a:bodyPr/>
          <a:lstStyle/>
          <a:p>
            <a:r>
              <a:rPr lang="en-CA" dirty="0" smtClean="0"/>
              <a:t>Demonstration: Using Group Policy Diagnostic Tools</a:t>
            </a:r>
            <a:endParaRPr lang="en-CA" dirty="0"/>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en-US" kern="0">
                <a:solidFill>
                  <a:srgbClr val="000000"/>
                </a:solidFill>
              </a:rPr>
              <a:t>In this demonstration, you will see how to:</a:t>
            </a:r>
          </a:p>
          <a:p>
            <a:pPr lvl="1"/>
            <a:r>
              <a:rPr lang="en-US" sz="2600" kern="0">
                <a:solidFill>
                  <a:srgbClr val="000000"/>
                </a:solidFill>
              </a:rPr>
              <a:t>Use Gpupdate to refresh Group Policy</a:t>
            </a:r>
          </a:p>
          <a:p>
            <a:pPr lvl="1"/>
            <a:r>
              <a:rPr lang="en-US" sz="2600" kern="0">
                <a:solidFill>
                  <a:srgbClr val="000000"/>
                </a:solidFill>
              </a:rPr>
              <a:t>Use  the Gpresult command to output the results to an HTML file  </a:t>
            </a:r>
          </a:p>
          <a:p>
            <a:pPr lvl="1"/>
            <a:r>
              <a:rPr lang="en-US" sz="2600" kern="0">
                <a:solidFill>
                  <a:srgbClr val="000000"/>
                </a:solidFill>
              </a:rPr>
              <a:t>Use the Group Policy Modeling Wizard to test the policy</a:t>
            </a:r>
            <a:endParaRPr lang="en-US" sz="2600" kern="0" dirty="0">
              <a:solidFill>
                <a:srgbClr val="000000"/>
              </a:solidFill>
            </a:endParaRPr>
          </a:p>
        </p:txBody>
      </p:sp>
    </p:spTree>
    <p:extLst>
      <p:ext uri="{BB962C8B-B14F-4D97-AF65-F5344CB8AC3E}">
        <p14:creationId xmlns:p14="http://schemas.microsoft.com/office/powerpoint/2010/main" val="39452211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a:p>
        </p:txBody>
      </p:sp>
      <p:sp>
        <p:nvSpPr>
          <p:cNvPr id="3" name="Text Placeholder 2"/>
          <p:cNvSpPr>
            <a:spLocks noGrp="1"/>
          </p:cNvSpPr>
          <p:nvPr>
            <p:ph type="body" idx="1"/>
          </p:nvPr>
        </p:nvSpPr>
        <p:spPr/>
        <p:txBody>
          <a:bodyPr/>
          <a:lstStyle/>
          <a:p>
            <a:endParaRPr lang="en-CA"/>
          </a:p>
        </p:txBody>
      </p:sp>
    </p:spTree>
    <p:extLst>
      <p:ext uri="{BB962C8B-B14F-4D97-AF65-F5344CB8AC3E}">
        <p14:creationId xmlns:p14="http://schemas.microsoft.com/office/powerpoint/2010/main" val="42698393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name="59803ad3-332e-4364-9307-825bc724efc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Lesson 3: Implementing a Central Store for Administrative Templates</a:t>
            </a:r>
            <a:endParaRPr lang="en-CA"/>
          </a:p>
        </p:txBody>
      </p:sp>
      <p:sp>
        <p:nvSpPr>
          <p:cNvPr id="3" name="Text Placeholder 2"/>
          <p:cNvSpPr>
            <a:spLocks noGrp="1"/>
          </p:cNvSpPr>
          <p:nvPr>
            <p:ph type="body" idx="1"/>
          </p:nvPr>
        </p:nvSpPr>
        <p:spPr/>
        <p:txBody>
          <a:bodyPr/>
          <a:lstStyle/>
          <a:p>
            <a:r>
              <a:rPr lang="en-CA" smtClean="0"/>
              <a:t>What Is the Central Store?
What Are Administrative Templates?
How Administrative Templates Work
Managed and Unmanaged Policy Settings</a:t>
            </a:r>
            <a:endParaRPr lang="en-CA"/>
          </a:p>
        </p:txBody>
      </p:sp>
    </p:spTree>
    <p:extLst>
      <p:ext uri="{BB962C8B-B14F-4D97-AF65-F5344CB8AC3E}">
        <p14:creationId xmlns:p14="http://schemas.microsoft.com/office/powerpoint/2010/main" val="35650064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Central Store (Banque centrale)</a:t>
            </a:r>
            <a:endParaRPr lang="en-CA" dirty="0"/>
          </a:p>
        </p:txBody>
      </p:sp>
      <p:sp>
        <p:nvSpPr>
          <p:cNvPr id="4" name="Content Placeholder 3"/>
          <p:cNvSpPr txBox="1">
            <a:spLocks/>
          </p:cNvSpPr>
          <p:nvPr/>
        </p:nvSpPr>
        <p:spPr>
          <a:xfrm>
            <a:off x="548551" y="1197861"/>
            <a:ext cx="7801985" cy="1677382"/>
          </a:xfrm>
          <a:prstGeom prst="rect">
            <a:avLst/>
          </a:prstGeom>
        </p:spPr>
        <p:txBody>
          <a:bodyPr wrap="square">
            <a:spAutoFit/>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342900" lvl="0" indent="-342900"/>
            <a:r>
              <a:rPr lang="fr-FR" sz="2200" kern="0" dirty="0" smtClean="0">
                <a:solidFill>
                  <a:srgbClr val="000000"/>
                </a:solidFill>
              </a:rPr>
              <a:t>Stockage centralisé pour les fichiers ADMX et ADML</a:t>
            </a:r>
          </a:p>
          <a:p>
            <a:pPr marL="342900" lvl="0" indent="-342900"/>
            <a:r>
              <a:rPr lang="fr-FR" sz="2200" kern="0" dirty="0" smtClean="0">
                <a:solidFill>
                  <a:srgbClr val="000000"/>
                </a:solidFill>
              </a:rPr>
              <a:t>Sauvegardé dans le dossier partagé SYSVOL</a:t>
            </a:r>
          </a:p>
          <a:p>
            <a:pPr marL="342900" lvl="0" indent="-342900"/>
            <a:r>
              <a:rPr lang="fr-FR" sz="2200" kern="0" dirty="0" smtClean="0">
                <a:solidFill>
                  <a:srgbClr val="000000"/>
                </a:solidFill>
              </a:rPr>
              <a:t>Doit être crée manuellement</a:t>
            </a:r>
          </a:p>
          <a:p>
            <a:pPr marL="342900" lvl="0" indent="-342900"/>
            <a:r>
              <a:rPr lang="fr-FR" sz="2200" kern="0" dirty="0" smtClean="0">
                <a:solidFill>
                  <a:srgbClr val="000000"/>
                </a:solidFill>
              </a:rPr>
              <a:t>Détecté automatiquement par l’OS</a:t>
            </a:r>
            <a:endParaRPr lang="fr-FR" sz="2200" kern="0" dirty="0">
              <a:solidFill>
                <a:srgbClr val="000000"/>
              </a:solidFill>
            </a:endParaRPr>
          </a:p>
        </p:txBody>
      </p:sp>
      <p:sp>
        <p:nvSpPr>
          <p:cNvPr id="5" name="Rectangle 4"/>
          <p:cNvSpPr/>
          <p:nvPr/>
        </p:nvSpPr>
        <p:spPr>
          <a:xfrm>
            <a:off x="598810" y="5543125"/>
            <a:ext cx="1926538" cy="215444"/>
          </a:xfrm>
          <a:prstGeom prst="rect">
            <a:avLst/>
          </a:prstGeom>
        </p:spPr>
        <p:txBody>
          <a:bodyPr wrap="square" lIns="0" tIns="0" rIns="0" bIns="0">
            <a:spAutoFit/>
          </a:bodyPr>
          <a:lstStyle/>
          <a:p>
            <a:pPr lvl="0" algn="ctr" fontAlgn="base">
              <a:spcBef>
                <a:spcPct val="0"/>
              </a:spcBef>
              <a:spcAft>
                <a:spcPct val="0"/>
              </a:spcAft>
            </a:pPr>
            <a:r>
              <a:rPr lang="en-CA" sz="1400" b="1">
                <a:solidFill>
                  <a:srgbClr val="000000"/>
                </a:solidFill>
                <a:latin typeface="Segoe UI" pitchFamily="34" charset="0"/>
                <a:ea typeface="Segoe UI" pitchFamily="34" charset="0"/>
                <a:cs typeface="Segoe UI" pitchFamily="34" charset="0"/>
              </a:rPr>
              <a:t>Windows workstation</a:t>
            </a:r>
            <a:endParaRPr lang="en-CA" sz="1600" b="1" dirty="0">
              <a:solidFill>
                <a:srgbClr val="000000"/>
              </a:solidFill>
              <a:latin typeface="Segoe UI" pitchFamily="34" charset="0"/>
              <a:ea typeface="Segoe UI" pitchFamily="34" charset="0"/>
              <a:cs typeface="Segoe UI" pitchFamily="34" charset="0"/>
            </a:endParaRPr>
          </a:p>
        </p:txBody>
      </p:sp>
      <p:sp>
        <p:nvSpPr>
          <p:cNvPr id="6" name="Rectangle 5"/>
          <p:cNvSpPr/>
          <p:nvPr/>
        </p:nvSpPr>
        <p:spPr>
          <a:xfrm>
            <a:off x="3467467" y="5543125"/>
            <a:ext cx="2327157" cy="646331"/>
          </a:xfrm>
          <a:prstGeom prst="rect">
            <a:avLst/>
          </a:prstGeom>
        </p:spPr>
        <p:txBody>
          <a:bodyPr wrap="square" lIns="0" tIns="0" rIns="0" bIns="0">
            <a:spAutoFit/>
          </a:bodyPr>
          <a:lstStyle/>
          <a:p>
            <a:pPr lvl="0" algn="ctr" fontAlgn="base">
              <a:spcBef>
                <a:spcPct val="0"/>
              </a:spcBef>
              <a:spcAft>
                <a:spcPct val="0"/>
              </a:spcAft>
            </a:pPr>
            <a:r>
              <a:rPr lang="en-CA" sz="1400" b="1">
                <a:solidFill>
                  <a:srgbClr val="000000"/>
                </a:solidFill>
                <a:latin typeface="Segoe UI" pitchFamily="34" charset="0"/>
                <a:ea typeface="Segoe UI" pitchFamily="34" charset="0"/>
                <a:cs typeface="Segoe UI" pitchFamily="34" charset="0"/>
              </a:rPr>
              <a:t>Domain controller </a:t>
            </a:r>
            <a:br>
              <a:rPr lang="en-CA" sz="1400" b="1">
                <a:solidFill>
                  <a:srgbClr val="000000"/>
                </a:solidFill>
                <a:latin typeface="Segoe UI" pitchFamily="34" charset="0"/>
                <a:ea typeface="Segoe UI" pitchFamily="34" charset="0"/>
                <a:cs typeface="Segoe UI" pitchFamily="34" charset="0"/>
              </a:rPr>
            </a:br>
            <a:r>
              <a:rPr lang="en-CA" sz="1400" b="1">
                <a:solidFill>
                  <a:srgbClr val="000000"/>
                </a:solidFill>
                <a:latin typeface="Segoe UI" pitchFamily="34" charset="0"/>
                <a:ea typeface="Segoe UI" pitchFamily="34" charset="0"/>
                <a:cs typeface="Segoe UI" pitchFamily="34" charset="0"/>
              </a:rPr>
              <a:t>with the central store</a:t>
            </a:r>
          </a:p>
          <a:p>
            <a:pPr lvl="0" algn="ctr" fontAlgn="base">
              <a:spcBef>
                <a:spcPct val="0"/>
              </a:spcBef>
              <a:spcAft>
                <a:spcPct val="0"/>
              </a:spcAft>
            </a:pPr>
            <a:r>
              <a:rPr lang="en-CA" sz="1400" b="1">
                <a:solidFill>
                  <a:srgbClr val="000000"/>
                </a:solidFill>
                <a:latin typeface="Segoe UI" pitchFamily="34" charset="0"/>
                <a:ea typeface="Segoe UI" pitchFamily="34" charset="0"/>
                <a:cs typeface="Segoe UI" pitchFamily="34" charset="0"/>
              </a:rPr>
              <a:t>in SYSVOL</a:t>
            </a:r>
            <a:endParaRPr lang="en-CA" sz="1600" b="1" dirty="0">
              <a:solidFill>
                <a:srgbClr val="000000"/>
              </a:solidFill>
              <a:latin typeface="Segoe UI" pitchFamily="34" charset="0"/>
              <a:ea typeface="Segoe UI" pitchFamily="34" charset="0"/>
              <a:cs typeface="Segoe UI" pitchFamily="34" charset="0"/>
            </a:endParaRPr>
          </a:p>
        </p:txBody>
      </p:sp>
      <p:sp>
        <p:nvSpPr>
          <p:cNvPr id="7" name="Rectangle 6"/>
          <p:cNvSpPr/>
          <p:nvPr/>
        </p:nvSpPr>
        <p:spPr>
          <a:xfrm>
            <a:off x="6747773" y="5543125"/>
            <a:ext cx="1548266" cy="861774"/>
          </a:xfrm>
          <a:prstGeom prst="rect">
            <a:avLst/>
          </a:prstGeom>
        </p:spPr>
        <p:txBody>
          <a:bodyPr wrap="square" lIns="0" tIns="0" rIns="0" bIns="0">
            <a:spAutoFit/>
          </a:bodyPr>
          <a:lstStyle/>
          <a:p>
            <a:pPr lvl="0" algn="ctr" fontAlgn="base">
              <a:spcBef>
                <a:spcPct val="0"/>
              </a:spcBef>
              <a:spcAft>
                <a:spcPct val="0"/>
              </a:spcAft>
            </a:pPr>
            <a:r>
              <a:rPr lang="en-CA" sz="1400" b="1">
                <a:solidFill>
                  <a:srgbClr val="000000"/>
                </a:solidFill>
                <a:latin typeface="Segoe UI" pitchFamily="34" charset="0"/>
                <a:ea typeface="Segoe UI" pitchFamily="34" charset="0"/>
                <a:cs typeface="Segoe UI" pitchFamily="34" charset="0"/>
              </a:rPr>
              <a:t>Domain controller  gets a replicated copy of the central store</a:t>
            </a:r>
            <a:endParaRPr lang="en-CA" sz="1600" b="1" dirty="0">
              <a:solidFill>
                <a:srgbClr val="000000"/>
              </a:solidFill>
              <a:latin typeface="Segoe UI" pitchFamily="34" charset="0"/>
              <a:ea typeface="Segoe UI" pitchFamily="34" charset="0"/>
              <a:cs typeface="Segoe UI" pitchFamily="34" charset="0"/>
            </a:endParaRPr>
          </a:p>
        </p:txBody>
      </p:sp>
      <p:grpSp>
        <p:nvGrpSpPr>
          <p:cNvPr id="8" name="Group 7" descr="Illustration depicting that ADMX files download from the domain controller central store to the Windows workstation that will edit the GPOs. It also shows that ADMX files replicate to other domain controllers via SYSVOL replication."/>
          <p:cNvGrpSpPr/>
          <p:nvPr/>
        </p:nvGrpSpPr>
        <p:grpSpPr>
          <a:xfrm>
            <a:off x="783313" y="3756626"/>
            <a:ext cx="7154606" cy="1661313"/>
            <a:chOff x="999067" y="3482948"/>
            <a:chExt cx="7154606" cy="1661313"/>
          </a:xfrm>
        </p:grpSpPr>
        <p:grpSp>
          <p:nvGrpSpPr>
            <p:cNvPr id="9" name="Group 8"/>
            <p:cNvGrpSpPr/>
            <p:nvPr/>
          </p:nvGrpSpPr>
          <p:grpSpPr>
            <a:xfrm>
              <a:off x="4084078" y="3668189"/>
              <a:ext cx="1214460" cy="1476072"/>
              <a:chOff x="3199305" y="3124200"/>
              <a:chExt cx="1805084" cy="2193925"/>
            </a:xfrm>
          </p:grpSpPr>
          <p:pic>
            <p:nvPicPr>
              <p:cNvPr id="19" name="Picture 18" descr="C:\Courses\ENG\ID_Editor_Reference\LeX Graphics 7_2013\server.png"/>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3714628" y="3124200"/>
                <a:ext cx="1236662" cy="2193925"/>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C:\Courses\ENG\ID_Editor_Reference\LeX Graphics 7_2013\database_full_single.png"/>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199305" y="4150428"/>
                <a:ext cx="1178735" cy="775759"/>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4" descr="C:\Courses\ENG\ID_Editor_Reference\LeX Graphics 7_2013\folder with document.png"/>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999955" y="3627675"/>
                <a:ext cx="1004434" cy="135366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 name="Group 9"/>
            <p:cNvGrpSpPr/>
            <p:nvPr/>
          </p:nvGrpSpPr>
          <p:grpSpPr>
            <a:xfrm>
              <a:off x="6974938" y="3668189"/>
              <a:ext cx="1178735" cy="1476072"/>
              <a:chOff x="1877040" y="3300413"/>
              <a:chExt cx="1751985" cy="2193925"/>
            </a:xfrm>
          </p:grpSpPr>
          <p:pic>
            <p:nvPicPr>
              <p:cNvPr id="17" name="Picture 3" descr="C:\Courses\ENG\ID_Editor_Reference\LeX Graphics 7_2013\server.png"/>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392363" y="3300413"/>
                <a:ext cx="1236662" cy="2193925"/>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C:\Courses\ENG\ID_Editor_Reference\LeX Graphics 7_2013\database_full_single.png"/>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1877040" y="4326641"/>
                <a:ext cx="1178735" cy="77575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1" name="Group 10"/>
            <p:cNvGrpSpPr/>
            <p:nvPr/>
          </p:nvGrpSpPr>
          <p:grpSpPr>
            <a:xfrm>
              <a:off x="999067" y="3482948"/>
              <a:ext cx="1557103" cy="1661313"/>
              <a:chOff x="285750" y="3262313"/>
              <a:chExt cx="2314363" cy="2469253"/>
            </a:xfrm>
          </p:grpSpPr>
          <p:pic>
            <p:nvPicPr>
              <p:cNvPr id="14" name="Picture 5" descr="C:\Courses\ENG\ID_Editor_Reference\LeX Graphics 7_2013\computer_workstation.png"/>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285750" y="3262313"/>
                <a:ext cx="1938338" cy="218757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6" descr="C:\Courses\ENG\ID_Editor_Reference\LeX Graphics 7_2013\user_orange_half.png"/>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285750" y="3869866"/>
                <a:ext cx="1178719" cy="186170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4" descr="C:\Courses\ENG\ID_Editor_Reference\LeX Graphics 7_2013\folder with document.png"/>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1595679" y="4123886"/>
                <a:ext cx="1004434" cy="1353661"/>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2" name="Straight Arrow Connector 11"/>
            <p:cNvCxnSpPr/>
            <p:nvPr/>
          </p:nvCxnSpPr>
          <p:spPr>
            <a:xfrm>
              <a:off x="5298538" y="4473003"/>
              <a:ext cx="1676400" cy="25927"/>
            </a:xfrm>
            <a:prstGeom prst="straightConnector1">
              <a:avLst/>
            </a:prstGeom>
            <a:ln w="76200">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2556170" y="4498930"/>
              <a:ext cx="1520491" cy="0"/>
            </a:xfrm>
            <a:prstGeom prst="straightConnector1">
              <a:avLst/>
            </a:prstGeom>
            <a:ln w="76200">
              <a:solidFill>
                <a:srgbClr val="0070C0"/>
              </a:solidFill>
              <a:tailEnd type="arrow"/>
            </a:ln>
          </p:spPr>
          <p:style>
            <a:lnRef idx="1">
              <a:schemeClr val="accent1"/>
            </a:lnRef>
            <a:fillRef idx="0">
              <a:schemeClr val="accent1"/>
            </a:fillRef>
            <a:effectRef idx="0">
              <a:schemeClr val="accent1"/>
            </a:effectRef>
            <a:fontRef idx="minor">
              <a:schemeClr val="tx1"/>
            </a:fontRef>
          </p:style>
        </p:cxnSp>
      </p:grpSp>
      <p:sp>
        <p:nvSpPr>
          <p:cNvPr id="22" name="Rectangle 21"/>
          <p:cNvSpPr/>
          <p:nvPr/>
        </p:nvSpPr>
        <p:spPr>
          <a:xfrm>
            <a:off x="5198422" y="4235724"/>
            <a:ext cx="1445123" cy="276999"/>
          </a:xfrm>
          <a:prstGeom prst="rect">
            <a:avLst/>
          </a:prstGeom>
        </p:spPr>
        <p:txBody>
          <a:bodyPr wrap="square" lIns="0" tIns="0" rIns="0" bIns="0">
            <a:spAutoFit/>
          </a:bodyPr>
          <a:lstStyle/>
          <a:p>
            <a:pPr lvl="0" fontAlgn="base">
              <a:spcBef>
                <a:spcPct val="0"/>
              </a:spcBef>
              <a:spcAft>
                <a:spcPct val="0"/>
              </a:spcAft>
            </a:pPr>
            <a:r>
              <a:rPr lang="en-CA" b="1">
                <a:solidFill>
                  <a:srgbClr val="000000"/>
                </a:solidFill>
                <a:latin typeface="Segoe UI" pitchFamily="34" charset="0"/>
                <a:ea typeface="Segoe UI" pitchFamily="34" charset="0"/>
                <a:cs typeface="Segoe UI" pitchFamily="34" charset="0"/>
              </a:rPr>
              <a:t>ADMX files</a:t>
            </a:r>
            <a:endParaRPr lang="en-CA" sz="2000" b="1" dirty="0">
              <a:solidFill>
                <a:srgbClr val="000000"/>
              </a:solidFill>
              <a:latin typeface="Segoe UI" pitchFamily="34" charset="0"/>
              <a:ea typeface="Segoe UI" pitchFamily="34" charset="0"/>
              <a:cs typeface="Segoe UI" pitchFamily="34" charset="0"/>
            </a:endParaRPr>
          </a:p>
        </p:txBody>
      </p:sp>
      <p:sp>
        <p:nvSpPr>
          <p:cNvPr id="23" name="Rectangle 22"/>
          <p:cNvSpPr/>
          <p:nvPr/>
        </p:nvSpPr>
        <p:spPr>
          <a:xfrm>
            <a:off x="2525348" y="4235724"/>
            <a:ext cx="1445123" cy="276999"/>
          </a:xfrm>
          <a:prstGeom prst="rect">
            <a:avLst/>
          </a:prstGeom>
        </p:spPr>
        <p:txBody>
          <a:bodyPr wrap="square" lIns="0" tIns="0" rIns="0" bIns="0">
            <a:spAutoFit/>
          </a:bodyPr>
          <a:lstStyle/>
          <a:p>
            <a:pPr lvl="0" fontAlgn="base">
              <a:spcBef>
                <a:spcPct val="0"/>
              </a:spcBef>
              <a:spcAft>
                <a:spcPct val="0"/>
              </a:spcAft>
            </a:pPr>
            <a:r>
              <a:rPr lang="en-CA" b="1" dirty="0">
                <a:solidFill>
                  <a:srgbClr val="000000"/>
                </a:solidFill>
                <a:latin typeface="Segoe UI" pitchFamily="34" charset="0"/>
                <a:ea typeface="Segoe UI" pitchFamily="34" charset="0"/>
                <a:cs typeface="Segoe UI" pitchFamily="34" charset="0"/>
              </a:rPr>
              <a:t>ADMX files</a:t>
            </a:r>
            <a:endParaRPr lang="en-CA" sz="2000" b="1" dirty="0">
              <a:solidFill>
                <a:srgbClr val="000000"/>
              </a:soli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8574805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6362f5a4-b5f6-460c-8799-d021d0f6b26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Administrative Templates</a:t>
            </a:r>
            <a:endParaRPr lang="en-CA" dirty="0"/>
          </a:p>
        </p:txBody>
      </p:sp>
      <p:sp>
        <p:nvSpPr>
          <p:cNvPr id="4" name="TextBox 15"/>
          <p:cNvSpPr txBox="1">
            <a:spLocks noChangeArrowheads="1"/>
          </p:cNvSpPr>
          <p:nvPr/>
        </p:nvSpPr>
        <p:spPr bwMode="auto">
          <a:xfrm>
            <a:off x="7422144" y="5053644"/>
            <a:ext cx="117756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itchFamily="34" charset="0"/>
                <a:cs typeface="Arial" pitchFamily="34" charset="0"/>
              </a:defRPr>
            </a:lvl1pPr>
            <a:lvl2pPr marL="742950" indent="-285750" eaLnBrk="0" hangingPunct="0">
              <a:defRPr b="1">
                <a:solidFill>
                  <a:schemeClr val="tx1"/>
                </a:solidFill>
                <a:latin typeface="Verdana" pitchFamily="34" charset="0"/>
                <a:cs typeface="Arial" pitchFamily="34" charset="0"/>
              </a:defRPr>
            </a:lvl2pPr>
            <a:lvl3pPr marL="1143000" indent="-228600" eaLnBrk="0" hangingPunct="0">
              <a:defRPr b="1">
                <a:solidFill>
                  <a:schemeClr val="tx1"/>
                </a:solidFill>
                <a:latin typeface="Verdana" pitchFamily="34" charset="0"/>
                <a:cs typeface="Arial" pitchFamily="34" charset="0"/>
              </a:defRPr>
            </a:lvl3pPr>
            <a:lvl4pPr marL="1600200" indent="-228600" eaLnBrk="0" hangingPunct="0">
              <a:defRPr b="1">
                <a:solidFill>
                  <a:schemeClr val="tx1"/>
                </a:solidFill>
                <a:latin typeface="Verdana" pitchFamily="34" charset="0"/>
                <a:cs typeface="Arial" pitchFamily="34" charset="0"/>
              </a:defRPr>
            </a:lvl4pPr>
            <a:lvl5pPr marL="2057400" indent="-228600" eaLnBrk="0" hangingPunct="0">
              <a:defRPr b="1">
                <a:solidFill>
                  <a:schemeClr val="tx1"/>
                </a:solidFill>
                <a:latin typeface="Verdana" pitchFamily="34" charset="0"/>
                <a:cs typeface="Arial" pitchFamily="34" charset="0"/>
              </a:defRPr>
            </a:lvl5pPr>
            <a:lvl6pPr marL="2514600" indent="-228600" eaLnBrk="0" fontAlgn="base" hangingPunct="0">
              <a:spcBef>
                <a:spcPct val="0"/>
              </a:spcBef>
              <a:spcAft>
                <a:spcPct val="0"/>
              </a:spcAft>
              <a:defRPr b="1">
                <a:solidFill>
                  <a:schemeClr val="tx1"/>
                </a:solidFill>
                <a:latin typeface="Verdana" pitchFamily="34" charset="0"/>
                <a:cs typeface="Arial" pitchFamily="34" charset="0"/>
              </a:defRPr>
            </a:lvl6pPr>
            <a:lvl7pPr marL="2971800" indent="-228600" eaLnBrk="0" fontAlgn="base" hangingPunct="0">
              <a:spcBef>
                <a:spcPct val="0"/>
              </a:spcBef>
              <a:spcAft>
                <a:spcPct val="0"/>
              </a:spcAft>
              <a:defRPr b="1">
                <a:solidFill>
                  <a:schemeClr val="tx1"/>
                </a:solidFill>
                <a:latin typeface="Verdana" pitchFamily="34" charset="0"/>
                <a:cs typeface="Arial" pitchFamily="34" charset="0"/>
              </a:defRPr>
            </a:lvl7pPr>
            <a:lvl8pPr marL="3429000" indent="-228600" eaLnBrk="0" fontAlgn="base" hangingPunct="0">
              <a:spcBef>
                <a:spcPct val="0"/>
              </a:spcBef>
              <a:spcAft>
                <a:spcPct val="0"/>
              </a:spcAft>
              <a:defRPr b="1">
                <a:solidFill>
                  <a:schemeClr val="tx1"/>
                </a:solidFill>
                <a:latin typeface="Verdana" pitchFamily="34" charset="0"/>
                <a:cs typeface="Arial" pitchFamily="34" charset="0"/>
              </a:defRPr>
            </a:lvl8pPr>
            <a:lvl9pPr marL="3886200" indent="-228600" eaLnBrk="0" fontAlgn="base" hangingPunct="0">
              <a:spcBef>
                <a:spcPct val="0"/>
              </a:spcBef>
              <a:spcAft>
                <a:spcPct val="0"/>
              </a:spcAft>
              <a:defRPr b="1">
                <a:solidFill>
                  <a:schemeClr val="tx1"/>
                </a:solidFill>
                <a:latin typeface="Verdana" pitchFamily="34" charset="0"/>
                <a:cs typeface="Arial" pitchFamily="34" charset="0"/>
              </a:defRPr>
            </a:lvl9pPr>
          </a:lstStyle>
          <a:p>
            <a:pPr lvl="0" eaLnBrk="1" fontAlgn="base" hangingPunct="1">
              <a:spcBef>
                <a:spcPct val="0"/>
              </a:spcBef>
              <a:spcAft>
                <a:spcPct val="0"/>
              </a:spcAft>
            </a:pPr>
            <a:r>
              <a:rPr lang="en-US" sz="2000">
                <a:solidFill>
                  <a:srgbClr val="000000"/>
                </a:solidFill>
                <a:latin typeface="Segoe UI" pitchFamily="34" charset="0"/>
                <a:ea typeface="Segoe UI" pitchFamily="34" charset="0"/>
                <a:cs typeface="Segoe UI" pitchFamily="34" charset="0"/>
              </a:rPr>
              <a:t>Registry</a:t>
            </a:r>
            <a:endParaRPr lang="en-US" sz="2000" dirty="0">
              <a:solidFill>
                <a:srgbClr val="000000"/>
              </a:solidFill>
              <a:latin typeface="Segoe UI" pitchFamily="34" charset="0"/>
              <a:ea typeface="Segoe UI" pitchFamily="34" charset="0"/>
              <a:cs typeface="Segoe UI" pitchFamily="34" charset="0"/>
            </a:endParaRPr>
          </a:p>
        </p:txBody>
      </p:sp>
      <p:sp>
        <p:nvSpPr>
          <p:cNvPr id="5" name="TextBox 4"/>
          <p:cNvSpPr txBox="1"/>
          <p:nvPr/>
        </p:nvSpPr>
        <p:spPr>
          <a:xfrm>
            <a:off x="225288" y="896679"/>
            <a:ext cx="8706678" cy="738664"/>
          </a:xfrm>
          <a:prstGeom prst="rect">
            <a:avLst/>
          </a:prstGeom>
          <a:noFill/>
        </p:spPr>
        <p:txBody>
          <a:bodyPr wrap="square" rtlCol="0">
            <a:spAutoFit/>
          </a:bodyPr>
          <a:lstStyle/>
          <a:p>
            <a:pPr lvl="0" algn="ctr" fontAlgn="base">
              <a:spcBef>
                <a:spcPct val="0"/>
              </a:spcBef>
              <a:spcAft>
                <a:spcPct val="0"/>
              </a:spcAft>
            </a:pPr>
            <a:r>
              <a:rPr lang="fr-BE" sz="2100" b="1" dirty="0" smtClean="0">
                <a:solidFill>
                  <a:srgbClr val="000000"/>
                </a:solidFill>
                <a:latin typeface="Segoe UI" pitchFamily="34" charset="0"/>
                <a:ea typeface="Segoe UI" pitchFamily="34" charset="0"/>
                <a:cs typeface="Segoe UI" pitchFamily="34" charset="0"/>
              </a:rPr>
              <a:t>Les Modèles d'administration déterminent quels paramètres apparaissent et comment ils sont regroupés dans l’éditeur GPO</a:t>
            </a:r>
            <a:endParaRPr lang="en-US" sz="2100" b="1" dirty="0">
              <a:solidFill>
                <a:srgbClr val="000000"/>
              </a:solidFill>
              <a:latin typeface="Segoe UI" pitchFamily="34" charset="0"/>
              <a:ea typeface="Segoe UI" pitchFamily="34" charset="0"/>
              <a:cs typeface="Segoe UI" pitchFamily="34" charset="0"/>
            </a:endParaRPr>
          </a:p>
        </p:txBody>
      </p:sp>
      <p:grpSp>
        <p:nvGrpSpPr>
          <p:cNvPr id="6" name="Group 5" descr="Illustration depicting how ADMX and ADML files combine to provide the text and registry settings that are visible when editing a GPO with Group Policy management tools"/>
          <p:cNvGrpSpPr/>
          <p:nvPr/>
        </p:nvGrpSpPr>
        <p:grpSpPr>
          <a:xfrm>
            <a:off x="343351" y="1948556"/>
            <a:ext cx="8317050" cy="4189779"/>
            <a:chOff x="343351" y="1948556"/>
            <a:chExt cx="8317050" cy="4189779"/>
          </a:xfrm>
        </p:grpSpPr>
        <p:sp>
          <p:nvSpPr>
            <p:cNvPr id="7" name="TextBox 9"/>
            <p:cNvSpPr txBox="1">
              <a:spLocks noChangeArrowheads="1"/>
            </p:cNvSpPr>
            <p:nvPr/>
          </p:nvSpPr>
          <p:spPr bwMode="auto">
            <a:xfrm>
              <a:off x="343351" y="3395888"/>
              <a:ext cx="92685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itchFamily="34" charset="0"/>
                  <a:cs typeface="Arial" pitchFamily="34" charset="0"/>
                </a:defRPr>
              </a:lvl1pPr>
              <a:lvl2pPr marL="742950" indent="-285750" eaLnBrk="0" hangingPunct="0">
                <a:defRPr b="1">
                  <a:solidFill>
                    <a:schemeClr val="tx1"/>
                  </a:solidFill>
                  <a:latin typeface="Verdana" pitchFamily="34" charset="0"/>
                  <a:cs typeface="Arial" pitchFamily="34" charset="0"/>
                </a:defRPr>
              </a:lvl2pPr>
              <a:lvl3pPr marL="1143000" indent="-228600" eaLnBrk="0" hangingPunct="0">
                <a:defRPr b="1">
                  <a:solidFill>
                    <a:schemeClr val="tx1"/>
                  </a:solidFill>
                  <a:latin typeface="Verdana" pitchFamily="34" charset="0"/>
                  <a:cs typeface="Arial" pitchFamily="34" charset="0"/>
                </a:defRPr>
              </a:lvl3pPr>
              <a:lvl4pPr marL="1600200" indent="-228600" eaLnBrk="0" hangingPunct="0">
                <a:defRPr b="1">
                  <a:solidFill>
                    <a:schemeClr val="tx1"/>
                  </a:solidFill>
                  <a:latin typeface="Verdana" pitchFamily="34" charset="0"/>
                  <a:cs typeface="Arial" pitchFamily="34" charset="0"/>
                </a:defRPr>
              </a:lvl4pPr>
              <a:lvl5pPr marL="2057400" indent="-228600" eaLnBrk="0" hangingPunct="0">
                <a:defRPr b="1">
                  <a:solidFill>
                    <a:schemeClr val="tx1"/>
                  </a:solidFill>
                  <a:latin typeface="Verdana" pitchFamily="34" charset="0"/>
                  <a:cs typeface="Arial" pitchFamily="34" charset="0"/>
                </a:defRPr>
              </a:lvl5pPr>
              <a:lvl6pPr marL="2514600" indent="-228600" eaLnBrk="0" fontAlgn="base" hangingPunct="0">
                <a:spcBef>
                  <a:spcPct val="0"/>
                </a:spcBef>
                <a:spcAft>
                  <a:spcPct val="0"/>
                </a:spcAft>
                <a:defRPr b="1">
                  <a:solidFill>
                    <a:schemeClr val="tx1"/>
                  </a:solidFill>
                  <a:latin typeface="Verdana" pitchFamily="34" charset="0"/>
                  <a:cs typeface="Arial" pitchFamily="34" charset="0"/>
                </a:defRPr>
              </a:lvl6pPr>
              <a:lvl7pPr marL="2971800" indent="-228600" eaLnBrk="0" fontAlgn="base" hangingPunct="0">
                <a:spcBef>
                  <a:spcPct val="0"/>
                </a:spcBef>
                <a:spcAft>
                  <a:spcPct val="0"/>
                </a:spcAft>
                <a:defRPr b="1">
                  <a:solidFill>
                    <a:schemeClr val="tx1"/>
                  </a:solidFill>
                  <a:latin typeface="Verdana" pitchFamily="34" charset="0"/>
                  <a:cs typeface="Arial" pitchFamily="34" charset="0"/>
                </a:defRPr>
              </a:lvl7pPr>
              <a:lvl8pPr marL="3429000" indent="-228600" eaLnBrk="0" fontAlgn="base" hangingPunct="0">
                <a:spcBef>
                  <a:spcPct val="0"/>
                </a:spcBef>
                <a:spcAft>
                  <a:spcPct val="0"/>
                </a:spcAft>
                <a:defRPr b="1">
                  <a:solidFill>
                    <a:schemeClr val="tx1"/>
                  </a:solidFill>
                  <a:latin typeface="Verdana" pitchFamily="34" charset="0"/>
                  <a:cs typeface="Arial" pitchFamily="34" charset="0"/>
                </a:defRPr>
              </a:lvl8pPr>
              <a:lvl9pPr marL="3886200" indent="-228600" eaLnBrk="0" fontAlgn="base" hangingPunct="0">
                <a:spcBef>
                  <a:spcPct val="0"/>
                </a:spcBef>
                <a:spcAft>
                  <a:spcPct val="0"/>
                </a:spcAft>
                <a:defRPr b="1">
                  <a:solidFill>
                    <a:schemeClr val="tx1"/>
                  </a:solidFill>
                  <a:latin typeface="Verdana" pitchFamily="34" charset="0"/>
                  <a:cs typeface="Arial" pitchFamily="34" charset="0"/>
                </a:defRPr>
              </a:lvl9pPr>
            </a:lstStyle>
            <a:p>
              <a:pPr lvl="0" eaLnBrk="1" fontAlgn="base" hangingPunct="1">
                <a:spcBef>
                  <a:spcPct val="0"/>
                </a:spcBef>
                <a:spcAft>
                  <a:spcPct val="0"/>
                </a:spcAft>
              </a:pPr>
              <a:r>
                <a:rPr lang="en-US" sz="2000">
                  <a:solidFill>
                    <a:srgbClr val="000000"/>
                  </a:solidFill>
                  <a:latin typeface="Segoe UI" pitchFamily="34" charset="0"/>
                  <a:ea typeface="Segoe UI" pitchFamily="34" charset="0"/>
                  <a:cs typeface="Segoe UI" pitchFamily="34" charset="0"/>
                </a:rPr>
                <a:t>.admx</a:t>
              </a:r>
              <a:endParaRPr lang="en-US" sz="2000" dirty="0">
                <a:solidFill>
                  <a:srgbClr val="000000"/>
                </a:solidFill>
                <a:latin typeface="Segoe UI" pitchFamily="34" charset="0"/>
                <a:ea typeface="Segoe UI" pitchFamily="34" charset="0"/>
                <a:cs typeface="Segoe UI" pitchFamily="34" charset="0"/>
              </a:endParaRPr>
            </a:p>
          </p:txBody>
        </p:sp>
        <p:sp>
          <p:nvSpPr>
            <p:cNvPr id="8" name="TextBox 11"/>
            <p:cNvSpPr txBox="1">
              <a:spLocks noChangeArrowheads="1"/>
            </p:cNvSpPr>
            <p:nvPr/>
          </p:nvSpPr>
          <p:spPr bwMode="auto">
            <a:xfrm>
              <a:off x="377816" y="5592303"/>
              <a:ext cx="8579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itchFamily="34" charset="0"/>
                  <a:cs typeface="Arial" pitchFamily="34" charset="0"/>
                </a:defRPr>
              </a:lvl1pPr>
              <a:lvl2pPr marL="742950" indent="-285750" eaLnBrk="0" hangingPunct="0">
                <a:defRPr b="1">
                  <a:solidFill>
                    <a:schemeClr val="tx1"/>
                  </a:solidFill>
                  <a:latin typeface="Verdana" pitchFamily="34" charset="0"/>
                  <a:cs typeface="Arial" pitchFamily="34" charset="0"/>
                </a:defRPr>
              </a:lvl2pPr>
              <a:lvl3pPr marL="1143000" indent="-228600" eaLnBrk="0" hangingPunct="0">
                <a:defRPr b="1">
                  <a:solidFill>
                    <a:schemeClr val="tx1"/>
                  </a:solidFill>
                  <a:latin typeface="Verdana" pitchFamily="34" charset="0"/>
                  <a:cs typeface="Arial" pitchFamily="34" charset="0"/>
                </a:defRPr>
              </a:lvl3pPr>
              <a:lvl4pPr marL="1600200" indent="-228600" eaLnBrk="0" hangingPunct="0">
                <a:defRPr b="1">
                  <a:solidFill>
                    <a:schemeClr val="tx1"/>
                  </a:solidFill>
                  <a:latin typeface="Verdana" pitchFamily="34" charset="0"/>
                  <a:cs typeface="Arial" pitchFamily="34" charset="0"/>
                </a:defRPr>
              </a:lvl4pPr>
              <a:lvl5pPr marL="2057400" indent="-228600" eaLnBrk="0" hangingPunct="0">
                <a:defRPr b="1">
                  <a:solidFill>
                    <a:schemeClr val="tx1"/>
                  </a:solidFill>
                  <a:latin typeface="Verdana" pitchFamily="34" charset="0"/>
                  <a:cs typeface="Arial" pitchFamily="34" charset="0"/>
                </a:defRPr>
              </a:lvl5pPr>
              <a:lvl6pPr marL="2514600" indent="-228600" eaLnBrk="0" fontAlgn="base" hangingPunct="0">
                <a:spcBef>
                  <a:spcPct val="0"/>
                </a:spcBef>
                <a:spcAft>
                  <a:spcPct val="0"/>
                </a:spcAft>
                <a:defRPr b="1">
                  <a:solidFill>
                    <a:schemeClr val="tx1"/>
                  </a:solidFill>
                  <a:latin typeface="Verdana" pitchFamily="34" charset="0"/>
                  <a:cs typeface="Arial" pitchFamily="34" charset="0"/>
                </a:defRPr>
              </a:lvl6pPr>
              <a:lvl7pPr marL="2971800" indent="-228600" eaLnBrk="0" fontAlgn="base" hangingPunct="0">
                <a:spcBef>
                  <a:spcPct val="0"/>
                </a:spcBef>
                <a:spcAft>
                  <a:spcPct val="0"/>
                </a:spcAft>
                <a:defRPr b="1">
                  <a:solidFill>
                    <a:schemeClr val="tx1"/>
                  </a:solidFill>
                  <a:latin typeface="Verdana" pitchFamily="34" charset="0"/>
                  <a:cs typeface="Arial" pitchFamily="34" charset="0"/>
                </a:defRPr>
              </a:lvl7pPr>
              <a:lvl8pPr marL="3429000" indent="-228600" eaLnBrk="0" fontAlgn="base" hangingPunct="0">
                <a:spcBef>
                  <a:spcPct val="0"/>
                </a:spcBef>
                <a:spcAft>
                  <a:spcPct val="0"/>
                </a:spcAft>
                <a:defRPr b="1">
                  <a:solidFill>
                    <a:schemeClr val="tx1"/>
                  </a:solidFill>
                  <a:latin typeface="Verdana" pitchFamily="34" charset="0"/>
                  <a:cs typeface="Arial" pitchFamily="34" charset="0"/>
                </a:defRPr>
              </a:lvl8pPr>
              <a:lvl9pPr marL="3886200" indent="-228600" eaLnBrk="0" fontAlgn="base" hangingPunct="0">
                <a:spcBef>
                  <a:spcPct val="0"/>
                </a:spcBef>
                <a:spcAft>
                  <a:spcPct val="0"/>
                </a:spcAft>
                <a:defRPr b="1">
                  <a:solidFill>
                    <a:schemeClr val="tx1"/>
                  </a:solidFill>
                  <a:latin typeface="Verdana" pitchFamily="34" charset="0"/>
                  <a:cs typeface="Arial" pitchFamily="34" charset="0"/>
                </a:defRPr>
              </a:lvl9pPr>
            </a:lstStyle>
            <a:p>
              <a:pPr lvl="0" eaLnBrk="1" fontAlgn="base" hangingPunct="1">
                <a:spcBef>
                  <a:spcPct val="0"/>
                </a:spcBef>
                <a:spcAft>
                  <a:spcPct val="0"/>
                </a:spcAft>
              </a:pPr>
              <a:r>
                <a:rPr lang="en-US" sz="2000">
                  <a:solidFill>
                    <a:srgbClr val="000000"/>
                  </a:solidFill>
                  <a:latin typeface="Segoe UI" pitchFamily="34" charset="0"/>
                  <a:ea typeface="Segoe UI" pitchFamily="34" charset="0"/>
                  <a:cs typeface="Segoe UI" pitchFamily="34" charset="0"/>
                </a:rPr>
                <a:t>.adml</a:t>
              </a:r>
              <a:endParaRPr lang="en-US" sz="2000" dirty="0">
                <a:solidFill>
                  <a:srgbClr val="000000"/>
                </a:solidFill>
                <a:latin typeface="Segoe UI" pitchFamily="34" charset="0"/>
                <a:ea typeface="Segoe UI" pitchFamily="34" charset="0"/>
                <a:cs typeface="Segoe UI" pitchFamily="34" charset="0"/>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67600" y="3758244"/>
              <a:ext cx="1192801" cy="1265238"/>
            </a:xfrm>
            <a:prstGeom prst="rect">
              <a:avLst/>
            </a:prstGeom>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1948556"/>
              <a:ext cx="4754880" cy="4189779"/>
            </a:xfrm>
            <a:prstGeom prst="rect">
              <a:avLst/>
            </a:prstGeom>
            <a:noFill/>
            <a:ln>
              <a:noFill/>
            </a:ln>
          </p:spPr>
        </p:pic>
        <p:sp>
          <p:nvSpPr>
            <p:cNvPr id="11" name="Cross 10"/>
            <p:cNvSpPr/>
            <p:nvPr/>
          </p:nvSpPr>
          <p:spPr>
            <a:xfrm>
              <a:off x="1143000" y="3764720"/>
              <a:ext cx="629111" cy="629111"/>
            </a:xfrm>
            <a:prstGeom prst="plus">
              <a:avLst>
                <a:gd name="adj" fmla="val 41849"/>
              </a:avLst>
            </a:prstGeom>
            <a:solidFill>
              <a:srgbClr val="92D050"/>
            </a:solidFill>
            <a:ln w="25400" cap="flat" cmpd="sng" algn="ctr">
              <a:noFill/>
              <a:prstDash val="solid"/>
            </a:ln>
            <a:effectLst/>
          </p:spPr>
          <p:txBody>
            <a:bodyPr rtlCol="0" anchor="ctr"/>
            <a:lstStyle/>
            <a:p>
              <a:pPr lvl="0" algn="ctr">
                <a:defRPr/>
              </a:pPr>
              <a:endParaRPr lang="en-CA" kern="0">
                <a:solidFill>
                  <a:prstClr val="white"/>
                </a:solidFill>
                <a:latin typeface="Segoe UI"/>
              </a:endParaRPr>
            </a:p>
          </p:txBody>
        </p:sp>
        <p:pic>
          <p:nvPicPr>
            <p:cNvPr id="12" name="Picture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1326" y="2216587"/>
              <a:ext cx="690907" cy="1154802"/>
            </a:xfrm>
            <a:prstGeom prst="rect">
              <a:avLst/>
            </a:prstGeom>
          </p:spPr>
        </p:pic>
        <p:cxnSp>
          <p:nvCxnSpPr>
            <p:cNvPr id="13" name="Straight Arrow Connector 12"/>
            <p:cNvCxnSpPr>
              <a:stCxn id="12" idx="3"/>
            </p:cNvCxnSpPr>
            <p:nvPr/>
          </p:nvCxnSpPr>
          <p:spPr bwMode="auto">
            <a:xfrm>
              <a:off x="1152233" y="2793988"/>
              <a:ext cx="6046235" cy="1285287"/>
            </a:xfrm>
            <a:prstGeom prst="straightConnector1">
              <a:avLst/>
            </a:prstGeom>
            <a:gradFill rotWithShape="1">
              <a:gsLst>
                <a:gs pos="0">
                  <a:srgbClr val="E4CD9A"/>
                </a:gs>
                <a:gs pos="100000">
                  <a:srgbClr val="EEEFD7"/>
                </a:gs>
              </a:gsLst>
              <a:lin ang="2700000" scaled="1"/>
            </a:gradFill>
            <a:ln w="57150" cap="flat" cmpd="sng" algn="ctr">
              <a:solidFill>
                <a:srgbClr val="FF0000"/>
              </a:solidFill>
              <a:prstDash val="solid"/>
              <a:round/>
              <a:headEnd type="none" w="med" len="med"/>
              <a:tailEnd type="arrow"/>
            </a:ln>
            <a:effectLst/>
          </p:spPr>
        </p:cxnSp>
        <p:cxnSp>
          <p:nvCxnSpPr>
            <p:cNvPr id="14" name="Straight Arrow Connector 13"/>
            <p:cNvCxnSpPr/>
            <p:nvPr/>
          </p:nvCxnSpPr>
          <p:spPr bwMode="auto">
            <a:xfrm flipV="1">
              <a:off x="908141" y="4231675"/>
              <a:ext cx="2165799" cy="736590"/>
            </a:xfrm>
            <a:prstGeom prst="straightConnector1">
              <a:avLst/>
            </a:prstGeom>
            <a:gradFill rotWithShape="1">
              <a:gsLst>
                <a:gs pos="0">
                  <a:srgbClr val="E4CD9A"/>
                </a:gs>
                <a:gs pos="100000">
                  <a:srgbClr val="EEEFD7"/>
                </a:gs>
              </a:gsLst>
              <a:lin ang="2700000" scaled="1"/>
            </a:gradFill>
            <a:ln w="57150" cap="flat" cmpd="sng" algn="ctr">
              <a:solidFill>
                <a:srgbClr val="FF0000"/>
              </a:solidFill>
              <a:prstDash val="solid"/>
              <a:round/>
              <a:headEnd type="none" w="med" len="med"/>
              <a:tailEnd type="arrow"/>
            </a:ln>
            <a:effectLst/>
          </p:spPr>
        </p:cxnSp>
      </p:grpSp>
      <p:pic>
        <p:nvPicPr>
          <p:cNvPr id="15" name="Picture 1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1326" y="4390863"/>
            <a:ext cx="690907" cy="1154802"/>
          </a:xfrm>
          <a:prstGeom prst="rect">
            <a:avLst/>
          </a:prstGeom>
        </p:spPr>
      </p:pic>
    </p:spTree>
    <p:extLst>
      <p:ext uri="{BB962C8B-B14F-4D97-AF65-F5344CB8AC3E}">
        <p14:creationId xmlns:p14="http://schemas.microsoft.com/office/powerpoint/2010/main" val="22466215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Fonctionnement des Administrative Templates</a:t>
            </a:r>
            <a:endParaRPr lang="en-CA" dirty="0"/>
          </a:p>
        </p:txBody>
      </p:sp>
      <p:sp>
        <p:nvSpPr>
          <p:cNvPr id="4" name="Rounded Rectangle 844803"/>
          <p:cNvSpPr>
            <a:spLocks noChangeArrowheads="1"/>
          </p:cNvSpPr>
          <p:nvPr/>
        </p:nvSpPr>
        <p:spPr bwMode="auto">
          <a:xfrm>
            <a:off x="220717" y="977462"/>
            <a:ext cx="3886062" cy="4303986"/>
          </a:xfrm>
          <a:prstGeom prst="roundRect">
            <a:avLst>
              <a:gd name="adj" fmla="val 4167"/>
            </a:avLst>
          </a:prstGeom>
          <a:noFill/>
          <a:ln w="9525" algn="ctr">
            <a:noFill/>
            <a:round/>
            <a:headEnd/>
            <a:tailEnd/>
          </a:ln>
          <a:effectLst/>
        </p:spPr>
        <p:txBody>
          <a:bodyPr/>
          <a:lstStyle/>
          <a:p>
            <a:pPr lvl="0" fontAlgn="base">
              <a:spcBef>
                <a:spcPct val="0"/>
              </a:spcBef>
              <a:spcAft>
                <a:spcPct val="0"/>
              </a:spcAft>
            </a:pPr>
            <a:endParaRPr lang="en-US" sz="2400" b="1" dirty="0">
              <a:solidFill>
                <a:srgbClr val="000000"/>
              </a:solidFill>
              <a:latin typeface="Segoe UI" pitchFamily="34" charset="0"/>
              <a:ea typeface="Segoe UI" pitchFamily="34" charset="0"/>
              <a:cs typeface="Segoe UI" pitchFamily="34" charset="0"/>
            </a:endParaRPr>
          </a:p>
        </p:txBody>
      </p:sp>
      <p:sp>
        <p:nvSpPr>
          <p:cNvPr id="5" name="Rounded Rectangle 844806"/>
          <p:cNvSpPr>
            <a:spLocks noChangeArrowheads="1"/>
          </p:cNvSpPr>
          <p:nvPr/>
        </p:nvSpPr>
        <p:spPr bwMode="auto">
          <a:xfrm>
            <a:off x="254001" y="850900"/>
            <a:ext cx="3403600" cy="6007101"/>
          </a:xfrm>
          <a:prstGeom prst="roundRect">
            <a:avLst>
              <a:gd name="adj" fmla="val 4167"/>
            </a:avLst>
          </a:prstGeom>
          <a:noFill/>
          <a:ln w="9525" algn="ctr">
            <a:noFill/>
            <a:round/>
            <a:headEnd/>
            <a:tailEnd/>
          </a:ln>
          <a:effectLst/>
        </p:spPr>
        <p:txBody>
          <a:bodyPr wrap="square" anchor="t" anchorCtr="0"/>
          <a:lstStyle/>
          <a:p>
            <a:pPr marL="173038" lvl="0" indent="-173038" fontAlgn="base">
              <a:lnSpc>
                <a:spcPct val="90000"/>
              </a:lnSpc>
              <a:spcBef>
                <a:spcPct val="70000"/>
              </a:spcBef>
              <a:spcAft>
                <a:spcPct val="0"/>
              </a:spcAft>
              <a:buClr>
                <a:srgbClr val="006699"/>
              </a:buClr>
              <a:buSzPct val="90000"/>
              <a:buFontTx/>
              <a:buChar char="•"/>
            </a:pPr>
            <a:r>
              <a:rPr lang="fr-BE" sz="2400" dirty="0" smtClean="0">
                <a:solidFill>
                  <a:srgbClr val="000000"/>
                </a:solidFill>
                <a:latin typeface="Segoe UI" pitchFamily="34" charset="0"/>
                <a:ea typeface="Segoe UI" pitchFamily="34" charset="0"/>
                <a:cs typeface="Segoe UI" pitchFamily="34" charset="0"/>
              </a:rPr>
              <a:t>Chaque paramètre du modèle correspond à un paramètre de registre qui contrôle un aspect de l'environnement informatique. </a:t>
            </a:r>
            <a:br>
              <a:rPr lang="fr-BE" sz="2400" dirty="0" smtClean="0">
                <a:solidFill>
                  <a:srgbClr val="000000"/>
                </a:solidFill>
                <a:latin typeface="Segoe UI" pitchFamily="34" charset="0"/>
                <a:ea typeface="Segoe UI" pitchFamily="34" charset="0"/>
                <a:cs typeface="Segoe UI" pitchFamily="34" charset="0"/>
              </a:rPr>
            </a:br>
            <a:r>
              <a:rPr lang="fr-BE" sz="2400" dirty="0" smtClean="0">
                <a:solidFill>
                  <a:srgbClr val="000000"/>
                </a:solidFill>
                <a:latin typeface="Segoe UI" pitchFamily="34" charset="0"/>
                <a:ea typeface="Segoe UI" pitchFamily="34" charset="0"/>
                <a:cs typeface="Segoe UI" pitchFamily="34" charset="0"/>
              </a:rPr>
              <a:t/>
            </a:r>
            <a:br>
              <a:rPr lang="fr-BE" sz="2400" dirty="0" smtClean="0">
                <a:solidFill>
                  <a:srgbClr val="000000"/>
                </a:solidFill>
                <a:latin typeface="Segoe UI" pitchFamily="34" charset="0"/>
                <a:ea typeface="Segoe UI" pitchFamily="34" charset="0"/>
                <a:cs typeface="Segoe UI" pitchFamily="34" charset="0"/>
              </a:rPr>
            </a:br>
            <a:r>
              <a:rPr lang="fr-BE" sz="2400" u="sng" dirty="0" smtClean="0">
                <a:solidFill>
                  <a:srgbClr val="000000"/>
                </a:solidFill>
                <a:latin typeface="Segoe UI" pitchFamily="34" charset="0"/>
                <a:ea typeface="Segoe UI" pitchFamily="34" charset="0"/>
                <a:cs typeface="Segoe UI" pitchFamily="34" charset="0"/>
              </a:rPr>
              <a:t>Par exemple</a:t>
            </a:r>
            <a:r>
              <a:rPr lang="fr-BE" sz="2400" dirty="0" smtClean="0">
                <a:solidFill>
                  <a:srgbClr val="000000"/>
                </a:solidFill>
                <a:latin typeface="Segoe UI" pitchFamily="34" charset="0"/>
                <a:ea typeface="Segoe UI" pitchFamily="34" charset="0"/>
                <a:cs typeface="Segoe UI" pitchFamily="34" charset="0"/>
              </a:rPr>
              <a:t>, lorsque vous activez le paramètre qui empêche l'accès au Panneau de configuration, cela modifie la valeur dans la clé de Registre qui contrôle cela.</a:t>
            </a:r>
            <a:endParaRPr lang="en-US" sz="2400" dirty="0">
              <a:solidFill>
                <a:srgbClr val="000000"/>
              </a:solidFill>
              <a:latin typeface="Segoe UI" pitchFamily="34" charset="0"/>
              <a:ea typeface="Segoe UI" pitchFamily="34" charset="0"/>
              <a:cs typeface="Segoe UI" pitchFamily="34" charset="0"/>
            </a:endParaRPr>
          </a:p>
        </p:txBody>
      </p:sp>
      <p:pic>
        <p:nvPicPr>
          <p:cNvPr id="6" name="Picture 5" descr="Screen shot of the Group Policy setting that prevents access to the registry editing tool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41042" y="1072097"/>
            <a:ext cx="4847937" cy="5003848"/>
          </a:xfrm>
          <a:prstGeom prst="rect">
            <a:avLst/>
          </a:prstGeom>
          <a:noFill/>
          <a:effectLst/>
        </p:spPr>
      </p:pic>
    </p:spTree>
    <p:extLst>
      <p:ext uri="{BB962C8B-B14F-4D97-AF65-F5344CB8AC3E}">
        <p14:creationId xmlns:p14="http://schemas.microsoft.com/office/powerpoint/2010/main" val="36319508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a78524f4-f525-4971-9089-e4c6054d3a9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Lab: Implementing Group Policy</a:t>
            </a:r>
            <a:endParaRPr lang="en-CA"/>
          </a:p>
        </p:txBody>
      </p:sp>
      <p:sp>
        <p:nvSpPr>
          <p:cNvPr id="3" name="Text Placeholder 2"/>
          <p:cNvSpPr>
            <a:spLocks noGrp="1"/>
          </p:cNvSpPr>
          <p:nvPr>
            <p:ph type="body" idx="1"/>
          </p:nvPr>
        </p:nvSpPr>
        <p:spPr/>
        <p:txBody>
          <a:bodyPr/>
          <a:lstStyle/>
          <a:p>
            <a:r>
              <a:rPr lang="en-CA" smtClean="0"/>
              <a:t>Exercise 1: Configuring a central store
Exercise 2: Creating GPOs</a:t>
            </a:r>
            <a:endParaRPr lang="en-CA"/>
          </a:p>
        </p:txBody>
      </p:sp>
      <p:sp>
        <p:nvSpPr>
          <p:cNvPr id="4" name="TextBox 3"/>
          <p:cNvSpPr txBox="1"/>
          <p:nvPr/>
        </p:nvSpPr>
        <p:spPr>
          <a:xfrm>
            <a:off x="458788" y="3720089"/>
            <a:ext cx="2920287" cy="461665"/>
          </a:xfrm>
          <a:prstGeom prst="rect">
            <a:avLst/>
          </a:prstGeom>
          <a:noFill/>
        </p:spPr>
        <p:txBody>
          <a:bodyPr vert="horz" wrap="none" rtlCol="0">
            <a:spAutoFit/>
          </a:bodyPr>
          <a:lstStyle/>
          <a:p>
            <a:r>
              <a:rPr lang="en-CA" sz="2400" b="1" smtClean="0">
                <a:latin typeface="Segoe UI" panose="020B0502040204020203" pitchFamily="34" charset="0"/>
              </a:rPr>
              <a:t>Logon Information</a:t>
            </a:r>
            <a:endParaRPr lang="en-CA" sz="2400" b="1">
              <a:latin typeface="Segoe UI" panose="020B0502040204020203" pitchFamily="34" charset="0"/>
            </a:endParaRPr>
          </a:p>
        </p:txBody>
      </p:sp>
      <p:sp>
        <p:nvSpPr>
          <p:cNvPr id="5" name="TextBox 4"/>
          <p:cNvSpPr txBox="1"/>
          <p:nvPr/>
        </p:nvSpPr>
        <p:spPr>
          <a:xfrm>
            <a:off x="458788" y="4126141"/>
            <a:ext cx="5724644" cy="1631216"/>
          </a:xfrm>
          <a:prstGeom prst="rect">
            <a:avLst/>
          </a:prstGeom>
          <a:noFill/>
        </p:spPr>
        <p:txBody>
          <a:bodyPr vert="horz" wrap="none" rtlCol="0">
            <a:spAutoFit/>
          </a:bodyPr>
          <a:lstStyle/>
          <a:p>
            <a:pPr>
              <a:tabLst>
                <a:tab pos="2343150" algn="l"/>
              </a:tabLst>
            </a:pPr>
            <a:r>
              <a:rPr lang="en-US" sz="2000" i="0" u="none" strike="noStrike" baseline="0" smtClean="0">
                <a:latin typeface="Segoe UI" panose="020B0502040204020203" pitchFamily="34" charset="0"/>
              </a:rPr>
              <a:t>Virtual machines</a:t>
            </a:r>
            <a:r>
              <a:rPr lang="en-US" sz="2000" b="1" i="0" u="none" strike="noStrike" baseline="0" smtClean="0">
                <a:latin typeface="Segoe UI" panose="020B0502040204020203" pitchFamily="34" charset="0"/>
              </a:rPr>
              <a:t>	20410D‑LON‑DC1</a:t>
            </a:r>
          </a:p>
          <a:p>
            <a:pPr>
              <a:tabLst>
                <a:tab pos="2343150" algn="l"/>
              </a:tabLst>
            </a:pPr>
            <a:r>
              <a:rPr lang="en-US" sz="2000" b="1" i="0" u="none" strike="noStrike" baseline="0" smtClean="0">
                <a:latin typeface="Segoe UI" panose="020B0502040204020203" pitchFamily="34" charset="0"/>
              </a:rPr>
              <a:t>	20410D-LON-CL1	</a:t>
            </a:r>
          </a:p>
          <a:p>
            <a:pPr>
              <a:tabLst>
                <a:tab pos="2343150" algn="l"/>
              </a:tabLst>
            </a:pPr>
            <a:r>
              <a:rPr lang="en-US" sz="2000" i="0" u="none" strike="noStrike" baseline="0" smtClean="0">
                <a:latin typeface="Segoe UI" panose="020B0502040204020203" pitchFamily="34" charset="0"/>
              </a:rPr>
              <a:t>User name</a:t>
            </a:r>
            <a:r>
              <a:rPr lang="en-US" sz="2000" b="1" i="0" u="none" strike="noStrike" baseline="0" smtClean="0">
                <a:latin typeface="Segoe UI" panose="020B0502040204020203" pitchFamily="34" charset="0"/>
              </a:rPr>
              <a:t>	Adatum\Administrator	</a:t>
            </a:r>
          </a:p>
          <a:p>
            <a:pPr>
              <a:tabLst>
                <a:tab pos="2343150" algn="l"/>
              </a:tabLst>
            </a:pPr>
            <a:r>
              <a:rPr lang="en-US" sz="2000" i="0" u="none" strike="noStrike" baseline="0" smtClean="0">
                <a:latin typeface="Segoe UI" panose="020B0502040204020203" pitchFamily="34" charset="0"/>
              </a:rPr>
              <a:t>Password</a:t>
            </a:r>
            <a:r>
              <a:rPr lang="en-US" sz="2000" b="1" i="0" u="none" strike="noStrike" baseline="0" smtClean="0">
                <a:latin typeface="Segoe UI" panose="020B0502040204020203" pitchFamily="34" charset="0"/>
              </a:rPr>
              <a:t>	Pa$$w0rd	</a:t>
            </a:r>
          </a:p>
          <a:p>
            <a:endParaRPr lang="en-US" sz="2000" b="1">
              <a:solidFill>
                <a:srgbClr val="000000"/>
              </a:solidFill>
              <a:latin typeface="Segoe UI" panose="020B0502040204020203" pitchFamily="34" charset="0"/>
            </a:endParaRPr>
          </a:p>
        </p:txBody>
      </p:sp>
      <p:sp>
        <p:nvSpPr>
          <p:cNvPr id="6" name="TextBox 5"/>
          <p:cNvSpPr txBox="1"/>
          <p:nvPr/>
        </p:nvSpPr>
        <p:spPr>
          <a:xfrm>
            <a:off x="458788" y="6163356"/>
            <a:ext cx="3516860" cy="400110"/>
          </a:xfrm>
          <a:prstGeom prst="rect">
            <a:avLst/>
          </a:prstGeom>
          <a:noFill/>
        </p:spPr>
        <p:txBody>
          <a:bodyPr vert="horz" wrap="none" rtlCol="0">
            <a:spAutoFit/>
          </a:bodyPr>
          <a:lstStyle/>
          <a:p>
            <a:r>
              <a:rPr lang="en-CA" sz="2000" b="1" dirty="0" smtClean="0">
                <a:latin typeface="Segoe UI" panose="020B0502040204020203" pitchFamily="34" charset="0"/>
              </a:rPr>
              <a:t>Estimated Time: 45 minutes</a:t>
            </a:r>
            <a:endParaRPr lang="en-CA" sz="2000" b="1" dirty="0">
              <a:latin typeface="Segoe UI" panose="020B0502040204020203" pitchFamily="34" charset="0"/>
            </a:endParaRPr>
          </a:p>
        </p:txBody>
      </p:sp>
    </p:spTree>
    <p:extLst>
      <p:ext uri="{BB962C8B-B14F-4D97-AF65-F5344CB8AC3E}">
        <p14:creationId xmlns:p14="http://schemas.microsoft.com/office/powerpoint/2010/main" val="25436734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Lab Scenario86070727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Lab Scenario</a:t>
            </a:r>
            <a:endParaRPr lang="en-CA"/>
          </a:p>
        </p:txBody>
      </p:sp>
      <p:sp>
        <p:nvSpPr>
          <p:cNvPr id="4" name="TextBox 3"/>
          <p:cNvSpPr txBox="1"/>
          <p:nvPr/>
        </p:nvSpPr>
        <p:spPr>
          <a:xfrm>
            <a:off x="458788" y="1021215"/>
            <a:ext cx="8119156" cy="4965462"/>
          </a:xfrm>
          <a:prstGeom prst="rect">
            <a:avLst/>
          </a:prstGeom>
          <a:noFill/>
        </p:spPr>
        <p:txBody>
          <a:bodyPr vert="horz" wrap="square" rtlCol="0">
            <a:spAutoFit/>
          </a:bodyPr>
          <a:lstStyle/>
          <a:p>
            <a:pPr>
              <a:spcBef>
                <a:spcPts val="600"/>
              </a:spcBef>
              <a:spcAft>
                <a:spcPts val="1000"/>
              </a:spcAft>
            </a:pPr>
            <a:r>
              <a:rPr lang="en-US" sz="2000" smtClean="0">
                <a:effectLst/>
                <a:latin typeface="Segoe" panose="020B0502040504020203" pitchFamily="34" charset="0"/>
                <a:ea typeface="Times New Roman" panose="02020603050405020304" pitchFamily="18" charset="0"/>
                <a:cs typeface="Segoe UI" panose="020B0502040204020203" pitchFamily="34" charset="0"/>
              </a:rPr>
              <a:t>A. Datum Corporation is a global engineering and manufacturing company with a head office based in London, England. An IT office and a data center are located in London to support the London location and other locations. A. Datum has recently deployed a Windows Server 2012 infrastructure with Windows 8 clients.</a:t>
            </a:r>
            <a:endParaRPr lang="en-CA" sz="2000" smtClean="0">
              <a:effectLst/>
              <a:latin typeface="Segoe" panose="020B0502040504020203" pitchFamily="34" charset="0"/>
              <a:ea typeface="Times New Roman" panose="02020603050405020304" pitchFamily="18" charset="0"/>
              <a:cs typeface="Times New Roman" panose="02020603050405020304" pitchFamily="18" charset="0"/>
            </a:endParaRPr>
          </a:p>
          <a:p>
            <a:pPr lvl="0">
              <a:spcAft>
                <a:spcPts val="1000"/>
              </a:spcAft>
            </a:pPr>
            <a:r>
              <a:rPr lang="en-US" sz="2000" smtClean="0">
                <a:effectLst/>
                <a:latin typeface="Segoe" panose="020B0502040504020203" pitchFamily="34" charset="0"/>
                <a:ea typeface="Times New Roman" panose="02020603050405020304" pitchFamily="18" charset="0"/>
                <a:cs typeface="Segoe UI" panose="020B0502040204020203" pitchFamily="34" charset="0"/>
              </a:rPr>
              <a:t>In your role as a member of the server support team, you help to deploy and configure new servers and services into the existing infrastructure based on the instructions given to you by your IT </a:t>
            </a:r>
            <a:r>
              <a:rPr lang="en-US" sz="2000">
                <a:solidFill>
                  <a:srgbClr val="000000"/>
                </a:solidFill>
                <a:latin typeface="Segoe" panose="020B0502040504020203" pitchFamily="34" charset="0"/>
                <a:ea typeface="Times New Roman" panose="02020603050405020304" pitchFamily="18" charset="0"/>
              </a:rPr>
              <a:t>manager</a:t>
            </a:r>
            <a:r>
              <a:rPr lang="en-US" sz="2000" smtClean="0">
                <a:solidFill>
                  <a:srgbClr val="000000"/>
                </a:solidFill>
                <a:latin typeface="Segoe" panose="020B0502040504020203" pitchFamily="34" charset="0"/>
                <a:ea typeface="Times New Roman" panose="02020603050405020304" pitchFamily="18" charset="0"/>
              </a:rPr>
              <a:t>.</a:t>
            </a:r>
            <a:r>
              <a:rPr lang="en-US" sz="2000">
                <a:solidFill>
                  <a:srgbClr val="000000"/>
                </a:solidFill>
                <a:latin typeface="Segoe" panose="020B0502040504020203" pitchFamily="34" charset="0"/>
                <a:ea typeface="Times New Roman" panose="02020603050405020304" pitchFamily="18" charset="0"/>
              </a:rPr>
              <a:t> </a:t>
            </a:r>
            <a:endParaRPr lang="en-CA" sz="2000">
              <a:solidFill>
                <a:srgbClr val="000000"/>
              </a:solidFill>
              <a:latin typeface="Segoe" panose="020B0502040504020203" pitchFamily="34" charset="0"/>
              <a:ea typeface="Times New Roman" panose="02020603050405020304" pitchFamily="18" charset="0"/>
              <a:cs typeface="Times New Roman" panose="02020603050405020304" pitchFamily="18" charset="0"/>
            </a:endParaRPr>
          </a:p>
          <a:p>
            <a:pPr lvl="0">
              <a:spcAft>
                <a:spcPts val="1000"/>
              </a:spcAft>
            </a:pPr>
            <a:r>
              <a:rPr lang="en-US" sz="2000">
                <a:solidFill>
                  <a:srgbClr val="000000"/>
                </a:solidFill>
                <a:latin typeface="Segoe" panose="020B0502040504020203" pitchFamily="34" charset="0"/>
                <a:ea typeface="Times New Roman" panose="02020603050405020304" pitchFamily="18" charset="0"/>
              </a:rPr>
              <a:t>Your manager has asked you to create a central store for ADMX files to ensure that everyone can edit GPOs that have been created with customized ADMX files. You also need to create a starter GPO that includes Internet Explorer settings, and then configure a GPO that applies GPO settings for the Marketing department and the IT department</a:t>
            </a:r>
            <a:r>
              <a:rPr lang="en-US" sz="2000" smtClean="0">
                <a:solidFill>
                  <a:srgbClr val="000000"/>
                </a:solidFill>
                <a:latin typeface="Segoe" panose="020B0502040504020203" pitchFamily="34" charset="0"/>
                <a:ea typeface="Times New Roman" panose="02020603050405020304" pitchFamily="18" charset="0"/>
              </a:rPr>
              <a:t>.</a:t>
            </a:r>
            <a:endParaRPr lang="en-CA" sz="2000">
              <a:effectLst/>
              <a:latin typeface="Segoe" panose="020B0502040504020203"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83921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Lab Review</a:t>
            </a:r>
            <a:endParaRPr lang="en-CA"/>
          </a:p>
        </p:txBody>
      </p:sp>
      <p:sp>
        <p:nvSpPr>
          <p:cNvPr id="3" name="Text Placeholder 2"/>
          <p:cNvSpPr>
            <a:spLocks noGrp="1"/>
          </p:cNvSpPr>
          <p:nvPr>
            <p:ph type="body" idx="1"/>
          </p:nvPr>
        </p:nvSpPr>
        <p:spPr/>
        <p:txBody>
          <a:bodyPr/>
          <a:lstStyle/>
          <a:p>
            <a:r>
              <a:rPr lang="en-CA" smtClean="0"/>
              <a:t>What is the difference between ADMX and ADML files?
The Sales Managers group should be exempted from the desktop lockdown policy that is being applied to the entire Sales OU. All sales user accounts and sales groups reside in the Sales OU. How would you exempt the Sales Managers group?
What Windows command can you use to force the immediate refresh of all GPOs on a client computer?</a:t>
            </a:r>
            <a:endParaRPr lang="en-CA"/>
          </a:p>
        </p:txBody>
      </p:sp>
    </p:spTree>
    <p:extLst>
      <p:ext uri="{BB962C8B-B14F-4D97-AF65-F5344CB8AC3E}">
        <p14:creationId xmlns:p14="http://schemas.microsoft.com/office/powerpoint/2010/main" val="34412387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Module_Review">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Module Review and Takeaways</a:t>
            </a:r>
            <a:endParaRPr lang="en-CA"/>
          </a:p>
        </p:txBody>
      </p:sp>
      <p:sp>
        <p:nvSpPr>
          <p:cNvPr id="3" name="Text Placeholder 2"/>
          <p:cNvSpPr>
            <a:spLocks noGrp="1"/>
          </p:cNvSpPr>
          <p:nvPr>
            <p:ph type="body" idx="1"/>
          </p:nvPr>
        </p:nvSpPr>
        <p:spPr/>
        <p:txBody>
          <a:bodyPr/>
          <a:lstStyle/>
          <a:p>
            <a:r>
              <a:rPr lang="en-CA"/>
              <a:t>Review Questions
Best Practices
Common Issues and Troubleshooting Tips</a:t>
            </a:r>
          </a:p>
          <a:p>
            <a:r>
              <a:rPr lang="en-CA"/>
              <a:t>Tools</a:t>
            </a:r>
          </a:p>
        </p:txBody>
      </p:sp>
    </p:spTree>
    <p:extLst>
      <p:ext uri="{BB962C8B-B14F-4D97-AF65-F5344CB8AC3E}">
        <p14:creationId xmlns:p14="http://schemas.microsoft.com/office/powerpoint/2010/main" val="37667318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a:p>
        </p:txBody>
      </p:sp>
      <p:sp>
        <p:nvSpPr>
          <p:cNvPr id="3" name="Text Placeholder 2"/>
          <p:cNvSpPr>
            <a:spLocks noGrp="1"/>
          </p:cNvSpPr>
          <p:nvPr>
            <p:ph type="body" idx="1"/>
          </p:nvPr>
        </p:nvSpPr>
        <p:spPr/>
        <p:txBody>
          <a:bodyPr/>
          <a:lstStyle/>
          <a:p>
            <a:endParaRPr lang="en-CA"/>
          </a:p>
        </p:txBody>
      </p:sp>
    </p:spTree>
    <p:extLst>
      <p:ext uri="{BB962C8B-B14F-4D97-AF65-F5344CB8AC3E}">
        <p14:creationId xmlns:p14="http://schemas.microsoft.com/office/powerpoint/2010/main" val="18386225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heme/theme1.xml><?xml version="1.0" encoding="utf-8"?>
<a:theme xmlns:a="http://schemas.openxmlformats.org/drawingml/2006/main" name="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3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5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6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7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8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9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10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1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12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13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14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15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7.xml><?xml version="1.0" encoding="utf-8"?>
<a:theme xmlns:a="http://schemas.openxmlformats.org/drawingml/2006/main" name="16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8.xml><?xml version="1.0" encoding="utf-8"?>
<a:theme xmlns:a="http://schemas.openxmlformats.org/drawingml/2006/main" name="17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9.xml><?xml version="1.0" encoding="utf-8"?>
<a:theme xmlns:a="http://schemas.openxmlformats.org/drawingml/2006/main" name="18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0.xml><?xml version="1.0" encoding="utf-8"?>
<a:theme xmlns:a="http://schemas.openxmlformats.org/drawingml/2006/main" name="19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1.xml><?xml version="1.0" encoding="utf-8"?>
<a:theme xmlns:a="http://schemas.openxmlformats.org/drawingml/2006/main" name="20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2.xml><?xml version="1.0" encoding="utf-8"?>
<a:theme xmlns:a="http://schemas.openxmlformats.org/drawingml/2006/main" name="2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3.xml><?xml version="1.0" encoding="utf-8"?>
<a:theme xmlns:a="http://schemas.openxmlformats.org/drawingml/2006/main" name="22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4.xml><?xml version="1.0" encoding="utf-8"?>
<a:theme xmlns:a="http://schemas.openxmlformats.org/drawingml/2006/main" name="23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5.xml><?xml version="1.0" encoding="utf-8"?>
<a:theme xmlns:a="http://schemas.openxmlformats.org/drawingml/2006/main" name="24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6.xml><?xml version="1.0" encoding="utf-8"?>
<a:theme xmlns:a="http://schemas.openxmlformats.org/drawingml/2006/main" name="25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7.xml><?xml version="1.0" encoding="utf-8"?>
<a:theme xmlns:a="http://schemas.openxmlformats.org/drawingml/2006/main" name="26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8.xml><?xml version="1.0" encoding="utf-8"?>
<a:theme xmlns:a="http://schemas.openxmlformats.org/drawingml/2006/main" name="27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9.xml><?xml version="1.0" encoding="utf-8"?>
<a:theme xmlns:a="http://schemas.openxmlformats.org/drawingml/2006/main" name="28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0.xml><?xml version="1.0" encoding="utf-8"?>
<a:theme xmlns:a="http://schemas.openxmlformats.org/drawingml/2006/main" name="29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1.xml><?xml version="1.0" encoding="utf-8"?>
<a:theme xmlns:a="http://schemas.openxmlformats.org/drawingml/2006/main" name="30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2.xml><?xml version="1.0" encoding="utf-8"?>
<a:theme xmlns:a="http://schemas.openxmlformats.org/drawingml/2006/main" name="3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3.xml><?xml version="1.0" encoding="utf-8"?>
<a:theme xmlns:a="http://schemas.openxmlformats.org/drawingml/2006/main" name="32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NG_MOC_Core_ModuleNew</Template>
  <TotalTime>272</TotalTime>
  <Words>4353</Words>
  <Application>Microsoft Office PowerPoint</Application>
  <PresentationFormat>Affichage à l'écran (4:3)</PresentationFormat>
  <Paragraphs>497</Paragraphs>
  <Slides>29</Slides>
  <Notes>29</Notes>
  <HiddenSlides>3</HiddenSlides>
  <MMClips>0</MMClips>
  <ScaleCrop>false</ScaleCrop>
  <HeadingPairs>
    <vt:vector size="6" baseType="variant">
      <vt:variant>
        <vt:lpstr>Polices utilisées</vt:lpstr>
      </vt:variant>
      <vt:variant>
        <vt:i4>11</vt:i4>
      </vt:variant>
      <vt:variant>
        <vt:lpstr>Thème</vt:lpstr>
      </vt:variant>
      <vt:variant>
        <vt:i4>33</vt:i4>
      </vt:variant>
      <vt:variant>
        <vt:lpstr>Titres des diapositives</vt:lpstr>
      </vt:variant>
      <vt:variant>
        <vt:i4>29</vt:i4>
      </vt:variant>
    </vt:vector>
  </HeadingPairs>
  <TitlesOfParts>
    <vt:vector size="73" baseType="lpstr">
      <vt:lpstr>Times New Roman</vt:lpstr>
      <vt:lpstr>Segoe</vt:lpstr>
      <vt:lpstr>Wingdings</vt:lpstr>
      <vt:lpstr>Segoe Light</vt:lpstr>
      <vt:lpstr>Lucida Sans Typewriter</vt:lpstr>
      <vt:lpstr>Symbol</vt:lpstr>
      <vt:lpstr>Segoe UI Light</vt:lpstr>
      <vt:lpstr>Segoe UI</vt:lpstr>
      <vt:lpstr>Arial</vt:lpstr>
      <vt:lpstr>Verdana</vt:lpstr>
      <vt:lpstr>Calibri</vt:lpstr>
      <vt:lpstr>Presentation1</vt:lpstr>
      <vt:lpstr>1_Presentation1</vt:lpstr>
      <vt:lpstr>2_Presentation1</vt:lpstr>
      <vt:lpstr>3_Presentation1</vt:lpstr>
      <vt:lpstr>4_Presentation1</vt:lpstr>
      <vt:lpstr>5_Presentation1</vt:lpstr>
      <vt:lpstr>6_Presentation1</vt:lpstr>
      <vt:lpstr>7_Presentation1</vt:lpstr>
      <vt:lpstr>8_Presentation1</vt:lpstr>
      <vt:lpstr>9_Presentation1</vt:lpstr>
      <vt:lpstr>10_Presentation1</vt:lpstr>
      <vt:lpstr>11_Presentation1</vt:lpstr>
      <vt:lpstr>12_Presentation1</vt:lpstr>
      <vt:lpstr>13_Presentation1</vt:lpstr>
      <vt:lpstr>14_Presentation1</vt:lpstr>
      <vt:lpstr>15_Presentation1</vt:lpstr>
      <vt:lpstr>16_Presentation1</vt:lpstr>
      <vt:lpstr>17_Presentation1</vt:lpstr>
      <vt:lpstr>18_Presentation1</vt:lpstr>
      <vt:lpstr>19_Presentation1</vt:lpstr>
      <vt:lpstr>20_Presentation1</vt:lpstr>
      <vt:lpstr>21_Presentation1</vt:lpstr>
      <vt:lpstr>22_Presentation1</vt:lpstr>
      <vt:lpstr>23_Presentation1</vt:lpstr>
      <vt:lpstr>24_Presentation1</vt:lpstr>
      <vt:lpstr>25_Presentation1</vt:lpstr>
      <vt:lpstr>26_Presentation1</vt:lpstr>
      <vt:lpstr>27_Presentation1</vt:lpstr>
      <vt:lpstr>28_Presentation1</vt:lpstr>
      <vt:lpstr>29_Presentation1</vt:lpstr>
      <vt:lpstr>30_Presentation1</vt:lpstr>
      <vt:lpstr>31_Presentation1</vt:lpstr>
      <vt:lpstr>32_Presentation1</vt:lpstr>
      <vt:lpstr>Module 11</vt:lpstr>
      <vt:lpstr>Module Overview</vt:lpstr>
      <vt:lpstr>Lesson 1: Overview of Group Policy</vt:lpstr>
      <vt:lpstr>Components of Group Policy</vt:lpstr>
      <vt:lpstr>Storage of Domain GPOs</vt:lpstr>
      <vt:lpstr>What Are Group Policy Preferences?</vt:lpstr>
      <vt:lpstr>What Are Starter GPOs?</vt:lpstr>
      <vt:lpstr>Delegating Management of GPOs</vt:lpstr>
      <vt:lpstr>Demonstration: Creating and Managing GPOs</vt:lpstr>
      <vt:lpstr>Présentation PowerPoint</vt:lpstr>
      <vt:lpstr>Lesson 2: Group Policy Processing</vt:lpstr>
      <vt:lpstr>GPO Links</vt:lpstr>
      <vt:lpstr>Applying GPOs</vt:lpstr>
      <vt:lpstr>Group Policy Processing Order</vt:lpstr>
      <vt:lpstr>What Are Multiple Local GPOs?</vt:lpstr>
      <vt:lpstr>What Are the Default GPOs?</vt:lpstr>
      <vt:lpstr>GPO Security Filtering</vt:lpstr>
      <vt:lpstr>Discussion: Identifying Group Policy Application</vt:lpstr>
      <vt:lpstr>Demonstration: Using Group Policy Diagnostic Tools</vt:lpstr>
      <vt:lpstr>Présentation PowerPoint</vt:lpstr>
      <vt:lpstr>Lesson 3: Implementing a Central Store for Administrative Templates</vt:lpstr>
      <vt:lpstr>Central Store (Banque centrale)</vt:lpstr>
      <vt:lpstr>Administrative Templates</vt:lpstr>
      <vt:lpstr>Fonctionnement des Administrative Templates</vt:lpstr>
      <vt:lpstr>Lab: Implementing Group Policy</vt:lpstr>
      <vt:lpstr>Lab Scenario</vt:lpstr>
      <vt:lpstr>Lab Review</vt:lpstr>
      <vt:lpstr>Module Review and Takeaways</vt:lpstr>
      <vt:lpstr>Présentation PowerPoint</vt:lpstr>
    </vt:vector>
  </TitlesOfParts>
  <Company>Microsoft Corporation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11</dc:title>
  <dc:creator>Karin Carlson</dc:creator>
  <cp:lastModifiedBy>Sergio Rodrigues</cp:lastModifiedBy>
  <cp:revision>22</cp:revision>
  <dcterms:created xsi:type="dcterms:W3CDTF">2014-02-24T00:13:45Z</dcterms:created>
  <dcterms:modified xsi:type="dcterms:W3CDTF">2017-06-29T07:19:38Z</dcterms:modified>
</cp:coreProperties>
</file>