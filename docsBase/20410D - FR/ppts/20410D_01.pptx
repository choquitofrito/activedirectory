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Masters/slideMaster58.xml" ContentType="application/vnd.openxmlformats-officedocument.presentationml.slideMaster+xml"/>
  <Override PartName="/ppt/slideMasters/slideMaster59.xml" ContentType="application/vnd.openxmlformats-officedocument.presentationml.slideMaster+xml"/>
  <Override PartName="/ppt/slideMasters/slideMaster60.xml" ContentType="application/vnd.openxmlformats-officedocument.presentationml.slideMaster+xml"/>
  <Override PartName="/ppt/slideMasters/slideMaster61.xml" ContentType="application/vnd.openxmlformats-officedocument.presentationml.slideMaster+xml"/>
  <Override PartName="/ppt/slideMasters/slideMaster62.xml" ContentType="application/vnd.openxmlformats-officedocument.presentationml.slideMaster+xml"/>
  <Override PartName="/ppt/slideMasters/slideMaster6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6.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7.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8.xml" ContentType="application/vnd.openxmlformats-officedocument.theme+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9.xml" ContentType="application/vnd.openxmlformats-officedocument.theme+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10.xml" ContentType="application/vnd.openxmlformats-officedocument.theme+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11.xml" ContentType="application/vnd.openxmlformats-officedocument.theme+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theme/theme12.xml" ContentType="application/vnd.openxmlformats-officedocument.theme+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theme/theme13.xml" ContentType="application/vnd.openxmlformats-officedocument.theme+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theme/theme14.xml" ContentType="application/vnd.openxmlformats-officedocument.theme+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theme/theme15.xml" ContentType="application/vnd.openxmlformats-officedocument.theme+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theme/theme16.xml" ContentType="application/vnd.openxmlformats-officedocument.theme+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theme/theme17.xml" ContentType="application/vnd.openxmlformats-officedocument.theme+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theme/theme18.xml" ContentType="application/vnd.openxmlformats-officedocument.theme+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theme/theme19.xml" ContentType="application/vnd.openxmlformats-officedocument.theme+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theme/theme20.xml" ContentType="application/vnd.openxmlformats-officedocument.theme+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theme/theme21.xml" ContentType="application/vnd.openxmlformats-officedocument.theme+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theme/theme22.xml" ContentType="application/vnd.openxmlformats-officedocument.theme+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theme/theme23.xml" ContentType="application/vnd.openxmlformats-officedocument.theme+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theme/theme24.xml" ContentType="application/vnd.openxmlformats-officedocument.theme+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theme/theme25.xml" ContentType="application/vnd.openxmlformats-officedocument.theme+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theme/theme26.xml" ContentType="application/vnd.openxmlformats-officedocument.theme+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theme/theme27.xml" ContentType="application/vnd.openxmlformats-officedocument.theme+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theme/theme28.xml" ContentType="application/vnd.openxmlformats-officedocument.theme+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theme/theme29.xml" ContentType="application/vnd.openxmlformats-officedocument.theme+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theme/theme30.xml" ContentType="application/vnd.openxmlformats-officedocument.theme+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theme/theme31.xml" ContentType="application/vnd.openxmlformats-officedocument.theme+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theme/theme32.xml" ContentType="application/vnd.openxmlformats-officedocument.theme+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theme/theme33.xml" ContentType="application/vnd.openxmlformats-officedocument.theme+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theme/theme34.xml" ContentType="application/vnd.openxmlformats-officedocument.theme+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theme/theme35.xml" ContentType="application/vnd.openxmlformats-officedocument.theme+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theme/theme36.xml" ContentType="application/vnd.openxmlformats-officedocument.theme+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theme/theme37.xml" ContentType="application/vnd.openxmlformats-officedocument.theme+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theme/theme38.xml" ContentType="application/vnd.openxmlformats-officedocument.theme+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theme/theme39.xml" ContentType="application/vnd.openxmlformats-officedocument.theme+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theme/theme40.xml" ContentType="application/vnd.openxmlformats-officedocument.theme+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theme/theme41.xml" ContentType="application/vnd.openxmlformats-officedocument.theme+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theme/theme42.xml" ContentType="application/vnd.openxmlformats-officedocument.theme+xml"/>
  <Override PartName="/ppt/slideLayouts/slideLayout499.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0.xml" ContentType="application/vnd.openxmlformats-officedocument.presentationml.slideLayout+xml"/>
  <Override PartName="/ppt/theme/theme43.xml" ContentType="application/vnd.openxmlformats-officedocument.theme+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theme/theme44.xml" ContentType="application/vnd.openxmlformats-officedocument.theme+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29.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slideLayouts/slideLayout534.xml" ContentType="application/vnd.openxmlformats-officedocument.presentationml.slideLayout+xml"/>
  <Override PartName="/ppt/theme/theme45.xml" ContentType="application/vnd.openxmlformats-officedocument.theme+xml"/>
  <Override PartName="/ppt/slideLayouts/slideLayout535.xml" ContentType="application/vnd.openxmlformats-officedocument.presentationml.slideLayout+xml"/>
  <Override PartName="/ppt/slideLayouts/slideLayout536.xml" ContentType="application/vnd.openxmlformats-officedocument.presentationml.slideLayout+xml"/>
  <Override PartName="/ppt/slideLayouts/slideLayout537.xml" ContentType="application/vnd.openxmlformats-officedocument.presentationml.slideLayout+xml"/>
  <Override PartName="/ppt/slideLayouts/slideLayout538.xml" ContentType="application/vnd.openxmlformats-officedocument.presentationml.slideLayout+xml"/>
  <Override PartName="/ppt/slideLayouts/slideLayout539.xml" ContentType="application/vnd.openxmlformats-officedocument.presentationml.slideLayout+xml"/>
  <Override PartName="/ppt/slideLayouts/slideLayout540.xml" ContentType="application/vnd.openxmlformats-officedocument.presentationml.slideLayout+xml"/>
  <Override PartName="/ppt/slideLayouts/slideLayout541.xml" ContentType="application/vnd.openxmlformats-officedocument.presentationml.slideLayout+xml"/>
  <Override PartName="/ppt/slideLayouts/slideLayout542.xml" ContentType="application/vnd.openxmlformats-officedocument.presentationml.slideLayout+xml"/>
  <Override PartName="/ppt/slideLayouts/slideLayout543.xml" ContentType="application/vnd.openxmlformats-officedocument.presentationml.slideLayout+xml"/>
  <Override PartName="/ppt/slideLayouts/slideLayout544.xml" ContentType="application/vnd.openxmlformats-officedocument.presentationml.slideLayout+xml"/>
  <Override PartName="/ppt/slideLayouts/slideLayout545.xml" ContentType="application/vnd.openxmlformats-officedocument.presentationml.slideLayout+xml"/>
  <Override PartName="/ppt/slideLayouts/slideLayout546.xml" ContentType="application/vnd.openxmlformats-officedocument.presentationml.slideLayout+xml"/>
  <Override PartName="/ppt/theme/theme46.xml" ContentType="application/vnd.openxmlformats-officedocument.theme+xml"/>
  <Override PartName="/ppt/slideLayouts/slideLayout547.xml" ContentType="application/vnd.openxmlformats-officedocument.presentationml.slideLayout+xml"/>
  <Override PartName="/ppt/slideLayouts/slideLayout548.xml" ContentType="application/vnd.openxmlformats-officedocument.presentationml.slideLayout+xml"/>
  <Override PartName="/ppt/slideLayouts/slideLayout549.xml" ContentType="application/vnd.openxmlformats-officedocument.presentationml.slideLayout+xml"/>
  <Override PartName="/ppt/slideLayouts/slideLayout550.xml" ContentType="application/vnd.openxmlformats-officedocument.presentationml.slideLayout+xml"/>
  <Override PartName="/ppt/slideLayouts/slideLayout551.xml" ContentType="application/vnd.openxmlformats-officedocument.presentationml.slideLayout+xml"/>
  <Override PartName="/ppt/slideLayouts/slideLayout552.xml" ContentType="application/vnd.openxmlformats-officedocument.presentationml.slideLayout+xml"/>
  <Override PartName="/ppt/slideLayouts/slideLayout553.xml" ContentType="application/vnd.openxmlformats-officedocument.presentationml.slideLayout+xml"/>
  <Override PartName="/ppt/slideLayouts/slideLayout554.xml" ContentType="application/vnd.openxmlformats-officedocument.presentationml.slideLayout+xml"/>
  <Override PartName="/ppt/slideLayouts/slideLayout555.xml" ContentType="application/vnd.openxmlformats-officedocument.presentationml.slideLayout+xml"/>
  <Override PartName="/ppt/slideLayouts/slideLayout556.xml" ContentType="application/vnd.openxmlformats-officedocument.presentationml.slideLayout+xml"/>
  <Override PartName="/ppt/slideLayouts/slideLayout557.xml" ContentType="application/vnd.openxmlformats-officedocument.presentationml.slideLayout+xml"/>
  <Override PartName="/ppt/slideLayouts/slideLayout558.xml" ContentType="application/vnd.openxmlformats-officedocument.presentationml.slideLayout+xml"/>
  <Override PartName="/ppt/theme/theme47.xml" ContentType="application/vnd.openxmlformats-officedocument.theme+xml"/>
  <Override PartName="/ppt/slideLayouts/slideLayout559.xml" ContentType="application/vnd.openxmlformats-officedocument.presentationml.slideLayout+xml"/>
  <Override PartName="/ppt/slideLayouts/slideLayout560.xml" ContentType="application/vnd.openxmlformats-officedocument.presentationml.slideLayout+xml"/>
  <Override PartName="/ppt/slideLayouts/slideLayout561.xml" ContentType="application/vnd.openxmlformats-officedocument.presentationml.slideLayout+xml"/>
  <Override PartName="/ppt/slideLayouts/slideLayout562.xml" ContentType="application/vnd.openxmlformats-officedocument.presentationml.slideLayout+xml"/>
  <Override PartName="/ppt/slideLayouts/slideLayout563.xml" ContentType="application/vnd.openxmlformats-officedocument.presentationml.slideLayout+xml"/>
  <Override PartName="/ppt/slideLayouts/slideLayout564.xml" ContentType="application/vnd.openxmlformats-officedocument.presentationml.slideLayout+xml"/>
  <Override PartName="/ppt/slideLayouts/slideLayout565.xml" ContentType="application/vnd.openxmlformats-officedocument.presentationml.slideLayout+xml"/>
  <Override PartName="/ppt/slideLayouts/slideLayout566.xml" ContentType="application/vnd.openxmlformats-officedocument.presentationml.slideLayout+xml"/>
  <Override PartName="/ppt/slideLayouts/slideLayout567.xml" ContentType="application/vnd.openxmlformats-officedocument.presentationml.slideLayout+xml"/>
  <Override PartName="/ppt/slideLayouts/slideLayout568.xml" ContentType="application/vnd.openxmlformats-officedocument.presentationml.slideLayout+xml"/>
  <Override PartName="/ppt/slideLayouts/slideLayout569.xml" ContentType="application/vnd.openxmlformats-officedocument.presentationml.slideLayout+xml"/>
  <Override PartName="/ppt/slideLayouts/slideLayout570.xml" ContentType="application/vnd.openxmlformats-officedocument.presentationml.slideLayout+xml"/>
  <Override PartName="/ppt/theme/theme48.xml" ContentType="application/vnd.openxmlformats-officedocument.theme+xml"/>
  <Override PartName="/ppt/slideLayouts/slideLayout571.xml" ContentType="application/vnd.openxmlformats-officedocument.presentationml.slideLayout+xml"/>
  <Override PartName="/ppt/slideLayouts/slideLayout572.xml" ContentType="application/vnd.openxmlformats-officedocument.presentationml.slideLayout+xml"/>
  <Override PartName="/ppt/slideLayouts/slideLayout573.xml" ContentType="application/vnd.openxmlformats-officedocument.presentationml.slideLayout+xml"/>
  <Override PartName="/ppt/slideLayouts/slideLayout574.xml" ContentType="application/vnd.openxmlformats-officedocument.presentationml.slideLayout+xml"/>
  <Override PartName="/ppt/slideLayouts/slideLayout575.xml" ContentType="application/vnd.openxmlformats-officedocument.presentationml.slideLayout+xml"/>
  <Override PartName="/ppt/slideLayouts/slideLayout576.xml" ContentType="application/vnd.openxmlformats-officedocument.presentationml.slideLayout+xml"/>
  <Override PartName="/ppt/slideLayouts/slideLayout577.xml" ContentType="application/vnd.openxmlformats-officedocument.presentationml.slideLayout+xml"/>
  <Override PartName="/ppt/slideLayouts/slideLayout578.xml" ContentType="application/vnd.openxmlformats-officedocument.presentationml.slideLayout+xml"/>
  <Override PartName="/ppt/slideLayouts/slideLayout579.xml" ContentType="application/vnd.openxmlformats-officedocument.presentationml.slideLayout+xml"/>
  <Override PartName="/ppt/slideLayouts/slideLayout580.xml" ContentType="application/vnd.openxmlformats-officedocument.presentationml.slideLayout+xml"/>
  <Override PartName="/ppt/slideLayouts/slideLayout581.xml" ContentType="application/vnd.openxmlformats-officedocument.presentationml.slideLayout+xml"/>
  <Override PartName="/ppt/slideLayouts/slideLayout582.xml" ContentType="application/vnd.openxmlformats-officedocument.presentationml.slideLayout+xml"/>
  <Override PartName="/ppt/theme/theme49.xml" ContentType="application/vnd.openxmlformats-officedocument.theme+xml"/>
  <Override PartName="/ppt/slideLayouts/slideLayout583.xml" ContentType="application/vnd.openxmlformats-officedocument.presentationml.slideLayout+xml"/>
  <Override PartName="/ppt/slideLayouts/slideLayout584.xml" ContentType="application/vnd.openxmlformats-officedocument.presentationml.slideLayout+xml"/>
  <Override PartName="/ppt/slideLayouts/slideLayout585.xml" ContentType="application/vnd.openxmlformats-officedocument.presentationml.slideLayout+xml"/>
  <Override PartName="/ppt/slideLayouts/slideLayout586.xml" ContentType="application/vnd.openxmlformats-officedocument.presentationml.slideLayout+xml"/>
  <Override PartName="/ppt/slideLayouts/slideLayout587.xml" ContentType="application/vnd.openxmlformats-officedocument.presentationml.slideLayout+xml"/>
  <Override PartName="/ppt/slideLayouts/slideLayout588.xml" ContentType="application/vnd.openxmlformats-officedocument.presentationml.slideLayout+xml"/>
  <Override PartName="/ppt/slideLayouts/slideLayout589.xml" ContentType="application/vnd.openxmlformats-officedocument.presentationml.slideLayout+xml"/>
  <Override PartName="/ppt/slideLayouts/slideLayout590.xml" ContentType="application/vnd.openxmlformats-officedocument.presentationml.slideLayout+xml"/>
  <Override PartName="/ppt/slideLayouts/slideLayout591.xml" ContentType="application/vnd.openxmlformats-officedocument.presentationml.slideLayout+xml"/>
  <Override PartName="/ppt/slideLayouts/slideLayout592.xml" ContentType="application/vnd.openxmlformats-officedocument.presentationml.slideLayout+xml"/>
  <Override PartName="/ppt/slideLayouts/slideLayout593.xml" ContentType="application/vnd.openxmlformats-officedocument.presentationml.slideLayout+xml"/>
  <Override PartName="/ppt/slideLayouts/slideLayout594.xml" ContentType="application/vnd.openxmlformats-officedocument.presentationml.slideLayout+xml"/>
  <Override PartName="/ppt/theme/theme50.xml" ContentType="application/vnd.openxmlformats-officedocument.theme+xml"/>
  <Override PartName="/ppt/slideLayouts/slideLayout595.xml" ContentType="application/vnd.openxmlformats-officedocument.presentationml.slideLayout+xml"/>
  <Override PartName="/ppt/slideLayouts/slideLayout596.xml" ContentType="application/vnd.openxmlformats-officedocument.presentationml.slideLayout+xml"/>
  <Override PartName="/ppt/slideLayouts/slideLayout597.xml" ContentType="application/vnd.openxmlformats-officedocument.presentationml.slideLayout+xml"/>
  <Override PartName="/ppt/slideLayouts/slideLayout598.xml" ContentType="application/vnd.openxmlformats-officedocument.presentationml.slideLayout+xml"/>
  <Override PartName="/ppt/slideLayouts/slideLayout599.xml" ContentType="application/vnd.openxmlformats-officedocument.presentationml.slideLayout+xml"/>
  <Override PartName="/ppt/slideLayouts/slideLayout600.xml" ContentType="application/vnd.openxmlformats-officedocument.presentationml.slideLayout+xml"/>
  <Override PartName="/ppt/slideLayouts/slideLayout601.xml" ContentType="application/vnd.openxmlformats-officedocument.presentationml.slideLayout+xml"/>
  <Override PartName="/ppt/slideLayouts/slideLayout602.xml" ContentType="application/vnd.openxmlformats-officedocument.presentationml.slideLayout+xml"/>
  <Override PartName="/ppt/slideLayouts/slideLayout603.xml" ContentType="application/vnd.openxmlformats-officedocument.presentationml.slideLayout+xml"/>
  <Override PartName="/ppt/slideLayouts/slideLayout604.xml" ContentType="application/vnd.openxmlformats-officedocument.presentationml.slideLayout+xml"/>
  <Override PartName="/ppt/slideLayouts/slideLayout605.xml" ContentType="application/vnd.openxmlformats-officedocument.presentationml.slideLayout+xml"/>
  <Override PartName="/ppt/theme/theme51.xml" ContentType="application/vnd.openxmlformats-officedocument.theme+xml"/>
  <Override PartName="/ppt/slideLayouts/slideLayout606.xml" ContentType="application/vnd.openxmlformats-officedocument.presentationml.slideLayout+xml"/>
  <Override PartName="/ppt/slideLayouts/slideLayout607.xml" ContentType="application/vnd.openxmlformats-officedocument.presentationml.slideLayout+xml"/>
  <Override PartName="/ppt/slideLayouts/slideLayout608.xml" ContentType="application/vnd.openxmlformats-officedocument.presentationml.slideLayout+xml"/>
  <Override PartName="/ppt/slideLayouts/slideLayout609.xml" ContentType="application/vnd.openxmlformats-officedocument.presentationml.slideLayout+xml"/>
  <Override PartName="/ppt/slideLayouts/slideLayout610.xml" ContentType="application/vnd.openxmlformats-officedocument.presentationml.slideLayout+xml"/>
  <Override PartName="/ppt/slideLayouts/slideLayout611.xml" ContentType="application/vnd.openxmlformats-officedocument.presentationml.slideLayout+xml"/>
  <Override PartName="/ppt/slideLayouts/slideLayout612.xml" ContentType="application/vnd.openxmlformats-officedocument.presentationml.slideLayout+xml"/>
  <Override PartName="/ppt/slideLayouts/slideLayout613.xml" ContentType="application/vnd.openxmlformats-officedocument.presentationml.slideLayout+xml"/>
  <Override PartName="/ppt/slideLayouts/slideLayout614.xml" ContentType="application/vnd.openxmlformats-officedocument.presentationml.slideLayout+xml"/>
  <Override PartName="/ppt/slideLayouts/slideLayout615.xml" ContentType="application/vnd.openxmlformats-officedocument.presentationml.slideLayout+xml"/>
  <Override PartName="/ppt/slideLayouts/slideLayout616.xml" ContentType="application/vnd.openxmlformats-officedocument.presentationml.slideLayout+xml"/>
  <Override PartName="/ppt/theme/theme52.xml" ContentType="application/vnd.openxmlformats-officedocument.theme+xml"/>
  <Override PartName="/ppt/slideLayouts/slideLayout617.xml" ContentType="application/vnd.openxmlformats-officedocument.presentationml.slideLayout+xml"/>
  <Override PartName="/ppt/slideLayouts/slideLayout618.xml" ContentType="application/vnd.openxmlformats-officedocument.presentationml.slideLayout+xml"/>
  <Override PartName="/ppt/slideLayouts/slideLayout619.xml" ContentType="application/vnd.openxmlformats-officedocument.presentationml.slideLayout+xml"/>
  <Override PartName="/ppt/slideLayouts/slideLayout620.xml" ContentType="application/vnd.openxmlformats-officedocument.presentationml.slideLayout+xml"/>
  <Override PartName="/ppt/slideLayouts/slideLayout621.xml" ContentType="application/vnd.openxmlformats-officedocument.presentationml.slideLayout+xml"/>
  <Override PartName="/ppt/slideLayouts/slideLayout622.xml" ContentType="application/vnd.openxmlformats-officedocument.presentationml.slideLayout+xml"/>
  <Override PartName="/ppt/slideLayouts/slideLayout623.xml" ContentType="application/vnd.openxmlformats-officedocument.presentationml.slideLayout+xml"/>
  <Override PartName="/ppt/slideLayouts/slideLayout624.xml" ContentType="application/vnd.openxmlformats-officedocument.presentationml.slideLayout+xml"/>
  <Override PartName="/ppt/slideLayouts/slideLayout625.xml" ContentType="application/vnd.openxmlformats-officedocument.presentationml.slideLayout+xml"/>
  <Override PartName="/ppt/slideLayouts/slideLayout626.xml" ContentType="application/vnd.openxmlformats-officedocument.presentationml.slideLayout+xml"/>
  <Override PartName="/ppt/slideLayouts/slideLayout627.xml" ContentType="application/vnd.openxmlformats-officedocument.presentationml.slideLayout+xml"/>
  <Override PartName="/ppt/theme/theme53.xml" ContentType="application/vnd.openxmlformats-officedocument.theme+xml"/>
  <Override PartName="/ppt/slideLayouts/slideLayout628.xml" ContentType="application/vnd.openxmlformats-officedocument.presentationml.slideLayout+xml"/>
  <Override PartName="/ppt/slideLayouts/slideLayout629.xml" ContentType="application/vnd.openxmlformats-officedocument.presentationml.slideLayout+xml"/>
  <Override PartName="/ppt/slideLayouts/slideLayout630.xml" ContentType="application/vnd.openxmlformats-officedocument.presentationml.slideLayout+xml"/>
  <Override PartName="/ppt/slideLayouts/slideLayout631.xml" ContentType="application/vnd.openxmlformats-officedocument.presentationml.slideLayout+xml"/>
  <Override PartName="/ppt/slideLayouts/slideLayout632.xml" ContentType="application/vnd.openxmlformats-officedocument.presentationml.slideLayout+xml"/>
  <Override PartName="/ppt/slideLayouts/slideLayout633.xml" ContentType="application/vnd.openxmlformats-officedocument.presentationml.slideLayout+xml"/>
  <Override PartName="/ppt/slideLayouts/slideLayout634.xml" ContentType="application/vnd.openxmlformats-officedocument.presentationml.slideLayout+xml"/>
  <Override PartName="/ppt/slideLayouts/slideLayout635.xml" ContentType="application/vnd.openxmlformats-officedocument.presentationml.slideLayout+xml"/>
  <Override PartName="/ppt/slideLayouts/slideLayout636.xml" ContentType="application/vnd.openxmlformats-officedocument.presentationml.slideLayout+xml"/>
  <Override PartName="/ppt/slideLayouts/slideLayout637.xml" ContentType="application/vnd.openxmlformats-officedocument.presentationml.slideLayout+xml"/>
  <Override PartName="/ppt/slideLayouts/slideLayout638.xml" ContentType="application/vnd.openxmlformats-officedocument.presentationml.slideLayout+xml"/>
  <Override PartName="/ppt/theme/theme54.xml" ContentType="application/vnd.openxmlformats-officedocument.theme+xml"/>
  <Override PartName="/ppt/slideLayouts/slideLayout639.xml" ContentType="application/vnd.openxmlformats-officedocument.presentationml.slideLayout+xml"/>
  <Override PartName="/ppt/slideLayouts/slideLayout640.xml" ContentType="application/vnd.openxmlformats-officedocument.presentationml.slideLayout+xml"/>
  <Override PartName="/ppt/slideLayouts/slideLayout641.xml" ContentType="application/vnd.openxmlformats-officedocument.presentationml.slideLayout+xml"/>
  <Override PartName="/ppt/slideLayouts/slideLayout642.xml" ContentType="application/vnd.openxmlformats-officedocument.presentationml.slideLayout+xml"/>
  <Override PartName="/ppt/slideLayouts/slideLayout643.xml" ContentType="application/vnd.openxmlformats-officedocument.presentationml.slideLayout+xml"/>
  <Override PartName="/ppt/slideLayouts/slideLayout644.xml" ContentType="application/vnd.openxmlformats-officedocument.presentationml.slideLayout+xml"/>
  <Override PartName="/ppt/slideLayouts/slideLayout645.xml" ContentType="application/vnd.openxmlformats-officedocument.presentationml.slideLayout+xml"/>
  <Override PartName="/ppt/slideLayouts/slideLayout646.xml" ContentType="application/vnd.openxmlformats-officedocument.presentationml.slideLayout+xml"/>
  <Override PartName="/ppt/slideLayouts/slideLayout647.xml" ContentType="application/vnd.openxmlformats-officedocument.presentationml.slideLayout+xml"/>
  <Override PartName="/ppt/slideLayouts/slideLayout648.xml" ContentType="application/vnd.openxmlformats-officedocument.presentationml.slideLayout+xml"/>
  <Override PartName="/ppt/slideLayouts/slideLayout649.xml" ContentType="application/vnd.openxmlformats-officedocument.presentationml.slideLayout+xml"/>
  <Override PartName="/ppt/theme/theme55.xml" ContentType="application/vnd.openxmlformats-officedocument.theme+xml"/>
  <Override PartName="/ppt/slideLayouts/slideLayout650.xml" ContentType="application/vnd.openxmlformats-officedocument.presentationml.slideLayout+xml"/>
  <Override PartName="/ppt/slideLayouts/slideLayout651.xml" ContentType="application/vnd.openxmlformats-officedocument.presentationml.slideLayout+xml"/>
  <Override PartName="/ppt/slideLayouts/slideLayout652.xml" ContentType="application/vnd.openxmlformats-officedocument.presentationml.slideLayout+xml"/>
  <Override PartName="/ppt/slideLayouts/slideLayout653.xml" ContentType="application/vnd.openxmlformats-officedocument.presentationml.slideLayout+xml"/>
  <Override PartName="/ppt/slideLayouts/slideLayout654.xml" ContentType="application/vnd.openxmlformats-officedocument.presentationml.slideLayout+xml"/>
  <Override PartName="/ppt/slideLayouts/slideLayout655.xml" ContentType="application/vnd.openxmlformats-officedocument.presentationml.slideLayout+xml"/>
  <Override PartName="/ppt/slideLayouts/slideLayout656.xml" ContentType="application/vnd.openxmlformats-officedocument.presentationml.slideLayout+xml"/>
  <Override PartName="/ppt/slideLayouts/slideLayout657.xml" ContentType="application/vnd.openxmlformats-officedocument.presentationml.slideLayout+xml"/>
  <Override PartName="/ppt/slideLayouts/slideLayout658.xml" ContentType="application/vnd.openxmlformats-officedocument.presentationml.slideLayout+xml"/>
  <Override PartName="/ppt/slideLayouts/slideLayout659.xml" ContentType="application/vnd.openxmlformats-officedocument.presentationml.slideLayout+xml"/>
  <Override PartName="/ppt/slideLayouts/slideLayout660.xml" ContentType="application/vnd.openxmlformats-officedocument.presentationml.slideLayout+xml"/>
  <Override PartName="/ppt/theme/theme56.xml" ContentType="application/vnd.openxmlformats-officedocument.theme+xml"/>
  <Override PartName="/ppt/slideLayouts/slideLayout661.xml" ContentType="application/vnd.openxmlformats-officedocument.presentationml.slideLayout+xml"/>
  <Override PartName="/ppt/slideLayouts/slideLayout662.xml" ContentType="application/vnd.openxmlformats-officedocument.presentationml.slideLayout+xml"/>
  <Override PartName="/ppt/slideLayouts/slideLayout663.xml" ContentType="application/vnd.openxmlformats-officedocument.presentationml.slideLayout+xml"/>
  <Override PartName="/ppt/slideLayouts/slideLayout664.xml" ContentType="application/vnd.openxmlformats-officedocument.presentationml.slideLayout+xml"/>
  <Override PartName="/ppt/slideLayouts/slideLayout665.xml" ContentType="application/vnd.openxmlformats-officedocument.presentationml.slideLayout+xml"/>
  <Override PartName="/ppt/slideLayouts/slideLayout666.xml" ContentType="application/vnd.openxmlformats-officedocument.presentationml.slideLayout+xml"/>
  <Override PartName="/ppt/slideLayouts/slideLayout667.xml" ContentType="application/vnd.openxmlformats-officedocument.presentationml.slideLayout+xml"/>
  <Override PartName="/ppt/slideLayouts/slideLayout668.xml" ContentType="application/vnd.openxmlformats-officedocument.presentationml.slideLayout+xml"/>
  <Override PartName="/ppt/slideLayouts/slideLayout669.xml" ContentType="application/vnd.openxmlformats-officedocument.presentationml.slideLayout+xml"/>
  <Override PartName="/ppt/slideLayouts/slideLayout670.xml" ContentType="application/vnd.openxmlformats-officedocument.presentationml.slideLayout+xml"/>
  <Override PartName="/ppt/slideLayouts/slideLayout671.xml" ContentType="application/vnd.openxmlformats-officedocument.presentationml.slideLayout+xml"/>
  <Override PartName="/ppt/theme/theme57.xml" ContentType="application/vnd.openxmlformats-officedocument.theme+xml"/>
  <Override PartName="/ppt/slideLayouts/slideLayout672.xml" ContentType="application/vnd.openxmlformats-officedocument.presentationml.slideLayout+xml"/>
  <Override PartName="/ppt/slideLayouts/slideLayout673.xml" ContentType="application/vnd.openxmlformats-officedocument.presentationml.slideLayout+xml"/>
  <Override PartName="/ppt/slideLayouts/slideLayout674.xml" ContentType="application/vnd.openxmlformats-officedocument.presentationml.slideLayout+xml"/>
  <Override PartName="/ppt/slideLayouts/slideLayout675.xml" ContentType="application/vnd.openxmlformats-officedocument.presentationml.slideLayout+xml"/>
  <Override PartName="/ppt/slideLayouts/slideLayout676.xml" ContentType="application/vnd.openxmlformats-officedocument.presentationml.slideLayout+xml"/>
  <Override PartName="/ppt/slideLayouts/slideLayout677.xml" ContentType="application/vnd.openxmlformats-officedocument.presentationml.slideLayout+xml"/>
  <Override PartName="/ppt/slideLayouts/slideLayout678.xml" ContentType="application/vnd.openxmlformats-officedocument.presentationml.slideLayout+xml"/>
  <Override PartName="/ppt/slideLayouts/slideLayout679.xml" ContentType="application/vnd.openxmlformats-officedocument.presentationml.slideLayout+xml"/>
  <Override PartName="/ppt/slideLayouts/slideLayout680.xml" ContentType="application/vnd.openxmlformats-officedocument.presentationml.slideLayout+xml"/>
  <Override PartName="/ppt/slideLayouts/slideLayout681.xml" ContentType="application/vnd.openxmlformats-officedocument.presentationml.slideLayout+xml"/>
  <Override PartName="/ppt/slideLayouts/slideLayout682.xml" ContentType="application/vnd.openxmlformats-officedocument.presentationml.slideLayout+xml"/>
  <Override PartName="/ppt/theme/theme58.xml" ContentType="application/vnd.openxmlformats-officedocument.theme+xml"/>
  <Override PartName="/ppt/slideLayouts/slideLayout683.xml" ContentType="application/vnd.openxmlformats-officedocument.presentationml.slideLayout+xml"/>
  <Override PartName="/ppt/slideLayouts/slideLayout684.xml" ContentType="application/vnd.openxmlformats-officedocument.presentationml.slideLayout+xml"/>
  <Override PartName="/ppt/slideLayouts/slideLayout685.xml" ContentType="application/vnd.openxmlformats-officedocument.presentationml.slideLayout+xml"/>
  <Override PartName="/ppt/slideLayouts/slideLayout686.xml" ContentType="application/vnd.openxmlformats-officedocument.presentationml.slideLayout+xml"/>
  <Override PartName="/ppt/slideLayouts/slideLayout687.xml" ContentType="application/vnd.openxmlformats-officedocument.presentationml.slideLayout+xml"/>
  <Override PartName="/ppt/slideLayouts/slideLayout688.xml" ContentType="application/vnd.openxmlformats-officedocument.presentationml.slideLayout+xml"/>
  <Override PartName="/ppt/slideLayouts/slideLayout689.xml" ContentType="application/vnd.openxmlformats-officedocument.presentationml.slideLayout+xml"/>
  <Override PartName="/ppt/slideLayouts/slideLayout690.xml" ContentType="application/vnd.openxmlformats-officedocument.presentationml.slideLayout+xml"/>
  <Override PartName="/ppt/slideLayouts/slideLayout691.xml" ContentType="application/vnd.openxmlformats-officedocument.presentationml.slideLayout+xml"/>
  <Override PartName="/ppt/slideLayouts/slideLayout692.xml" ContentType="application/vnd.openxmlformats-officedocument.presentationml.slideLayout+xml"/>
  <Override PartName="/ppt/slideLayouts/slideLayout693.xml" ContentType="application/vnd.openxmlformats-officedocument.presentationml.slideLayout+xml"/>
  <Override PartName="/ppt/theme/theme59.xml" ContentType="application/vnd.openxmlformats-officedocument.theme+xml"/>
  <Override PartName="/ppt/slideLayouts/slideLayout694.xml" ContentType="application/vnd.openxmlformats-officedocument.presentationml.slideLayout+xml"/>
  <Override PartName="/ppt/slideLayouts/slideLayout695.xml" ContentType="application/vnd.openxmlformats-officedocument.presentationml.slideLayout+xml"/>
  <Override PartName="/ppt/slideLayouts/slideLayout696.xml" ContentType="application/vnd.openxmlformats-officedocument.presentationml.slideLayout+xml"/>
  <Override PartName="/ppt/slideLayouts/slideLayout697.xml" ContentType="application/vnd.openxmlformats-officedocument.presentationml.slideLayout+xml"/>
  <Override PartName="/ppt/slideLayouts/slideLayout698.xml" ContentType="application/vnd.openxmlformats-officedocument.presentationml.slideLayout+xml"/>
  <Override PartName="/ppt/slideLayouts/slideLayout699.xml" ContentType="application/vnd.openxmlformats-officedocument.presentationml.slideLayout+xml"/>
  <Override PartName="/ppt/slideLayouts/slideLayout700.xml" ContentType="application/vnd.openxmlformats-officedocument.presentationml.slideLayout+xml"/>
  <Override PartName="/ppt/slideLayouts/slideLayout701.xml" ContentType="application/vnd.openxmlformats-officedocument.presentationml.slideLayout+xml"/>
  <Override PartName="/ppt/slideLayouts/slideLayout702.xml" ContentType="application/vnd.openxmlformats-officedocument.presentationml.slideLayout+xml"/>
  <Override PartName="/ppt/slideLayouts/slideLayout703.xml" ContentType="application/vnd.openxmlformats-officedocument.presentationml.slideLayout+xml"/>
  <Override PartName="/ppt/slideLayouts/slideLayout704.xml" ContentType="application/vnd.openxmlformats-officedocument.presentationml.slideLayout+xml"/>
  <Override PartName="/ppt/theme/theme60.xml" ContentType="application/vnd.openxmlformats-officedocument.theme+xml"/>
  <Override PartName="/ppt/slideLayouts/slideLayout705.xml" ContentType="application/vnd.openxmlformats-officedocument.presentationml.slideLayout+xml"/>
  <Override PartName="/ppt/slideLayouts/slideLayout706.xml" ContentType="application/vnd.openxmlformats-officedocument.presentationml.slideLayout+xml"/>
  <Override PartName="/ppt/slideLayouts/slideLayout707.xml" ContentType="application/vnd.openxmlformats-officedocument.presentationml.slideLayout+xml"/>
  <Override PartName="/ppt/slideLayouts/slideLayout708.xml" ContentType="application/vnd.openxmlformats-officedocument.presentationml.slideLayout+xml"/>
  <Override PartName="/ppt/slideLayouts/slideLayout709.xml" ContentType="application/vnd.openxmlformats-officedocument.presentationml.slideLayout+xml"/>
  <Override PartName="/ppt/slideLayouts/slideLayout710.xml" ContentType="application/vnd.openxmlformats-officedocument.presentationml.slideLayout+xml"/>
  <Override PartName="/ppt/slideLayouts/slideLayout711.xml" ContentType="application/vnd.openxmlformats-officedocument.presentationml.slideLayout+xml"/>
  <Override PartName="/ppt/slideLayouts/slideLayout712.xml" ContentType="application/vnd.openxmlformats-officedocument.presentationml.slideLayout+xml"/>
  <Override PartName="/ppt/slideLayouts/slideLayout713.xml" ContentType="application/vnd.openxmlformats-officedocument.presentationml.slideLayout+xml"/>
  <Override PartName="/ppt/slideLayouts/slideLayout714.xml" ContentType="application/vnd.openxmlformats-officedocument.presentationml.slideLayout+xml"/>
  <Override PartName="/ppt/slideLayouts/slideLayout715.xml" ContentType="application/vnd.openxmlformats-officedocument.presentationml.slideLayout+xml"/>
  <Override PartName="/ppt/theme/theme61.xml" ContentType="application/vnd.openxmlformats-officedocument.theme+xml"/>
  <Override PartName="/ppt/slideLayouts/slideLayout716.xml" ContentType="application/vnd.openxmlformats-officedocument.presentationml.slideLayout+xml"/>
  <Override PartName="/ppt/slideLayouts/slideLayout717.xml" ContentType="application/vnd.openxmlformats-officedocument.presentationml.slideLayout+xml"/>
  <Override PartName="/ppt/slideLayouts/slideLayout718.xml" ContentType="application/vnd.openxmlformats-officedocument.presentationml.slideLayout+xml"/>
  <Override PartName="/ppt/slideLayouts/slideLayout719.xml" ContentType="application/vnd.openxmlformats-officedocument.presentationml.slideLayout+xml"/>
  <Override PartName="/ppt/slideLayouts/slideLayout720.xml" ContentType="application/vnd.openxmlformats-officedocument.presentationml.slideLayout+xml"/>
  <Override PartName="/ppt/slideLayouts/slideLayout721.xml" ContentType="application/vnd.openxmlformats-officedocument.presentationml.slideLayout+xml"/>
  <Override PartName="/ppt/slideLayouts/slideLayout722.xml" ContentType="application/vnd.openxmlformats-officedocument.presentationml.slideLayout+xml"/>
  <Override PartName="/ppt/slideLayouts/slideLayout723.xml" ContentType="application/vnd.openxmlformats-officedocument.presentationml.slideLayout+xml"/>
  <Override PartName="/ppt/slideLayouts/slideLayout724.xml" ContentType="application/vnd.openxmlformats-officedocument.presentationml.slideLayout+xml"/>
  <Override PartName="/ppt/slideLayouts/slideLayout725.xml" ContentType="application/vnd.openxmlformats-officedocument.presentationml.slideLayout+xml"/>
  <Override PartName="/ppt/slideLayouts/slideLayout726.xml" ContentType="application/vnd.openxmlformats-officedocument.presentationml.slideLayout+xml"/>
  <Override PartName="/ppt/theme/theme62.xml" ContentType="application/vnd.openxmlformats-officedocument.theme+xml"/>
  <Override PartName="/ppt/slideLayouts/slideLayout727.xml" ContentType="application/vnd.openxmlformats-officedocument.presentationml.slideLayout+xml"/>
  <Override PartName="/ppt/slideLayouts/slideLayout728.xml" ContentType="application/vnd.openxmlformats-officedocument.presentationml.slideLayout+xml"/>
  <Override PartName="/ppt/slideLayouts/slideLayout729.xml" ContentType="application/vnd.openxmlformats-officedocument.presentationml.slideLayout+xml"/>
  <Override PartName="/ppt/slideLayouts/slideLayout730.xml" ContentType="application/vnd.openxmlformats-officedocument.presentationml.slideLayout+xml"/>
  <Override PartName="/ppt/slideLayouts/slideLayout731.xml" ContentType="application/vnd.openxmlformats-officedocument.presentationml.slideLayout+xml"/>
  <Override PartName="/ppt/slideLayouts/slideLayout732.xml" ContentType="application/vnd.openxmlformats-officedocument.presentationml.slideLayout+xml"/>
  <Override PartName="/ppt/slideLayouts/slideLayout733.xml" ContentType="application/vnd.openxmlformats-officedocument.presentationml.slideLayout+xml"/>
  <Override PartName="/ppt/slideLayouts/slideLayout734.xml" ContentType="application/vnd.openxmlformats-officedocument.presentationml.slideLayout+xml"/>
  <Override PartName="/ppt/slideLayouts/slideLayout735.xml" ContentType="application/vnd.openxmlformats-officedocument.presentationml.slideLayout+xml"/>
  <Override PartName="/ppt/slideLayouts/slideLayout736.xml" ContentType="application/vnd.openxmlformats-officedocument.presentationml.slideLayout+xml"/>
  <Override PartName="/ppt/slideLayouts/slideLayout737.xml" ContentType="application/vnd.openxmlformats-officedocument.presentationml.slideLayout+xml"/>
  <Override PartName="/ppt/theme/theme63.xml" ContentType="application/vnd.openxmlformats-officedocument.theme+xml"/>
  <Override PartName="/ppt/theme/theme6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2">
  <p:sldMasterIdLst>
    <p:sldMasterId id="2147483660" r:id="rId1"/>
    <p:sldMasterId id="2147483673" r:id="rId2"/>
    <p:sldMasterId id="2147483686" r:id="rId3"/>
    <p:sldMasterId id="2147483699" r:id="rId4"/>
    <p:sldMasterId id="2147483712" r:id="rId5"/>
    <p:sldMasterId id="2147483725" r:id="rId6"/>
    <p:sldMasterId id="2147483738" r:id="rId7"/>
    <p:sldMasterId id="2147483751" r:id="rId8"/>
    <p:sldMasterId id="2147483764" r:id="rId9"/>
    <p:sldMasterId id="2147483777" r:id="rId10"/>
    <p:sldMasterId id="2147483790" r:id="rId11"/>
    <p:sldMasterId id="2147483803" r:id="rId12"/>
    <p:sldMasterId id="2147483816" r:id="rId13"/>
    <p:sldMasterId id="2147483829" r:id="rId14"/>
    <p:sldMasterId id="2147483842" r:id="rId15"/>
    <p:sldMasterId id="2147483855" r:id="rId16"/>
    <p:sldMasterId id="2147483868" r:id="rId17"/>
    <p:sldMasterId id="2147483881" r:id="rId18"/>
    <p:sldMasterId id="2147483894" r:id="rId19"/>
    <p:sldMasterId id="2147483907" r:id="rId20"/>
    <p:sldMasterId id="2147483920" r:id="rId21"/>
    <p:sldMasterId id="2147483933" r:id="rId22"/>
    <p:sldMasterId id="2147483946" r:id="rId23"/>
    <p:sldMasterId id="2147483959" r:id="rId24"/>
    <p:sldMasterId id="2147483972" r:id="rId25"/>
    <p:sldMasterId id="2147483985" r:id="rId26"/>
    <p:sldMasterId id="2147483998" r:id="rId27"/>
    <p:sldMasterId id="2147484011" r:id="rId28"/>
    <p:sldMasterId id="2147484024" r:id="rId29"/>
    <p:sldMasterId id="2147484037" r:id="rId30"/>
    <p:sldMasterId id="2147484050" r:id="rId31"/>
    <p:sldMasterId id="2147484063" r:id="rId32"/>
    <p:sldMasterId id="2147484076" r:id="rId33"/>
    <p:sldMasterId id="2147484089" r:id="rId34"/>
    <p:sldMasterId id="2147484102" r:id="rId35"/>
    <p:sldMasterId id="2147484115" r:id="rId36"/>
    <p:sldMasterId id="2147484128" r:id="rId37"/>
    <p:sldMasterId id="2147484141" r:id="rId38"/>
    <p:sldMasterId id="2147484154" r:id="rId39"/>
    <p:sldMasterId id="2147484167" r:id="rId40"/>
    <p:sldMasterId id="2147484180" r:id="rId41"/>
    <p:sldMasterId id="2147484193" r:id="rId42"/>
    <p:sldMasterId id="2147484206" r:id="rId43"/>
    <p:sldMasterId id="2147484219" r:id="rId44"/>
    <p:sldMasterId id="2147484232" r:id="rId45"/>
    <p:sldMasterId id="2147484245" r:id="rId46"/>
    <p:sldMasterId id="2147484258" r:id="rId47"/>
    <p:sldMasterId id="2147484271" r:id="rId48"/>
    <p:sldMasterId id="2147484284" r:id="rId49"/>
    <p:sldMasterId id="2147484297" r:id="rId50"/>
    <p:sldMasterId id="2147484310" r:id="rId51"/>
    <p:sldMasterId id="2147484323" r:id="rId52"/>
    <p:sldMasterId id="2147484336" r:id="rId53"/>
    <p:sldMasterId id="2147484349" r:id="rId54"/>
    <p:sldMasterId id="2147484362" r:id="rId55"/>
    <p:sldMasterId id="2147484375" r:id="rId56"/>
    <p:sldMasterId id="2147484388" r:id="rId57"/>
    <p:sldMasterId id="2147484401" r:id="rId58"/>
    <p:sldMasterId id="2147484414" r:id="rId59"/>
    <p:sldMasterId id="2147484427" r:id="rId60"/>
    <p:sldMasterId id="2147484440" r:id="rId61"/>
    <p:sldMasterId id="2147484453" r:id="rId62"/>
    <p:sldMasterId id="2147484466" r:id="rId63"/>
  </p:sldMasterIdLst>
  <p:notesMasterIdLst>
    <p:notesMasterId r:id="rId81"/>
  </p:notesMasterIdLst>
  <p:sldIdLst>
    <p:sldId id="256" r:id="rId64"/>
    <p:sldId id="259" r:id="rId65"/>
    <p:sldId id="267" r:id="rId66"/>
    <p:sldId id="268" r:id="rId67"/>
    <p:sldId id="269" r:id="rId68"/>
    <p:sldId id="270" r:id="rId69"/>
    <p:sldId id="271" r:id="rId70"/>
    <p:sldId id="272" r:id="rId71"/>
    <p:sldId id="273" r:id="rId72"/>
    <p:sldId id="274" r:id="rId73"/>
    <p:sldId id="277" r:id="rId74"/>
    <p:sldId id="260" r:id="rId75"/>
    <p:sldId id="288" r:id="rId76"/>
    <p:sldId id="298" r:id="rId77"/>
    <p:sldId id="299" r:id="rId78"/>
    <p:sldId id="302" r:id="rId79"/>
    <p:sldId id="305" r:id="rId80"/>
  </p:sldIdLst>
  <p:sldSz cx="9144000" cy="6858000" type="screen4x3"/>
  <p:notesSz cx="6858000" cy="9144000"/>
  <p:embeddedFontLst>
    <p:embeddedFont>
      <p:font typeface="Calibri" panose="020F0502020204030204" pitchFamily="34" charset="0"/>
      <p:regular r:id="rId82"/>
      <p:bold r:id="rId83"/>
      <p:italic r:id="rId84"/>
      <p:boldItalic r:id="rId85"/>
    </p:embeddedFont>
    <p:embeddedFont>
      <p:font typeface="Verdana" panose="020B0604030504040204" pitchFamily="34" charset="0"/>
      <p:regular r:id="rId86"/>
      <p:bold r:id="rId87"/>
      <p:italic r:id="rId88"/>
      <p:boldItalic r:id="rId89"/>
    </p:embeddedFont>
    <p:embeddedFont>
      <p:font typeface="Segoe UI" panose="020B0502040204020203" pitchFamily="34" charset="0"/>
      <p:regular r:id="rId90"/>
      <p:bold r:id="rId91"/>
      <p:italic r:id="rId92"/>
      <p:boldItalic r:id="rId93"/>
    </p:embeddedFont>
    <p:embeddedFont>
      <p:font typeface="Segoe Light" panose="020B0604020202020204" charset="0"/>
      <p:regular r:id="rId94"/>
      <p:italic r:id="rId95"/>
    </p:embeddedFont>
    <p:embeddedFont>
      <p:font typeface="Segoe UI Light" panose="020B0502040204020203" pitchFamily="34" charset="0"/>
      <p:regular r:id="rId96"/>
      <p:italic r:id="rId9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398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535" autoAdjust="0"/>
    <p:restoredTop sz="83586" autoAdjust="0"/>
  </p:normalViewPr>
  <p:slideViewPr>
    <p:cSldViewPr snapToGrid="0">
      <p:cViewPr varScale="1">
        <p:scale>
          <a:sx n="92" d="100"/>
          <a:sy n="92" d="100"/>
        </p:scale>
        <p:origin x="2164" y="64"/>
      </p:cViewPr>
      <p:guideLst/>
    </p:cSldViewPr>
  </p:slideViewPr>
  <p:outlineViewPr>
    <p:cViewPr>
      <p:scale>
        <a:sx n="33" d="100"/>
        <a:sy n="33" d="100"/>
      </p:scale>
      <p:origin x="0" y="-10818"/>
    </p:cViewPr>
  </p:outlineViewPr>
  <p:notesTextViewPr>
    <p:cViewPr>
      <p:scale>
        <a:sx n="3" d="2"/>
        <a:sy n="3" d="2"/>
      </p:scale>
      <p:origin x="0" y="0"/>
    </p:cViewPr>
  </p:notesTextViewPr>
  <p:notesViewPr>
    <p:cSldViewPr snapToGrid="0">
      <p:cViewPr varScale="1">
        <p:scale>
          <a:sx n="64" d="100"/>
          <a:sy n="64" d="100"/>
        </p:scale>
        <p:origin x="1656" y="77"/>
      </p:cViewPr>
      <p:guideLst>
        <p:guide orient="horz" pos="2880"/>
        <p:guide pos="398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Master" Target="slideMasters/slideMaster42.xml"/><Relationship Id="rId47" Type="http://schemas.openxmlformats.org/officeDocument/2006/relationships/slideMaster" Target="slideMasters/slideMaster47.xml"/><Relationship Id="rId63" Type="http://schemas.openxmlformats.org/officeDocument/2006/relationships/slideMaster" Target="slideMasters/slideMaster63.xml"/><Relationship Id="rId68" Type="http://schemas.openxmlformats.org/officeDocument/2006/relationships/slide" Target="slides/slide5.xml"/><Relationship Id="rId84" Type="http://schemas.openxmlformats.org/officeDocument/2006/relationships/font" Target="fonts/font3.fntdata"/><Relationship Id="rId89" Type="http://schemas.openxmlformats.org/officeDocument/2006/relationships/font" Target="fonts/font8.fntdata"/><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Master" Target="slideMasters/slideMaster32.xml"/><Relationship Id="rId37" Type="http://schemas.openxmlformats.org/officeDocument/2006/relationships/slideMaster" Target="slideMasters/slideMaster37.xml"/><Relationship Id="rId53" Type="http://schemas.openxmlformats.org/officeDocument/2006/relationships/slideMaster" Target="slideMasters/slideMaster53.xml"/><Relationship Id="rId58" Type="http://schemas.openxmlformats.org/officeDocument/2006/relationships/slideMaster" Target="slideMasters/slideMaster58.xml"/><Relationship Id="rId74" Type="http://schemas.openxmlformats.org/officeDocument/2006/relationships/slide" Target="slides/slide11.xml"/><Relationship Id="rId79" Type="http://schemas.openxmlformats.org/officeDocument/2006/relationships/slide" Target="slides/slide16.xml"/><Relationship Id="rId5" Type="http://schemas.openxmlformats.org/officeDocument/2006/relationships/slideMaster" Target="slideMasters/slideMaster5.xml"/><Relationship Id="rId90" Type="http://schemas.openxmlformats.org/officeDocument/2006/relationships/font" Target="fonts/font9.fntdata"/><Relationship Id="rId95" Type="http://schemas.openxmlformats.org/officeDocument/2006/relationships/font" Target="fonts/font14.fntdata"/><Relationship Id="rId22" Type="http://schemas.openxmlformats.org/officeDocument/2006/relationships/slideMaster" Target="slideMasters/slideMaster22.xml"/><Relationship Id="rId27" Type="http://schemas.openxmlformats.org/officeDocument/2006/relationships/slideMaster" Target="slideMasters/slideMaster27.xml"/><Relationship Id="rId43" Type="http://schemas.openxmlformats.org/officeDocument/2006/relationships/slideMaster" Target="slideMasters/slideMaster43.xml"/><Relationship Id="rId48" Type="http://schemas.openxmlformats.org/officeDocument/2006/relationships/slideMaster" Target="slideMasters/slideMaster48.xml"/><Relationship Id="rId64" Type="http://schemas.openxmlformats.org/officeDocument/2006/relationships/slide" Target="slides/slide1.xml"/><Relationship Id="rId69" Type="http://schemas.openxmlformats.org/officeDocument/2006/relationships/slide" Target="slides/slide6.xml"/><Relationship Id="rId80" Type="http://schemas.openxmlformats.org/officeDocument/2006/relationships/slide" Target="slides/slide17.xml"/><Relationship Id="rId85" Type="http://schemas.openxmlformats.org/officeDocument/2006/relationships/font" Target="fonts/font4.fntdata"/><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Master" Target="slideMasters/slideMaster33.xml"/><Relationship Id="rId38" Type="http://schemas.openxmlformats.org/officeDocument/2006/relationships/slideMaster" Target="slideMasters/slideMaster38.xml"/><Relationship Id="rId46" Type="http://schemas.openxmlformats.org/officeDocument/2006/relationships/slideMaster" Target="slideMasters/slideMaster46.xml"/><Relationship Id="rId59" Type="http://schemas.openxmlformats.org/officeDocument/2006/relationships/slideMaster" Target="slideMasters/slideMaster59.xml"/><Relationship Id="rId67" Type="http://schemas.openxmlformats.org/officeDocument/2006/relationships/slide" Target="slides/slide4.xml"/><Relationship Id="rId20" Type="http://schemas.openxmlformats.org/officeDocument/2006/relationships/slideMaster" Target="slideMasters/slideMaster20.xml"/><Relationship Id="rId41" Type="http://schemas.openxmlformats.org/officeDocument/2006/relationships/slideMaster" Target="slideMasters/slideMaster41.xml"/><Relationship Id="rId54" Type="http://schemas.openxmlformats.org/officeDocument/2006/relationships/slideMaster" Target="slideMasters/slideMaster54.xml"/><Relationship Id="rId62" Type="http://schemas.openxmlformats.org/officeDocument/2006/relationships/slideMaster" Target="slideMasters/slideMaster62.xml"/><Relationship Id="rId70" Type="http://schemas.openxmlformats.org/officeDocument/2006/relationships/slide" Target="slides/slide7.xml"/><Relationship Id="rId75" Type="http://schemas.openxmlformats.org/officeDocument/2006/relationships/slide" Target="slides/slide12.xml"/><Relationship Id="rId83" Type="http://schemas.openxmlformats.org/officeDocument/2006/relationships/font" Target="fonts/font2.fntdata"/><Relationship Id="rId88" Type="http://schemas.openxmlformats.org/officeDocument/2006/relationships/font" Target="fonts/font7.fntdata"/><Relationship Id="rId91" Type="http://schemas.openxmlformats.org/officeDocument/2006/relationships/font" Target="fonts/font10.fntdata"/><Relationship Id="rId96"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Master" Target="slideMasters/slideMaster36.xml"/><Relationship Id="rId49" Type="http://schemas.openxmlformats.org/officeDocument/2006/relationships/slideMaster" Target="slideMasters/slideMaster49.xml"/><Relationship Id="rId57" Type="http://schemas.openxmlformats.org/officeDocument/2006/relationships/slideMaster" Target="slideMasters/slideMaster57.xml"/><Relationship Id="rId10" Type="http://schemas.openxmlformats.org/officeDocument/2006/relationships/slideMaster" Target="slideMasters/slideMaster10.xml"/><Relationship Id="rId31" Type="http://schemas.openxmlformats.org/officeDocument/2006/relationships/slideMaster" Target="slideMasters/slideMaster31.xml"/><Relationship Id="rId44" Type="http://schemas.openxmlformats.org/officeDocument/2006/relationships/slideMaster" Target="slideMasters/slideMaster44.xml"/><Relationship Id="rId52" Type="http://schemas.openxmlformats.org/officeDocument/2006/relationships/slideMaster" Target="slideMasters/slideMaster52.xml"/><Relationship Id="rId60" Type="http://schemas.openxmlformats.org/officeDocument/2006/relationships/slideMaster" Target="slideMasters/slideMaster60.xml"/><Relationship Id="rId65" Type="http://schemas.openxmlformats.org/officeDocument/2006/relationships/slide" Target="slides/slide2.xml"/><Relationship Id="rId73" Type="http://schemas.openxmlformats.org/officeDocument/2006/relationships/slide" Target="slides/slide10.xml"/><Relationship Id="rId78" Type="http://schemas.openxmlformats.org/officeDocument/2006/relationships/slide" Target="slides/slide15.xml"/><Relationship Id="rId81" Type="http://schemas.openxmlformats.org/officeDocument/2006/relationships/notesMaster" Target="notesMasters/notesMaster1.xml"/><Relationship Id="rId86" Type="http://schemas.openxmlformats.org/officeDocument/2006/relationships/font" Target="fonts/font5.fntdata"/><Relationship Id="rId94" Type="http://schemas.openxmlformats.org/officeDocument/2006/relationships/font" Target="fonts/font13.fntdata"/><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Master" Target="slideMasters/slideMaster39.xml"/><Relationship Id="rId34" Type="http://schemas.openxmlformats.org/officeDocument/2006/relationships/slideMaster" Target="slideMasters/slideMaster34.xml"/><Relationship Id="rId50" Type="http://schemas.openxmlformats.org/officeDocument/2006/relationships/slideMaster" Target="slideMasters/slideMaster50.xml"/><Relationship Id="rId55" Type="http://schemas.openxmlformats.org/officeDocument/2006/relationships/slideMaster" Target="slideMasters/slideMaster55.xml"/><Relationship Id="rId76" Type="http://schemas.openxmlformats.org/officeDocument/2006/relationships/slide" Target="slides/slide13.xml"/><Relationship Id="rId97" Type="http://schemas.openxmlformats.org/officeDocument/2006/relationships/font" Target="fonts/font16.fntdata"/><Relationship Id="rId7" Type="http://schemas.openxmlformats.org/officeDocument/2006/relationships/slideMaster" Target="slideMasters/slideMaster7.xml"/><Relationship Id="rId71" Type="http://schemas.openxmlformats.org/officeDocument/2006/relationships/slide" Target="slides/slide8.xml"/><Relationship Id="rId92" Type="http://schemas.openxmlformats.org/officeDocument/2006/relationships/font" Target="fonts/font11.fntdata"/><Relationship Id="rId2" Type="http://schemas.openxmlformats.org/officeDocument/2006/relationships/slideMaster" Target="slideMasters/slideMaster2.xml"/><Relationship Id="rId29" Type="http://schemas.openxmlformats.org/officeDocument/2006/relationships/slideMaster" Target="slideMasters/slideMaster29.xml"/><Relationship Id="rId24" Type="http://schemas.openxmlformats.org/officeDocument/2006/relationships/slideMaster" Target="slideMasters/slideMaster24.xml"/><Relationship Id="rId40" Type="http://schemas.openxmlformats.org/officeDocument/2006/relationships/slideMaster" Target="slideMasters/slideMaster40.xml"/><Relationship Id="rId45" Type="http://schemas.openxmlformats.org/officeDocument/2006/relationships/slideMaster" Target="slideMasters/slideMaster45.xml"/><Relationship Id="rId66" Type="http://schemas.openxmlformats.org/officeDocument/2006/relationships/slide" Target="slides/slide3.xml"/><Relationship Id="rId87" Type="http://schemas.openxmlformats.org/officeDocument/2006/relationships/font" Target="fonts/font6.fntdata"/><Relationship Id="rId61" Type="http://schemas.openxmlformats.org/officeDocument/2006/relationships/slideMaster" Target="slideMasters/slideMaster61.xml"/><Relationship Id="rId82" Type="http://schemas.openxmlformats.org/officeDocument/2006/relationships/font" Target="fonts/font1.fntdata"/><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56" Type="http://schemas.openxmlformats.org/officeDocument/2006/relationships/slideMaster" Target="slideMasters/slideMaster56.xml"/><Relationship Id="rId77" Type="http://schemas.openxmlformats.org/officeDocument/2006/relationships/slide" Target="slides/slide14.xml"/><Relationship Id="rId100"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Master" Target="slideMasters/slideMaster51.xml"/><Relationship Id="rId72" Type="http://schemas.openxmlformats.org/officeDocument/2006/relationships/slide" Target="slides/slide9.xml"/><Relationship Id="rId93" Type="http://schemas.openxmlformats.org/officeDocument/2006/relationships/font" Target="fonts/font12.fntdata"/><Relationship Id="rId98" Type="http://schemas.openxmlformats.org/officeDocument/2006/relationships/presProps" Target="presProps.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AA3BF0-EE8B-4355-B11F-F5BB4E9C2B42}" type="datetimeFigureOut">
              <a:rPr lang="en-CA" smtClean="0"/>
              <a:t>2017-05-03</a:t>
            </a:fld>
            <a:endParaRPr lang="en-CA"/>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A1F45A-45A6-418F-ABA5-EC8D7307846F}" type="slidenum">
              <a:rPr lang="en-CA" smtClean="0"/>
              <a:t>‹N°›</a:t>
            </a:fld>
            <a:endParaRPr lang="en-CA"/>
          </a:p>
        </p:txBody>
      </p:sp>
    </p:spTree>
    <p:extLst>
      <p:ext uri="{BB962C8B-B14F-4D97-AF65-F5344CB8AC3E}">
        <p14:creationId xmlns:p14="http://schemas.microsoft.com/office/powerpoint/2010/main" val="3772756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ts val="1300"/>
              </a:lnSpc>
              <a:spcBef>
                <a:spcPts val="900"/>
              </a:spcBef>
              <a:spcAft>
                <a:spcPts val="300"/>
              </a:spcAft>
            </a:pPr>
            <a:endParaRPr lang="en-CA" sz="1000" dirty="0">
              <a:effectLst/>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552049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610431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Remind students that the minimum hardware requirements apply to the operating system itself, and do not include any applications that they might want to deploy on the operating system. Hardware requirements also vary depending on the server role. For example, a SQL Server database server requires a more powerful processor and more RAM than a server that functions as a file server.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Why does a server need more hard disk drive space if it has more than 16 GB of RAM?</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A server needs more hard disk drive space because it requires additional hard disk space for virtual memory.</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940590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Slide 1 of 7: Choose installation language, currency format, time format, and keyboard input method.</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There are seven slides for this topic. None have actual animations.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Use these slides to demonstrate each part of the Windows Server 2012 R2 installation process.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Reinforce that only a few decisions need to be made to deploy Windows Server 2012 R2. </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Remind students that in almost all cases they will use the Custom rather than the Upgrade installation option. </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Remind students that upgrades must be launched from within the Windows Server operating system, but that they can launch a fresh installation from bootable media.</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 seven separate slides illustrate the Windows Server 2012 R2 installation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tabLst>
                <a:tab pos="4572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Slide 1: Choose installation language, currency format, time format, and keyboard input method.</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tabLst>
                <a:tab pos="4572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Slide 2: Click Install Now, or choose to repair your computer.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tabLst>
                <a:tab pos="4572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Slide 3: Select the operating system that you want to install.</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tabLst>
                <a:tab pos="4572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Slide 4: Review and accept the license terms.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tabLst>
                <a:tab pos="4572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Slide 5: Select the installation type, Upgrade or Custom.</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tabLst>
                <a:tab pos="4572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Slide 6: Select the installation location.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tabLst>
                <a:tab pos="457200" algn="l"/>
              </a:tabLst>
            </a:pPr>
            <a:r>
              <a:rPr lang="en-CA" sz="1000" dirty="0" smtClean="0">
                <a:effectLst/>
                <a:latin typeface="Arial" panose="020B0604020202020204" pitchFamily="34" charset="0"/>
                <a:ea typeface="Calibri" panose="020F0502020204030204" pitchFamily="34" charset="0"/>
                <a:cs typeface="Segoe UI" panose="020B0502040204020203" pitchFamily="34" charset="0"/>
              </a:rPr>
              <a:t>Slide 7: Provide the password for the local administrator account.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311271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Slide 2 of 7: </a:t>
            </a:r>
            <a:r>
              <a:rPr lang="en-CA" sz="1000" smtClean="0">
                <a:effectLst/>
                <a:latin typeface="Arial" panose="020B0604020202020204" pitchFamily="34" charset="0"/>
                <a:ea typeface="Calibri" panose="020F0502020204030204" pitchFamily="34" charset="0"/>
                <a:cs typeface="Segoe UI" panose="020B0502040204020203" pitchFamily="34" charset="0"/>
              </a:rPr>
              <a:t>Click Install Now, or choose to repair your computer.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288442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Slide 3 of 7: Select the operating system you want to install.</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967237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Slide 4 of 7: Review and accept the license terms.</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777362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Slide 5 of 7: Select the installation type, Upgrade or Custom.</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748770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Slide 6 of 7: Select the installation location.</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027259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Slide 7 of 7: Provide the password for the local administrator account.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10</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4046340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11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785304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12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0061585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13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802885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14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6065187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15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40495798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Discuss the benefits of using the Windows PowerShell Integrated Scripting Environment (ISE) over using the normal Windows PowerShell window.</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16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8089438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Before the students begin the lab, read the lab scenario and display the next slide. Before each exercise, read the scenario associated with the exercise to the class. The scenarios give context to the lab and exercises, and help you facilitate the discussion at the end of the lab. Remind the students to complete the discussion questions after the last lab exercise.</a:t>
            </a:r>
          </a:p>
          <a:p>
            <a:pPr>
              <a:lnSpc>
                <a:spcPct val="107000"/>
              </a:lnSpc>
              <a:spcAft>
                <a:spcPts val="800"/>
              </a:spcAft>
            </a:pPr>
            <a:r>
              <a:rPr lang="en-CA" sz="1000" b="1"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1: Deploying Windows Server 2012 </a:t>
            </a:r>
            <a:endParaRPr lang="en-CA" sz="1000" b="1"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 first Windows Server 2012 server that you are installing for the Marketing department will host a SQL Server 2012 database engine instance. You want to configure the server so that it will have the full GUI, as this will allow the application vendor to run support tools directly on the server, rather than requiring a remote connection.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 first server you will install for the new marketing app is for a SQL Server 2012 database. This server will have the full GUI to allow the application vendor to run support tools directly on the server.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2: Configuring Windows Server 2012 Server Core</a:t>
            </a:r>
            <a:endParaRPr lang="en-CA" sz="1000" b="1"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 web‑based tier of the marketing application is a .NET application. To minimize the operating system footprint and reduce the need to apply software updates, you have chosen to host the IIS component on a computer that is running the Server Core installation option of the Windows Server 2012 operating system.</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To enable this, you need to configure a computer that is running Windows Server 2012 with the Server Core installation option.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Segoe UI" panose="020B0502040204020203" pitchFamily="34" charset="0"/>
              </a:rPr>
              <a:t>Instructor Note: </a:t>
            </a:r>
            <a:r>
              <a:rPr lang="en-CA" sz="1000" dirty="0" smtClean="0">
                <a:effectLst/>
                <a:latin typeface="Arial" panose="020B0604020202020204" pitchFamily="34" charset="0"/>
                <a:ea typeface="Calibri" panose="020F0502020204030204" pitchFamily="34" charset="0"/>
                <a:cs typeface="Segoe UI" panose="020B0502040204020203" pitchFamily="34" charset="0"/>
              </a:rPr>
              <a:t>Advanced students can choose to use appropriate command‑line commands rather than utilizing sconfig.cmd to perform these configuration tasks.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3: Managing Servers</a:t>
            </a:r>
            <a:endParaRPr lang="en-CA" sz="1000" b="1"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After deploying the servers LON‑SVR3 and LON‑CORE for hosting the Marketing application, you need to install appropriate server roles and features to support the application. With this in mind, you will install the Windows Server Backup feature on both LON‑SVR3 and LON‑CORE. You will install the Web Server role on LON‑CORE.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You also need to configure the World Wide Web Publishing service on LON‑CORE.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4: Using Windows PowerShell to Manage Servers </a:t>
            </a:r>
            <a:endParaRPr lang="en-CA" sz="1000" b="1"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 marketing application vendor has indicated that the company can provide some Windows PowerShell scripts to configure the web server that is hosting the application. You need to verify that remote administration is functional before you run the scripts.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17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 Deploying and Managing Windows Server 2012</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27301133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2.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2.jpe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xml"/><Relationship Id="rId4" Type="http://schemas.openxmlformats.org/officeDocument/2006/relationships/image" Target="../media/image2.jpe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2.jpe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7.xml"/><Relationship Id="rId4" Type="http://schemas.openxmlformats.org/officeDocument/2006/relationships/image" Target="../media/image2.jpe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8.xml"/><Relationship Id="rId4" Type="http://schemas.openxmlformats.org/officeDocument/2006/relationships/image" Target="../media/image2.jpe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9.xml"/><Relationship Id="rId4" Type="http://schemas.openxmlformats.org/officeDocument/2006/relationships/image" Target="../media/image2.jpe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0.xml"/><Relationship Id="rId4" Type="http://schemas.openxmlformats.org/officeDocument/2006/relationships/image" Target="../media/image2.jpe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1.xml"/><Relationship Id="rId4" Type="http://schemas.openxmlformats.org/officeDocument/2006/relationships/image" Target="../media/image2.jpe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2.xml"/><Relationship Id="rId4" Type="http://schemas.openxmlformats.org/officeDocument/2006/relationships/image" Target="../media/image2.jpe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3.xml"/><Relationship Id="rId4" Type="http://schemas.openxmlformats.org/officeDocument/2006/relationships/image" Target="../media/image2.jpe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4.xml"/><Relationship Id="rId4" Type="http://schemas.openxmlformats.org/officeDocument/2006/relationships/image" Target="../media/image2.jpe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5.xml"/><Relationship Id="rId4" Type="http://schemas.openxmlformats.org/officeDocument/2006/relationships/image" Target="../media/image2.jpe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6.xml"/><Relationship Id="rId4" Type="http://schemas.openxmlformats.org/officeDocument/2006/relationships/image" Target="../media/image2.jpe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7.xml"/><Relationship Id="rId4" Type="http://schemas.openxmlformats.org/officeDocument/2006/relationships/image" Target="../media/image2.jpe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8.xml"/><Relationship Id="rId4" Type="http://schemas.openxmlformats.org/officeDocument/2006/relationships/image" Target="../media/image2.jpe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9.xml"/><Relationship Id="rId4" Type="http://schemas.openxmlformats.org/officeDocument/2006/relationships/image" Target="../media/image2.jpe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0.xml"/><Relationship Id="rId4" Type="http://schemas.openxmlformats.org/officeDocument/2006/relationships/image" Target="../media/image2.jpeg"/></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1.xml"/><Relationship Id="rId4" Type="http://schemas.openxmlformats.org/officeDocument/2006/relationships/image" Target="../media/image2.jpeg"/></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2.xml"/><Relationship Id="rId4" Type="http://schemas.openxmlformats.org/officeDocument/2006/relationships/image" Target="../media/image2.jpeg"/></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3.xml"/><Relationship Id="rId4" Type="http://schemas.openxmlformats.org/officeDocument/2006/relationships/image" Target="../media/image2.jpeg"/></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4.xml"/><Relationship Id="rId4" Type="http://schemas.openxmlformats.org/officeDocument/2006/relationships/image" Target="../media/image2.jpeg"/></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5.xml"/><Relationship Id="rId4" Type="http://schemas.openxmlformats.org/officeDocument/2006/relationships/image" Target="../media/image2.jpeg"/></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6.xml"/><Relationship Id="rId4" Type="http://schemas.openxmlformats.org/officeDocument/2006/relationships/image" Target="../media/image2.jpeg"/></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7.xml"/><Relationship Id="rId4" Type="http://schemas.openxmlformats.org/officeDocument/2006/relationships/image" Target="../media/image2.jpeg"/></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8.xml"/><Relationship Id="rId4" Type="http://schemas.openxmlformats.org/officeDocument/2006/relationships/image" Target="../media/image2.jpeg"/></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9.xml"/><Relationship Id="rId4" Type="http://schemas.openxmlformats.org/officeDocument/2006/relationships/image" Target="../media/image2.jpeg"/></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0.xml"/><Relationship Id="rId4" Type="http://schemas.openxmlformats.org/officeDocument/2006/relationships/image" Target="../media/image2.jpeg"/></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1.xml"/><Relationship Id="rId4" Type="http://schemas.openxmlformats.org/officeDocument/2006/relationships/image" Target="../media/image2.jpeg"/></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2.xml"/><Relationship Id="rId4" Type="http://schemas.openxmlformats.org/officeDocument/2006/relationships/image" Target="../media/image2.jpeg"/></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3.xml"/><Relationship Id="rId4" Type="http://schemas.openxmlformats.org/officeDocument/2006/relationships/image" Target="../media/image2.jpeg"/></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4.xml"/><Relationship Id="rId4" Type="http://schemas.openxmlformats.org/officeDocument/2006/relationships/image" Target="../media/image2.jpeg"/></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5.xml"/><Relationship Id="rId4" Type="http://schemas.openxmlformats.org/officeDocument/2006/relationships/image" Target="../media/image2.jpeg"/></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6.xml"/><Relationship Id="rId4" Type="http://schemas.openxmlformats.org/officeDocument/2006/relationships/image" Target="../media/image2.jpeg"/></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7.xml"/><Relationship Id="rId4" Type="http://schemas.openxmlformats.org/officeDocument/2006/relationships/image" Target="../media/image2.jpeg"/></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8.xml"/><Relationship Id="rId4" Type="http://schemas.openxmlformats.org/officeDocument/2006/relationships/image" Target="../media/image2.jpeg"/></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9.xml"/><Relationship Id="rId4" Type="http://schemas.openxmlformats.org/officeDocument/2006/relationships/image" Target="../media/image2.jpeg"/></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0.xml"/><Relationship Id="rId4" Type="http://schemas.openxmlformats.org/officeDocument/2006/relationships/image" Target="../media/image2.jpeg"/></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1.xml"/><Relationship Id="rId4" Type="http://schemas.openxmlformats.org/officeDocument/2006/relationships/image" Target="../media/image2.jpeg"/></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2.xml"/><Relationship Id="rId4" Type="http://schemas.openxmlformats.org/officeDocument/2006/relationships/image" Target="../media/image2.jpeg"/></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3.xml"/><Relationship Id="rId4" Type="http://schemas.openxmlformats.org/officeDocument/2006/relationships/image" Target="../media/image2.jpeg"/></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4.xml"/><Relationship Id="rId4" Type="http://schemas.openxmlformats.org/officeDocument/2006/relationships/image" Target="../media/image2.jpeg"/></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5.xml"/><Relationship Id="rId4" Type="http://schemas.openxmlformats.org/officeDocument/2006/relationships/image" Target="../media/image2.jpeg"/></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2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3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3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32.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3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3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6.xml"/><Relationship Id="rId4" Type="http://schemas.openxmlformats.org/officeDocument/2006/relationships/image" Target="../media/image2.jpeg"/></Relationships>
</file>

<file path=ppt/slideLayouts/_rels/slideLayout53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3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3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3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4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4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4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4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4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45.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4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4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7.xml"/><Relationship Id="rId4" Type="http://schemas.openxmlformats.org/officeDocument/2006/relationships/image" Target="../media/image2.jpeg"/></Relationships>
</file>

<file path=ppt/slideLayouts/_rels/slideLayout54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4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50.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51.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52.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5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54.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5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5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5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5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5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8.xml"/><Relationship Id="rId4" Type="http://schemas.openxmlformats.org/officeDocument/2006/relationships/image" Target="../media/image2.jpeg"/></Relationships>
</file>

<file path=ppt/slideLayouts/_rels/slideLayout56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6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6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63.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6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6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6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67.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6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69.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7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7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9.xml"/><Relationship Id="rId4" Type="http://schemas.openxmlformats.org/officeDocument/2006/relationships/image" Target="../media/image2.jpeg"/></Relationships>
</file>

<file path=ppt/slideLayouts/_rels/slideLayout57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7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74.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75.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76.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77.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78.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7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80.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81.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8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8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0.xml"/><Relationship Id="rId4" Type="http://schemas.openxmlformats.org/officeDocument/2006/relationships/image" Target="../media/image2.jpeg"/></Relationships>
</file>

<file path=ppt/slideLayouts/_rels/slideLayout58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85.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86.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87.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88.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89.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9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91.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92.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93.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9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9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1.xml"/><Relationship Id="rId4" Type="http://schemas.openxmlformats.org/officeDocument/2006/relationships/image" Target="../media/image2.jpeg"/></Relationships>
</file>

<file path=ppt/slideLayouts/_rels/slideLayout596.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97.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98.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99.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00.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0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02.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03.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04.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05.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0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2.xml"/><Relationship Id="rId4" Type="http://schemas.openxmlformats.org/officeDocument/2006/relationships/image" Target="../media/image2.jpeg"/></Relationships>
</file>

<file path=ppt/slideLayouts/_rels/slideLayout607.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08.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09.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1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1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1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13.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14.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15.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16.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3.xml"/><Relationship Id="rId4" Type="http://schemas.openxmlformats.org/officeDocument/2006/relationships/image" Target="../media/image2.jpeg"/></Relationships>
</file>

<file path=ppt/slideLayouts/_rels/slideLayout618.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19.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20.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21.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22.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2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24.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25.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26.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27.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4.xml"/><Relationship Id="rId4" Type="http://schemas.openxmlformats.org/officeDocument/2006/relationships/image" Target="../media/image2.jpeg"/></Relationships>
</file>

<file path=ppt/slideLayouts/_rels/slideLayout629.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30.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31.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32.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33.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34.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35.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36.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37.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38.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3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5.xml"/><Relationship Id="rId4" Type="http://schemas.openxmlformats.org/officeDocument/2006/relationships/image" Target="../media/image2.jpeg"/></Relationships>
</file>

<file path=ppt/slideLayouts/_rels/slideLayout640.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41.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42.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43.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44.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4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46.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47.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48.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49.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5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6.xml"/><Relationship Id="rId4" Type="http://schemas.openxmlformats.org/officeDocument/2006/relationships/image" Target="../media/image2.jpeg"/></Relationships>
</file>

<file path=ppt/slideLayouts/_rels/slideLayout651.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52.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53.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54.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55.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5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57.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58.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59.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60.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7.xml"/><Relationship Id="rId4" Type="http://schemas.openxmlformats.org/officeDocument/2006/relationships/image" Target="../media/image2.jpeg"/></Relationships>
</file>

<file path=ppt/slideLayouts/_rels/slideLayout662.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63.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64.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65.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66.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6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68.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69.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70.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71.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7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8.xml"/><Relationship Id="rId4" Type="http://schemas.openxmlformats.org/officeDocument/2006/relationships/image" Target="../media/image2.jpeg"/></Relationships>
</file>

<file path=ppt/slideLayouts/_rels/slideLayout673.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74.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75.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76.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77.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7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79.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80.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81.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82.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8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9.xml"/><Relationship Id="rId4" Type="http://schemas.openxmlformats.org/officeDocument/2006/relationships/image" Target="../media/image2.jpeg"/></Relationships>
</file>

<file path=ppt/slideLayouts/_rels/slideLayout684.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85.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86.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87.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88.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89.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90.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91.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92.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93.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9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60.xml"/><Relationship Id="rId4" Type="http://schemas.openxmlformats.org/officeDocument/2006/relationships/image" Target="../media/image2.jpeg"/></Relationships>
</file>

<file path=ppt/slideLayouts/_rels/slideLayout695.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96.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97.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98.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99.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00.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01.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02.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03.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04.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70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61.xml"/><Relationship Id="rId4" Type="http://schemas.openxmlformats.org/officeDocument/2006/relationships/image" Target="../media/image2.jpeg"/></Relationships>
</file>

<file path=ppt/slideLayouts/_rels/slideLayout706.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07.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08.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09.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10.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11.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12.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13.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14.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15.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7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62.xml"/><Relationship Id="rId4" Type="http://schemas.openxmlformats.org/officeDocument/2006/relationships/image" Target="../media/image2.jpeg"/></Relationships>
</file>

<file path=ppt/slideLayouts/_rels/slideLayout717.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18.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19.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20.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21.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22.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23.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24.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25.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26.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7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63.xml"/><Relationship Id="rId4" Type="http://schemas.openxmlformats.org/officeDocument/2006/relationships/image" Target="../media/image2.jpeg"/></Relationships>
</file>

<file path=ppt/slideLayouts/_rels/slideLayout728.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29.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30.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31.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32.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33.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34.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35.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36.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737.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711882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81214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122009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05819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50495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53619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1367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00210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8007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59041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548383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5684590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05976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35746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986377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987179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786956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7282927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2334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1636062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012476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983794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943927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7824754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236630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2594046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367954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907822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3858227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7967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7382444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010651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466855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374338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8661273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9297849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748286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876141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241861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0613089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4641809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1476322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0698048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190148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524448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0238005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29343878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166312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738505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1751162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801313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759525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06298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476752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26801196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7281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615428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74035988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54377481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474063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5270268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6890543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2781980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00841306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5190108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14173475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14634196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7915716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4762775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14839639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05865093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778141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1506853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8524215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6340069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92584215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916963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20869991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895284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9492912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7550830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77252437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96195960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3733117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54035387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3519856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0516423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59253918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844215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79660085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5984013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003020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2990568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7423808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3848749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79330346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6259530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6276402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15525796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769831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0041309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26995659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3609295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5993079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41186714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59968813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1814355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44243077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2773153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6383182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520339" cy="740664"/>
          </a:xfrm>
        </p:spPr>
        <p:txBody>
          <a:bodyPr/>
          <a:lstStyle/>
          <a:p>
            <a:r>
              <a:rPr lang="en-US" smtClean="0"/>
              <a:t>Click to edit Master title style</a:t>
            </a:r>
            <a:endParaRPr lang="en-US"/>
          </a:p>
        </p:txBody>
      </p:sp>
    </p:spTree>
    <p:extLst>
      <p:ext uri="{BB962C8B-B14F-4D97-AF65-F5344CB8AC3E}">
        <p14:creationId xmlns:p14="http://schemas.microsoft.com/office/powerpoint/2010/main" val="282099179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3007091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76713578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54315881"/>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2591170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9875049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89001190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75809741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5373139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112679773"/>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1568044"/>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8825366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97493282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895204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9815625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5901686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70221497"/>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9328419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33701092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51016657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9667769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10254010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36391638"/>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5051719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17934551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165573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82214703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08401240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6445282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7744255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733428101"/>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643986618"/>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3042307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12384294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5299869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25053956"/>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5861850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98416521"/>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06491539"/>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0689329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259506"/>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4114089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551968522"/>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305328192"/>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9618653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87671916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4699523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09035958"/>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222276192"/>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1821109"/>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6569171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092194791"/>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95334726"/>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2060654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871684453"/>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367554871"/>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40561857"/>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648481455"/>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7986881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22575990"/>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619491711"/>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12153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60827257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551685713"/>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3719351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5494315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828189962"/>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337869624"/>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76450480"/>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830124579"/>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47562145"/>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46968967"/>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42039390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49550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60364615"/>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091509385"/>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18983375"/>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73084059"/>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005498245"/>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78496665"/>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58273312"/>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113158532"/>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38447166"/>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09835044"/>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216545179"/>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6887139"/>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332420878"/>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09459542"/>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70907156"/>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82139463"/>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222675249"/>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802569206"/>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99709228"/>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72777588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01805727"/>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43239500"/>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00893867"/>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62089814"/>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7274814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724267912"/>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87588131"/>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24991495"/>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4069626107"/>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289616152"/>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85699517"/>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865692766"/>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94076449"/>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283709"/>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863268748"/>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0606616"/>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678779488"/>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96035252"/>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86352815"/>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3176322"/>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906475951"/>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774504463"/>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60744290"/>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122250459"/>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52556770"/>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03424272"/>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17317153"/>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6082103"/>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417664203"/>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60112470"/>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09919871"/>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54115197"/>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081964596"/>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43818977"/>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90620209"/>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671386925"/>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31482479"/>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94437065"/>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682769337"/>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8485652"/>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33474954"/>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942815310"/>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90112753"/>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10406175"/>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280971741"/>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62046918"/>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211050852"/>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74489939"/>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7304673"/>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35873441"/>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567630"/>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755661525"/>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166661494"/>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32537786"/>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868972"/>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490536299"/>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294729848"/>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46878434"/>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96849005"/>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04199128"/>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96501985"/>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839907815"/>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7195623"/>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01646104"/>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86635650"/>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7348319"/>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59835919"/>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102966246"/>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695791088"/>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01550227"/>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180698501"/>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06165821"/>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12255563"/>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819810677"/>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1032668"/>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81981382"/>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05390062"/>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05634259"/>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73034120"/>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520381925"/>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311484510"/>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85758783"/>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4649173"/>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11021773"/>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47733346"/>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858880915"/>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674747"/>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809462586"/>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74962262"/>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63317917"/>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87100699"/>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983889132"/>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422934002"/>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3312519"/>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371027841"/>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51859176"/>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36862352"/>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269120318"/>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6728217"/>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34074700"/>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738038899"/>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66749248"/>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59293583"/>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375369331"/>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849641951"/>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15236900"/>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083258421"/>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95634150"/>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66795220"/>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159554375"/>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2385952"/>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090250541"/>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007062789"/>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70238720"/>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27541455"/>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434254378"/>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545079902"/>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80789243"/>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202199114"/>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07572957"/>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745397"/>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551893258"/>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0772381"/>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65758218"/>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53246706"/>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53535701"/>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76320195"/>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032205128"/>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309493147"/>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44333496"/>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787229019"/>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82921329"/>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61822787"/>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0859"/>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650624"/>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681269790"/>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027391396"/>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55961793"/>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73658425"/>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195915196"/>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805811516"/>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5017757"/>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745510532"/>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43721760"/>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88059657"/>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964774705"/>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43026"/>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540849554"/>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916754679"/>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26899516"/>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54064171"/>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302558935"/>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800990429"/>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45124384"/>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65081230"/>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55349862"/>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97026933"/>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213676470"/>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9035492"/>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713630760"/>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19757174"/>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80440473"/>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50860748"/>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547546735"/>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146634705"/>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4086154"/>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825149936"/>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74693007"/>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82188871"/>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09025473"/>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587037"/>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36185295"/>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01529874"/>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62556024"/>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88283064"/>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946489111"/>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683514310"/>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61836670"/>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590375507"/>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29187135"/>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18956387"/>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6416299"/>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9170298"/>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326992697"/>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742124521"/>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02357126"/>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86645850"/>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056097204"/>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747807974"/>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31388937"/>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359746810"/>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96542237"/>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65531740"/>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015811758"/>
      </p:ext>
    </p:extLst>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288169"/>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518551257"/>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45401566"/>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66342063"/>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27654196"/>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4206548811"/>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746105766"/>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17636455"/>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675253888"/>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64917802"/>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35114740"/>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455975583"/>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70194755"/>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26275842"/>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12098379"/>
      </p:ext>
    </p:extLst>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4030087"/>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6824495"/>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140598339"/>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17578877"/>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591756630"/>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58392951"/>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05182502"/>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007588937"/>
      </p:ext>
    </p:extLst>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7410197"/>
      </p:ext>
    </p:extLst>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36079908"/>
      </p:ext>
    </p:extLst>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11799674"/>
      </p:ext>
    </p:extLst>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22227848"/>
      </p:ext>
    </p:extLst>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56971919"/>
      </p:ext>
    </p:extLst>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431885100"/>
      </p:ext>
    </p:extLst>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991958357"/>
      </p:ext>
    </p:extLst>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83471306"/>
      </p:ext>
    </p:extLst>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52724261"/>
      </p:ext>
    </p:extLst>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11316051"/>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01122812"/>
      </p:ext>
    </p:extLst>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349776920"/>
      </p:ext>
    </p:extLst>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58891383"/>
      </p:ext>
    </p:extLst>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89257065"/>
      </p:ext>
    </p:extLst>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945050737"/>
      </p:ext>
    </p:extLst>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34971794"/>
      </p:ext>
    </p:extLst>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18413066"/>
      </p:ext>
    </p:extLst>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4151927441"/>
      </p:ext>
    </p:extLst>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71484404"/>
      </p:ext>
    </p:extLst>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46794724"/>
      </p:ext>
    </p:extLst>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531810666"/>
      </p:ext>
    </p:extLst>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44206811"/>
      </p:ext>
    </p:extLst>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46289627"/>
      </p:ext>
    </p:extLst>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796743927"/>
      </p:ext>
    </p:extLst>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7954004"/>
      </p:ext>
    </p:extLst>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1194717"/>
      </p:ext>
    </p:extLst>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26527309"/>
      </p:ext>
    </p:extLst>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45347907"/>
      </p:ext>
    </p:extLst>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82721769"/>
      </p:ext>
    </p:extLst>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793582100"/>
      </p:ext>
    </p:extLst>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768268072"/>
      </p:ext>
    </p:extLst>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64270506"/>
      </p:ext>
    </p:extLst>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466812347"/>
      </p:ext>
    </p:extLst>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21783092"/>
      </p:ext>
    </p:extLst>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76119003"/>
      </p:ext>
    </p:extLst>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039208144"/>
      </p:ext>
    </p:extLst>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470921"/>
      </p:ext>
    </p:extLst>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572568964"/>
      </p:ext>
    </p:extLst>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28899426"/>
      </p:ext>
    </p:extLst>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94113744"/>
      </p:ext>
    </p:extLst>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67119561"/>
      </p:ext>
    </p:extLst>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766019423"/>
      </p:ext>
    </p:extLst>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569329141"/>
      </p:ext>
    </p:extLst>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68042031"/>
      </p:ext>
    </p:extLst>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6464879"/>
      </p:ext>
    </p:extLst>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11592703"/>
      </p:ext>
    </p:extLst>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5643899"/>
      </p:ext>
    </p:extLst>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897400666"/>
      </p:ext>
    </p:extLst>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7713026"/>
      </p:ext>
    </p:extLst>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99582849"/>
      </p:ext>
    </p:extLst>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53889891"/>
      </p:ext>
    </p:extLst>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29117663"/>
      </p:ext>
    </p:extLst>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4131845"/>
      </p:ext>
    </p:extLst>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255118932"/>
      </p:ext>
    </p:extLst>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615496417"/>
      </p:ext>
    </p:extLst>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75343593"/>
      </p:ext>
    </p:extLst>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0152510"/>
      </p:ext>
    </p:extLst>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51020380"/>
      </p:ext>
    </p:extLst>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85122405"/>
      </p:ext>
    </p:extLst>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977665233"/>
      </p:ext>
    </p:extLst>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031551"/>
      </p:ext>
    </p:extLst>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2576331"/>
      </p:ext>
    </p:extLst>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997988168"/>
      </p:ext>
    </p:extLst>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80889075"/>
      </p:ext>
    </p:extLst>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65086547"/>
      </p:ext>
    </p:extLst>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405413681"/>
      </p:ext>
    </p:extLst>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580610917"/>
      </p:ext>
    </p:extLst>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82294632"/>
      </p:ext>
    </p:extLst>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427331385"/>
      </p:ext>
    </p:extLst>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04420213"/>
      </p:ext>
    </p:extLst>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04501226"/>
      </p:ext>
    </p:extLst>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019567177"/>
      </p:ext>
    </p:extLst>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6568566"/>
      </p:ext>
    </p:extLst>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013336591"/>
      </p:ext>
    </p:extLst>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748388718"/>
      </p:ext>
    </p:extLst>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07860967"/>
      </p:ext>
    </p:extLst>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07287555"/>
      </p:ext>
    </p:extLst>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379852395"/>
      </p:ext>
    </p:extLst>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52181620"/>
      </p:ext>
    </p:extLst>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759211844"/>
      </p:ext>
    </p:extLst>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89528013"/>
      </p:ext>
    </p:extLst>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17695972"/>
      </p:ext>
    </p:extLst>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889466894"/>
      </p:ext>
    </p:extLst>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23683049"/>
      </p:ext>
    </p:extLst>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94407616"/>
      </p:ext>
    </p:extLst>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143124149"/>
      </p:ext>
    </p:extLst>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30814867"/>
      </p:ext>
    </p:extLst>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63279545"/>
      </p:ext>
    </p:extLst>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24197919"/>
      </p:ext>
    </p:extLst>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125581549"/>
      </p:ext>
    </p:extLst>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06695714"/>
      </p:ext>
    </p:extLst>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84128707"/>
      </p:ext>
    </p:extLst>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1010580"/>
      </p:ext>
    </p:extLst>
  </p:cSld>
  <p:clrMapOvr>
    <a:masterClrMapping/>
  </p:clrMapOvr>
</p:sldLayout>
</file>

<file path=ppt/slideLayouts/slideLayout5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16596443"/>
      </p:ext>
    </p:extLst>
  </p:cSld>
  <p:clrMapOvr>
    <a:masterClrMapping/>
  </p:clrMapOvr>
</p:sldLayout>
</file>

<file path=ppt/slideLayouts/slideLayout5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390766558"/>
      </p:ext>
    </p:extLst>
  </p:cSld>
  <p:clrMapOvr>
    <a:masterClrMapping/>
  </p:clrMapOvr>
</p:sldLayout>
</file>

<file path=ppt/slideLayouts/slideLayout5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5646526"/>
      </p:ext>
    </p:extLst>
  </p:cSld>
  <p:clrMapOvr>
    <a:masterClrMapping/>
  </p:clrMapOvr>
</p:sldLayout>
</file>

<file path=ppt/slideLayouts/slideLayout5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49914880"/>
      </p:ext>
    </p:extLst>
  </p:cSld>
  <p:clrMapOvr>
    <a:masterClrMapping/>
  </p:clrMapOvr>
</p:sldLayout>
</file>

<file path=ppt/slideLayouts/slideLayout5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4100290"/>
      </p:ext>
    </p:extLst>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18190740"/>
      </p:ext>
    </p:extLst>
  </p:cSld>
  <p:clrMapOvr>
    <a:masterClrMapping/>
  </p:clrMapOvr>
</p:sldLayout>
</file>

<file path=ppt/slideLayouts/slideLayout5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31979914"/>
      </p:ext>
    </p:extLst>
  </p:cSld>
  <p:clrMapOvr>
    <a:masterClrMapping/>
  </p:clrMapOvr>
</p:sldLayout>
</file>

<file path=ppt/slideLayouts/slideLayout52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924188896"/>
      </p:ext>
    </p:extLst>
  </p:cSld>
  <p:clrMapOvr>
    <a:masterClrMapping/>
  </p:clrMapOvr>
</p:sldLayout>
</file>

<file path=ppt/slideLayouts/slideLayout52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533633684"/>
      </p:ext>
    </p:extLst>
  </p:cSld>
  <p:clrMapOvr>
    <a:masterClrMapping/>
  </p:clrMapOvr>
</p:sldLayout>
</file>

<file path=ppt/slideLayouts/slideLayout5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66630448"/>
      </p:ext>
    </p:extLst>
  </p:cSld>
  <p:clrMapOvr>
    <a:masterClrMapping/>
  </p:clrMapOvr>
</p:sldLayout>
</file>

<file path=ppt/slideLayouts/slideLayout5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360705836"/>
      </p:ext>
    </p:extLst>
  </p:cSld>
  <p:clrMapOvr>
    <a:masterClrMapping/>
  </p:clrMapOvr>
</p:sldLayout>
</file>

<file path=ppt/slideLayouts/slideLayout5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04054882"/>
      </p:ext>
    </p:extLst>
  </p:cSld>
  <p:clrMapOvr>
    <a:masterClrMapping/>
  </p:clrMapOvr>
</p:sldLayout>
</file>

<file path=ppt/slideLayouts/slideLayout5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06816950"/>
      </p:ext>
    </p:extLst>
  </p:cSld>
  <p:clrMapOvr>
    <a:masterClrMapping/>
  </p:clrMapOvr>
</p:sldLayout>
</file>

<file path=ppt/slideLayouts/slideLayout5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654538228"/>
      </p:ext>
    </p:extLst>
  </p:cSld>
  <p:clrMapOvr>
    <a:masterClrMapping/>
  </p:clrMapOvr>
</p:sldLayout>
</file>

<file path=ppt/slideLayouts/slideLayout5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26748"/>
      </p:ext>
    </p:extLst>
  </p:cSld>
  <p:clrMapOvr>
    <a:masterClrMapping/>
  </p:clrMapOvr>
</p:sldLayout>
</file>

<file path=ppt/slideLayouts/slideLayout5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201755552"/>
      </p:ext>
    </p:extLst>
  </p:cSld>
  <p:clrMapOvr>
    <a:masterClrMapping/>
  </p:clrMapOvr>
</p:sldLayout>
</file>

<file path=ppt/slideLayouts/slideLayout5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94321944"/>
      </p:ext>
    </p:extLst>
  </p:cSld>
  <p:clrMapOvr>
    <a:masterClrMapping/>
  </p:clrMapOvr>
</p:sldLayout>
</file>

<file path=ppt/slideLayouts/slideLayout5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67608599"/>
      </p:ext>
    </p:extLst>
  </p:cSld>
  <p:clrMapOvr>
    <a:masterClrMapping/>
  </p:clrMapOvr>
</p:sldLayout>
</file>

<file path=ppt/slideLayouts/slideLayout5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48411881"/>
      </p:ext>
    </p:extLst>
  </p:cSld>
  <p:clrMapOvr>
    <a:masterClrMapping/>
  </p:clrMapOvr>
</p:sldLayout>
</file>

<file path=ppt/slideLayouts/slideLayout53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936239972"/>
      </p:ext>
    </p:extLst>
  </p:cSld>
  <p:clrMapOvr>
    <a:masterClrMapping/>
  </p:clrMapOvr>
</p:sldLayout>
</file>

<file path=ppt/slideLayouts/slideLayout53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213245413"/>
      </p:ext>
    </p:extLst>
  </p:cSld>
  <p:clrMapOvr>
    <a:masterClrMapping/>
  </p:clrMapOvr>
</p:sldLayout>
</file>

<file path=ppt/slideLayouts/slideLayout5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78609403"/>
      </p:ext>
    </p:extLst>
  </p:cSld>
  <p:clrMapOvr>
    <a:masterClrMapping/>
  </p:clrMapOvr>
</p:sldLayout>
</file>

<file path=ppt/slideLayouts/slideLayout5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265136475"/>
      </p:ext>
    </p:extLst>
  </p:cSld>
  <p:clrMapOvr>
    <a:masterClrMapping/>
  </p:clrMapOvr>
</p:sldLayout>
</file>

<file path=ppt/slideLayouts/slideLayout5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17454879"/>
      </p:ext>
    </p:extLst>
  </p:cSld>
  <p:clrMapOvr>
    <a:masterClrMapping/>
  </p:clrMapOvr>
</p:sldLayout>
</file>

<file path=ppt/slideLayouts/slideLayout5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46835397"/>
      </p:ext>
    </p:extLst>
  </p:cSld>
  <p:clrMapOvr>
    <a:masterClrMapping/>
  </p:clrMapOvr>
</p:sldLayout>
</file>

<file path=ppt/slideLayouts/slideLayout5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578504602"/>
      </p:ext>
    </p:extLst>
  </p:cSld>
  <p:clrMapOvr>
    <a:masterClrMapping/>
  </p:clrMapOvr>
</p:sldLayout>
</file>

<file path=ppt/slideLayouts/slideLayout5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9426112"/>
      </p:ext>
    </p:extLst>
  </p:cSld>
  <p:clrMapOvr>
    <a:masterClrMapping/>
  </p:clrMapOvr>
</p:sldLayout>
</file>

<file path=ppt/slideLayouts/slideLayout5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904099353"/>
      </p:ext>
    </p:extLst>
  </p:cSld>
  <p:clrMapOvr>
    <a:masterClrMapping/>
  </p:clrMapOvr>
</p:sldLayout>
</file>

<file path=ppt/slideLayouts/slideLayout5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738276608"/>
      </p:ext>
    </p:extLst>
  </p:cSld>
  <p:clrMapOvr>
    <a:masterClrMapping/>
  </p:clrMapOvr>
</p:sldLayout>
</file>

<file path=ppt/slideLayouts/slideLayout5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0514853"/>
      </p:ext>
    </p:extLst>
  </p:cSld>
  <p:clrMapOvr>
    <a:masterClrMapping/>
  </p:clrMapOvr>
</p:sldLayout>
</file>

<file path=ppt/slideLayouts/slideLayout5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96061712"/>
      </p:ext>
    </p:extLst>
  </p:cSld>
  <p:clrMapOvr>
    <a:masterClrMapping/>
  </p:clrMapOvr>
</p:sldLayout>
</file>

<file path=ppt/slideLayouts/slideLayout54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71409263"/>
      </p:ext>
    </p:extLst>
  </p:cSld>
  <p:clrMapOvr>
    <a:masterClrMapping/>
  </p:clrMapOvr>
</p:sldLayout>
</file>

<file path=ppt/slideLayouts/slideLayout54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264053257"/>
      </p:ext>
    </p:extLst>
  </p:cSld>
  <p:clrMapOvr>
    <a:masterClrMapping/>
  </p:clrMapOvr>
</p:sldLayout>
</file>

<file path=ppt/slideLayouts/slideLayout5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47684533"/>
      </p:ext>
    </p:extLst>
  </p:cSld>
  <p:clrMapOvr>
    <a:masterClrMapping/>
  </p:clrMapOvr>
</p:sldLayout>
</file>

<file path=ppt/slideLayouts/slideLayout5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130994277"/>
      </p:ext>
    </p:extLst>
  </p:cSld>
  <p:clrMapOvr>
    <a:masterClrMapping/>
  </p:clrMapOvr>
</p:sldLayout>
</file>

<file path=ppt/slideLayouts/slideLayout5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97438209"/>
      </p:ext>
    </p:extLst>
  </p:cSld>
  <p:clrMapOvr>
    <a:masterClrMapping/>
  </p:clrMapOvr>
</p:sldLayout>
</file>

<file path=ppt/slideLayouts/slideLayout5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12092558"/>
      </p:ext>
    </p:extLst>
  </p:cSld>
  <p:clrMapOvr>
    <a:masterClrMapping/>
  </p:clrMapOvr>
</p:sldLayout>
</file>

<file path=ppt/slideLayouts/slideLayout5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231603585"/>
      </p:ext>
    </p:extLst>
  </p:cSld>
  <p:clrMapOvr>
    <a:masterClrMapping/>
  </p:clrMapOvr>
</p:sldLayout>
</file>

<file path=ppt/slideLayouts/slideLayout5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0168128"/>
      </p:ext>
    </p:extLst>
  </p:cSld>
  <p:clrMapOvr>
    <a:masterClrMapping/>
  </p:clrMapOvr>
</p:sldLayout>
</file>

<file path=ppt/slideLayouts/slideLayout5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477844154"/>
      </p:ext>
    </p:extLst>
  </p:cSld>
  <p:clrMapOvr>
    <a:masterClrMapping/>
  </p:clrMapOvr>
</p:sldLayout>
</file>

<file path=ppt/slideLayouts/slideLayout5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07657506"/>
      </p:ext>
    </p:extLst>
  </p:cSld>
  <p:clrMapOvr>
    <a:masterClrMapping/>
  </p:clrMapOvr>
</p:sldLayout>
</file>

<file path=ppt/slideLayouts/slideLayout5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02891510"/>
      </p:ext>
    </p:extLst>
  </p:cSld>
  <p:clrMapOvr>
    <a:masterClrMapping/>
  </p:clrMapOvr>
</p:sldLayout>
</file>

<file path=ppt/slideLayouts/slideLayout5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79969387"/>
      </p:ext>
    </p:extLst>
  </p:cSld>
  <p:clrMapOvr>
    <a:masterClrMapping/>
  </p:clrMapOvr>
</p:sldLayout>
</file>

<file path=ppt/slideLayouts/slideLayout55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927679446"/>
      </p:ext>
    </p:extLst>
  </p:cSld>
  <p:clrMapOvr>
    <a:masterClrMapping/>
  </p:clrMapOvr>
</p:sldLayout>
</file>

<file path=ppt/slideLayouts/slideLayout55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833587455"/>
      </p:ext>
    </p:extLst>
  </p:cSld>
  <p:clrMapOvr>
    <a:masterClrMapping/>
  </p:clrMapOvr>
</p:sldLayout>
</file>

<file path=ppt/slideLayouts/slideLayout5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69622545"/>
      </p:ext>
    </p:extLst>
  </p:cSld>
  <p:clrMapOvr>
    <a:masterClrMapping/>
  </p:clrMapOvr>
</p:sldLayout>
</file>

<file path=ppt/slideLayouts/slideLayout5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902936760"/>
      </p:ext>
    </p:extLst>
  </p:cSld>
  <p:clrMapOvr>
    <a:masterClrMapping/>
  </p:clrMapOvr>
</p:sldLayout>
</file>

<file path=ppt/slideLayouts/slideLayout5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95326142"/>
      </p:ext>
    </p:extLst>
  </p:cSld>
  <p:clrMapOvr>
    <a:masterClrMapping/>
  </p:clrMapOvr>
</p:sldLayout>
</file>

<file path=ppt/slideLayouts/slideLayout5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86393375"/>
      </p:ext>
    </p:extLst>
  </p:cSld>
  <p:clrMapOvr>
    <a:masterClrMapping/>
  </p:clrMapOvr>
</p:sldLayout>
</file>

<file path=ppt/slideLayouts/slideLayout5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507775868"/>
      </p:ext>
    </p:extLst>
  </p:cSld>
  <p:clrMapOvr>
    <a:masterClrMapping/>
  </p:clrMapOvr>
</p:sldLayout>
</file>

<file path=ppt/slideLayouts/slideLayout5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7304540"/>
      </p:ext>
    </p:extLst>
  </p:cSld>
  <p:clrMapOvr>
    <a:masterClrMapping/>
  </p:clrMapOvr>
</p:sldLayout>
</file>

<file path=ppt/slideLayouts/slideLayout5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295335325"/>
      </p:ext>
    </p:extLst>
  </p:cSld>
  <p:clrMapOvr>
    <a:masterClrMapping/>
  </p:clrMapOvr>
</p:sldLayout>
</file>

<file path=ppt/slideLayouts/slideLayout5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90638449"/>
      </p:ext>
    </p:extLst>
  </p:cSld>
  <p:clrMapOvr>
    <a:masterClrMapping/>
  </p:clrMapOvr>
</p:sldLayout>
</file>

<file path=ppt/slideLayouts/slideLayout5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90716756"/>
      </p:ext>
    </p:extLst>
  </p:cSld>
  <p:clrMapOvr>
    <a:masterClrMapping/>
  </p:clrMapOvr>
</p:sldLayout>
</file>

<file path=ppt/slideLayouts/slideLayout5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66031110"/>
      </p:ext>
    </p:extLst>
  </p:cSld>
  <p:clrMapOvr>
    <a:masterClrMapping/>
  </p:clrMapOvr>
</p:sldLayout>
</file>

<file path=ppt/slideLayouts/slideLayout57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128673726"/>
      </p:ext>
    </p:extLst>
  </p:cSld>
  <p:clrMapOvr>
    <a:masterClrMapping/>
  </p:clrMapOvr>
</p:sldLayout>
</file>

<file path=ppt/slideLayouts/slideLayout57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406034835"/>
      </p:ext>
    </p:extLst>
  </p:cSld>
  <p:clrMapOvr>
    <a:masterClrMapping/>
  </p:clrMapOvr>
</p:sldLayout>
</file>

<file path=ppt/slideLayouts/slideLayout57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52249554"/>
      </p:ext>
    </p:extLst>
  </p:cSld>
  <p:clrMapOvr>
    <a:masterClrMapping/>
  </p:clrMapOvr>
</p:sldLayout>
</file>

<file path=ppt/slideLayouts/slideLayout57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800299065"/>
      </p:ext>
    </p:extLst>
  </p:cSld>
  <p:clrMapOvr>
    <a:masterClrMapping/>
  </p:clrMapOvr>
</p:sldLayout>
</file>

<file path=ppt/slideLayouts/slideLayout57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87656094"/>
      </p:ext>
    </p:extLst>
  </p:cSld>
  <p:clrMapOvr>
    <a:masterClrMapping/>
  </p:clrMapOvr>
</p:sldLayout>
</file>

<file path=ppt/slideLayouts/slideLayout57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58462299"/>
      </p:ext>
    </p:extLst>
  </p:cSld>
  <p:clrMapOvr>
    <a:masterClrMapping/>
  </p:clrMapOvr>
</p:sldLayout>
</file>

<file path=ppt/slideLayouts/slideLayout57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170637909"/>
      </p:ext>
    </p:extLst>
  </p:cSld>
  <p:clrMapOvr>
    <a:masterClrMapping/>
  </p:clrMapOvr>
</p:sldLayout>
</file>

<file path=ppt/slideLayouts/slideLayout57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6124954"/>
      </p:ext>
    </p:extLst>
  </p:cSld>
  <p:clrMapOvr>
    <a:masterClrMapping/>
  </p:clrMapOvr>
</p:sldLayout>
</file>

<file path=ppt/slideLayouts/slideLayout57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206944061"/>
      </p:ext>
    </p:extLst>
  </p:cSld>
  <p:clrMapOvr>
    <a:masterClrMapping/>
  </p:clrMapOvr>
</p:sldLayout>
</file>

<file path=ppt/slideLayouts/slideLayout57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724498977"/>
      </p:ext>
    </p:extLst>
  </p:cSld>
  <p:clrMapOvr>
    <a:masterClrMapping/>
  </p:clrMapOvr>
</p:sldLayout>
</file>

<file path=ppt/slideLayouts/slideLayout58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45991602"/>
      </p:ext>
    </p:extLst>
  </p:cSld>
  <p:clrMapOvr>
    <a:masterClrMapping/>
  </p:clrMapOvr>
</p:sldLayout>
</file>

<file path=ppt/slideLayouts/slideLayout58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70425722"/>
      </p:ext>
    </p:extLst>
  </p:cSld>
  <p:clrMapOvr>
    <a:masterClrMapping/>
  </p:clrMapOvr>
</p:sldLayout>
</file>

<file path=ppt/slideLayouts/slideLayout58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769095141"/>
      </p:ext>
    </p:extLst>
  </p:cSld>
  <p:clrMapOvr>
    <a:masterClrMapping/>
  </p:clrMapOvr>
</p:sldLayout>
</file>

<file path=ppt/slideLayouts/slideLayout58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056784778"/>
      </p:ext>
    </p:extLst>
  </p:cSld>
  <p:clrMapOvr>
    <a:masterClrMapping/>
  </p:clrMapOvr>
</p:sldLayout>
</file>

<file path=ppt/slideLayouts/slideLayout58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31099408"/>
      </p:ext>
    </p:extLst>
  </p:cSld>
  <p:clrMapOvr>
    <a:masterClrMapping/>
  </p:clrMapOvr>
</p:sldLayout>
</file>

<file path=ppt/slideLayouts/slideLayout58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245406149"/>
      </p:ext>
    </p:extLst>
  </p:cSld>
  <p:clrMapOvr>
    <a:masterClrMapping/>
  </p:clrMapOvr>
</p:sldLayout>
</file>

<file path=ppt/slideLayouts/slideLayout58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45499213"/>
      </p:ext>
    </p:extLst>
  </p:cSld>
  <p:clrMapOvr>
    <a:masterClrMapping/>
  </p:clrMapOvr>
</p:sldLayout>
</file>

<file path=ppt/slideLayouts/slideLayout58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08891763"/>
      </p:ext>
    </p:extLst>
  </p:cSld>
  <p:clrMapOvr>
    <a:masterClrMapping/>
  </p:clrMapOvr>
</p:sldLayout>
</file>

<file path=ppt/slideLayouts/slideLayout58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654874375"/>
      </p:ext>
    </p:extLst>
  </p:cSld>
  <p:clrMapOvr>
    <a:masterClrMapping/>
  </p:clrMapOvr>
</p:sldLayout>
</file>

<file path=ppt/slideLayouts/slideLayout58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708607"/>
      </p:ext>
    </p:extLst>
  </p:cSld>
  <p:clrMapOvr>
    <a:masterClrMapping/>
  </p:clrMapOvr>
</p:sldLayout>
</file>

<file path=ppt/slideLayouts/slideLayout59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17473619"/>
      </p:ext>
    </p:extLst>
  </p:cSld>
  <p:clrMapOvr>
    <a:masterClrMapping/>
  </p:clrMapOvr>
</p:sldLayout>
</file>

<file path=ppt/slideLayouts/slideLayout59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579273707"/>
      </p:ext>
    </p:extLst>
  </p:cSld>
  <p:clrMapOvr>
    <a:masterClrMapping/>
  </p:clrMapOvr>
</p:sldLayout>
</file>

<file path=ppt/slideLayouts/slideLayout59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84808861"/>
      </p:ext>
    </p:extLst>
  </p:cSld>
  <p:clrMapOvr>
    <a:masterClrMapping/>
  </p:clrMapOvr>
</p:sldLayout>
</file>

<file path=ppt/slideLayouts/slideLayout59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37036891"/>
      </p:ext>
    </p:extLst>
  </p:cSld>
  <p:clrMapOvr>
    <a:masterClrMapping/>
  </p:clrMapOvr>
</p:sldLayout>
</file>

<file path=ppt/slideLayouts/slideLayout59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4012758932"/>
      </p:ext>
    </p:extLst>
  </p:cSld>
  <p:clrMapOvr>
    <a:masterClrMapping/>
  </p:clrMapOvr>
</p:sldLayout>
</file>

<file path=ppt/slideLayouts/slideLayout59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128806220"/>
      </p:ext>
    </p:extLst>
  </p:cSld>
  <p:clrMapOvr>
    <a:masterClrMapping/>
  </p:clrMapOvr>
</p:sldLayout>
</file>

<file path=ppt/slideLayouts/slideLayout59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0022292"/>
      </p:ext>
    </p:extLst>
  </p:cSld>
  <p:clrMapOvr>
    <a:masterClrMapping/>
  </p:clrMapOvr>
</p:sldLayout>
</file>

<file path=ppt/slideLayouts/slideLayout59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023290944"/>
      </p:ext>
    </p:extLst>
  </p:cSld>
  <p:clrMapOvr>
    <a:masterClrMapping/>
  </p:clrMapOvr>
</p:sldLayout>
</file>

<file path=ppt/slideLayouts/slideLayout59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42243651"/>
      </p:ext>
    </p:extLst>
  </p:cSld>
  <p:clrMapOvr>
    <a:masterClrMapping/>
  </p:clrMapOvr>
</p:sldLayout>
</file>

<file path=ppt/slideLayouts/slideLayout59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74349282"/>
      </p:ext>
    </p:extLst>
  </p:cSld>
  <p:clrMapOvr>
    <a:masterClrMapping/>
  </p:clrMapOvr>
</p:sldLayout>
</file>

<file path=ppt/slideLayouts/slideLayout60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06744425"/>
      </p:ext>
    </p:extLst>
  </p:cSld>
  <p:clrMapOvr>
    <a:masterClrMapping/>
  </p:clrMapOvr>
</p:sldLayout>
</file>

<file path=ppt/slideLayouts/slideLayout60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0435283"/>
      </p:ext>
    </p:extLst>
  </p:cSld>
  <p:clrMapOvr>
    <a:masterClrMapping/>
  </p:clrMapOvr>
</p:sldLayout>
</file>

<file path=ppt/slideLayouts/slideLayout60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847452896"/>
      </p:ext>
    </p:extLst>
  </p:cSld>
  <p:clrMapOvr>
    <a:masterClrMapping/>
  </p:clrMapOvr>
</p:sldLayout>
</file>

<file path=ppt/slideLayouts/slideLayout60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865158094"/>
      </p:ext>
    </p:extLst>
  </p:cSld>
  <p:clrMapOvr>
    <a:masterClrMapping/>
  </p:clrMapOvr>
</p:sldLayout>
</file>

<file path=ppt/slideLayouts/slideLayout60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95823831"/>
      </p:ext>
    </p:extLst>
  </p:cSld>
  <p:clrMapOvr>
    <a:masterClrMapping/>
  </p:clrMapOvr>
</p:sldLayout>
</file>

<file path=ppt/slideLayouts/slideLayout60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13880211"/>
      </p:ext>
    </p:extLst>
  </p:cSld>
  <p:clrMapOvr>
    <a:masterClrMapping/>
  </p:clrMapOvr>
</p:sldLayout>
</file>

<file path=ppt/slideLayouts/slideLayout606.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341780206"/>
      </p:ext>
    </p:extLst>
  </p:cSld>
  <p:clrMapOvr>
    <a:masterClrMapping/>
  </p:clrMapOvr>
</p:sldLayout>
</file>

<file path=ppt/slideLayouts/slideLayout60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37361433"/>
      </p:ext>
    </p:extLst>
  </p:cSld>
  <p:clrMapOvr>
    <a:masterClrMapping/>
  </p:clrMapOvr>
</p:sldLayout>
</file>

<file path=ppt/slideLayouts/slideLayout60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031898868"/>
      </p:ext>
    </p:extLst>
  </p:cSld>
  <p:clrMapOvr>
    <a:masterClrMapping/>
  </p:clrMapOvr>
</p:sldLayout>
</file>

<file path=ppt/slideLayouts/slideLayout60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15046959"/>
      </p:ext>
    </p:extLst>
  </p:cSld>
  <p:clrMapOvr>
    <a:masterClrMapping/>
  </p:clrMapOvr>
</p:sldLayout>
</file>

<file path=ppt/slideLayouts/slideLayout6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80145113"/>
      </p:ext>
    </p:extLst>
  </p:cSld>
  <p:clrMapOvr>
    <a:masterClrMapping/>
  </p:clrMapOvr>
</p:sldLayout>
</file>

<file path=ppt/slideLayouts/slideLayout6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0761126"/>
      </p:ext>
    </p:extLst>
  </p:cSld>
  <p:clrMapOvr>
    <a:masterClrMapping/>
  </p:clrMapOvr>
</p:sldLayout>
</file>

<file path=ppt/slideLayouts/slideLayout6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6698789"/>
      </p:ext>
    </p:extLst>
  </p:cSld>
  <p:clrMapOvr>
    <a:masterClrMapping/>
  </p:clrMapOvr>
</p:sldLayout>
</file>

<file path=ppt/slideLayouts/slideLayout6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00765869"/>
      </p:ext>
    </p:extLst>
  </p:cSld>
  <p:clrMapOvr>
    <a:masterClrMapping/>
  </p:clrMapOvr>
</p:sldLayout>
</file>

<file path=ppt/slideLayouts/slideLayout6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835492430"/>
      </p:ext>
    </p:extLst>
  </p:cSld>
  <p:clrMapOvr>
    <a:masterClrMapping/>
  </p:clrMapOvr>
</p:sldLayout>
</file>

<file path=ppt/slideLayouts/slideLayout6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03724845"/>
      </p:ext>
    </p:extLst>
  </p:cSld>
  <p:clrMapOvr>
    <a:masterClrMapping/>
  </p:clrMapOvr>
</p:sldLayout>
</file>

<file path=ppt/slideLayouts/slideLayout6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21713689"/>
      </p:ext>
    </p:extLst>
  </p:cSld>
  <p:clrMapOvr>
    <a:masterClrMapping/>
  </p:clrMapOvr>
</p:sldLayout>
</file>

<file path=ppt/slideLayouts/slideLayout61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337630618"/>
      </p:ext>
    </p:extLst>
  </p:cSld>
  <p:clrMapOvr>
    <a:masterClrMapping/>
  </p:clrMapOvr>
</p:sldLayout>
</file>

<file path=ppt/slideLayouts/slideLayout6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06307820"/>
      </p:ext>
    </p:extLst>
  </p:cSld>
  <p:clrMapOvr>
    <a:masterClrMapping/>
  </p:clrMapOvr>
</p:sldLayout>
</file>

<file path=ppt/slideLayouts/slideLayout6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666572714"/>
      </p:ext>
    </p:extLst>
  </p:cSld>
  <p:clrMapOvr>
    <a:masterClrMapping/>
  </p:clrMapOvr>
</p:sldLayout>
</file>

<file path=ppt/slideLayouts/slideLayout6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356251"/>
      </p:ext>
    </p:extLst>
  </p:cSld>
  <p:clrMapOvr>
    <a:masterClrMapping/>
  </p:clrMapOvr>
</p:sldLayout>
</file>

<file path=ppt/slideLayouts/slideLayout6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30063293"/>
      </p:ext>
    </p:extLst>
  </p:cSld>
  <p:clrMapOvr>
    <a:masterClrMapping/>
  </p:clrMapOvr>
</p:sldLayout>
</file>

<file path=ppt/slideLayouts/slideLayout6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897625324"/>
      </p:ext>
    </p:extLst>
  </p:cSld>
  <p:clrMapOvr>
    <a:masterClrMapping/>
  </p:clrMapOvr>
</p:sldLayout>
</file>

<file path=ppt/slideLayouts/slideLayout6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7621521"/>
      </p:ext>
    </p:extLst>
  </p:cSld>
  <p:clrMapOvr>
    <a:masterClrMapping/>
  </p:clrMapOvr>
</p:sldLayout>
</file>

<file path=ppt/slideLayouts/slideLayout6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78871383"/>
      </p:ext>
    </p:extLst>
  </p:cSld>
  <p:clrMapOvr>
    <a:masterClrMapping/>
  </p:clrMapOvr>
</p:sldLayout>
</file>

<file path=ppt/slideLayouts/slideLayout6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84874590"/>
      </p:ext>
    </p:extLst>
  </p:cSld>
  <p:clrMapOvr>
    <a:masterClrMapping/>
  </p:clrMapOvr>
</p:sldLayout>
</file>

<file path=ppt/slideLayouts/slideLayout6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14542233"/>
      </p:ext>
    </p:extLst>
  </p:cSld>
  <p:clrMapOvr>
    <a:masterClrMapping/>
  </p:clrMapOvr>
</p:sldLayout>
</file>

<file path=ppt/slideLayouts/slideLayout6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30976767"/>
      </p:ext>
    </p:extLst>
  </p:cSld>
  <p:clrMapOvr>
    <a:masterClrMapping/>
  </p:clrMapOvr>
</p:sldLayout>
</file>

<file path=ppt/slideLayouts/slideLayout628.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546851214"/>
      </p:ext>
    </p:extLst>
  </p:cSld>
  <p:clrMapOvr>
    <a:masterClrMapping/>
  </p:clrMapOvr>
</p:sldLayout>
</file>

<file path=ppt/slideLayouts/slideLayout6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67702588"/>
      </p:ext>
    </p:extLst>
  </p:cSld>
  <p:clrMapOvr>
    <a:masterClrMapping/>
  </p:clrMapOvr>
</p:sldLayout>
</file>

<file path=ppt/slideLayouts/slideLayout6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397143250"/>
      </p:ext>
    </p:extLst>
  </p:cSld>
  <p:clrMapOvr>
    <a:masterClrMapping/>
  </p:clrMapOvr>
</p:sldLayout>
</file>

<file path=ppt/slideLayouts/slideLayout6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21387017"/>
      </p:ext>
    </p:extLst>
  </p:cSld>
  <p:clrMapOvr>
    <a:masterClrMapping/>
  </p:clrMapOvr>
</p:sldLayout>
</file>

<file path=ppt/slideLayouts/slideLayout6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14642323"/>
      </p:ext>
    </p:extLst>
  </p:cSld>
  <p:clrMapOvr>
    <a:masterClrMapping/>
  </p:clrMapOvr>
</p:sldLayout>
</file>

<file path=ppt/slideLayouts/slideLayout6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889829536"/>
      </p:ext>
    </p:extLst>
  </p:cSld>
  <p:clrMapOvr>
    <a:masterClrMapping/>
  </p:clrMapOvr>
</p:sldLayout>
</file>

<file path=ppt/slideLayouts/slideLayout6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4857282"/>
      </p:ext>
    </p:extLst>
  </p:cSld>
  <p:clrMapOvr>
    <a:masterClrMapping/>
  </p:clrMapOvr>
</p:sldLayout>
</file>

<file path=ppt/slideLayouts/slideLayout6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778656755"/>
      </p:ext>
    </p:extLst>
  </p:cSld>
  <p:clrMapOvr>
    <a:masterClrMapping/>
  </p:clrMapOvr>
</p:sldLayout>
</file>

<file path=ppt/slideLayouts/slideLayout6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657553202"/>
      </p:ext>
    </p:extLst>
  </p:cSld>
  <p:clrMapOvr>
    <a:masterClrMapping/>
  </p:clrMapOvr>
</p:sldLayout>
</file>

<file path=ppt/slideLayouts/slideLayout6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28513258"/>
      </p:ext>
    </p:extLst>
  </p:cSld>
  <p:clrMapOvr>
    <a:masterClrMapping/>
  </p:clrMapOvr>
</p:sldLayout>
</file>

<file path=ppt/slideLayouts/slideLayout6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56237838"/>
      </p:ext>
    </p:extLst>
  </p:cSld>
  <p:clrMapOvr>
    <a:masterClrMapping/>
  </p:clrMapOvr>
</p:sldLayout>
</file>

<file path=ppt/slideLayouts/slideLayout63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025160716"/>
      </p:ext>
    </p:extLst>
  </p:cSld>
  <p:clrMapOvr>
    <a:masterClrMapping/>
  </p:clrMapOvr>
</p:sldLayout>
</file>

<file path=ppt/slideLayouts/slideLayout6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86847599"/>
      </p:ext>
    </p:extLst>
  </p:cSld>
  <p:clrMapOvr>
    <a:masterClrMapping/>
  </p:clrMapOvr>
</p:sldLayout>
</file>

<file path=ppt/slideLayouts/slideLayout6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504210605"/>
      </p:ext>
    </p:extLst>
  </p:cSld>
  <p:clrMapOvr>
    <a:masterClrMapping/>
  </p:clrMapOvr>
</p:sldLayout>
</file>

<file path=ppt/slideLayouts/slideLayout6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92650508"/>
      </p:ext>
    </p:extLst>
  </p:cSld>
  <p:clrMapOvr>
    <a:masterClrMapping/>
  </p:clrMapOvr>
</p:sldLayout>
</file>

<file path=ppt/slideLayouts/slideLayout6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8134997"/>
      </p:ext>
    </p:extLst>
  </p:cSld>
  <p:clrMapOvr>
    <a:masterClrMapping/>
  </p:clrMapOvr>
</p:sldLayout>
</file>

<file path=ppt/slideLayouts/slideLayout6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690242"/>
      </p:ext>
    </p:extLst>
  </p:cSld>
  <p:clrMapOvr>
    <a:masterClrMapping/>
  </p:clrMapOvr>
</p:sldLayout>
</file>

<file path=ppt/slideLayouts/slideLayout6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9120128"/>
      </p:ext>
    </p:extLst>
  </p:cSld>
  <p:clrMapOvr>
    <a:masterClrMapping/>
  </p:clrMapOvr>
</p:sldLayout>
</file>

<file path=ppt/slideLayouts/slideLayout6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416037879"/>
      </p:ext>
    </p:extLst>
  </p:cSld>
  <p:clrMapOvr>
    <a:masterClrMapping/>
  </p:clrMapOvr>
</p:sldLayout>
</file>

<file path=ppt/slideLayouts/slideLayout6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74638334"/>
      </p:ext>
    </p:extLst>
  </p:cSld>
  <p:clrMapOvr>
    <a:masterClrMapping/>
  </p:clrMapOvr>
</p:sldLayout>
</file>

<file path=ppt/slideLayouts/slideLayout6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58757151"/>
      </p:ext>
    </p:extLst>
  </p:cSld>
  <p:clrMapOvr>
    <a:masterClrMapping/>
  </p:clrMapOvr>
</p:sldLayout>
</file>

<file path=ppt/slideLayouts/slideLayout6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39629886"/>
      </p:ext>
    </p:extLst>
  </p:cSld>
  <p:clrMapOvr>
    <a:masterClrMapping/>
  </p:clrMapOvr>
</p:sldLayout>
</file>

<file path=ppt/slideLayouts/slideLayout650.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311939022"/>
      </p:ext>
    </p:extLst>
  </p:cSld>
  <p:clrMapOvr>
    <a:masterClrMapping/>
  </p:clrMapOvr>
</p:sldLayout>
</file>

<file path=ppt/slideLayouts/slideLayout6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47410597"/>
      </p:ext>
    </p:extLst>
  </p:cSld>
  <p:clrMapOvr>
    <a:masterClrMapping/>
  </p:clrMapOvr>
</p:sldLayout>
</file>

<file path=ppt/slideLayouts/slideLayout6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888670067"/>
      </p:ext>
    </p:extLst>
  </p:cSld>
  <p:clrMapOvr>
    <a:masterClrMapping/>
  </p:clrMapOvr>
</p:sldLayout>
</file>

<file path=ppt/slideLayouts/slideLayout6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17031658"/>
      </p:ext>
    </p:extLst>
  </p:cSld>
  <p:clrMapOvr>
    <a:masterClrMapping/>
  </p:clrMapOvr>
</p:sldLayout>
</file>

<file path=ppt/slideLayouts/slideLayout6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52641480"/>
      </p:ext>
    </p:extLst>
  </p:cSld>
  <p:clrMapOvr>
    <a:masterClrMapping/>
  </p:clrMapOvr>
</p:sldLayout>
</file>

<file path=ppt/slideLayouts/slideLayout6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246075798"/>
      </p:ext>
    </p:extLst>
  </p:cSld>
  <p:clrMapOvr>
    <a:masterClrMapping/>
  </p:clrMapOvr>
</p:sldLayout>
</file>

<file path=ppt/slideLayouts/slideLayout6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7210107"/>
      </p:ext>
    </p:extLst>
  </p:cSld>
  <p:clrMapOvr>
    <a:masterClrMapping/>
  </p:clrMapOvr>
</p:sldLayout>
</file>

<file path=ppt/slideLayouts/slideLayout6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97819293"/>
      </p:ext>
    </p:extLst>
  </p:cSld>
  <p:clrMapOvr>
    <a:masterClrMapping/>
  </p:clrMapOvr>
</p:sldLayout>
</file>

<file path=ppt/slideLayouts/slideLayout6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014224226"/>
      </p:ext>
    </p:extLst>
  </p:cSld>
  <p:clrMapOvr>
    <a:masterClrMapping/>
  </p:clrMapOvr>
</p:sldLayout>
</file>

<file path=ppt/slideLayouts/slideLayout6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19416414"/>
      </p:ext>
    </p:extLst>
  </p:cSld>
  <p:clrMapOvr>
    <a:masterClrMapping/>
  </p:clrMapOvr>
</p:sldLayout>
</file>

<file path=ppt/slideLayouts/slideLayout6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20749456"/>
      </p:ext>
    </p:extLst>
  </p:cSld>
  <p:clrMapOvr>
    <a:masterClrMapping/>
  </p:clrMapOvr>
</p:sldLayout>
</file>

<file path=ppt/slideLayouts/slideLayout6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190639411"/>
      </p:ext>
    </p:extLst>
  </p:cSld>
  <p:clrMapOvr>
    <a:masterClrMapping/>
  </p:clrMapOvr>
</p:sldLayout>
</file>

<file path=ppt/slideLayouts/slideLayout6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23608761"/>
      </p:ext>
    </p:extLst>
  </p:cSld>
  <p:clrMapOvr>
    <a:masterClrMapping/>
  </p:clrMapOvr>
</p:sldLayout>
</file>

<file path=ppt/slideLayouts/slideLayout6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62580883"/>
      </p:ext>
    </p:extLst>
  </p:cSld>
  <p:clrMapOvr>
    <a:masterClrMapping/>
  </p:clrMapOvr>
</p:sldLayout>
</file>

<file path=ppt/slideLayouts/slideLayout6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7154618"/>
      </p:ext>
    </p:extLst>
  </p:cSld>
  <p:clrMapOvr>
    <a:masterClrMapping/>
  </p:clrMapOvr>
</p:sldLayout>
</file>

<file path=ppt/slideLayouts/slideLayout6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44685302"/>
      </p:ext>
    </p:extLst>
  </p:cSld>
  <p:clrMapOvr>
    <a:masterClrMapping/>
  </p:clrMapOvr>
</p:sldLayout>
</file>

<file path=ppt/slideLayouts/slideLayout6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005813612"/>
      </p:ext>
    </p:extLst>
  </p:cSld>
  <p:clrMapOvr>
    <a:masterClrMapping/>
  </p:clrMapOvr>
</p:sldLayout>
</file>

<file path=ppt/slideLayouts/slideLayout6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7769744"/>
      </p:ext>
    </p:extLst>
  </p:cSld>
  <p:clrMapOvr>
    <a:masterClrMapping/>
  </p:clrMapOvr>
</p:sldLayout>
</file>

<file path=ppt/slideLayouts/slideLayout6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842087135"/>
      </p:ext>
    </p:extLst>
  </p:cSld>
  <p:clrMapOvr>
    <a:masterClrMapping/>
  </p:clrMapOvr>
</p:sldLayout>
</file>

<file path=ppt/slideLayouts/slideLayout6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103967832"/>
      </p:ext>
    </p:extLst>
  </p:cSld>
  <p:clrMapOvr>
    <a:masterClrMapping/>
  </p:clrMapOvr>
</p:sldLayout>
</file>

<file path=ppt/slideLayouts/slideLayout6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59551036"/>
      </p:ext>
    </p:extLst>
  </p:cSld>
  <p:clrMapOvr>
    <a:masterClrMapping/>
  </p:clrMapOvr>
</p:sldLayout>
</file>

<file path=ppt/slideLayouts/slideLayout6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15709546"/>
      </p:ext>
    </p:extLst>
  </p:cSld>
  <p:clrMapOvr>
    <a:masterClrMapping/>
  </p:clrMapOvr>
</p:sldLayout>
</file>

<file path=ppt/slideLayouts/slideLayout67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605379499"/>
      </p:ext>
    </p:extLst>
  </p:cSld>
  <p:clrMapOvr>
    <a:masterClrMapping/>
  </p:clrMapOvr>
</p:sldLayout>
</file>

<file path=ppt/slideLayouts/slideLayout6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63549707"/>
      </p:ext>
    </p:extLst>
  </p:cSld>
  <p:clrMapOvr>
    <a:masterClrMapping/>
  </p:clrMapOvr>
</p:sldLayout>
</file>

<file path=ppt/slideLayouts/slideLayout67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689151135"/>
      </p:ext>
    </p:extLst>
  </p:cSld>
  <p:clrMapOvr>
    <a:masterClrMapping/>
  </p:clrMapOvr>
</p:sldLayout>
</file>

<file path=ppt/slideLayouts/slideLayout6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92935751"/>
      </p:ext>
    </p:extLst>
  </p:cSld>
  <p:clrMapOvr>
    <a:masterClrMapping/>
  </p:clrMapOvr>
</p:sldLayout>
</file>

<file path=ppt/slideLayouts/slideLayout67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00972635"/>
      </p:ext>
    </p:extLst>
  </p:cSld>
  <p:clrMapOvr>
    <a:masterClrMapping/>
  </p:clrMapOvr>
</p:sldLayout>
</file>

<file path=ppt/slideLayouts/slideLayout6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950446493"/>
      </p:ext>
    </p:extLst>
  </p:cSld>
  <p:clrMapOvr>
    <a:masterClrMapping/>
  </p:clrMapOvr>
</p:sldLayout>
</file>

<file path=ppt/slideLayouts/slideLayout6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3121399"/>
      </p:ext>
    </p:extLst>
  </p:cSld>
  <p:clrMapOvr>
    <a:masterClrMapping/>
  </p:clrMapOvr>
</p:sldLayout>
</file>

<file path=ppt/slideLayouts/slideLayout67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993908002"/>
      </p:ext>
    </p:extLst>
  </p:cSld>
  <p:clrMapOvr>
    <a:masterClrMapping/>
  </p:clrMapOvr>
</p:sldLayout>
</file>

<file path=ppt/slideLayouts/slideLayout68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735234893"/>
      </p:ext>
    </p:extLst>
  </p:cSld>
  <p:clrMapOvr>
    <a:masterClrMapping/>
  </p:clrMapOvr>
</p:sldLayout>
</file>

<file path=ppt/slideLayouts/slideLayout68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47160652"/>
      </p:ext>
    </p:extLst>
  </p:cSld>
  <p:clrMapOvr>
    <a:masterClrMapping/>
  </p:clrMapOvr>
</p:sldLayout>
</file>

<file path=ppt/slideLayouts/slideLayout68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62629364"/>
      </p:ext>
    </p:extLst>
  </p:cSld>
  <p:clrMapOvr>
    <a:masterClrMapping/>
  </p:clrMapOvr>
</p:sldLayout>
</file>

<file path=ppt/slideLayouts/slideLayout68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605723614"/>
      </p:ext>
    </p:extLst>
  </p:cSld>
  <p:clrMapOvr>
    <a:masterClrMapping/>
  </p:clrMapOvr>
</p:sldLayout>
</file>

<file path=ppt/slideLayouts/slideLayout68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16081409"/>
      </p:ext>
    </p:extLst>
  </p:cSld>
  <p:clrMapOvr>
    <a:masterClrMapping/>
  </p:clrMapOvr>
</p:sldLayout>
</file>

<file path=ppt/slideLayouts/slideLayout68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881461894"/>
      </p:ext>
    </p:extLst>
  </p:cSld>
  <p:clrMapOvr>
    <a:masterClrMapping/>
  </p:clrMapOvr>
</p:sldLayout>
</file>

<file path=ppt/slideLayouts/slideLayout68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67359494"/>
      </p:ext>
    </p:extLst>
  </p:cSld>
  <p:clrMapOvr>
    <a:masterClrMapping/>
  </p:clrMapOvr>
</p:sldLayout>
</file>

<file path=ppt/slideLayouts/slideLayout68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82636208"/>
      </p:ext>
    </p:extLst>
  </p:cSld>
  <p:clrMapOvr>
    <a:masterClrMapping/>
  </p:clrMapOvr>
</p:sldLayout>
</file>

<file path=ppt/slideLayouts/slideLayout68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493988513"/>
      </p:ext>
    </p:extLst>
  </p:cSld>
  <p:clrMapOvr>
    <a:masterClrMapping/>
  </p:clrMapOvr>
</p:sldLayout>
</file>

<file path=ppt/slideLayouts/slideLayout68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7425349"/>
      </p:ext>
    </p:extLst>
  </p:cSld>
  <p:clrMapOvr>
    <a:masterClrMapping/>
  </p:clrMapOvr>
</p:sldLayout>
</file>

<file path=ppt/slideLayouts/slideLayout69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642952800"/>
      </p:ext>
    </p:extLst>
  </p:cSld>
  <p:clrMapOvr>
    <a:masterClrMapping/>
  </p:clrMapOvr>
</p:sldLayout>
</file>

<file path=ppt/slideLayouts/slideLayout69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58128157"/>
      </p:ext>
    </p:extLst>
  </p:cSld>
  <p:clrMapOvr>
    <a:masterClrMapping/>
  </p:clrMapOvr>
</p:sldLayout>
</file>

<file path=ppt/slideLayouts/slideLayout69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7526910"/>
      </p:ext>
    </p:extLst>
  </p:cSld>
  <p:clrMapOvr>
    <a:masterClrMapping/>
  </p:clrMapOvr>
</p:sldLayout>
</file>

<file path=ppt/slideLayouts/slideLayout69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99662397"/>
      </p:ext>
    </p:extLst>
  </p:cSld>
  <p:clrMapOvr>
    <a:masterClrMapping/>
  </p:clrMapOvr>
</p:sldLayout>
</file>

<file path=ppt/slideLayouts/slideLayout69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099225540"/>
      </p:ext>
    </p:extLst>
  </p:cSld>
  <p:clrMapOvr>
    <a:masterClrMapping/>
  </p:clrMapOvr>
</p:sldLayout>
</file>

<file path=ppt/slideLayouts/slideLayout69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47446595"/>
      </p:ext>
    </p:extLst>
  </p:cSld>
  <p:clrMapOvr>
    <a:masterClrMapping/>
  </p:clrMapOvr>
</p:sldLayout>
</file>

<file path=ppt/slideLayouts/slideLayout69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4031791"/>
      </p:ext>
    </p:extLst>
  </p:cSld>
  <p:clrMapOvr>
    <a:masterClrMapping/>
  </p:clrMapOvr>
</p:sldLayout>
</file>

<file path=ppt/slideLayouts/slideLayout69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2063749"/>
      </p:ext>
    </p:extLst>
  </p:cSld>
  <p:clrMapOvr>
    <a:masterClrMapping/>
  </p:clrMapOvr>
</p:sldLayout>
</file>

<file path=ppt/slideLayouts/slideLayout69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79463464"/>
      </p:ext>
    </p:extLst>
  </p:cSld>
  <p:clrMapOvr>
    <a:masterClrMapping/>
  </p:clrMapOvr>
</p:sldLayout>
</file>

<file path=ppt/slideLayouts/slideLayout69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908777455"/>
      </p:ext>
    </p:extLst>
  </p:cSld>
  <p:clrMapOvr>
    <a:masterClrMapping/>
  </p:clrMapOvr>
</p:sldLayout>
</file>

<file path=ppt/slideLayouts/slideLayout70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1829656"/>
      </p:ext>
    </p:extLst>
  </p:cSld>
  <p:clrMapOvr>
    <a:masterClrMapping/>
  </p:clrMapOvr>
</p:sldLayout>
</file>

<file path=ppt/slideLayouts/slideLayout70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008791427"/>
      </p:ext>
    </p:extLst>
  </p:cSld>
  <p:clrMapOvr>
    <a:masterClrMapping/>
  </p:clrMapOvr>
</p:sldLayout>
</file>

<file path=ppt/slideLayouts/slideLayout70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474330781"/>
      </p:ext>
    </p:extLst>
  </p:cSld>
  <p:clrMapOvr>
    <a:masterClrMapping/>
  </p:clrMapOvr>
</p:sldLayout>
</file>

<file path=ppt/slideLayouts/slideLayout70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99877695"/>
      </p:ext>
    </p:extLst>
  </p:cSld>
  <p:clrMapOvr>
    <a:masterClrMapping/>
  </p:clrMapOvr>
</p:sldLayout>
</file>

<file path=ppt/slideLayouts/slideLayout70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28573346"/>
      </p:ext>
    </p:extLst>
  </p:cSld>
  <p:clrMapOvr>
    <a:masterClrMapping/>
  </p:clrMapOvr>
</p:sldLayout>
</file>

<file path=ppt/slideLayouts/slideLayout70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436611761"/>
      </p:ext>
    </p:extLst>
  </p:cSld>
  <p:clrMapOvr>
    <a:masterClrMapping/>
  </p:clrMapOvr>
</p:sldLayout>
</file>

<file path=ppt/slideLayouts/slideLayout70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03967417"/>
      </p:ext>
    </p:extLst>
  </p:cSld>
  <p:clrMapOvr>
    <a:masterClrMapping/>
  </p:clrMapOvr>
</p:sldLayout>
</file>

<file path=ppt/slideLayouts/slideLayout70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086684709"/>
      </p:ext>
    </p:extLst>
  </p:cSld>
  <p:clrMapOvr>
    <a:masterClrMapping/>
  </p:clrMapOvr>
</p:sldLayout>
</file>

<file path=ppt/slideLayouts/slideLayout70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42705229"/>
      </p:ext>
    </p:extLst>
  </p:cSld>
  <p:clrMapOvr>
    <a:masterClrMapping/>
  </p:clrMapOvr>
</p:sldLayout>
</file>

<file path=ppt/slideLayouts/slideLayout70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20281570"/>
      </p:ext>
    </p:extLst>
  </p:cSld>
  <p:clrMapOvr>
    <a:masterClrMapping/>
  </p:clrMapOvr>
</p:sldLayout>
</file>

<file path=ppt/slideLayouts/slideLayout7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3234006"/>
      </p:ext>
    </p:extLst>
  </p:cSld>
  <p:clrMapOvr>
    <a:masterClrMapping/>
  </p:clrMapOvr>
</p:sldLayout>
</file>

<file path=ppt/slideLayouts/slideLayout7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3930668"/>
      </p:ext>
    </p:extLst>
  </p:cSld>
  <p:clrMapOvr>
    <a:masterClrMapping/>
  </p:clrMapOvr>
</p:sldLayout>
</file>

<file path=ppt/slideLayouts/slideLayout7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933943901"/>
      </p:ext>
    </p:extLst>
  </p:cSld>
  <p:clrMapOvr>
    <a:masterClrMapping/>
  </p:clrMapOvr>
</p:sldLayout>
</file>

<file path=ppt/slideLayouts/slideLayout7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757587782"/>
      </p:ext>
    </p:extLst>
  </p:cSld>
  <p:clrMapOvr>
    <a:masterClrMapping/>
  </p:clrMapOvr>
</p:sldLayout>
</file>

<file path=ppt/slideLayouts/slideLayout7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94606200"/>
      </p:ext>
    </p:extLst>
  </p:cSld>
  <p:clrMapOvr>
    <a:masterClrMapping/>
  </p:clrMapOvr>
</p:sldLayout>
</file>

<file path=ppt/slideLayouts/slideLayout7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13026014"/>
      </p:ext>
    </p:extLst>
  </p:cSld>
  <p:clrMapOvr>
    <a:masterClrMapping/>
  </p:clrMapOvr>
</p:sldLayout>
</file>

<file path=ppt/slideLayouts/slideLayout716.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408387316"/>
      </p:ext>
    </p:extLst>
  </p:cSld>
  <p:clrMapOvr>
    <a:masterClrMapping/>
  </p:clrMapOvr>
</p:sldLayout>
</file>

<file path=ppt/slideLayouts/slideLayout7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09335097"/>
      </p:ext>
    </p:extLst>
  </p:cSld>
  <p:clrMapOvr>
    <a:masterClrMapping/>
  </p:clrMapOvr>
</p:sldLayout>
</file>

<file path=ppt/slideLayouts/slideLayout7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178604419"/>
      </p:ext>
    </p:extLst>
  </p:cSld>
  <p:clrMapOvr>
    <a:masterClrMapping/>
  </p:clrMapOvr>
</p:sldLayout>
</file>

<file path=ppt/slideLayouts/slideLayout7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54526369"/>
      </p:ext>
    </p:extLst>
  </p:cSld>
  <p:clrMapOvr>
    <a:masterClrMapping/>
  </p:clrMapOvr>
</p:sldLayout>
</file>

<file path=ppt/slideLayouts/slideLayout7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0111996"/>
      </p:ext>
    </p:extLst>
  </p:cSld>
  <p:clrMapOvr>
    <a:masterClrMapping/>
  </p:clrMapOvr>
</p:sldLayout>
</file>

<file path=ppt/slideLayouts/slideLayout7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858217527"/>
      </p:ext>
    </p:extLst>
  </p:cSld>
  <p:clrMapOvr>
    <a:masterClrMapping/>
  </p:clrMapOvr>
</p:sldLayout>
</file>

<file path=ppt/slideLayouts/slideLayout7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6220221"/>
      </p:ext>
    </p:extLst>
  </p:cSld>
  <p:clrMapOvr>
    <a:masterClrMapping/>
  </p:clrMapOvr>
</p:sldLayout>
</file>

<file path=ppt/slideLayouts/slideLayout7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47437421"/>
      </p:ext>
    </p:extLst>
  </p:cSld>
  <p:clrMapOvr>
    <a:masterClrMapping/>
  </p:clrMapOvr>
</p:sldLayout>
</file>

<file path=ppt/slideLayouts/slideLayout7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25742667"/>
      </p:ext>
    </p:extLst>
  </p:cSld>
  <p:clrMapOvr>
    <a:masterClrMapping/>
  </p:clrMapOvr>
</p:sldLayout>
</file>

<file path=ppt/slideLayouts/slideLayout7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61584114"/>
      </p:ext>
    </p:extLst>
  </p:cSld>
  <p:clrMapOvr>
    <a:masterClrMapping/>
  </p:clrMapOvr>
</p:sldLayout>
</file>

<file path=ppt/slideLayouts/slideLayout7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0533004"/>
      </p:ext>
    </p:extLst>
  </p:cSld>
  <p:clrMapOvr>
    <a:masterClrMapping/>
  </p:clrMapOvr>
</p:sldLayout>
</file>

<file path=ppt/slideLayouts/slideLayout72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920679196"/>
      </p:ext>
    </p:extLst>
  </p:cSld>
  <p:clrMapOvr>
    <a:masterClrMapping/>
  </p:clrMapOvr>
</p:sldLayout>
</file>

<file path=ppt/slideLayouts/slideLayout7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67085172"/>
      </p:ext>
    </p:extLst>
  </p:cSld>
  <p:clrMapOvr>
    <a:masterClrMapping/>
  </p:clrMapOvr>
</p:sldLayout>
</file>

<file path=ppt/slideLayouts/slideLayout7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242647324"/>
      </p:ext>
    </p:extLst>
  </p:cSld>
  <p:clrMapOvr>
    <a:masterClrMapping/>
  </p:clrMapOvr>
</p:sldLayout>
</file>

<file path=ppt/slideLayouts/slideLayout7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72560692"/>
      </p:ext>
    </p:extLst>
  </p:cSld>
  <p:clrMapOvr>
    <a:masterClrMapping/>
  </p:clrMapOvr>
</p:sldLayout>
</file>

<file path=ppt/slideLayouts/slideLayout7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6945471"/>
      </p:ext>
    </p:extLst>
  </p:cSld>
  <p:clrMapOvr>
    <a:masterClrMapping/>
  </p:clrMapOvr>
</p:sldLayout>
</file>

<file path=ppt/slideLayouts/slideLayout7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572353014"/>
      </p:ext>
    </p:extLst>
  </p:cSld>
  <p:clrMapOvr>
    <a:masterClrMapping/>
  </p:clrMapOvr>
</p:sldLayout>
</file>

<file path=ppt/slideLayouts/slideLayout7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0474313"/>
      </p:ext>
    </p:extLst>
  </p:cSld>
  <p:clrMapOvr>
    <a:masterClrMapping/>
  </p:clrMapOvr>
</p:sldLayout>
</file>

<file path=ppt/slideLayouts/slideLayout7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008861515"/>
      </p:ext>
    </p:extLst>
  </p:cSld>
  <p:clrMapOvr>
    <a:masterClrMapping/>
  </p:clrMapOvr>
</p:sldLayout>
</file>

<file path=ppt/slideLayouts/slideLayout7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693137471"/>
      </p:ext>
    </p:extLst>
  </p:cSld>
  <p:clrMapOvr>
    <a:masterClrMapping/>
  </p:clrMapOvr>
</p:sldLayout>
</file>

<file path=ppt/slideLayouts/slideLayout7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85705542"/>
      </p:ext>
    </p:extLst>
  </p:cSld>
  <p:clrMapOvr>
    <a:masterClrMapping/>
  </p:clrMapOvr>
</p:sldLayout>
</file>

<file path=ppt/slideLayouts/slideLayout7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89223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5.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theme" Target="../theme/theme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theme" Target="../theme/theme7.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0.xml"/><Relationship Id="rId3" Type="http://schemas.openxmlformats.org/officeDocument/2006/relationships/slideLayout" Target="../slideLayouts/slideLayout85.xml"/><Relationship Id="rId7" Type="http://schemas.openxmlformats.org/officeDocument/2006/relationships/slideLayout" Target="../slideLayouts/slideLayout89.xml"/><Relationship Id="rId12" Type="http://schemas.openxmlformats.org/officeDocument/2006/relationships/theme" Target="../theme/theme8.xml"/><Relationship Id="rId2" Type="http://schemas.openxmlformats.org/officeDocument/2006/relationships/slideLayout" Target="../slideLayouts/slideLayout84.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5" Type="http://schemas.openxmlformats.org/officeDocument/2006/relationships/slideLayout" Target="../slideLayouts/slideLayout87.xml"/><Relationship Id="rId10" Type="http://schemas.openxmlformats.org/officeDocument/2006/relationships/slideLayout" Target="../slideLayouts/slideLayout92.xml"/><Relationship Id="rId4" Type="http://schemas.openxmlformats.org/officeDocument/2006/relationships/slideLayout" Target="../slideLayouts/slideLayout86.xml"/><Relationship Id="rId9" Type="http://schemas.openxmlformats.org/officeDocument/2006/relationships/slideLayout" Target="../slideLayouts/slideLayout91.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1.xml"/><Relationship Id="rId13" Type="http://schemas.openxmlformats.org/officeDocument/2006/relationships/theme" Target="../theme/theme9.xml"/><Relationship Id="rId3" Type="http://schemas.openxmlformats.org/officeDocument/2006/relationships/slideLayout" Target="../slideLayouts/slideLayout96.xml"/><Relationship Id="rId7" Type="http://schemas.openxmlformats.org/officeDocument/2006/relationships/slideLayout" Target="../slideLayouts/slideLayout100.xml"/><Relationship Id="rId12" Type="http://schemas.openxmlformats.org/officeDocument/2006/relationships/slideLayout" Target="../slideLayouts/slideLayout105.xml"/><Relationship Id="rId2" Type="http://schemas.openxmlformats.org/officeDocument/2006/relationships/slideLayout" Target="../slideLayouts/slideLayout95.xml"/><Relationship Id="rId1" Type="http://schemas.openxmlformats.org/officeDocument/2006/relationships/slideLayout" Target="../slideLayouts/slideLayout94.xml"/><Relationship Id="rId6" Type="http://schemas.openxmlformats.org/officeDocument/2006/relationships/slideLayout" Target="../slideLayouts/slideLayout99.xml"/><Relationship Id="rId11" Type="http://schemas.openxmlformats.org/officeDocument/2006/relationships/slideLayout" Target="../slideLayouts/slideLayout104.xml"/><Relationship Id="rId5" Type="http://schemas.openxmlformats.org/officeDocument/2006/relationships/slideLayout" Target="../slideLayouts/slideLayout98.xml"/><Relationship Id="rId10" Type="http://schemas.openxmlformats.org/officeDocument/2006/relationships/slideLayout" Target="../slideLayouts/slideLayout103.xml"/><Relationship Id="rId4" Type="http://schemas.openxmlformats.org/officeDocument/2006/relationships/slideLayout" Target="../slideLayouts/slideLayout97.xml"/><Relationship Id="rId9" Type="http://schemas.openxmlformats.org/officeDocument/2006/relationships/slideLayout" Target="../slideLayouts/slideLayout102.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3.xml"/><Relationship Id="rId13" Type="http://schemas.openxmlformats.org/officeDocument/2006/relationships/theme" Target="../theme/theme10.xml"/><Relationship Id="rId3" Type="http://schemas.openxmlformats.org/officeDocument/2006/relationships/slideLayout" Target="../slideLayouts/slideLayout108.xml"/><Relationship Id="rId7" Type="http://schemas.openxmlformats.org/officeDocument/2006/relationships/slideLayout" Target="../slideLayouts/slideLayout112.xml"/><Relationship Id="rId12" Type="http://schemas.openxmlformats.org/officeDocument/2006/relationships/slideLayout" Target="../slideLayouts/slideLayout117.xml"/><Relationship Id="rId2" Type="http://schemas.openxmlformats.org/officeDocument/2006/relationships/slideLayout" Target="../slideLayouts/slideLayout107.xml"/><Relationship Id="rId1" Type="http://schemas.openxmlformats.org/officeDocument/2006/relationships/slideLayout" Target="../slideLayouts/slideLayout106.xml"/><Relationship Id="rId6" Type="http://schemas.openxmlformats.org/officeDocument/2006/relationships/slideLayout" Target="../slideLayouts/slideLayout111.xml"/><Relationship Id="rId11" Type="http://schemas.openxmlformats.org/officeDocument/2006/relationships/slideLayout" Target="../slideLayouts/slideLayout116.xml"/><Relationship Id="rId5" Type="http://schemas.openxmlformats.org/officeDocument/2006/relationships/slideLayout" Target="../slideLayouts/slideLayout110.xml"/><Relationship Id="rId10" Type="http://schemas.openxmlformats.org/officeDocument/2006/relationships/slideLayout" Target="../slideLayouts/slideLayout115.xml"/><Relationship Id="rId4" Type="http://schemas.openxmlformats.org/officeDocument/2006/relationships/slideLayout" Target="../slideLayouts/slideLayout109.xml"/><Relationship Id="rId9" Type="http://schemas.openxmlformats.org/officeDocument/2006/relationships/slideLayout" Target="../slideLayouts/slideLayout114.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5.xml"/><Relationship Id="rId13" Type="http://schemas.openxmlformats.org/officeDocument/2006/relationships/theme" Target="../theme/theme11.xml"/><Relationship Id="rId3" Type="http://schemas.openxmlformats.org/officeDocument/2006/relationships/slideLayout" Target="../slideLayouts/slideLayout120.xml"/><Relationship Id="rId7" Type="http://schemas.openxmlformats.org/officeDocument/2006/relationships/slideLayout" Target="../slideLayouts/slideLayout124.xml"/><Relationship Id="rId12" Type="http://schemas.openxmlformats.org/officeDocument/2006/relationships/slideLayout" Target="../slideLayouts/slideLayout129.xml"/><Relationship Id="rId2" Type="http://schemas.openxmlformats.org/officeDocument/2006/relationships/slideLayout" Target="../slideLayouts/slideLayout119.xml"/><Relationship Id="rId1" Type="http://schemas.openxmlformats.org/officeDocument/2006/relationships/slideLayout" Target="../slideLayouts/slideLayout118.xml"/><Relationship Id="rId6" Type="http://schemas.openxmlformats.org/officeDocument/2006/relationships/slideLayout" Target="../slideLayouts/slideLayout123.xml"/><Relationship Id="rId11" Type="http://schemas.openxmlformats.org/officeDocument/2006/relationships/slideLayout" Target="../slideLayouts/slideLayout128.xml"/><Relationship Id="rId5" Type="http://schemas.openxmlformats.org/officeDocument/2006/relationships/slideLayout" Target="../slideLayouts/slideLayout122.xml"/><Relationship Id="rId10" Type="http://schemas.openxmlformats.org/officeDocument/2006/relationships/slideLayout" Target="../slideLayouts/slideLayout127.xml"/><Relationship Id="rId4" Type="http://schemas.openxmlformats.org/officeDocument/2006/relationships/slideLayout" Target="../slideLayouts/slideLayout121.xml"/><Relationship Id="rId9" Type="http://schemas.openxmlformats.org/officeDocument/2006/relationships/slideLayout" Target="../slideLayouts/slideLayout126.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37.xml"/><Relationship Id="rId13" Type="http://schemas.openxmlformats.org/officeDocument/2006/relationships/theme" Target="../theme/theme12.xml"/><Relationship Id="rId3" Type="http://schemas.openxmlformats.org/officeDocument/2006/relationships/slideLayout" Target="../slideLayouts/slideLayout132.xml"/><Relationship Id="rId7" Type="http://schemas.openxmlformats.org/officeDocument/2006/relationships/slideLayout" Target="../slideLayouts/slideLayout136.xml"/><Relationship Id="rId12" Type="http://schemas.openxmlformats.org/officeDocument/2006/relationships/slideLayout" Target="../slideLayouts/slideLayout141.xml"/><Relationship Id="rId2" Type="http://schemas.openxmlformats.org/officeDocument/2006/relationships/slideLayout" Target="../slideLayouts/slideLayout131.xml"/><Relationship Id="rId1" Type="http://schemas.openxmlformats.org/officeDocument/2006/relationships/slideLayout" Target="../slideLayouts/slideLayout130.xml"/><Relationship Id="rId6" Type="http://schemas.openxmlformats.org/officeDocument/2006/relationships/slideLayout" Target="../slideLayouts/slideLayout135.xml"/><Relationship Id="rId11" Type="http://schemas.openxmlformats.org/officeDocument/2006/relationships/slideLayout" Target="../slideLayouts/slideLayout140.xml"/><Relationship Id="rId5" Type="http://schemas.openxmlformats.org/officeDocument/2006/relationships/slideLayout" Target="../slideLayouts/slideLayout134.xml"/><Relationship Id="rId10" Type="http://schemas.openxmlformats.org/officeDocument/2006/relationships/slideLayout" Target="../slideLayouts/slideLayout139.xml"/><Relationship Id="rId4" Type="http://schemas.openxmlformats.org/officeDocument/2006/relationships/slideLayout" Target="../slideLayouts/slideLayout133.xml"/><Relationship Id="rId9" Type="http://schemas.openxmlformats.org/officeDocument/2006/relationships/slideLayout" Target="../slideLayouts/slideLayout138.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9.xml"/><Relationship Id="rId13" Type="http://schemas.openxmlformats.org/officeDocument/2006/relationships/theme" Target="../theme/theme13.xml"/><Relationship Id="rId3" Type="http://schemas.openxmlformats.org/officeDocument/2006/relationships/slideLayout" Target="../slideLayouts/slideLayout144.xml"/><Relationship Id="rId7" Type="http://schemas.openxmlformats.org/officeDocument/2006/relationships/slideLayout" Target="../slideLayouts/slideLayout148.xml"/><Relationship Id="rId12" Type="http://schemas.openxmlformats.org/officeDocument/2006/relationships/slideLayout" Target="../slideLayouts/slideLayout153.xml"/><Relationship Id="rId2" Type="http://schemas.openxmlformats.org/officeDocument/2006/relationships/slideLayout" Target="../slideLayouts/slideLayout143.xml"/><Relationship Id="rId1" Type="http://schemas.openxmlformats.org/officeDocument/2006/relationships/slideLayout" Target="../slideLayouts/slideLayout142.xml"/><Relationship Id="rId6" Type="http://schemas.openxmlformats.org/officeDocument/2006/relationships/slideLayout" Target="../slideLayouts/slideLayout147.xml"/><Relationship Id="rId11" Type="http://schemas.openxmlformats.org/officeDocument/2006/relationships/slideLayout" Target="../slideLayouts/slideLayout152.xml"/><Relationship Id="rId5" Type="http://schemas.openxmlformats.org/officeDocument/2006/relationships/slideLayout" Target="../slideLayouts/slideLayout146.xml"/><Relationship Id="rId10" Type="http://schemas.openxmlformats.org/officeDocument/2006/relationships/slideLayout" Target="../slideLayouts/slideLayout151.xml"/><Relationship Id="rId4" Type="http://schemas.openxmlformats.org/officeDocument/2006/relationships/slideLayout" Target="../slideLayouts/slideLayout145.xml"/><Relationship Id="rId9" Type="http://schemas.openxmlformats.org/officeDocument/2006/relationships/slideLayout" Target="../slideLayouts/slideLayout150.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1.xml"/><Relationship Id="rId13" Type="http://schemas.openxmlformats.org/officeDocument/2006/relationships/theme" Target="../theme/theme14.xml"/><Relationship Id="rId3" Type="http://schemas.openxmlformats.org/officeDocument/2006/relationships/slideLayout" Target="../slideLayouts/slideLayout156.xml"/><Relationship Id="rId7" Type="http://schemas.openxmlformats.org/officeDocument/2006/relationships/slideLayout" Target="../slideLayouts/slideLayout160.xml"/><Relationship Id="rId12" Type="http://schemas.openxmlformats.org/officeDocument/2006/relationships/slideLayout" Target="../slideLayouts/slideLayout165.xml"/><Relationship Id="rId2" Type="http://schemas.openxmlformats.org/officeDocument/2006/relationships/slideLayout" Target="../slideLayouts/slideLayout155.xml"/><Relationship Id="rId1" Type="http://schemas.openxmlformats.org/officeDocument/2006/relationships/slideLayout" Target="../slideLayouts/slideLayout154.xml"/><Relationship Id="rId6" Type="http://schemas.openxmlformats.org/officeDocument/2006/relationships/slideLayout" Target="../slideLayouts/slideLayout159.xml"/><Relationship Id="rId11" Type="http://schemas.openxmlformats.org/officeDocument/2006/relationships/slideLayout" Target="../slideLayouts/slideLayout164.xml"/><Relationship Id="rId5" Type="http://schemas.openxmlformats.org/officeDocument/2006/relationships/slideLayout" Target="../slideLayouts/slideLayout158.xml"/><Relationship Id="rId10" Type="http://schemas.openxmlformats.org/officeDocument/2006/relationships/slideLayout" Target="../slideLayouts/slideLayout163.xml"/><Relationship Id="rId4" Type="http://schemas.openxmlformats.org/officeDocument/2006/relationships/slideLayout" Target="../slideLayouts/slideLayout157.xml"/><Relationship Id="rId9" Type="http://schemas.openxmlformats.org/officeDocument/2006/relationships/slideLayout" Target="../slideLayouts/slideLayout162.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73.xml"/><Relationship Id="rId13" Type="http://schemas.openxmlformats.org/officeDocument/2006/relationships/theme" Target="../theme/theme15.xml"/><Relationship Id="rId3" Type="http://schemas.openxmlformats.org/officeDocument/2006/relationships/slideLayout" Target="../slideLayouts/slideLayout168.xml"/><Relationship Id="rId7" Type="http://schemas.openxmlformats.org/officeDocument/2006/relationships/slideLayout" Target="../slideLayouts/slideLayout172.xml"/><Relationship Id="rId12" Type="http://schemas.openxmlformats.org/officeDocument/2006/relationships/slideLayout" Target="../slideLayouts/slideLayout177.xml"/><Relationship Id="rId2" Type="http://schemas.openxmlformats.org/officeDocument/2006/relationships/slideLayout" Target="../slideLayouts/slideLayout167.xml"/><Relationship Id="rId1" Type="http://schemas.openxmlformats.org/officeDocument/2006/relationships/slideLayout" Target="../slideLayouts/slideLayout166.xml"/><Relationship Id="rId6" Type="http://schemas.openxmlformats.org/officeDocument/2006/relationships/slideLayout" Target="../slideLayouts/slideLayout171.xml"/><Relationship Id="rId11" Type="http://schemas.openxmlformats.org/officeDocument/2006/relationships/slideLayout" Target="../slideLayouts/slideLayout176.xml"/><Relationship Id="rId5" Type="http://schemas.openxmlformats.org/officeDocument/2006/relationships/slideLayout" Target="../slideLayouts/slideLayout170.xml"/><Relationship Id="rId10" Type="http://schemas.openxmlformats.org/officeDocument/2006/relationships/slideLayout" Target="../slideLayouts/slideLayout175.xml"/><Relationship Id="rId4" Type="http://schemas.openxmlformats.org/officeDocument/2006/relationships/slideLayout" Target="../slideLayouts/slideLayout169.xml"/><Relationship Id="rId9" Type="http://schemas.openxmlformats.org/officeDocument/2006/relationships/slideLayout" Target="../slideLayouts/slideLayout174.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85.xml"/><Relationship Id="rId13" Type="http://schemas.openxmlformats.org/officeDocument/2006/relationships/theme" Target="../theme/theme16.xml"/><Relationship Id="rId3" Type="http://schemas.openxmlformats.org/officeDocument/2006/relationships/slideLayout" Target="../slideLayouts/slideLayout180.xml"/><Relationship Id="rId7" Type="http://schemas.openxmlformats.org/officeDocument/2006/relationships/slideLayout" Target="../slideLayouts/slideLayout184.xml"/><Relationship Id="rId12" Type="http://schemas.openxmlformats.org/officeDocument/2006/relationships/slideLayout" Target="../slideLayouts/slideLayout189.xml"/><Relationship Id="rId2" Type="http://schemas.openxmlformats.org/officeDocument/2006/relationships/slideLayout" Target="../slideLayouts/slideLayout179.xml"/><Relationship Id="rId1" Type="http://schemas.openxmlformats.org/officeDocument/2006/relationships/slideLayout" Target="../slideLayouts/slideLayout178.xml"/><Relationship Id="rId6" Type="http://schemas.openxmlformats.org/officeDocument/2006/relationships/slideLayout" Target="../slideLayouts/slideLayout183.xml"/><Relationship Id="rId11" Type="http://schemas.openxmlformats.org/officeDocument/2006/relationships/slideLayout" Target="../slideLayouts/slideLayout188.xml"/><Relationship Id="rId5" Type="http://schemas.openxmlformats.org/officeDocument/2006/relationships/slideLayout" Target="../slideLayouts/slideLayout182.xml"/><Relationship Id="rId10" Type="http://schemas.openxmlformats.org/officeDocument/2006/relationships/slideLayout" Target="../slideLayouts/slideLayout187.xml"/><Relationship Id="rId4" Type="http://schemas.openxmlformats.org/officeDocument/2006/relationships/slideLayout" Target="../slideLayouts/slideLayout181.xml"/><Relationship Id="rId9" Type="http://schemas.openxmlformats.org/officeDocument/2006/relationships/slideLayout" Target="../slideLayouts/slideLayout186.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197.xml"/><Relationship Id="rId13" Type="http://schemas.openxmlformats.org/officeDocument/2006/relationships/theme" Target="../theme/theme17.xml"/><Relationship Id="rId3" Type="http://schemas.openxmlformats.org/officeDocument/2006/relationships/slideLayout" Target="../slideLayouts/slideLayout192.xml"/><Relationship Id="rId7" Type="http://schemas.openxmlformats.org/officeDocument/2006/relationships/slideLayout" Target="../slideLayouts/slideLayout196.xml"/><Relationship Id="rId12" Type="http://schemas.openxmlformats.org/officeDocument/2006/relationships/slideLayout" Target="../slideLayouts/slideLayout201.xml"/><Relationship Id="rId2" Type="http://schemas.openxmlformats.org/officeDocument/2006/relationships/slideLayout" Target="../slideLayouts/slideLayout191.xml"/><Relationship Id="rId1" Type="http://schemas.openxmlformats.org/officeDocument/2006/relationships/slideLayout" Target="../slideLayouts/slideLayout190.xml"/><Relationship Id="rId6" Type="http://schemas.openxmlformats.org/officeDocument/2006/relationships/slideLayout" Target="../slideLayouts/slideLayout195.xml"/><Relationship Id="rId11" Type="http://schemas.openxmlformats.org/officeDocument/2006/relationships/slideLayout" Target="../slideLayouts/slideLayout200.xml"/><Relationship Id="rId5" Type="http://schemas.openxmlformats.org/officeDocument/2006/relationships/slideLayout" Target="../slideLayouts/slideLayout194.xml"/><Relationship Id="rId10" Type="http://schemas.openxmlformats.org/officeDocument/2006/relationships/slideLayout" Target="../slideLayouts/slideLayout199.xml"/><Relationship Id="rId4" Type="http://schemas.openxmlformats.org/officeDocument/2006/relationships/slideLayout" Target="../slideLayouts/slideLayout193.xml"/><Relationship Id="rId9" Type="http://schemas.openxmlformats.org/officeDocument/2006/relationships/slideLayout" Target="../slideLayouts/slideLayout198.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09.xml"/><Relationship Id="rId13" Type="http://schemas.openxmlformats.org/officeDocument/2006/relationships/theme" Target="../theme/theme18.xml"/><Relationship Id="rId3" Type="http://schemas.openxmlformats.org/officeDocument/2006/relationships/slideLayout" Target="../slideLayouts/slideLayout204.xml"/><Relationship Id="rId7" Type="http://schemas.openxmlformats.org/officeDocument/2006/relationships/slideLayout" Target="../slideLayouts/slideLayout208.xml"/><Relationship Id="rId12" Type="http://schemas.openxmlformats.org/officeDocument/2006/relationships/slideLayout" Target="../slideLayouts/slideLayout213.xml"/><Relationship Id="rId2" Type="http://schemas.openxmlformats.org/officeDocument/2006/relationships/slideLayout" Target="../slideLayouts/slideLayout203.xml"/><Relationship Id="rId1" Type="http://schemas.openxmlformats.org/officeDocument/2006/relationships/slideLayout" Target="../slideLayouts/slideLayout202.xml"/><Relationship Id="rId6" Type="http://schemas.openxmlformats.org/officeDocument/2006/relationships/slideLayout" Target="../slideLayouts/slideLayout207.xml"/><Relationship Id="rId11" Type="http://schemas.openxmlformats.org/officeDocument/2006/relationships/slideLayout" Target="../slideLayouts/slideLayout212.xml"/><Relationship Id="rId5" Type="http://schemas.openxmlformats.org/officeDocument/2006/relationships/slideLayout" Target="../slideLayouts/slideLayout206.xml"/><Relationship Id="rId10" Type="http://schemas.openxmlformats.org/officeDocument/2006/relationships/slideLayout" Target="../slideLayouts/slideLayout211.xml"/><Relationship Id="rId4" Type="http://schemas.openxmlformats.org/officeDocument/2006/relationships/slideLayout" Target="../slideLayouts/slideLayout205.xml"/><Relationship Id="rId9" Type="http://schemas.openxmlformats.org/officeDocument/2006/relationships/slideLayout" Target="../slideLayouts/slideLayout210.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21.xml"/><Relationship Id="rId13" Type="http://schemas.openxmlformats.org/officeDocument/2006/relationships/theme" Target="../theme/theme19.xml"/><Relationship Id="rId3" Type="http://schemas.openxmlformats.org/officeDocument/2006/relationships/slideLayout" Target="../slideLayouts/slideLayout216.xml"/><Relationship Id="rId7" Type="http://schemas.openxmlformats.org/officeDocument/2006/relationships/slideLayout" Target="../slideLayouts/slideLayout220.xml"/><Relationship Id="rId12" Type="http://schemas.openxmlformats.org/officeDocument/2006/relationships/slideLayout" Target="../slideLayouts/slideLayout225.xml"/><Relationship Id="rId2" Type="http://schemas.openxmlformats.org/officeDocument/2006/relationships/slideLayout" Target="../slideLayouts/slideLayout215.xml"/><Relationship Id="rId1" Type="http://schemas.openxmlformats.org/officeDocument/2006/relationships/slideLayout" Target="../slideLayouts/slideLayout214.xml"/><Relationship Id="rId6" Type="http://schemas.openxmlformats.org/officeDocument/2006/relationships/slideLayout" Target="../slideLayouts/slideLayout219.xml"/><Relationship Id="rId11" Type="http://schemas.openxmlformats.org/officeDocument/2006/relationships/slideLayout" Target="../slideLayouts/slideLayout224.xml"/><Relationship Id="rId5" Type="http://schemas.openxmlformats.org/officeDocument/2006/relationships/slideLayout" Target="../slideLayouts/slideLayout218.xml"/><Relationship Id="rId10" Type="http://schemas.openxmlformats.org/officeDocument/2006/relationships/slideLayout" Target="../slideLayouts/slideLayout223.xml"/><Relationship Id="rId4" Type="http://schemas.openxmlformats.org/officeDocument/2006/relationships/slideLayout" Target="../slideLayouts/slideLayout217.xml"/><Relationship Id="rId9" Type="http://schemas.openxmlformats.org/officeDocument/2006/relationships/slideLayout" Target="../slideLayouts/slideLayout222.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33.xml"/><Relationship Id="rId13" Type="http://schemas.openxmlformats.org/officeDocument/2006/relationships/theme" Target="../theme/theme20.xml"/><Relationship Id="rId3" Type="http://schemas.openxmlformats.org/officeDocument/2006/relationships/slideLayout" Target="../slideLayouts/slideLayout228.xml"/><Relationship Id="rId7" Type="http://schemas.openxmlformats.org/officeDocument/2006/relationships/slideLayout" Target="../slideLayouts/slideLayout232.xml"/><Relationship Id="rId12" Type="http://schemas.openxmlformats.org/officeDocument/2006/relationships/slideLayout" Target="../slideLayouts/slideLayout237.xml"/><Relationship Id="rId2" Type="http://schemas.openxmlformats.org/officeDocument/2006/relationships/slideLayout" Target="../slideLayouts/slideLayout227.xml"/><Relationship Id="rId1" Type="http://schemas.openxmlformats.org/officeDocument/2006/relationships/slideLayout" Target="../slideLayouts/slideLayout226.xml"/><Relationship Id="rId6" Type="http://schemas.openxmlformats.org/officeDocument/2006/relationships/slideLayout" Target="../slideLayouts/slideLayout231.xml"/><Relationship Id="rId11" Type="http://schemas.openxmlformats.org/officeDocument/2006/relationships/slideLayout" Target="../slideLayouts/slideLayout236.xml"/><Relationship Id="rId5" Type="http://schemas.openxmlformats.org/officeDocument/2006/relationships/slideLayout" Target="../slideLayouts/slideLayout230.xml"/><Relationship Id="rId10" Type="http://schemas.openxmlformats.org/officeDocument/2006/relationships/slideLayout" Target="../slideLayouts/slideLayout235.xml"/><Relationship Id="rId4" Type="http://schemas.openxmlformats.org/officeDocument/2006/relationships/slideLayout" Target="../slideLayouts/slideLayout229.xml"/><Relationship Id="rId9" Type="http://schemas.openxmlformats.org/officeDocument/2006/relationships/slideLayout" Target="../slideLayouts/slideLayout234.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45.xml"/><Relationship Id="rId3" Type="http://schemas.openxmlformats.org/officeDocument/2006/relationships/slideLayout" Target="../slideLayouts/slideLayout240.xml"/><Relationship Id="rId7" Type="http://schemas.openxmlformats.org/officeDocument/2006/relationships/slideLayout" Target="../slideLayouts/slideLayout244.xml"/><Relationship Id="rId12" Type="http://schemas.openxmlformats.org/officeDocument/2006/relationships/theme" Target="../theme/theme21.xml"/><Relationship Id="rId2" Type="http://schemas.openxmlformats.org/officeDocument/2006/relationships/slideLayout" Target="../slideLayouts/slideLayout239.xml"/><Relationship Id="rId1" Type="http://schemas.openxmlformats.org/officeDocument/2006/relationships/slideLayout" Target="../slideLayouts/slideLayout238.xml"/><Relationship Id="rId6" Type="http://schemas.openxmlformats.org/officeDocument/2006/relationships/slideLayout" Target="../slideLayouts/slideLayout243.xml"/><Relationship Id="rId11" Type="http://schemas.openxmlformats.org/officeDocument/2006/relationships/slideLayout" Target="../slideLayouts/slideLayout248.xml"/><Relationship Id="rId5" Type="http://schemas.openxmlformats.org/officeDocument/2006/relationships/slideLayout" Target="../slideLayouts/slideLayout242.xml"/><Relationship Id="rId10" Type="http://schemas.openxmlformats.org/officeDocument/2006/relationships/slideLayout" Target="../slideLayouts/slideLayout247.xml"/><Relationship Id="rId4" Type="http://schemas.openxmlformats.org/officeDocument/2006/relationships/slideLayout" Target="../slideLayouts/slideLayout241.xml"/><Relationship Id="rId9" Type="http://schemas.openxmlformats.org/officeDocument/2006/relationships/slideLayout" Target="../slideLayouts/slideLayout246.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56.xml"/><Relationship Id="rId13" Type="http://schemas.openxmlformats.org/officeDocument/2006/relationships/theme" Target="../theme/theme22.xml"/><Relationship Id="rId3" Type="http://schemas.openxmlformats.org/officeDocument/2006/relationships/slideLayout" Target="../slideLayouts/slideLayout251.xml"/><Relationship Id="rId7" Type="http://schemas.openxmlformats.org/officeDocument/2006/relationships/slideLayout" Target="../slideLayouts/slideLayout255.xml"/><Relationship Id="rId12" Type="http://schemas.openxmlformats.org/officeDocument/2006/relationships/slideLayout" Target="../slideLayouts/slideLayout260.xml"/><Relationship Id="rId2" Type="http://schemas.openxmlformats.org/officeDocument/2006/relationships/slideLayout" Target="../slideLayouts/slideLayout250.xml"/><Relationship Id="rId1" Type="http://schemas.openxmlformats.org/officeDocument/2006/relationships/slideLayout" Target="../slideLayouts/slideLayout249.xml"/><Relationship Id="rId6" Type="http://schemas.openxmlformats.org/officeDocument/2006/relationships/slideLayout" Target="../slideLayouts/slideLayout254.xml"/><Relationship Id="rId11" Type="http://schemas.openxmlformats.org/officeDocument/2006/relationships/slideLayout" Target="../slideLayouts/slideLayout259.xml"/><Relationship Id="rId5" Type="http://schemas.openxmlformats.org/officeDocument/2006/relationships/slideLayout" Target="../slideLayouts/slideLayout253.xml"/><Relationship Id="rId10" Type="http://schemas.openxmlformats.org/officeDocument/2006/relationships/slideLayout" Target="../slideLayouts/slideLayout258.xml"/><Relationship Id="rId4" Type="http://schemas.openxmlformats.org/officeDocument/2006/relationships/slideLayout" Target="../slideLayouts/slideLayout252.xml"/><Relationship Id="rId9" Type="http://schemas.openxmlformats.org/officeDocument/2006/relationships/slideLayout" Target="../slideLayouts/slideLayout257.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68.xml"/><Relationship Id="rId13" Type="http://schemas.openxmlformats.org/officeDocument/2006/relationships/theme" Target="../theme/theme23.xml"/><Relationship Id="rId3" Type="http://schemas.openxmlformats.org/officeDocument/2006/relationships/slideLayout" Target="../slideLayouts/slideLayout263.xml"/><Relationship Id="rId7" Type="http://schemas.openxmlformats.org/officeDocument/2006/relationships/slideLayout" Target="../slideLayouts/slideLayout267.xml"/><Relationship Id="rId12" Type="http://schemas.openxmlformats.org/officeDocument/2006/relationships/slideLayout" Target="../slideLayouts/slideLayout272.xml"/><Relationship Id="rId2" Type="http://schemas.openxmlformats.org/officeDocument/2006/relationships/slideLayout" Target="../slideLayouts/slideLayout262.xml"/><Relationship Id="rId1" Type="http://schemas.openxmlformats.org/officeDocument/2006/relationships/slideLayout" Target="../slideLayouts/slideLayout261.xml"/><Relationship Id="rId6" Type="http://schemas.openxmlformats.org/officeDocument/2006/relationships/slideLayout" Target="../slideLayouts/slideLayout266.xml"/><Relationship Id="rId11" Type="http://schemas.openxmlformats.org/officeDocument/2006/relationships/slideLayout" Target="../slideLayouts/slideLayout271.xml"/><Relationship Id="rId5" Type="http://schemas.openxmlformats.org/officeDocument/2006/relationships/slideLayout" Target="../slideLayouts/slideLayout265.xml"/><Relationship Id="rId10" Type="http://schemas.openxmlformats.org/officeDocument/2006/relationships/slideLayout" Target="../slideLayouts/slideLayout270.xml"/><Relationship Id="rId4" Type="http://schemas.openxmlformats.org/officeDocument/2006/relationships/slideLayout" Target="../slideLayouts/slideLayout264.xml"/><Relationship Id="rId9" Type="http://schemas.openxmlformats.org/officeDocument/2006/relationships/slideLayout" Target="../slideLayouts/slideLayout269.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280.xml"/><Relationship Id="rId13" Type="http://schemas.openxmlformats.org/officeDocument/2006/relationships/theme" Target="../theme/theme24.xml"/><Relationship Id="rId3" Type="http://schemas.openxmlformats.org/officeDocument/2006/relationships/slideLayout" Target="../slideLayouts/slideLayout275.xml"/><Relationship Id="rId7" Type="http://schemas.openxmlformats.org/officeDocument/2006/relationships/slideLayout" Target="../slideLayouts/slideLayout279.xml"/><Relationship Id="rId12" Type="http://schemas.openxmlformats.org/officeDocument/2006/relationships/slideLayout" Target="../slideLayouts/slideLayout284.xml"/><Relationship Id="rId2" Type="http://schemas.openxmlformats.org/officeDocument/2006/relationships/slideLayout" Target="../slideLayouts/slideLayout274.xml"/><Relationship Id="rId1" Type="http://schemas.openxmlformats.org/officeDocument/2006/relationships/slideLayout" Target="../slideLayouts/slideLayout273.xml"/><Relationship Id="rId6" Type="http://schemas.openxmlformats.org/officeDocument/2006/relationships/slideLayout" Target="../slideLayouts/slideLayout278.xml"/><Relationship Id="rId11" Type="http://schemas.openxmlformats.org/officeDocument/2006/relationships/slideLayout" Target="../slideLayouts/slideLayout283.xml"/><Relationship Id="rId5" Type="http://schemas.openxmlformats.org/officeDocument/2006/relationships/slideLayout" Target="../slideLayouts/slideLayout277.xml"/><Relationship Id="rId10" Type="http://schemas.openxmlformats.org/officeDocument/2006/relationships/slideLayout" Target="../slideLayouts/slideLayout282.xml"/><Relationship Id="rId4" Type="http://schemas.openxmlformats.org/officeDocument/2006/relationships/slideLayout" Target="../slideLayouts/slideLayout276.xml"/><Relationship Id="rId9" Type="http://schemas.openxmlformats.org/officeDocument/2006/relationships/slideLayout" Target="../slideLayouts/slideLayout281.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292.xml"/><Relationship Id="rId13" Type="http://schemas.openxmlformats.org/officeDocument/2006/relationships/theme" Target="../theme/theme25.xml"/><Relationship Id="rId3" Type="http://schemas.openxmlformats.org/officeDocument/2006/relationships/slideLayout" Target="../slideLayouts/slideLayout287.xml"/><Relationship Id="rId7" Type="http://schemas.openxmlformats.org/officeDocument/2006/relationships/slideLayout" Target="../slideLayouts/slideLayout291.xml"/><Relationship Id="rId12" Type="http://schemas.openxmlformats.org/officeDocument/2006/relationships/slideLayout" Target="../slideLayouts/slideLayout296.xml"/><Relationship Id="rId2" Type="http://schemas.openxmlformats.org/officeDocument/2006/relationships/slideLayout" Target="../slideLayouts/slideLayout286.xml"/><Relationship Id="rId1" Type="http://schemas.openxmlformats.org/officeDocument/2006/relationships/slideLayout" Target="../slideLayouts/slideLayout285.xml"/><Relationship Id="rId6" Type="http://schemas.openxmlformats.org/officeDocument/2006/relationships/slideLayout" Target="../slideLayouts/slideLayout290.xml"/><Relationship Id="rId11" Type="http://schemas.openxmlformats.org/officeDocument/2006/relationships/slideLayout" Target="../slideLayouts/slideLayout295.xml"/><Relationship Id="rId5" Type="http://schemas.openxmlformats.org/officeDocument/2006/relationships/slideLayout" Target="../slideLayouts/slideLayout289.xml"/><Relationship Id="rId10" Type="http://schemas.openxmlformats.org/officeDocument/2006/relationships/slideLayout" Target="../slideLayouts/slideLayout294.xml"/><Relationship Id="rId4" Type="http://schemas.openxmlformats.org/officeDocument/2006/relationships/slideLayout" Target="../slideLayouts/slideLayout288.xml"/><Relationship Id="rId9" Type="http://schemas.openxmlformats.org/officeDocument/2006/relationships/slideLayout" Target="../slideLayouts/slideLayout293.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04.xml"/><Relationship Id="rId13" Type="http://schemas.openxmlformats.org/officeDocument/2006/relationships/theme" Target="../theme/theme26.xml"/><Relationship Id="rId3" Type="http://schemas.openxmlformats.org/officeDocument/2006/relationships/slideLayout" Target="../slideLayouts/slideLayout299.xml"/><Relationship Id="rId7" Type="http://schemas.openxmlformats.org/officeDocument/2006/relationships/slideLayout" Target="../slideLayouts/slideLayout303.xml"/><Relationship Id="rId12" Type="http://schemas.openxmlformats.org/officeDocument/2006/relationships/slideLayout" Target="../slideLayouts/slideLayout308.xml"/><Relationship Id="rId2" Type="http://schemas.openxmlformats.org/officeDocument/2006/relationships/slideLayout" Target="../slideLayouts/slideLayout298.xml"/><Relationship Id="rId1" Type="http://schemas.openxmlformats.org/officeDocument/2006/relationships/slideLayout" Target="../slideLayouts/slideLayout297.xml"/><Relationship Id="rId6" Type="http://schemas.openxmlformats.org/officeDocument/2006/relationships/slideLayout" Target="../slideLayouts/slideLayout302.xml"/><Relationship Id="rId11" Type="http://schemas.openxmlformats.org/officeDocument/2006/relationships/slideLayout" Target="../slideLayouts/slideLayout307.xml"/><Relationship Id="rId5" Type="http://schemas.openxmlformats.org/officeDocument/2006/relationships/slideLayout" Target="../slideLayouts/slideLayout301.xml"/><Relationship Id="rId10" Type="http://schemas.openxmlformats.org/officeDocument/2006/relationships/slideLayout" Target="../slideLayouts/slideLayout306.xml"/><Relationship Id="rId4" Type="http://schemas.openxmlformats.org/officeDocument/2006/relationships/slideLayout" Target="../slideLayouts/slideLayout300.xml"/><Relationship Id="rId9" Type="http://schemas.openxmlformats.org/officeDocument/2006/relationships/slideLayout" Target="../slideLayouts/slideLayout305.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316.xml"/><Relationship Id="rId13" Type="http://schemas.openxmlformats.org/officeDocument/2006/relationships/theme" Target="../theme/theme27.xml"/><Relationship Id="rId3" Type="http://schemas.openxmlformats.org/officeDocument/2006/relationships/slideLayout" Target="../slideLayouts/slideLayout311.xml"/><Relationship Id="rId7" Type="http://schemas.openxmlformats.org/officeDocument/2006/relationships/slideLayout" Target="../slideLayouts/slideLayout315.xml"/><Relationship Id="rId12" Type="http://schemas.openxmlformats.org/officeDocument/2006/relationships/slideLayout" Target="../slideLayouts/slideLayout320.xml"/><Relationship Id="rId2" Type="http://schemas.openxmlformats.org/officeDocument/2006/relationships/slideLayout" Target="../slideLayouts/slideLayout310.xml"/><Relationship Id="rId1" Type="http://schemas.openxmlformats.org/officeDocument/2006/relationships/slideLayout" Target="../slideLayouts/slideLayout309.xml"/><Relationship Id="rId6" Type="http://schemas.openxmlformats.org/officeDocument/2006/relationships/slideLayout" Target="../slideLayouts/slideLayout314.xml"/><Relationship Id="rId11" Type="http://schemas.openxmlformats.org/officeDocument/2006/relationships/slideLayout" Target="../slideLayouts/slideLayout319.xml"/><Relationship Id="rId5" Type="http://schemas.openxmlformats.org/officeDocument/2006/relationships/slideLayout" Target="../slideLayouts/slideLayout313.xml"/><Relationship Id="rId10" Type="http://schemas.openxmlformats.org/officeDocument/2006/relationships/slideLayout" Target="../slideLayouts/slideLayout318.xml"/><Relationship Id="rId4" Type="http://schemas.openxmlformats.org/officeDocument/2006/relationships/slideLayout" Target="../slideLayouts/slideLayout312.xml"/><Relationship Id="rId9" Type="http://schemas.openxmlformats.org/officeDocument/2006/relationships/slideLayout" Target="../slideLayouts/slideLayout317.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328.xml"/><Relationship Id="rId13" Type="http://schemas.openxmlformats.org/officeDocument/2006/relationships/theme" Target="../theme/theme28.xml"/><Relationship Id="rId3" Type="http://schemas.openxmlformats.org/officeDocument/2006/relationships/slideLayout" Target="../slideLayouts/slideLayout323.xml"/><Relationship Id="rId7" Type="http://schemas.openxmlformats.org/officeDocument/2006/relationships/slideLayout" Target="../slideLayouts/slideLayout327.xml"/><Relationship Id="rId12" Type="http://schemas.openxmlformats.org/officeDocument/2006/relationships/slideLayout" Target="../slideLayouts/slideLayout332.xml"/><Relationship Id="rId2" Type="http://schemas.openxmlformats.org/officeDocument/2006/relationships/slideLayout" Target="../slideLayouts/slideLayout322.xml"/><Relationship Id="rId1" Type="http://schemas.openxmlformats.org/officeDocument/2006/relationships/slideLayout" Target="../slideLayouts/slideLayout321.xml"/><Relationship Id="rId6" Type="http://schemas.openxmlformats.org/officeDocument/2006/relationships/slideLayout" Target="../slideLayouts/slideLayout326.xml"/><Relationship Id="rId11" Type="http://schemas.openxmlformats.org/officeDocument/2006/relationships/slideLayout" Target="../slideLayouts/slideLayout331.xml"/><Relationship Id="rId5" Type="http://schemas.openxmlformats.org/officeDocument/2006/relationships/slideLayout" Target="../slideLayouts/slideLayout325.xml"/><Relationship Id="rId10" Type="http://schemas.openxmlformats.org/officeDocument/2006/relationships/slideLayout" Target="../slideLayouts/slideLayout330.xml"/><Relationship Id="rId4" Type="http://schemas.openxmlformats.org/officeDocument/2006/relationships/slideLayout" Target="../slideLayouts/slideLayout324.xml"/><Relationship Id="rId9" Type="http://schemas.openxmlformats.org/officeDocument/2006/relationships/slideLayout" Target="../slideLayouts/slideLayout329.xml"/></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340.xml"/><Relationship Id="rId13" Type="http://schemas.openxmlformats.org/officeDocument/2006/relationships/theme" Target="../theme/theme29.xml"/><Relationship Id="rId3" Type="http://schemas.openxmlformats.org/officeDocument/2006/relationships/slideLayout" Target="../slideLayouts/slideLayout335.xml"/><Relationship Id="rId7" Type="http://schemas.openxmlformats.org/officeDocument/2006/relationships/slideLayout" Target="../slideLayouts/slideLayout339.xml"/><Relationship Id="rId12" Type="http://schemas.openxmlformats.org/officeDocument/2006/relationships/slideLayout" Target="../slideLayouts/slideLayout344.xml"/><Relationship Id="rId2" Type="http://schemas.openxmlformats.org/officeDocument/2006/relationships/slideLayout" Target="../slideLayouts/slideLayout334.xml"/><Relationship Id="rId1" Type="http://schemas.openxmlformats.org/officeDocument/2006/relationships/slideLayout" Target="../slideLayouts/slideLayout333.xml"/><Relationship Id="rId6" Type="http://schemas.openxmlformats.org/officeDocument/2006/relationships/slideLayout" Target="../slideLayouts/slideLayout338.xml"/><Relationship Id="rId11" Type="http://schemas.openxmlformats.org/officeDocument/2006/relationships/slideLayout" Target="../slideLayouts/slideLayout343.xml"/><Relationship Id="rId5" Type="http://schemas.openxmlformats.org/officeDocument/2006/relationships/slideLayout" Target="../slideLayouts/slideLayout337.xml"/><Relationship Id="rId10" Type="http://schemas.openxmlformats.org/officeDocument/2006/relationships/slideLayout" Target="../slideLayouts/slideLayout342.xml"/><Relationship Id="rId4" Type="http://schemas.openxmlformats.org/officeDocument/2006/relationships/slideLayout" Target="../slideLayouts/slideLayout336.xml"/><Relationship Id="rId9" Type="http://schemas.openxmlformats.org/officeDocument/2006/relationships/slideLayout" Target="../slideLayouts/slideLayout341.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352.xml"/><Relationship Id="rId13" Type="http://schemas.openxmlformats.org/officeDocument/2006/relationships/theme" Target="../theme/theme30.xml"/><Relationship Id="rId3" Type="http://schemas.openxmlformats.org/officeDocument/2006/relationships/slideLayout" Target="../slideLayouts/slideLayout347.xml"/><Relationship Id="rId7" Type="http://schemas.openxmlformats.org/officeDocument/2006/relationships/slideLayout" Target="../slideLayouts/slideLayout351.xml"/><Relationship Id="rId12" Type="http://schemas.openxmlformats.org/officeDocument/2006/relationships/slideLayout" Target="../slideLayouts/slideLayout356.xml"/><Relationship Id="rId2" Type="http://schemas.openxmlformats.org/officeDocument/2006/relationships/slideLayout" Target="../slideLayouts/slideLayout346.xml"/><Relationship Id="rId1" Type="http://schemas.openxmlformats.org/officeDocument/2006/relationships/slideLayout" Target="../slideLayouts/slideLayout345.xml"/><Relationship Id="rId6" Type="http://schemas.openxmlformats.org/officeDocument/2006/relationships/slideLayout" Target="../slideLayouts/slideLayout350.xml"/><Relationship Id="rId11" Type="http://schemas.openxmlformats.org/officeDocument/2006/relationships/slideLayout" Target="../slideLayouts/slideLayout355.xml"/><Relationship Id="rId5" Type="http://schemas.openxmlformats.org/officeDocument/2006/relationships/slideLayout" Target="../slideLayouts/slideLayout349.xml"/><Relationship Id="rId10" Type="http://schemas.openxmlformats.org/officeDocument/2006/relationships/slideLayout" Target="../slideLayouts/slideLayout354.xml"/><Relationship Id="rId4" Type="http://schemas.openxmlformats.org/officeDocument/2006/relationships/slideLayout" Target="../slideLayouts/slideLayout348.xml"/><Relationship Id="rId9" Type="http://schemas.openxmlformats.org/officeDocument/2006/relationships/slideLayout" Target="../slideLayouts/slideLayout353.xml"/></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364.xml"/><Relationship Id="rId13" Type="http://schemas.openxmlformats.org/officeDocument/2006/relationships/theme" Target="../theme/theme31.xml"/><Relationship Id="rId3" Type="http://schemas.openxmlformats.org/officeDocument/2006/relationships/slideLayout" Target="../slideLayouts/slideLayout359.xml"/><Relationship Id="rId7" Type="http://schemas.openxmlformats.org/officeDocument/2006/relationships/slideLayout" Target="../slideLayouts/slideLayout363.xml"/><Relationship Id="rId12" Type="http://schemas.openxmlformats.org/officeDocument/2006/relationships/slideLayout" Target="../slideLayouts/slideLayout368.xml"/><Relationship Id="rId2" Type="http://schemas.openxmlformats.org/officeDocument/2006/relationships/slideLayout" Target="../slideLayouts/slideLayout358.xml"/><Relationship Id="rId1" Type="http://schemas.openxmlformats.org/officeDocument/2006/relationships/slideLayout" Target="../slideLayouts/slideLayout357.xml"/><Relationship Id="rId6" Type="http://schemas.openxmlformats.org/officeDocument/2006/relationships/slideLayout" Target="../slideLayouts/slideLayout362.xml"/><Relationship Id="rId11" Type="http://schemas.openxmlformats.org/officeDocument/2006/relationships/slideLayout" Target="../slideLayouts/slideLayout367.xml"/><Relationship Id="rId5" Type="http://schemas.openxmlformats.org/officeDocument/2006/relationships/slideLayout" Target="../slideLayouts/slideLayout361.xml"/><Relationship Id="rId10" Type="http://schemas.openxmlformats.org/officeDocument/2006/relationships/slideLayout" Target="../slideLayouts/slideLayout366.xml"/><Relationship Id="rId4" Type="http://schemas.openxmlformats.org/officeDocument/2006/relationships/slideLayout" Target="../slideLayouts/slideLayout360.xml"/><Relationship Id="rId9" Type="http://schemas.openxmlformats.org/officeDocument/2006/relationships/slideLayout" Target="../slideLayouts/slideLayout365.xml"/></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376.xml"/><Relationship Id="rId13" Type="http://schemas.openxmlformats.org/officeDocument/2006/relationships/theme" Target="../theme/theme32.xml"/><Relationship Id="rId3" Type="http://schemas.openxmlformats.org/officeDocument/2006/relationships/slideLayout" Target="../slideLayouts/slideLayout371.xml"/><Relationship Id="rId7" Type="http://schemas.openxmlformats.org/officeDocument/2006/relationships/slideLayout" Target="../slideLayouts/slideLayout375.xml"/><Relationship Id="rId12" Type="http://schemas.openxmlformats.org/officeDocument/2006/relationships/slideLayout" Target="../slideLayouts/slideLayout380.xml"/><Relationship Id="rId2" Type="http://schemas.openxmlformats.org/officeDocument/2006/relationships/slideLayout" Target="../slideLayouts/slideLayout370.xml"/><Relationship Id="rId1" Type="http://schemas.openxmlformats.org/officeDocument/2006/relationships/slideLayout" Target="../slideLayouts/slideLayout369.xml"/><Relationship Id="rId6" Type="http://schemas.openxmlformats.org/officeDocument/2006/relationships/slideLayout" Target="../slideLayouts/slideLayout374.xml"/><Relationship Id="rId11" Type="http://schemas.openxmlformats.org/officeDocument/2006/relationships/slideLayout" Target="../slideLayouts/slideLayout379.xml"/><Relationship Id="rId5" Type="http://schemas.openxmlformats.org/officeDocument/2006/relationships/slideLayout" Target="../slideLayouts/slideLayout373.xml"/><Relationship Id="rId10" Type="http://schemas.openxmlformats.org/officeDocument/2006/relationships/slideLayout" Target="../slideLayouts/slideLayout378.xml"/><Relationship Id="rId4" Type="http://schemas.openxmlformats.org/officeDocument/2006/relationships/slideLayout" Target="../slideLayouts/slideLayout372.xml"/><Relationship Id="rId9" Type="http://schemas.openxmlformats.org/officeDocument/2006/relationships/slideLayout" Target="../slideLayouts/slideLayout377.xml"/></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388.xml"/><Relationship Id="rId13" Type="http://schemas.openxmlformats.org/officeDocument/2006/relationships/theme" Target="../theme/theme33.xml"/><Relationship Id="rId3" Type="http://schemas.openxmlformats.org/officeDocument/2006/relationships/slideLayout" Target="../slideLayouts/slideLayout383.xml"/><Relationship Id="rId7" Type="http://schemas.openxmlformats.org/officeDocument/2006/relationships/slideLayout" Target="../slideLayouts/slideLayout387.xml"/><Relationship Id="rId12" Type="http://schemas.openxmlformats.org/officeDocument/2006/relationships/slideLayout" Target="../slideLayouts/slideLayout392.xml"/><Relationship Id="rId2" Type="http://schemas.openxmlformats.org/officeDocument/2006/relationships/slideLayout" Target="../slideLayouts/slideLayout382.xml"/><Relationship Id="rId1" Type="http://schemas.openxmlformats.org/officeDocument/2006/relationships/slideLayout" Target="../slideLayouts/slideLayout381.xml"/><Relationship Id="rId6" Type="http://schemas.openxmlformats.org/officeDocument/2006/relationships/slideLayout" Target="../slideLayouts/slideLayout386.xml"/><Relationship Id="rId11" Type="http://schemas.openxmlformats.org/officeDocument/2006/relationships/slideLayout" Target="../slideLayouts/slideLayout391.xml"/><Relationship Id="rId5" Type="http://schemas.openxmlformats.org/officeDocument/2006/relationships/slideLayout" Target="../slideLayouts/slideLayout385.xml"/><Relationship Id="rId10" Type="http://schemas.openxmlformats.org/officeDocument/2006/relationships/slideLayout" Target="../slideLayouts/slideLayout390.xml"/><Relationship Id="rId4" Type="http://schemas.openxmlformats.org/officeDocument/2006/relationships/slideLayout" Target="../slideLayouts/slideLayout384.xml"/><Relationship Id="rId9" Type="http://schemas.openxmlformats.org/officeDocument/2006/relationships/slideLayout" Target="../slideLayouts/slideLayout389.xml"/></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400.xml"/><Relationship Id="rId13" Type="http://schemas.openxmlformats.org/officeDocument/2006/relationships/theme" Target="../theme/theme34.xml"/><Relationship Id="rId3" Type="http://schemas.openxmlformats.org/officeDocument/2006/relationships/slideLayout" Target="../slideLayouts/slideLayout395.xml"/><Relationship Id="rId7" Type="http://schemas.openxmlformats.org/officeDocument/2006/relationships/slideLayout" Target="../slideLayouts/slideLayout399.xml"/><Relationship Id="rId12" Type="http://schemas.openxmlformats.org/officeDocument/2006/relationships/slideLayout" Target="../slideLayouts/slideLayout404.xml"/><Relationship Id="rId2" Type="http://schemas.openxmlformats.org/officeDocument/2006/relationships/slideLayout" Target="../slideLayouts/slideLayout394.xml"/><Relationship Id="rId1" Type="http://schemas.openxmlformats.org/officeDocument/2006/relationships/slideLayout" Target="../slideLayouts/slideLayout393.xml"/><Relationship Id="rId6" Type="http://schemas.openxmlformats.org/officeDocument/2006/relationships/slideLayout" Target="../slideLayouts/slideLayout398.xml"/><Relationship Id="rId11" Type="http://schemas.openxmlformats.org/officeDocument/2006/relationships/slideLayout" Target="../slideLayouts/slideLayout403.xml"/><Relationship Id="rId5" Type="http://schemas.openxmlformats.org/officeDocument/2006/relationships/slideLayout" Target="../slideLayouts/slideLayout397.xml"/><Relationship Id="rId10" Type="http://schemas.openxmlformats.org/officeDocument/2006/relationships/slideLayout" Target="../slideLayouts/slideLayout402.xml"/><Relationship Id="rId4" Type="http://schemas.openxmlformats.org/officeDocument/2006/relationships/slideLayout" Target="../slideLayouts/slideLayout396.xml"/><Relationship Id="rId9" Type="http://schemas.openxmlformats.org/officeDocument/2006/relationships/slideLayout" Target="../slideLayouts/slideLayout401.xml"/></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412.xml"/><Relationship Id="rId3" Type="http://schemas.openxmlformats.org/officeDocument/2006/relationships/slideLayout" Target="../slideLayouts/slideLayout407.xml"/><Relationship Id="rId7" Type="http://schemas.openxmlformats.org/officeDocument/2006/relationships/slideLayout" Target="../slideLayouts/slideLayout411.xml"/><Relationship Id="rId12" Type="http://schemas.openxmlformats.org/officeDocument/2006/relationships/theme" Target="../theme/theme35.xml"/><Relationship Id="rId2" Type="http://schemas.openxmlformats.org/officeDocument/2006/relationships/slideLayout" Target="../slideLayouts/slideLayout406.xml"/><Relationship Id="rId1" Type="http://schemas.openxmlformats.org/officeDocument/2006/relationships/slideLayout" Target="../slideLayouts/slideLayout405.xml"/><Relationship Id="rId6" Type="http://schemas.openxmlformats.org/officeDocument/2006/relationships/slideLayout" Target="../slideLayouts/slideLayout410.xml"/><Relationship Id="rId11" Type="http://schemas.openxmlformats.org/officeDocument/2006/relationships/slideLayout" Target="../slideLayouts/slideLayout415.xml"/><Relationship Id="rId5" Type="http://schemas.openxmlformats.org/officeDocument/2006/relationships/slideLayout" Target="../slideLayouts/slideLayout409.xml"/><Relationship Id="rId10" Type="http://schemas.openxmlformats.org/officeDocument/2006/relationships/slideLayout" Target="../slideLayouts/slideLayout414.xml"/><Relationship Id="rId4" Type="http://schemas.openxmlformats.org/officeDocument/2006/relationships/slideLayout" Target="../slideLayouts/slideLayout408.xml"/><Relationship Id="rId9" Type="http://schemas.openxmlformats.org/officeDocument/2006/relationships/slideLayout" Target="../slideLayouts/slideLayout413.xml"/></Relationships>
</file>

<file path=ppt/slideMasters/_rels/slideMaster36.xml.rels><?xml version="1.0" encoding="UTF-8" standalone="yes"?>
<Relationships xmlns="http://schemas.openxmlformats.org/package/2006/relationships"><Relationship Id="rId8" Type="http://schemas.openxmlformats.org/officeDocument/2006/relationships/slideLayout" Target="../slideLayouts/slideLayout423.xml"/><Relationship Id="rId13" Type="http://schemas.openxmlformats.org/officeDocument/2006/relationships/theme" Target="../theme/theme36.xml"/><Relationship Id="rId3" Type="http://schemas.openxmlformats.org/officeDocument/2006/relationships/slideLayout" Target="../slideLayouts/slideLayout418.xml"/><Relationship Id="rId7" Type="http://schemas.openxmlformats.org/officeDocument/2006/relationships/slideLayout" Target="../slideLayouts/slideLayout422.xml"/><Relationship Id="rId12" Type="http://schemas.openxmlformats.org/officeDocument/2006/relationships/slideLayout" Target="../slideLayouts/slideLayout427.xml"/><Relationship Id="rId2" Type="http://schemas.openxmlformats.org/officeDocument/2006/relationships/slideLayout" Target="../slideLayouts/slideLayout417.xml"/><Relationship Id="rId1" Type="http://schemas.openxmlformats.org/officeDocument/2006/relationships/slideLayout" Target="../slideLayouts/slideLayout416.xml"/><Relationship Id="rId6" Type="http://schemas.openxmlformats.org/officeDocument/2006/relationships/slideLayout" Target="../slideLayouts/slideLayout421.xml"/><Relationship Id="rId11" Type="http://schemas.openxmlformats.org/officeDocument/2006/relationships/slideLayout" Target="../slideLayouts/slideLayout426.xml"/><Relationship Id="rId5" Type="http://schemas.openxmlformats.org/officeDocument/2006/relationships/slideLayout" Target="../slideLayouts/slideLayout420.xml"/><Relationship Id="rId10" Type="http://schemas.openxmlformats.org/officeDocument/2006/relationships/slideLayout" Target="../slideLayouts/slideLayout425.xml"/><Relationship Id="rId4" Type="http://schemas.openxmlformats.org/officeDocument/2006/relationships/slideLayout" Target="../slideLayouts/slideLayout419.xml"/><Relationship Id="rId9" Type="http://schemas.openxmlformats.org/officeDocument/2006/relationships/slideLayout" Target="../slideLayouts/slideLayout424.xml"/></Relationships>
</file>

<file path=ppt/slideMasters/_rels/slideMaster37.xml.rels><?xml version="1.0" encoding="UTF-8" standalone="yes"?>
<Relationships xmlns="http://schemas.openxmlformats.org/package/2006/relationships"><Relationship Id="rId8" Type="http://schemas.openxmlformats.org/officeDocument/2006/relationships/slideLayout" Target="../slideLayouts/slideLayout435.xml"/><Relationship Id="rId13" Type="http://schemas.openxmlformats.org/officeDocument/2006/relationships/theme" Target="../theme/theme37.xml"/><Relationship Id="rId3" Type="http://schemas.openxmlformats.org/officeDocument/2006/relationships/slideLayout" Target="../slideLayouts/slideLayout430.xml"/><Relationship Id="rId7" Type="http://schemas.openxmlformats.org/officeDocument/2006/relationships/slideLayout" Target="../slideLayouts/slideLayout434.xml"/><Relationship Id="rId12" Type="http://schemas.openxmlformats.org/officeDocument/2006/relationships/slideLayout" Target="../slideLayouts/slideLayout439.xml"/><Relationship Id="rId2" Type="http://schemas.openxmlformats.org/officeDocument/2006/relationships/slideLayout" Target="../slideLayouts/slideLayout429.xml"/><Relationship Id="rId1" Type="http://schemas.openxmlformats.org/officeDocument/2006/relationships/slideLayout" Target="../slideLayouts/slideLayout428.xml"/><Relationship Id="rId6" Type="http://schemas.openxmlformats.org/officeDocument/2006/relationships/slideLayout" Target="../slideLayouts/slideLayout433.xml"/><Relationship Id="rId11" Type="http://schemas.openxmlformats.org/officeDocument/2006/relationships/slideLayout" Target="../slideLayouts/slideLayout438.xml"/><Relationship Id="rId5" Type="http://schemas.openxmlformats.org/officeDocument/2006/relationships/slideLayout" Target="../slideLayouts/slideLayout432.xml"/><Relationship Id="rId10" Type="http://schemas.openxmlformats.org/officeDocument/2006/relationships/slideLayout" Target="../slideLayouts/slideLayout437.xml"/><Relationship Id="rId4" Type="http://schemas.openxmlformats.org/officeDocument/2006/relationships/slideLayout" Target="../slideLayouts/slideLayout431.xml"/><Relationship Id="rId9" Type="http://schemas.openxmlformats.org/officeDocument/2006/relationships/slideLayout" Target="../slideLayouts/slideLayout436.xml"/></Relationships>
</file>

<file path=ppt/slideMasters/_rels/slideMaster38.xml.rels><?xml version="1.0" encoding="UTF-8" standalone="yes"?>
<Relationships xmlns="http://schemas.openxmlformats.org/package/2006/relationships"><Relationship Id="rId8" Type="http://schemas.openxmlformats.org/officeDocument/2006/relationships/slideLayout" Target="../slideLayouts/slideLayout447.xml"/><Relationship Id="rId13" Type="http://schemas.openxmlformats.org/officeDocument/2006/relationships/theme" Target="../theme/theme38.xml"/><Relationship Id="rId3" Type="http://schemas.openxmlformats.org/officeDocument/2006/relationships/slideLayout" Target="../slideLayouts/slideLayout442.xml"/><Relationship Id="rId7" Type="http://schemas.openxmlformats.org/officeDocument/2006/relationships/slideLayout" Target="../slideLayouts/slideLayout446.xml"/><Relationship Id="rId12" Type="http://schemas.openxmlformats.org/officeDocument/2006/relationships/slideLayout" Target="../slideLayouts/slideLayout451.xml"/><Relationship Id="rId2" Type="http://schemas.openxmlformats.org/officeDocument/2006/relationships/slideLayout" Target="../slideLayouts/slideLayout441.xml"/><Relationship Id="rId1" Type="http://schemas.openxmlformats.org/officeDocument/2006/relationships/slideLayout" Target="../slideLayouts/slideLayout440.xml"/><Relationship Id="rId6" Type="http://schemas.openxmlformats.org/officeDocument/2006/relationships/slideLayout" Target="../slideLayouts/slideLayout445.xml"/><Relationship Id="rId11" Type="http://schemas.openxmlformats.org/officeDocument/2006/relationships/slideLayout" Target="../slideLayouts/slideLayout450.xml"/><Relationship Id="rId5" Type="http://schemas.openxmlformats.org/officeDocument/2006/relationships/slideLayout" Target="../slideLayouts/slideLayout444.xml"/><Relationship Id="rId10" Type="http://schemas.openxmlformats.org/officeDocument/2006/relationships/slideLayout" Target="../slideLayouts/slideLayout449.xml"/><Relationship Id="rId4" Type="http://schemas.openxmlformats.org/officeDocument/2006/relationships/slideLayout" Target="../slideLayouts/slideLayout443.xml"/><Relationship Id="rId9" Type="http://schemas.openxmlformats.org/officeDocument/2006/relationships/slideLayout" Target="../slideLayouts/slideLayout448.xml"/></Relationships>
</file>

<file path=ppt/slideMasters/_rels/slideMaster39.xml.rels><?xml version="1.0" encoding="UTF-8" standalone="yes"?>
<Relationships xmlns="http://schemas.openxmlformats.org/package/2006/relationships"><Relationship Id="rId8" Type="http://schemas.openxmlformats.org/officeDocument/2006/relationships/slideLayout" Target="../slideLayouts/slideLayout459.xml"/><Relationship Id="rId13" Type="http://schemas.openxmlformats.org/officeDocument/2006/relationships/theme" Target="../theme/theme39.xml"/><Relationship Id="rId3" Type="http://schemas.openxmlformats.org/officeDocument/2006/relationships/slideLayout" Target="../slideLayouts/slideLayout454.xml"/><Relationship Id="rId7" Type="http://schemas.openxmlformats.org/officeDocument/2006/relationships/slideLayout" Target="../slideLayouts/slideLayout458.xml"/><Relationship Id="rId12" Type="http://schemas.openxmlformats.org/officeDocument/2006/relationships/slideLayout" Target="../slideLayouts/slideLayout463.xml"/><Relationship Id="rId2" Type="http://schemas.openxmlformats.org/officeDocument/2006/relationships/slideLayout" Target="../slideLayouts/slideLayout453.xml"/><Relationship Id="rId1" Type="http://schemas.openxmlformats.org/officeDocument/2006/relationships/slideLayout" Target="../slideLayouts/slideLayout452.xml"/><Relationship Id="rId6" Type="http://schemas.openxmlformats.org/officeDocument/2006/relationships/slideLayout" Target="../slideLayouts/slideLayout457.xml"/><Relationship Id="rId11" Type="http://schemas.openxmlformats.org/officeDocument/2006/relationships/slideLayout" Target="../slideLayouts/slideLayout462.xml"/><Relationship Id="rId5" Type="http://schemas.openxmlformats.org/officeDocument/2006/relationships/slideLayout" Target="../slideLayouts/slideLayout456.xml"/><Relationship Id="rId10" Type="http://schemas.openxmlformats.org/officeDocument/2006/relationships/slideLayout" Target="../slideLayouts/slideLayout461.xml"/><Relationship Id="rId4" Type="http://schemas.openxmlformats.org/officeDocument/2006/relationships/slideLayout" Target="../slideLayouts/slideLayout455.xml"/><Relationship Id="rId9" Type="http://schemas.openxmlformats.org/officeDocument/2006/relationships/slideLayout" Target="../slideLayouts/slideLayout460.xml"/></Relationships>
</file>

<file path=ppt/slideMasters/_rels/slideMaster40.xml.rels><?xml version="1.0" encoding="UTF-8" standalone="yes"?>
<Relationships xmlns="http://schemas.openxmlformats.org/package/2006/relationships"><Relationship Id="rId8" Type="http://schemas.openxmlformats.org/officeDocument/2006/relationships/slideLayout" Target="../slideLayouts/slideLayout471.xml"/><Relationship Id="rId13" Type="http://schemas.openxmlformats.org/officeDocument/2006/relationships/theme" Target="../theme/theme40.xml"/><Relationship Id="rId3" Type="http://schemas.openxmlformats.org/officeDocument/2006/relationships/slideLayout" Target="../slideLayouts/slideLayout466.xml"/><Relationship Id="rId7" Type="http://schemas.openxmlformats.org/officeDocument/2006/relationships/slideLayout" Target="../slideLayouts/slideLayout470.xml"/><Relationship Id="rId12" Type="http://schemas.openxmlformats.org/officeDocument/2006/relationships/slideLayout" Target="../slideLayouts/slideLayout475.xml"/><Relationship Id="rId2" Type="http://schemas.openxmlformats.org/officeDocument/2006/relationships/slideLayout" Target="../slideLayouts/slideLayout465.xml"/><Relationship Id="rId1" Type="http://schemas.openxmlformats.org/officeDocument/2006/relationships/slideLayout" Target="../slideLayouts/slideLayout464.xml"/><Relationship Id="rId6" Type="http://schemas.openxmlformats.org/officeDocument/2006/relationships/slideLayout" Target="../slideLayouts/slideLayout469.xml"/><Relationship Id="rId11" Type="http://schemas.openxmlformats.org/officeDocument/2006/relationships/slideLayout" Target="../slideLayouts/slideLayout474.xml"/><Relationship Id="rId5" Type="http://schemas.openxmlformats.org/officeDocument/2006/relationships/slideLayout" Target="../slideLayouts/slideLayout468.xml"/><Relationship Id="rId10" Type="http://schemas.openxmlformats.org/officeDocument/2006/relationships/slideLayout" Target="../slideLayouts/slideLayout473.xml"/><Relationship Id="rId4" Type="http://schemas.openxmlformats.org/officeDocument/2006/relationships/slideLayout" Target="../slideLayouts/slideLayout467.xml"/><Relationship Id="rId9" Type="http://schemas.openxmlformats.org/officeDocument/2006/relationships/slideLayout" Target="../slideLayouts/slideLayout472.xml"/></Relationships>
</file>

<file path=ppt/slideMasters/_rels/slideMaster41.xml.rels><?xml version="1.0" encoding="UTF-8" standalone="yes"?>
<Relationships xmlns="http://schemas.openxmlformats.org/package/2006/relationships"><Relationship Id="rId8" Type="http://schemas.openxmlformats.org/officeDocument/2006/relationships/slideLayout" Target="../slideLayouts/slideLayout483.xml"/><Relationship Id="rId13" Type="http://schemas.openxmlformats.org/officeDocument/2006/relationships/theme" Target="../theme/theme41.xml"/><Relationship Id="rId3" Type="http://schemas.openxmlformats.org/officeDocument/2006/relationships/slideLayout" Target="../slideLayouts/slideLayout478.xml"/><Relationship Id="rId7" Type="http://schemas.openxmlformats.org/officeDocument/2006/relationships/slideLayout" Target="../slideLayouts/slideLayout482.xml"/><Relationship Id="rId12" Type="http://schemas.openxmlformats.org/officeDocument/2006/relationships/slideLayout" Target="../slideLayouts/slideLayout487.xml"/><Relationship Id="rId2" Type="http://schemas.openxmlformats.org/officeDocument/2006/relationships/slideLayout" Target="../slideLayouts/slideLayout477.xml"/><Relationship Id="rId1" Type="http://schemas.openxmlformats.org/officeDocument/2006/relationships/slideLayout" Target="../slideLayouts/slideLayout476.xml"/><Relationship Id="rId6" Type="http://schemas.openxmlformats.org/officeDocument/2006/relationships/slideLayout" Target="../slideLayouts/slideLayout481.xml"/><Relationship Id="rId11" Type="http://schemas.openxmlformats.org/officeDocument/2006/relationships/slideLayout" Target="../slideLayouts/slideLayout486.xml"/><Relationship Id="rId5" Type="http://schemas.openxmlformats.org/officeDocument/2006/relationships/slideLayout" Target="../slideLayouts/slideLayout480.xml"/><Relationship Id="rId10" Type="http://schemas.openxmlformats.org/officeDocument/2006/relationships/slideLayout" Target="../slideLayouts/slideLayout485.xml"/><Relationship Id="rId4" Type="http://schemas.openxmlformats.org/officeDocument/2006/relationships/slideLayout" Target="../slideLayouts/slideLayout479.xml"/><Relationship Id="rId9" Type="http://schemas.openxmlformats.org/officeDocument/2006/relationships/slideLayout" Target="../slideLayouts/slideLayout484.xml"/></Relationships>
</file>

<file path=ppt/slideMasters/_rels/slideMaster42.xml.rels><?xml version="1.0" encoding="UTF-8" standalone="yes"?>
<Relationships xmlns="http://schemas.openxmlformats.org/package/2006/relationships"><Relationship Id="rId8" Type="http://schemas.openxmlformats.org/officeDocument/2006/relationships/slideLayout" Target="../slideLayouts/slideLayout495.xml"/><Relationship Id="rId3" Type="http://schemas.openxmlformats.org/officeDocument/2006/relationships/slideLayout" Target="../slideLayouts/slideLayout490.xml"/><Relationship Id="rId7" Type="http://schemas.openxmlformats.org/officeDocument/2006/relationships/slideLayout" Target="../slideLayouts/slideLayout494.xml"/><Relationship Id="rId12" Type="http://schemas.openxmlformats.org/officeDocument/2006/relationships/theme" Target="../theme/theme42.xml"/><Relationship Id="rId2" Type="http://schemas.openxmlformats.org/officeDocument/2006/relationships/slideLayout" Target="../slideLayouts/slideLayout489.xml"/><Relationship Id="rId1" Type="http://schemas.openxmlformats.org/officeDocument/2006/relationships/slideLayout" Target="../slideLayouts/slideLayout488.xml"/><Relationship Id="rId6" Type="http://schemas.openxmlformats.org/officeDocument/2006/relationships/slideLayout" Target="../slideLayouts/slideLayout493.xml"/><Relationship Id="rId11" Type="http://schemas.openxmlformats.org/officeDocument/2006/relationships/slideLayout" Target="../slideLayouts/slideLayout498.xml"/><Relationship Id="rId5" Type="http://schemas.openxmlformats.org/officeDocument/2006/relationships/slideLayout" Target="../slideLayouts/slideLayout492.xml"/><Relationship Id="rId10" Type="http://schemas.openxmlformats.org/officeDocument/2006/relationships/slideLayout" Target="../slideLayouts/slideLayout497.xml"/><Relationship Id="rId4" Type="http://schemas.openxmlformats.org/officeDocument/2006/relationships/slideLayout" Target="../slideLayouts/slideLayout491.xml"/><Relationship Id="rId9" Type="http://schemas.openxmlformats.org/officeDocument/2006/relationships/slideLayout" Target="../slideLayouts/slideLayout496.xml"/></Relationships>
</file>

<file path=ppt/slideMasters/_rels/slideMaster43.xml.rels><?xml version="1.0" encoding="UTF-8" standalone="yes"?>
<Relationships xmlns="http://schemas.openxmlformats.org/package/2006/relationships"><Relationship Id="rId8" Type="http://schemas.openxmlformats.org/officeDocument/2006/relationships/slideLayout" Target="../slideLayouts/slideLayout506.xml"/><Relationship Id="rId13" Type="http://schemas.openxmlformats.org/officeDocument/2006/relationships/theme" Target="../theme/theme43.xml"/><Relationship Id="rId3" Type="http://schemas.openxmlformats.org/officeDocument/2006/relationships/slideLayout" Target="../slideLayouts/slideLayout501.xml"/><Relationship Id="rId7" Type="http://schemas.openxmlformats.org/officeDocument/2006/relationships/slideLayout" Target="../slideLayouts/slideLayout505.xml"/><Relationship Id="rId12" Type="http://schemas.openxmlformats.org/officeDocument/2006/relationships/slideLayout" Target="../slideLayouts/slideLayout510.xml"/><Relationship Id="rId2" Type="http://schemas.openxmlformats.org/officeDocument/2006/relationships/slideLayout" Target="../slideLayouts/slideLayout500.xml"/><Relationship Id="rId1" Type="http://schemas.openxmlformats.org/officeDocument/2006/relationships/slideLayout" Target="../slideLayouts/slideLayout499.xml"/><Relationship Id="rId6" Type="http://schemas.openxmlformats.org/officeDocument/2006/relationships/slideLayout" Target="../slideLayouts/slideLayout504.xml"/><Relationship Id="rId11" Type="http://schemas.openxmlformats.org/officeDocument/2006/relationships/slideLayout" Target="../slideLayouts/slideLayout509.xml"/><Relationship Id="rId5" Type="http://schemas.openxmlformats.org/officeDocument/2006/relationships/slideLayout" Target="../slideLayouts/slideLayout503.xml"/><Relationship Id="rId10" Type="http://schemas.openxmlformats.org/officeDocument/2006/relationships/slideLayout" Target="../slideLayouts/slideLayout508.xml"/><Relationship Id="rId4" Type="http://schemas.openxmlformats.org/officeDocument/2006/relationships/slideLayout" Target="../slideLayouts/slideLayout502.xml"/><Relationship Id="rId9" Type="http://schemas.openxmlformats.org/officeDocument/2006/relationships/slideLayout" Target="../slideLayouts/slideLayout507.xml"/></Relationships>
</file>

<file path=ppt/slideMasters/_rels/slideMaster44.xml.rels><?xml version="1.0" encoding="UTF-8" standalone="yes"?>
<Relationships xmlns="http://schemas.openxmlformats.org/package/2006/relationships"><Relationship Id="rId8" Type="http://schemas.openxmlformats.org/officeDocument/2006/relationships/slideLayout" Target="../slideLayouts/slideLayout518.xml"/><Relationship Id="rId13" Type="http://schemas.openxmlformats.org/officeDocument/2006/relationships/theme" Target="../theme/theme44.xml"/><Relationship Id="rId3" Type="http://schemas.openxmlformats.org/officeDocument/2006/relationships/slideLayout" Target="../slideLayouts/slideLayout513.xml"/><Relationship Id="rId7" Type="http://schemas.openxmlformats.org/officeDocument/2006/relationships/slideLayout" Target="../slideLayouts/slideLayout517.xml"/><Relationship Id="rId12" Type="http://schemas.openxmlformats.org/officeDocument/2006/relationships/slideLayout" Target="../slideLayouts/slideLayout522.xml"/><Relationship Id="rId2" Type="http://schemas.openxmlformats.org/officeDocument/2006/relationships/slideLayout" Target="../slideLayouts/slideLayout512.xml"/><Relationship Id="rId1" Type="http://schemas.openxmlformats.org/officeDocument/2006/relationships/slideLayout" Target="../slideLayouts/slideLayout511.xml"/><Relationship Id="rId6" Type="http://schemas.openxmlformats.org/officeDocument/2006/relationships/slideLayout" Target="../slideLayouts/slideLayout516.xml"/><Relationship Id="rId11" Type="http://schemas.openxmlformats.org/officeDocument/2006/relationships/slideLayout" Target="../slideLayouts/slideLayout521.xml"/><Relationship Id="rId5" Type="http://schemas.openxmlformats.org/officeDocument/2006/relationships/slideLayout" Target="../slideLayouts/slideLayout515.xml"/><Relationship Id="rId10" Type="http://schemas.openxmlformats.org/officeDocument/2006/relationships/slideLayout" Target="../slideLayouts/slideLayout520.xml"/><Relationship Id="rId4" Type="http://schemas.openxmlformats.org/officeDocument/2006/relationships/slideLayout" Target="../slideLayouts/slideLayout514.xml"/><Relationship Id="rId9" Type="http://schemas.openxmlformats.org/officeDocument/2006/relationships/slideLayout" Target="../slideLayouts/slideLayout519.xml"/></Relationships>
</file>

<file path=ppt/slideMasters/_rels/slideMaster45.xml.rels><?xml version="1.0" encoding="UTF-8" standalone="yes"?>
<Relationships xmlns="http://schemas.openxmlformats.org/package/2006/relationships"><Relationship Id="rId8" Type="http://schemas.openxmlformats.org/officeDocument/2006/relationships/slideLayout" Target="../slideLayouts/slideLayout530.xml"/><Relationship Id="rId13" Type="http://schemas.openxmlformats.org/officeDocument/2006/relationships/theme" Target="../theme/theme45.xml"/><Relationship Id="rId3" Type="http://schemas.openxmlformats.org/officeDocument/2006/relationships/slideLayout" Target="../slideLayouts/slideLayout525.xml"/><Relationship Id="rId7" Type="http://schemas.openxmlformats.org/officeDocument/2006/relationships/slideLayout" Target="../slideLayouts/slideLayout529.xml"/><Relationship Id="rId12" Type="http://schemas.openxmlformats.org/officeDocument/2006/relationships/slideLayout" Target="../slideLayouts/slideLayout534.xml"/><Relationship Id="rId2" Type="http://schemas.openxmlformats.org/officeDocument/2006/relationships/slideLayout" Target="../slideLayouts/slideLayout524.xml"/><Relationship Id="rId1" Type="http://schemas.openxmlformats.org/officeDocument/2006/relationships/slideLayout" Target="../slideLayouts/slideLayout523.xml"/><Relationship Id="rId6" Type="http://schemas.openxmlformats.org/officeDocument/2006/relationships/slideLayout" Target="../slideLayouts/slideLayout528.xml"/><Relationship Id="rId11" Type="http://schemas.openxmlformats.org/officeDocument/2006/relationships/slideLayout" Target="../slideLayouts/slideLayout533.xml"/><Relationship Id="rId5" Type="http://schemas.openxmlformats.org/officeDocument/2006/relationships/slideLayout" Target="../slideLayouts/slideLayout527.xml"/><Relationship Id="rId10" Type="http://schemas.openxmlformats.org/officeDocument/2006/relationships/slideLayout" Target="../slideLayouts/slideLayout532.xml"/><Relationship Id="rId4" Type="http://schemas.openxmlformats.org/officeDocument/2006/relationships/slideLayout" Target="../slideLayouts/slideLayout526.xml"/><Relationship Id="rId9" Type="http://schemas.openxmlformats.org/officeDocument/2006/relationships/slideLayout" Target="../slideLayouts/slideLayout531.xml"/></Relationships>
</file>

<file path=ppt/slideMasters/_rels/slideMaster46.xml.rels><?xml version="1.0" encoding="UTF-8" standalone="yes"?>
<Relationships xmlns="http://schemas.openxmlformats.org/package/2006/relationships"><Relationship Id="rId8" Type="http://schemas.openxmlformats.org/officeDocument/2006/relationships/slideLayout" Target="../slideLayouts/slideLayout542.xml"/><Relationship Id="rId13" Type="http://schemas.openxmlformats.org/officeDocument/2006/relationships/theme" Target="../theme/theme46.xml"/><Relationship Id="rId3" Type="http://schemas.openxmlformats.org/officeDocument/2006/relationships/slideLayout" Target="../slideLayouts/slideLayout537.xml"/><Relationship Id="rId7" Type="http://schemas.openxmlformats.org/officeDocument/2006/relationships/slideLayout" Target="../slideLayouts/slideLayout541.xml"/><Relationship Id="rId12" Type="http://schemas.openxmlformats.org/officeDocument/2006/relationships/slideLayout" Target="../slideLayouts/slideLayout546.xml"/><Relationship Id="rId2" Type="http://schemas.openxmlformats.org/officeDocument/2006/relationships/slideLayout" Target="../slideLayouts/slideLayout536.xml"/><Relationship Id="rId1" Type="http://schemas.openxmlformats.org/officeDocument/2006/relationships/slideLayout" Target="../slideLayouts/slideLayout535.xml"/><Relationship Id="rId6" Type="http://schemas.openxmlformats.org/officeDocument/2006/relationships/slideLayout" Target="../slideLayouts/slideLayout540.xml"/><Relationship Id="rId11" Type="http://schemas.openxmlformats.org/officeDocument/2006/relationships/slideLayout" Target="../slideLayouts/slideLayout545.xml"/><Relationship Id="rId5" Type="http://schemas.openxmlformats.org/officeDocument/2006/relationships/slideLayout" Target="../slideLayouts/slideLayout539.xml"/><Relationship Id="rId10" Type="http://schemas.openxmlformats.org/officeDocument/2006/relationships/slideLayout" Target="../slideLayouts/slideLayout544.xml"/><Relationship Id="rId4" Type="http://schemas.openxmlformats.org/officeDocument/2006/relationships/slideLayout" Target="../slideLayouts/slideLayout538.xml"/><Relationship Id="rId9" Type="http://schemas.openxmlformats.org/officeDocument/2006/relationships/slideLayout" Target="../slideLayouts/slideLayout543.xml"/></Relationships>
</file>

<file path=ppt/slideMasters/_rels/slideMaster47.xml.rels><?xml version="1.0" encoding="UTF-8" standalone="yes"?>
<Relationships xmlns="http://schemas.openxmlformats.org/package/2006/relationships"><Relationship Id="rId8" Type="http://schemas.openxmlformats.org/officeDocument/2006/relationships/slideLayout" Target="../slideLayouts/slideLayout554.xml"/><Relationship Id="rId13" Type="http://schemas.openxmlformats.org/officeDocument/2006/relationships/theme" Target="../theme/theme47.xml"/><Relationship Id="rId3" Type="http://schemas.openxmlformats.org/officeDocument/2006/relationships/slideLayout" Target="../slideLayouts/slideLayout549.xml"/><Relationship Id="rId7" Type="http://schemas.openxmlformats.org/officeDocument/2006/relationships/slideLayout" Target="../slideLayouts/slideLayout553.xml"/><Relationship Id="rId12" Type="http://schemas.openxmlformats.org/officeDocument/2006/relationships/slideLayout" Target="../slideLayouts/slideLayout558.xml"/><Relationship Id="rId2" Type="http://schemas.openxmlformats.org/officeDocument/2006/relationships/slideLayout" Target="../slideLayouts/slideLayout548.xml"/><Relationship Id="rId1" Type="http://schemas.openxmlformats.org/officeDocument/2006/relationships/slideLayout" Target="../slideLayouts/slideLayout547.xml"/><Relationship Id="rId6" Type="http://schemas.openxmlformats.org/officeDocument/2006/relationships/slideLayout" Target="../slideLayouts/slideLayout552.xml"/><Relationship Id="rId11" Type="http://schemas.openxmlformats.org/officeDocument/2006/relationships/slideLayout" Target="../slideLayouts/slideLayout557.xml"/><Relationship Id="rId5" Type="http://schemas.openxmlformats.org/officeDocument/2006/relationships/slideLayout" Target="../slideLayouts/slideLayout551.xml"/><Relationship Id="rId10" Type="http://schemas.openxmlformats.org/officeDocument/2006/relationships/slideLayout" Target="../slideLayouts/slideLayout556.xml"/><Relationship Id="rId4" Type="http://schemas.openxmlformats.org/officeDocument/2006/relationships/slideLayout" Target="../slideLayouts/slideLayout550.xml"/><Relationship Id="rId9" Type="http://schemas.openxmlformats.org/officeDocument/2006/relationships/slideLayout" Target="../slideLayouts/slideLayout555.xml"/></Relationships>
</file>

<file path=ppt/slideMasters/_rels/slideMaster48.xml.rels><?xml version="1.0" encoding="UTF-8" standalone="yes"?>
<Relationships xmlns="http://schemas.openxmlformats.org/package/2006/relationships"><Relationship Id="rId8" Type="http://schemas.openxmlformats.org/officeDocument/2006/relationships/slideLayout" Target="../slideLayouts/slideLayout566.xml"/><Relationship Id="rId13" Type="http://schemas.openxmlformats.org/officeDocument/2006/relationships/theme" Target="../theme/theme48.xml"/><Relationship Id="rId3" Type="http://schemas.openxmlformats.org/officeDocument/2006/relationships/slideLayout" Target="../slideLayouts/slideLayout561.xml"/><Relationship Id="rId7" Type="http://schemas.openxmlformats.org/officeDocument/2006/relationships/slideLayout" Target="../slideLayouts/slideLayout565.xml"/><Relationship Id="rId12" Type="http://schemas.openxmlformats.org/officeDocument/2006/relationships/slideLayout" Target="../slideLayouts/slideLayout570.xml"/><Relationship Id="rId2" Type="http://schemas.openxmlformats.org/officeDocument/2006/relationships/slideLayout" Target="../slideLayouts/slideLayout560.xml"/><Relationship Id="rId1" Type="http://schemas.openxmlformats.org/officeDocument/2006/relationships/slideLayout" Target="../slideLayouts/slideLayout559.xml"/><Relationship Id="rId6" Type="http://schemas.openxmlformats.org/officeDocument/2006/relationships/slideLayout" Target="../slideLayouts/slideLayout564.xml"/><Relationship Id="rId11" Type="http://schemas.openxmlformats.org/officeDocument/2006/relationships/slideLayout" Target="../slideLayouts/slideLayout569.xml"/><Relationship Id="rId5" Type="http://schemas.openxmlformats.org/officeDocument/2006/relationships/slideLayout" Target="../slideLayouts/slideLayout563.xml"/><Relationship Id="rId10" Type="http://schemas.openxmlformats.org/officeDocument/2006/relationships/slideLayout" Target="../slideLayouts/slideLayout568.xml"/><Relationship Id="rId4" Type="http://schemas.openxmlformats.org/officeDocument/2006/relationships/slideLayout" Target="../slideLayouts/slideLayout562.xml"/><Relationship Id="rId9" Type="http://schemas.openxmlformats.org/officeDocument/2006/relationships/slideLayout" Target="../slideLayouts/slideLayout567.xml"/></Relationships>
</file>

<file path=ppt/slideMasters/_rels/slideMaster49.xml.rels><?xml version="1.0" encoding="UTF-8" standalone="yes"?>
<Relationships xmlns="http://schemas.openxmlformats.org/package/2006/relationships"><Relationship Id="rId8" Type="http://schemas.openxmlformats.org/officeDocument/2006/relationships/slideLayout" Target="../slideLayouts/slideLayout578.xml"/><Relationship Id="rId13" Type="http://schemas.openxmlformats.org/officeDocument/2006/relationships/theme" Target="../theme/theme49.xml"/><Relationship Id="rId3" Type="http://schemas.openxmlformats.org/officeDocument/2006/relationships/slideLayout" Target="../slideLayouts/slideLayout573.xml"/><Relationship Id="rId7" Type="http://schemas.openxmlformats.org/officeDocument/2006/relationships/slideLayout" Target="../slideLayouts/slideLayout577.xml"/><Relationship Id="rId12" Type="http://schemas.openxmlformats.org/officeDocument/2006/relationships/slideLayout" Target="../slideLayouts/slideLayout582.xml"/><Relationship Id="rId2" Type="http://schemas.openxmlformats.org/officeDocument/2006/relationships/slideLayout" Target="../slideLayouts/slideLayout572.xml"/><Relationship Id="rId1" Type="http://schemas.openxmlformats.org/officeDocument/2006/relationships/slideLayout" Target="../slideLayouts/slideLayout571.xml"/><Relationship Id="rId6" Type="http://schemas.openxmlformats.org/officeDocument/2006/relationships/slideLayout" Target="../slideLayouts/slideLayout576.xml"/><Relationship Id="rId11" Type="http://schemas.openxmlformats.org/officeDocument/2006/relationships/slideLayout" Target="../slideLayouts/slideLayout581.xml"/><Relationship Id="rId5" Type="http://schemas.openxmlformats.org/officeDocument/2006/relationships/slideLayout" Target="../slideLayouts/slideLayout575.xml"/><Relationship Id="rId10" Type="http://schemas.openxmlformats.org/officeDocument/2006/relationships/slideLayout" Target="../slideLayouts/slideLayout580.xml"/><Relationship Id="rId4" Type="http://schemas.openxmlformats.org/officeDocument/2006/relationships/slideLayout" Target="../slideLayouts/slideLayout574.xml"/><Relationship Id="rId9" Type="http://schemas.openxmlformats.org/officeDocument/2006/relationships/slideLayout" Target="../slideLayouts/slideLayout579.xml"/></Relationships>
</file>

<file path=ppt/slideMasters/_rels/slideMaster50.xml.rels><?xml version="1.0" encoding="UTF-8" standalone="yes"?>
<Relationships xmlns="http://schemas.openxmlformats.org/package/2006/relationships"><Relationship Id="rId8" Type="http://schemas.openxmlformats.org/officeDocument/2006/relationships/slideLayout" Target="../slideLayouts/slideLayout590.xml"/><Relationship Id="rId13" Type="http://schemas.openxmlformats.org/officeDocument/2006/relationships/theme" Target="../theme/theme50.xml"/><Relationship Id="rId3" Type="http://schemas.openxmlformats.org/officeDocument/2006/relationships/slideLayout" Target="../slideLayouts/slideLayout585.xml"/><Relationship Id="rId7" Type="http://schemas.openxmlformats.org/officeDocument/2006/relationships/slideLayout" Target="../slideLayouts/slideLayout589.xml"/><Relationship Id="rId12" Type="http://schemas.openxmlformats.org/officeDocument/2006/relationships/slideLayout" Target="../slideLayouts/slideLayout594.xml"/><Relationship Id="rId2" Type="http://schemas.openxmlformats.org/officeDocument/2006/relationships/slideLayout" Target="../slideLayouts/slideLayout584.xml"/><Relationship Id="rId1" Type="http://schemas.openxmlformats.org/officeDocument/2006/relationships/slideLayout" Target="../slideLayouts/slideLayout583.xml"/><Relationship Id="rId6" Type="http://schemas.openxmlformats.org/officeDocument/2006/relationships/slideLayout" Target="../slideLayouts/slideLayout588.xml"/><Relationship Id="rId11" Type="http://schemas.openxmlformats.org/officeDocument/2006/relationships/slideLayout" Target="../slideLayouts/slideLayout593.xml"/><Relationship Id="rId5" Type="http://schemas.openxmlformats.org/officeDocument/2006/relationships/slideLayout" Target="../slideLayouts/slideLayout587.xml"/><Relationship Id="rId10" Type="http://schemas.openxmlformats.org/officeDocument/2006/relationships/slideLayout" Target="../slideLayouts/slideLayout592.xml"/><Relationship Id="rId4" Type="http://schemas.openxmlformats.org/officeDocument/2006/relationships/slideLayout" Target="../slideLayouts/slideLayout586.xml"/><Relationship Id="rId9" Type="http://schemas.openxmlformats.org/officeDocument/2006/relationships/slideLayout" Target="../slideLayouts/slideLayout591.xml"/></Relationships>
</file>

<file path=ppt/slideMasters/_rels/slideMaster51.xml.rels><?xml version="1.0" encoding="UTF-8" standalone="yes"?>
<Relationships xmlns="http://schemas.openxmlformats.org/package/2006/relationships"><Relationship Id="rId8" Type="http://schemas.openxmlformats.org/officeDocument/2006/relationships/slideLayout" Target="../slideLayouts/slideLayout602.xml"/><Relationship Id="rId3" Type="http://schemas.openxmlformats.org/officeDocument/2006/relationships/slideLayout" Target="../slideLayouts/slideLayout597.xml"/><Relationship Id="rId7" Type="http://schemas.openxmlformats.org/officeDocument/2006/relationships/slideLayout" Target="../slideLayouts/slideLayout601.xml"/><Relationship Id="rId12" Type="http://schemas.openxmlformats.org/officeDocument/2006/relationships/theme" Target="../theme/theme51.xml"/><Relationship Id="rId2" Type="http://schemas.openxmlformats.org/officeDocument/2006/relationships/slideLayout" Target="../slideLayouts/slideLayout596.xml"/><Relationship Id="rId1" Type="http://schemas.openxmlformats.org/officeDocument/2006/relationships/slideLayout" Target="../slideLayouts/slideLayout595.xml"/><Relationship Id="rId6" Type="http://schemas.openxmlformats.org/officeDocument/2006/relationships/slideLayout" Target="../slideLayouts/slideLayout600.xml"/><Relationship Id="rId11" Type="http://schemas.openxmlformats.org/officeDocument/2006/relationships/slideLayout" Target="../slideLayouts/slideLayout605.xml"/><Relationship Id="rId5" Type="http://schemas.openxmlformats.org/officeDocument/2006/relationships/slideLayout" Target="../slideLayouts/slideLayout599.xml"/><Relationship Id="rId10" Type="http://schemas.openxmlformats.org/officeDocument/2006/relationships/slideLayout" Target="../slideLayouts/slideLayout604.xml"/><Relationship Id="rId4" Type="http://schemas.openxmlformats.org/officeDocument/2006/relationships/slideLayout" Target="../slideLayouts/slideLayout598.xml"/><Relationship Id="rId9" Type="http://schemas.openxmlformats.org/officeDocument/2006/relationships/slideLayout" Target="../slideLayouts/slideLayout603.xml"/></Relationships>
</file>

<file path=ppt/slideMasters/_rels/slideMaster52.xml.rels><?xml version="1.0" encoding="UTF-8" standalone="yes"?>
<Relationships xmlns="http://schemas.openxmlformats.org/package/2006/relationships"><Relationship Id="rId8" Type="http://schemas.openxmlformats.org/officeDocument/2006/relationships/slideLayout" Target="../slideLayouts/slideLayout613.xml"/><Relationship Id="rId3" Type="http://schemas.openxmlformats.org/officeDocument/2006/relationships/slideLayout" Target="../slideLayouts/slideLayout608.xml"/><Relationship Id="rId7" Type="http://schemas.openxmlformats.org/officeDocument/2006/relationships/slideLayout" Target="../slideLayouts/slideLayout612.xml"/><Relationship Id="rId12" Type="http://schemas.openxmlformats.org/officeDocument/2006/relationships/theme" Target="../theme/theme52.xml"/><Relationship Id="rId2" Type="http://schemas.openxmlformats.org/officeDocument/2006/relationships/slideLayout" Target="../slideLayouts/slideLayout607.xml"/><Relationship Id="rId1" Type="http://schemas.openxmlformats.org/officeDocument/2006/relationships/slideLayout" Target="../slideLayouts/slideLayout606.xml"/><Relationship Id="rId6" Type="http://schemas.openxmlformats.org/officeDocument/2006/relationships/slideLayout" Target="../slideLayouts/slideLayout611.xml"/><Relationship Id="rId11" Type="http://schemas.openxmlformats.org/officeDocument/2006/relationships/slideLayout" Target="../slideLayouts/slideLayout616.xml"/><Relationship Id="rId5" Type="http://schemas.openxmlformats.org/officeDocument/2006/relationships/slideLayout" Target="../slideLayouts/slideLayout610.xml"/><Relationship Id="rId10" Type="http://schemas.openxmlformats.org/officeDocument/2006/relationships/slideLayout" Target="../slideLayouts/slideLayout615.xml"/><Relationship Id="rId4" Type="http://schemas.openxmlformats.org/officeDocument/2006/relationships/slideLayout" Target="../slideLayouts/slideLayout609.xml"/><Relationship Id="rId9" Type="http://schemas.openxmlformats.org/officeDocument/2006/relationships/slideLayout" Target="../slideLayouts/slideLayout614.xml"/></Relationships>
</file>

<file path=ppt/slideMasters/_rels/slideMaster53.xml.rels><?xml version="1.0" encoding="UTF-8" standalone="yes"?>
<Relationships xmlns="http://schemas.openxmlformats.org/package/2006/relationships"><Relationship Id="rId8" Type="http://schemas.openxmlformats.org/officeDocument/2006/relationships/slideLayout" Target="../slideLayouts/slideLayout624.xml"/><Relationship Id="rId3" Type="http://schemas.openxmlformats.org/officeDocument/2006/relationships/slideLayout" Target="../slideLayouts/slideLayout619.xml"/><Relationship Id="rId7" Type="http://schemas.openxmlformats.org/officeDocument/2006/relationships/slideLayout" Target="../slideLayouts/slideLayout623.xml"/><Relationship Id="rId12" Type="http://schemas.openxmlformats.org/officeDocument/2006/relationships/theme" Target="../theme/theme53.xml"/><Relationship Id="rId2" Type="http://schemas.openxmlformats.org/officeDocument/2006/relationships/slideLayout" Target="../slideLayouts/slideLayout618.xml"/><Relationship Id="rId1" Type="http://schemas.openxmlformats.org/officeDocument/2006/relationships/slideLayout" Target="../slideLayouts/slideLayout617.xml"/><Relationship Id="rId6" Type="http://schemas.openxmlformats.org/officeDocument/2006/relationships/slideLayout" Target="../slideLayouts/slideLayout622.xml"/><Relationship Id="rId11" Type="http://schemas.openxmlformats.org/officeDocument/2006/relationships/slideLayout" Target="../slideLayouts/slideLayout627.xml"/><Relationship Id="rId5" Type="http://schemas.openxmlformats.org/officeDocument/2006/relationships/slideLayout" Target="../slideLayouts/slideLayout621.xml"/><Relationship Id="rId10" Type="http://schemas.openxmlformats.org/officeDocument/2006/relationships/slideLayout" Target="../slideLayouts/slideLayout626.xml"/><Relationship Id="rId4" Type="http://schemas.openxmlformats.org/officeDocument/2006/relationships/slideLayout" Target="../slideLayouts/slideLayout620.xml"/><Relationship Id="rId9" Type="http://schemas.openxmlformats.org/officeDocument/2006/relationships/slideLayout" Target="../slideLayouts/slideLayout625.xml"/></Relationships>
</file>

<file path=ppt/slideMasters/_rels/slideMaster54.xml.rels><?xml version="1.0" encoding="UTF-8" standalone="yes"?>
<Relationships xmlns="http://schemas.openxmlformats.org/package/2006/relationships"><Relationship Id="rId8" Type="http://schemas.openxmlformats.org/officeDocument/2006/relationships/slideLayout" Target="../slideLayouts/slideLayout635.xml"/><Relationship Id="rId3" Type="http://schemas.openxmlformats.org/officeDocument/2006/relationships/slideLayout" Target="../slideLayouts/slideLayout630.xml"/><Relationship Id="rId7" Type="http://schemas.openxmlformats.org/officeDocument/2006/relationships/slideLayout" Target="../slideLayouts/slideLayout634.xml"/><Relationship Id="rId12" Type="http://schemas.openxmlformats.org/officeDocument/2006/relationships/theme" Target="../theme/theme54.xml"/><Relationship Id="rId2" Type="http://schemas.openxmlformats.org/officeDocument/2006/relationships/slideLayout" Target="../slideLayouts/slideLayout629.xml"/><Relationship Id="rId1" Type="http://schemas.openxmlformats.org/officeDocument/2006/relationships/slideLayout" Target="../slideLayouts/slideLayout628.xml"/><Relationship Id="rId6" Type="http://schemas.openxmlformats.org/officeDocument/2006/relationships/slideLayout" Target="../slideLayouts/slideLayout633.xml"/><Relationship Id="rId11" Type="http://schemas.openxmlformats.org/officeDocument/2006/relationships/slideLayout" Target="../slideLayouts/slideLayout638.xml"/><Relationship Id="rId5" Type="http://schemas.openxmlformats.org/officeDocument/2006/relationships/slideLayout" Target="../slideLayouts/slideLayout632.xml"/><Relationship Id="rId10" Type="http://schemas.openxmlformats.org/officeDocument/2006/relationships/slideLayout" Target="../slideLayouts/slideLayout637.xml"/><Relationship Id="rId4" Type="http://schemas.openxmlformats.org/officeDocument/2006/relationships/slideLayout" Target="../slideLayouts/slideLayout631.xml"/><Relationship Id="rId9" Type="http://schemas.openxmlformats.org/officeDocument/2006/relationships/slideLayout" Target="../slideLayouts/slideLayout636.xml"/></Relationships>
</file>

<file path=ppt/slideMasters/_rels/slideMaster55.xml.rels><?xml version="1.0" encoding="UTF-8" standalone="yes"?>
<Relationships xmlns="http://schemas.openxmlformats.org/package/2006/relationships"><Relationship Id="rId8" Type="http://schemas.openxmlformats.org/officeDocument/2006/relationships/slideLayout" Target="../slideLayouts/slideLayout646.xml"/><Relationship Id="rId3" Type="http://schemas.openxmlformats.org/officeDocument/2006/relationships/slideLayout" Target="../slideLayouts/slideLayout641.xml"/><Relationship Id="rId7" Type="http://schemas.openxmlformats.org/officeDocument/2006/relationships/slideLayout" Target="../slideLayouts/slideLayout645.xml"/><Relationship Id="rId12" Type="http://schemas.openxmlformats.org/officeDocument/2006/relationships/theme" Target="../theme/theme55.xml"/><Relationship Id="rId2" Type="http://schemas.openxmlformats.org/officeDocument/2006/relationships/slideLayout" Target="../slideLayouts/slideLayout640.xml"/><Relationship Id="rId1" Type="http://schemas.openxmlformats.org/officeDocument/2006/relationships/slideLayout" Target="../slideLayouts/slideLayout639.xml"/><Relationship Id="rId6" Type="http://schemas.openxmlformats.org/officeDocument/2006/relationships/slideLayout" Target="../slideLayouts/slideLayout644.xml"/><Relationship Id="rId11" Type="http://schemas.openxmlformats.org/officeDocument/2006/relationships/slideLayout" Target="../slideLayouts/slideLayout649.xml"/><Relationship Id="rId5" Type="http://schemas.openxmlformats.org/officeDocument/2006/relationships/slideLayout" Target="../slideLayouts/slideLayout643.xml"/><Relationship Id="rId10" Type="http://schemas.openxmlformats.org/officeDocument/2006/relationships/slideLayout" Target="../slideLayouts/slideLayout648.xml"/><Relationship Id="rId4" Type="http://schemas.openxmlformats.org/officeDocument/2006/relationships/slideLayout" Target="../slideLayouts/slideLayout642.xml"/><Relationship Id="rId9" Type="http://schemas.openxmlformats.org/officeDocument/2006/relationships/slideLayout" Target="../slideLayouts/slideLayout647.xml"/></Relationships>
</file>

<file path=ppt/slideMasters/_rels/slideMaster56.xml.rels><?xml version="1.0" encoding="UTF-8" standalone="yes"?>
<Relationships xmlns="http://schemas.openxmlformats.org/package/2006/relationships"><Relationship Id="rId8" Type="http://schemas.openxmlformats.org/officeDocument/2006/relationships/slideLayout" Target="../slideLayouts/slideLayout657.xml"/><Relationship Id="rId3" Type="http://schemas.openxmlformats.org/officeDocument/2006/relationships/slideLayout" Target="../slideLayouts/slideLayout652.xml"/><Relationship Id="rId7" Type="http://schemas.openxmlformats.org/officeDocument/2006/relationships/slideLayout" Target="../slideLayouts/slideLayout656.xml"/><Relationship Id="rId12" Type="http://schemas.openxmlformats.org/officeDocument/2006/relationships/theme" Target="../theme/theme56.xml"/><Relationship Id="rId2" Type="http://schemas.openxmlformats.org/officeDocument/2006/relationships/slideLayout" Target="../slideLayouts/slideLayout651.xml"/><Relationship Id="rId1" Type="http://schemas.openxmlformats.org/officeDocument/2006/relationships/slideLayout" Target="../slideLayouts/slideLayout650.xml"/><Relationship Id="rId6" Type="http://schemas.openxmlformats.org/officeDocument/2006/relationships/slideLayout" Target="../slideLayouts/slideLayout655.xml"/><Relationship Id="rId11" Type="http://schemas.openxmlformats.org/officeDocument/2006/relationships/slideLayout" Target="../slideLayouts/slideLayout660.xml"/><Relationship Id="rId5" Type="http://schemas.openxmlformats.org/officeDocument/2006/relationships/slideLayout" Target="../slideLayouts/slideLayout654.xml"/><Relationship Id="rId10" Type="http://schemas.openxmlformats.org/officeDocument/2006/relationships/slideLayout" Target="../slideLayouts/slideLayout659.xml"/><Relationship Id="rId4" Type="http://schemas.openxmlformats.org/officeDocument/2006/relationships/slideLayout" Target="../slideLayouts/slideLayout653.xml"/><Relationship Id="rId9" Type="http://schemas.openxmlformats.org/officeDocument/2006/relationships/slideLayout" Target="../slideLayouts/slideLayout658.xml"/></Relationships>
</file>

<file path=ppt/slideMasters/_rels/slideMaster57.xml.rels><?xml version="1.0" encoding="UTF-8" standalone="yes"?>
<Relationships xmlns="http://schemas.openxmlformats.org/package/2006/relationships"><Relationship Id="rId8" Type="http://schemas.openxmlformats.org/officeDocument/2006/relationships/slideLayout" Target="../slideLayouts/slideLayout668.xml"/><Relationship Id="rId3" Type="http://schemas.openxmlformats.org/officeDocument/2006/relationships/slideLayout" Target="../slideLayouts/slideLayout663.xml"/><Relationship Id="rId7" Type="http://schemas.openxmlformats.org/officeDocument/2006/relationships/slideLayout" Target="../slideLayouts/slideLayout667.xml"/><Relationship Id="rId12" Type="http://schemas.openxmlformats.org/officeDocument/2006/relationships/theme" Target="../theme/theme57.xml"/><Relationship Id="rId2" Type="http://schemas.openxmlformats.org/officeDocument/2006/relationships/slideLayout" Target="../slideLayouts/slideLayout662.xml"/><Relationship Id="rId1" Type="http://schemas.openxmlformats.org/officeDocument/2006/relationships/slideLayout" Target="../slideLayouts/slideLayout661.xml"/><Relationship Id="rId6" Type="http://schemas.openxmlformats.org/officeDocument/2006/relationships/slideLayout" Target="../slideLayouts/slideLayout666.xml"/><Relationship Id="rId11" Type="http://schemas.openxmlformats.org/officeDocument/2006/relationships/slideLayout" Target="../slideLayouts/slideLayout671.xml"/><Relationship Id="rId5" Type="http://schemas.openxmlformats.org/officeDocument/2006/relationships/slideLayout" Target="../slideLayouts/slideLayout665.xml"/><Relationship Id="rId10" Type="http://schemas.openxmlformats.org/officeDocument/2006/relationships/slideLayout" Target="../slideLayouts/slideLayout670.xml"/><Relationship Id="rId4" Type="http://schemas.openxmlformats.org/officeDocument/2006/relationships/slideLayout" Target="../slideLayouts/slideLayout664.xml"/><Relationship Id="rId9" Type="http://schemas.openxmlformats.org/officeDocument/2006/relationships/slideLayout" Target="../slideLayouts/slideLayout669.xml"/></Relationships>
</file>

<file path=ppt/slideMasters/_rels/slideMaster58.xml.rels><?xml version="1.0" encoding="UTF-8" standalone="yes"?>
<Relationships xmlns="http://schemas.openxmlformats.org/package/2006/relationships"><Relationship Id="rId8" Type="http://schemas.openxmlformats.org/officeDocument/2006/relationships/slideLayout" Target="../slideLayouts/slideLayout679.xml"/><Relationship Id="rId3" Type="http://schemas.openxmlformats.org/officeDocument/2006/relationships/slideLayout" Target="../slideLayouts/slideLayout674.xml"/><Relationship Id="rId7" Type="http://schemas.openxmlformats.org/officeDocument/2006/relationships/slideLayout" Target="../slideLayouts/slideLayout678.xml"/><Relationship Id="rId12" Type="http://schemas.openxmlformats.org/officeDocument/2006/relationships/theme" Target="../theme/theme58.xml"/><Relationship Id="rId2" Type="http://schemas.openxmlformats.org/officeDocument/2006/relationships/slideLayout" Target="../slideLayouts/slideLayout673.xml"/><Relationship Id="rId1" Type="http://schemas.openxmlformats.org/officeDocument/2006/relationships/slideLayout" Target="../slideLayouts/slideLayout672.xml"/><Relationship Id="rId6" Type="http://schemas.openxmlformats.org/officeDocument/2006/relationships/slideLayout" Target="../slideLayouts/slideLayout677.xml"/><Relationship Id="rId11" Type="http://schemas.openxmlformats.org/officeDocument/2006/relationships/slideLayout" Target="../slideLayouts/slideLayout682.xml"/><Relationship Id="rId5" Type="http://schemas.openxmlformats.org/officeDocument/2006/relationships/slideLayout" Target="../slideLayouts/slideLayout676.xml"/><Relationship Id="rId10" Type="http://schemas.openxmlformats.org/officeDocument/2006/relationships/slideLayout" Target="../slideLayouts/slideLayout681.xml"/><Relationship Id="rId4" Type="http://schemas.openxmlformats.org/officeDocument/2006/relationships/slideLayout" Target="../slideLayouts/slideLayout675.xml"/><Relationship Id="rId9" Type="http://schemas.openxmlformats.org/officeDocument/2006/relationships/slideLayout" Target="../slideLayouts/slideLayout680.xml"/></Relationships>
</file>

<file path=ppt/slideMasters/_rels/slideMaster59.xml.rels><?xml version="1.0" encoding="UTF-8" standalone="yes"?>
<Relationships xmlns="http://schemas.openxmlformats.org/package/2006/relationships"><Relationship Id="rId8" Type="http://schemas.openxmlformats.org/officeDocument/2006/relationships/slideLayout" Target="../slideLayouts/slideLayout690.xml"/><Relationship Id="rId3" Type="http://schemas.openxmlformats.org/officeDocument/2006/relationships/slideLayout" Target="../slideLayouts/slideLayout685.xml"/><Relationship Id="rId7" Type="http://schemas.openxmlformats.org/officeDocument/2006/relationships/slideLayout" Target="../slideLayouts/slideLayout689.xml"/><Relationship Id="rId12" Type="http://schemas.openxmlformats.org/officeDocument/2006/relationships/theme" Target="../theme/theme59.xml"/><Relationship Id="rId2" Type="http://schemas.openxmlformats.org/officeDocument/2006/relationships/slideLayout" Target="../slideLayouts/slideLayout684.xml"/><Relationship Id="rId1" Type="http://schemas.openxmlformats.org/officeDocument/2006/relationships/slideLayout" Target="../slideLayouts/slideLayout683.xml"/><Relationship Id="rId6" Type="http://schemas.openxmlformats.org/officeDocument/2006/relationships/slideLayout" Target="../slideLayouts/slideLayout688.xml"/><Relationship Id="rId11" Type="http://schemas.openxmlformats.org/officeDocument/2006/relationships/slideLayout" Target="../slideLayouts/slideLayout693.xml"/><Relationship Id="rId5" Type="http://schemas.openxmlformats.org/officeDocument/2006/relationships/slideLayout" Target="../slideLayouts/slideLayout687.xml"/><Relationship Id="rId10" Type="http://schemas.openxmlformats.org/officeDocument/2006/relationships/slideLayout" Target="../slideLayouts/slideLayout692.xml"/><Relationship Id="rId4" Type="http://schemas.openxmlformats.org/officeDocument/2006/relationships/slideLayout" Target="../slideLayouts/slideLayout686.xml"/><Relationship Id="rId9" Type="http://schemas.openxmlformats.org/officeDocument/2006/relationships/slideLayout" Target="../slideLayouts/slideLayout691.xml"/></Relationships>
</file>

<file path=ppt/slideMasters/_rels/slideMaster60.xml.rels><?xml version="1.0" encoding="UTF-8" standalone="yes"?>
<Relationships xmlns="http://schemas.openxmlformats.org/package/2006/relationships"><Relationship Id="rId8" Type="http://schemas.openxmlformats.org/officeDocument/2006/relationships/slideLayout" Target="../slideLayouts/slideLayout701.xml"/><Relationship Id="rId3" Type="http://schemas.openxmlformats.org/officeDocument/2006/relationships/slideLayout" Target="../slideLayouts/slideLayout696.xml"/><Relationship Id="rId7" Type="http://schemas.openxmlformats.org/officeDocument/2006/relationships/slideLayout" Target="../slideLayouts/slideLayout700.xml"/><Relationship Id="rId12" Type="http://schemas.openxmlformats.org/officeDocument/2006/relationships/theme" Target="../theme/theme60.xml"/><Relationship Id="rId2" Type="http://schemas.openxmlformats.org/officeDocument/2006/relationships/slideLayout" Target="../slideLayouts/slideLayout695.xml"/><Relationship Id="rId1" Type="http://schemas.openxmlformats.org/officeDocument/2006/relationships/slideLayout" Target="../slideLayouts/slideLayout694.xml"/><Relationship Id="rId6" Type="http://schemas.openxmlformats.org/officeDocument/2006/relationships/slideLayout" Target="../slideLayouts/slideLayout699.xml"/><Relationship Id="rId11" Type="http://schemas.openxmlformats.org/officeDocument/2006/relationships/slideLayout" Target="../slideLayouts/slideLayout704.xml"/><Relationship Id="rId5" Type="http://schemas.openxmlformats.org/officeDocument/2006/relationships/slideLayout" Target="../slideLayouts/slideLayout698.xml"/><Relationship Id="rId10" Type="http://schemas.openxmlformats.org/officeDocument/2006/relationships/slideLayout" Target="../slideLayouts/slideLayout703.xml"/><Relationship Id="rId4" Type="http://schemas.openxmlformats.org/officeDocument/2006/relationships/slideLayout" Target="../slideLayouts/slideLayout697.xml"/><Relationship Id="rId9" Type="http://schemas.openxmlformats.org/officeDocument/2006/relationships/slideLayout" Target="../slideLayouts/slideLayout702.xml"/></Relationships>
</file>

<file path=ppt/slideMasters/_rels/slideMaster61.xml.rels><?xml version="1.0" encoding="UTF-8" standalone="yes"?>
<Relationships xmlns="http://schemas.openxmlformats.org/package/2006/relationships"><Relationship Id="rId8" Type="http://schemas.openxmlformats.org/officeDocument/2006/relationships/slideLayout" Target="../slideLayouts/slideLayout712.xml"/><Relationship Id="rId3" Type="http://schemas.openxmlformats.org/officeDocument/2006/relationships/slideLayout" Target="../slideLayouts/slideLayout707.xml"/><Relationship Id="rId7" Type="http://schemas.openxmlformats.org/officeDocument/2006/relationships/slideLayout" Target="../slideLayouts/slideLayout711.xml"/><Relationship Id="rId12" Type="http://schemas.openxmlformats.org/officeDocument/2006/relationships/theme" Target="../theme/theme61.xml"/><Relationship Id="rId2" Type="http://schemas.openxmlformats.org/officeDocument/2006/relationships/slideLayout" Target="../slideLayouts/slideLayout706.xml"/><Relationship Id="rId1" Type="http://schemas.openxmlformats.org/officeDocument/2006/relationships/slideLayout" Target="../slideLayouts/slideLayout705.xml"/><Relationship Id="rId6" Type="http://schemas.openxmlformats.org/officeDocument/2006/relationships/slideLayout" Target="../slideLayouts/slideLayout710.xml"/><Relationship Id="rId11" Type="http://schemas.openxmlformats.org/officeDocument/2006/relationships/slideLayout" Target="../slideLayouts/slideLayout715.xml"/><Relationship Id="rId5" Type="http://schemas.openxmlformats.org/officeDocument/2006/relationships/slideLayout" Target="../slideLayouts/slideLayout709.xml"/><Relationship Id="rId10" Type="http://schemas.openxmlformats.org/officeDocument/2006/relationships/slideLayout" Target="../slideLayouts/slideLayout714.xml"/><Relationship Id="rId4" Type="http://schemas.openxmlformats.org/officeDocument/2006/relationships/slideLayout" Target="../slideLayouts/slideLayout708.xml"/><Relationship Id="rId9" Type="http://schemas.openxmlformats.org/officeDocument/2006/relationships/slideLayout" Target="../slideLayouts/slideLayout713.xml"/></Relationships>
</file>

<file path=ppt/slideMasters/_rels/slideMaster62.xml.rels><?xml version="1.0" encoding="UTF-8" standalone="yes"?>
<Relationships xmlns="http://schemas.openxmlformats.org/package/2006/relationships"><Relationship Id="rId8" Type="http://schemas.openxmlformats.org/officeDocument/2006/relationships/slideLayout" Target="../slideLayouts/slideLayout723.xml"/><Relationship Id="rId3" Type="http://schemas.openxmlformats.org/officeDocument/2006/relationships/slideLayout" Target="../slideLayouts/slideLayout718.xml"/><Relationship Id="rId7" Type="http://schemas.openxmlformats.org/officeDocument/2006/relationships/slideLayout" Target="../slideLayouts/slideLayout722.xml"/><Relationship Id="rId12" Type="http://schemas.openxmlformats.org/officeDocument/2006/relationships/theme" Target="../theme/theme62.xml"/><Relationship Id="rId2" Type="http://schemas.openxmlformats.org/officeDocument/2006/relationships/slideLayout" Target="../slideLayouts/slideLayout717.xml"/><Relationship Id="rId1" Type="http://schemas.openxmlformats.org/officeDocument/2006/relationships/slideLayout" Target="../slideLayouts/slideLayout716.xml"/><Relationship Id="rId6" Type="http://schemas.openxmlformats.org/officeDocument/2006/relationships/slideLayout" Target="../slideLayouts/slideLayout721.xml"/><Relationship Id="rId11" Type="http://schemas.openxmlformats.org/officeDocument/2006/relationships/slideLayout" Target="../slideLayouts/slideLayout726.xml"/><Relationship Id="rId5" Type="http://schemas.openxmlformats.org/officeDocument/2006/relationships/slideLayout" Target="../slideLayouts/slideLayout720.xml"/><Relationship Id="rId10" Type="http://schemas.openxmlformats.org/officeDocument/2006/relationships/slideLayout" Target="../slideLayouts/slideLayout725.xml"/><Relationship Id="rId4" Type="http://schemas.openxmlformats.org/officeDocument/2006/relationships/slideLayout" Target="../slideLayouts/slideLayout719.xml"/><Relationship Id="rId9" Type="http://schemas.openxmlformats.org/officeDocument/2006/relationships/slideLayout" Target="../slideLayouts/slideLayout724.xml"/></Relationships>
</file>

<file path=ppt/slideMasters/_rels/slideMaster63.xml.rels><?xml version="1.0" encoding="UTF-8" standalone="yes"?>
<Relationships xmlns="http://schemas.openxmlformats.org/package/2006/relationships"><Relationship Id="rId8" Type="http://schemas.openxmlformats.org/officeDocument/2006/relationships/slideLayout" Target="../slideLayouts/slideLayout734.xml"/><Relationship Id="rId3" Type="http://schemas.openxmlformats.org/officeDocument/2006/relationships/slideLayout" Target="../slideLayouts/slideLayout729.xml"/><Relationship Id="rId7" Type="http://schemas.openxmlformats.org/officeDocument/2006/relationships/slideLayout" Target="../slideLayouts/slideLayout733.xml"/><Relationship Id="rId12" Type="http://schemas.openxmlformats.org/officeDocument/2006/relationships/theme" Target="../theme/theme63.xml"/><Relationship Id="rId2" Type="http://schemas.openxmlformats.org/officeDocument/2006/relationships/slideLayout" Target="../slideLayouts/slideLayout728.xml"/><Relationship Id="rId1" Type="http://schemas.openxmlformats.org/officeDocument/2006/relationships/slideLayout" Target="../slideLayouts/slideLayout727.xml"/><Relationship Id="rId6" Type="http://schemas.openxmlformats.org/officeDocument/2006/relationships/slideLayout" Target="../slideLayouts/slideLayout732.xml"/><Relationship Id="rId11" Type="http://schemas.openxmlformats.org/officeDocument/2006/relationships/slideLayout" Target="../slideLayouts/slideLayout737.xml"/><Relationship Id="rId5" Type="http://schemas.openxmlformats.org/officeDocument/2006/relationships/slideLayout" Target="../slideLayouts/slideLayout731.xml"/><Relationship Id="rId10" Type="http://schemas.openxmlformats.org/officeDocument/2006/relationships/slideLayout" Target="../slideLayouts/slideLayout736.xml"/><Relationship Id="rId4" Type="http://schemas.openxmlformats.org/officeDocument/2006/relationships/slideLayout" Target="../slideLayouts/slideLayout730.xml"/><Relationship Id="rId9" Type="http://schemas.openxmlformats.org/officeDocument/2006/relationships/slideLayout" Target="../slideLayouts/slideLayout7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4" y="-2"/>
            <a:ext cx="8495847"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4182609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85485791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76559361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14007931"/>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007297214"/>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718291089"/>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36522108"/>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368741807"/>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911531351"/>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832104344"/>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044310346"/>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584134058"/>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3617221"/>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637099172"/>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283213827"/>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065720219"/>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517112581"/>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509322786"/>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34254343"/>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128144751"/>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4213438"/>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552343156"/>
      </p:ext>
    </p:extLst>
  </p:cSld>
  <p:clrMap bg1="lt1" tx1="dk1" bg2="lt2" tx2="dk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080034248"/>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580856003"/>
      </p:ext>
    </p:extLst>
  </p:cSld>
  <p:clrMap bg1="lt1" tx1="dk1" bg2="lt2" tx2="dk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934348695"/>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677999323"/>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322878857"/>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 id="214748401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488844335"/>
      </p:ext>
    </p:extLst>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490477971"/>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232720267"/>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 id="214748404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86886559"/>
      </p:ext>
    </p:extLst>
  </p:cSld>
  <p:clrMap bg1="lt1" tx1="dk1" bg2="lt2" tx2="dk2" accent1="accent1" accent2="accent2" accent3="accent3" accent4="accent4" accent5="accent5" accent6="accent6" hlink="hlink" folHlink="folHlink"/>
  <p:sldLayoutIdLst>
    <p:sldLayoutId id="2147484051" r:id="rId1"/>
    <p:sldLayoutId id="2147484052" r:id="rId2"/>
    <p:sldLayoutId id="2147484053" r:id="rId3"/>
    <p:sldLayoutId id="2147484054" r:id="rId4"/>
    <p:sldLayoutId id="2147484055" r:id="rId5"/>
    <p:sldLayoutId id="2147484056" r:id="rId6"/>
    <p:sldLayoutId id="2147484057" r:id="rId7"/>
    <p:sldLayoutId id="2147484058" r:id="rId8"/>
    <p:sldLayoutId id="2147484059" r:id="rId9"/>
    <p:sldLayoutId id="2147484060" r:id="rId10"/>
    <p:sldLayoutId id="2147484061" r:id="rId11"/>
    <p:sldLayoutId id="214748406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900157885"/>
      </p:ext>
    </p:extLst>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 id="214748407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616057214"/>
      </p:ext>
    </p:extLst>
  </p:cSld>
  <p:clrMap bg1="lt1" tx1="dk1" bg2="lt2" tx2="dk2" accent1="accent1" accent2="accent2" accent3="accent3" accent4="accent4" accent5="accent5" accent6="accent6" hlink="hlink" folHlink="folHlink"/>
  <p:sldLayoutIdLst>
    <p:sldLayoutId id="2147484077" r:id="rId1"/>
    <p:sldLayoutId id="2147484078" r:id="rId2"/>
    <p:sldLayoutId id="2147484079" r:id="rId3"/>
    <p:sldLayoutId id="2147484080" r:id="rId4"/>
    <p:sldLayoutId id="2147484081" r:id="rId5"/>
    <p:sldLayoutId id="2147484082" r:id="rId6"/>
    <p:sldLayoutId id="2147484083" r:id="rId7"/>
    <p:sldLayoutId id="2147484084" r:id="rId8"/>
    <p:sldLayoutId id="2147484085" r:id="rId9"/>
    <p:sldLayoutId id="2147484086" r:id="rId10"/>
    <p:sldLayoutId id="2147484087" r:id="rId11"/>
    <p:sldLayoutId id="214748408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441788404"/>
      </p:ext>
    </p:extLst>
  </p:cSld>
  <p:clrMap bg1="lt1" tx1="dk1" bg2="lt2" tx2="dk2" accent1="accent1" accent2="accent2" accent3="accent3" accent4="accent4" accent5="accent5" accent6="accent6" hlink="hlink" folHlink="folHlink"/>
  <p:sldLayoutIdLst>
    <p:sldLayoutId id="2147484090" r:id="rId1"/>
    <p:sldLayoutId id="2147484091" r:id="rId2"/>
    <p:sldLayoutId id="2147484092" r:id="rId3"/>
    <p:sldLayoutId id="2147484093" r:id="rId4"/>
    <p:sldLayoutId id="2147484094" r:id="rId5"/>
    <p:sldLayoutId id="2147484095" r:id="rId6"/>
    <p:sldLayoutId id="2147484096" r:id="rId7"/>
    <p:sldLayoutId id="2147484097" r:id="rId8"/>
    <p:sldLayoutId id="2147484098" r:id="rId9"/>
    <p:sldLayoutId id="2147484099" r:id="rId10"/>
    <p:sldLayoutId id="2147484100" r:id="rId11"/>
    <p:sldLayoutId id="214748410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088108762"/>
      </p:ext>
    </p:extLst>
  </p:cSld>
  <p:clrMap bg1="lt1" tx1="dk1" bg2="lt2" tx2="dk2" accent1="accent1" accent2="accent2" accent3="accent3" accent4="accent4" accent5="accent5" accent6="accent6" hlink="hlink" folHlink="folHlink"/>
  <p:sldLayoutIdLst>
    <p:sldLayoutId id="2147484103" r:id="rId1"/>
    <p:sldLayoutId id="2147484104" r:id="rId2"/>
    <p:sldLayoutId id="2147484105" r:id="rId3"/>
    <p:sldLayoutId id="2147484106" r:id="rId4"/>
    <p:sldLayoutId id="2147484107" r:id="rId5"/>
    <p:sldLayoutId id="2147484108" r:id="rId6"/>
    <p:sldLayoutId id="2147484109" r:id="rId7"/>
    <p:sldLayoutId id="2147484110" r:id="rId8"/>
    <p:sldLayoutId id="2147484111" r:id="rId9"/>
    <p:sldLayoutId id="2147484112" r:id="rId10"/>
    <p:sldLayoutId id="2147484113"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980802277"/>
      </p:ext>
    </p:extLst>
  </p:cSld>
  <p:clrMap bg1="lt1" tx1="dk1" bg2="lt2" tx2="dk2" accent1="accent1" accent2="accent2" accent3="accent3" accent4="accent4" accent5="accent5" accent6="accent6" hlink="hlink" folHlink="folHlink"/>
  <p:sldLayoutIdLst>
    <p:sldLayoutId id="2147484116" r:id="rId1"/>
    <p:sldLayoutId id="2147484117" r:id="rId2"/>
    <p:sldLayoutId id="2147484118" r:id="rId3"/>
    <p:sldLayoutId id="2147484119" r:id="rId4"/>
    <p:sldLayoutId id="2147484120" r:id="rId5"/>
    <p:sldLayoutId id="2147484121" r:id="rId6"/>
    <p:sldLayoutId id="2147484122" r:id="rId7"/>
    <p:sldLayoutId id="2147484123" r:id="rId8"/>
    <p:sldLayoutId id="2147484124" r:id="rId9"/>
    <p:sldLayoutId id="2147484125" r:id="rId10"/>
    <p:sldLayoutId id="2147484126" r:id="rId11"/>
    <p:sldLayoutId id="214748412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240611941"/>
      </p:ext>
    </p:extLst>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 id="214748414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601806066"/>
      </p:ext>
    </p:extLst>
  </p:cSld>
  <p:clrMap bg1="lt1" tx1="dk1" bg2="lt2" tx2="dk2" accent1="accent1" accent2="accent2" accent3="accent3" accent4="accent4" accent5="accent5" accent6="accent6" hlink="hlink" folHlink="folHlink"/>
  <p:sldLayoutIdLst>
    <p:sldLayoutId id="2147484142" r:id="rId1"/>
    <p:sldLayoutId id="2147484143" r:id="rId2"/>
    <p:sldLayoutId id="2147484144" r:id="rId3"/>
    <p:sldLayoutId id="2147484145" r:id="rId4"/>
    <p:sldLayoutId id="2147484146" r:id="rId5"/>
    <p:sldLayoutId id="2147484147" r:id="rId6"/>
    <p:sldLayoutId id="2147484148" r:id="rId7"/>
    <p:sldLayoutId id="2147484149" r:id="rId8"/>
    <p:sldLayoutId id="2147484150" r:id="rId9"/>
    <p:sldLayoutId id="2147484151" r:id="rId10"/>
    <p:sldLayoutId id="2147484152" r:id="rId11"/>
    <p:sldLayoutId id="214748415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712595124"/>
      </p:ext>
    </p:extLst>
  </p:cSld>
  <p:clrMap bg1="lt1" tx1="dk1" bg2="lt2" tx2="dk2" accent1="accent1" accent2="accent2" accent3="accent3" accent4="accent4" accent5="accent5" accent6="accent6" hlink="hlink" folHlink="folHlink"/>
  <p:sldLayoutIdLst>
    <p:sldLayoutId id="2147484155" r:id="rId1"/>
    <p:sldLayoutId id="2147484156" r:id="rId2"/>
    <p:sldLayoutId id="2147484157" r:id="rId3"/>
    <p:sldLayoutId id="2147484158" r:id="rId4"/>
    <p:sldLayoutId id="2147484159" r:id="rId5"/>
    <p:sldLayoutId id="2147484160" r:id="rId6"/>
    <p:sldLayoutId id="2147484161" r:id="rId7"/>
    <p:sldLayoutId id="2147484162" r:id="rId8"/>
    <p:sldLayoutId id="2147484163" r:id="rId9"/>
    <p:sldLayoutId id="2147484164" r:id="rId10"/>
    <p:sldLayoutId id="2147484165" r:id="rId11"/>
    <p:sldLayoutId id="214748416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319041743"/>
      </p:ext>
    </p:extLst>
  </p:cSld>
  <p:clrMap bg1="lt1" tx1="dk1" bg2="lt2" tx2="dk2" accent1="accent1" accent2="accent2" accent3="accent3" accent4="accent4" accent5="accent5" accent6="accent6" hlink="hlink" folHlink="folHlink"/>
  <p:sldLayoutIdLst>
    <p:sldLayoutId id="2147484168" r:id="rId1"/>
    <p:sldLayoutId id="2147484169" r:id="rId2"/>
    <p:sldLayoutId id="2147484170" r:id="rId3"/>
    <p:sldLayoutId id="2147484171" r:id="rId4"/>
    <p:sldLayoutId id="2147484172" r:id="rId5"/>
    <p:sldLayoutId id="2147484173" r:id="rId6"/>
    <p:sldLayoutId id="2147484174" r:id="rId7"/>
    <p:sldLayoutId id="2147484175" r:id="rId8"/>
    <p:sldLayoutId id="2147484176" r:id="rId9"/>
    <p:sldLayoutId id="2147484177" r:id="rId10"/>
    <p:sldLayoutId id="2147484178" r:id="rId11"/>
    <p:sldLayoutId id="214748417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336446632"/>
      </p:ext>
    </p:extLst>
  </p:cSld>
  <p:clrMap bg1="lt1" tx1="dk1" bg2="lt2" tx2="dk2" accent1="accent1" accent2="accent2" accent3="accent3" accent4="accent4" accent5="accent5" accent6="accent6" hlink="hlink" folHlink="folHlink"/>
  <p:sldLayoutIdLst>
    <p:sldLayoutId id="2147484181" r:id="rId1"/>
    <p:sldLayoutId id="2147484182" r:id="rId2"/>
    <p:sldLayoutId id="2147484183" r:id="rId3"/>
    <p:sldLayoutId id="2147484184" r:id="rId4"/>
    <p:sldLayoutId id="2147484185" r:id="rId5"/>
    <p:sldLayoutId id="2147484186" r:id="rId6"/>
    <p:sldLayoutId id="2147484187" r:id="rId7"/>
    <p:sldLayoutId id="2147484188" r:id="rId8"/>
    <p:sldLayoutId id="2147484189" r:id="rId9"/>
    <p:sldLayoutId id="2147484190" r:id="rId10"/>
    <p:sldLayoutId id="2147484191" r:id="rId11"/>
    <p:sldLayoutId id="214748419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649126401"/>
      </p:ext>
    </p:extLst>
  </p:cSld>
  <p:clrMap bg1="lt1" tx1="dk1" bg2="lt2" tx2="dk2" accent1="accent1" accent2="accent2" accent3="accent3" accent4="accent4" accent5="accent5" accent6="accent6" hlink="hlink" folHlink="folHlink"/>
  <p:sldLayoutIdLst>
    <p:sldLayoutId id="2147484194" r:id="rId1"/>
    <p:sldLayoutId id="2147484195" r:id="rId2"/>
    <p:sldLayoutId id="2147484196" r:id="rId3"/>
    <p:sldLayoutId id="2147484197" r:id="rId4"/>
    <p:sldLayoutId id="2147484198" r:id="rId5"/>
    <p:sldLayoutId id="2147484199" r:id="rId6"/>
    <p:sldLayoutId id="2147484200" r:id="rId7"/>
    <p:sldLayoutId id="2147484201" r:id="rId8"/>
    <p:sldLayoutId id="2147484202" r:id="rId9"/>
    <p:sldLayoutId id="2147484203" r:id="rId10"/>
    <p:sldLayoutId id="2147484204"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638412520"/>
      </p:ext>
    </p:extLst>
  </p:cSld>
  <p:clrMap bg1="lt1" tx1="dk1" bg2="lt2" tx2="dk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 id="214748421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080850480"/>
      </p:ext>
    </p:extLst>
  </p:cSld>
  <p:clrMap bg1="lt1" tx1="dk1" bg2="lt2" tx2="dk2" accent1="accent1" accent2="accent2" accent3="accent3" accent4="accent4" accent5="accent5" accent6="accent6" hlink="hlink" folHlink="folHlink"/>
  <p:sldLayoutIdLst>
    <p:sldLayoutId id="2147484220" r:id="rId1"/>
    <p:sldLayoutId id="2147484221" r:id="rId2"/>
    <p:sldLayoutId id="2147484222" r:id="rId3"/>
    <p:sldLayoutId id="2147484223" r:id="rId4"/>
    <p:sldLayoutId id="2147484224" r:id="rId5"/>
    <p:sldLayoutId id="2147484225" r:id="rId6"/>
    <p:sldLayoutId id="2147484226" r:id="rId7"/>
    <p:sldLayoutId id="2147484227" r:id="rId8"/>
    <p:sldLayoutId id="2147484228" r:id="rId9"/>
    <p:sldLayoutId id="2147484229" r:id="rId10"/>
    <p:sldLayoutId id="2147484230" r:id="rId11"/>
    <p:sldLayoutId id="214748423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477306836"/>
      </p:ext>
    </p:extLst>
  </p:cSld>
  <p:clrMap bg1="lt1" tx1="dk1" bg2="lt2" tx2="dk2" accent1="accent1" accent2="accent2" accent3="accent3" accent4="accent4" accent5="accent5" accent6="accent6" hlink="hlink" folHlink="folHlink"/>
  <p:sldLayoutIdLst>
    <p:sldLayoutId id="2147484233" r:id="rId1"/>
    <p:sldLayoutId id="2147484234" r:id="rId2"/>
    <p:sldLayoutId id="2147484235" r:id="rId3"/>
    <p:sldLayoutId id="2147484236" r:id="rId4"/>
    <p:sldLayoutId id="2147484237" r:id="rId5"/>
    <p:sldLayoutId id="2147484238" r:id="rId6"/>
    <p:sldLayoutId id="2147484239" r:id="rId7"/>
    <p:sldLayoutId id="2147484240" r:id="rId8"/>
    <p:sldLayoutId id="2147484241" r:id="rId9"/>
    <p:sldLayoutId id="2147484242" r:id="rId10"/>
    <p:sldLayoutId id="2147484243" r:id="rId11"/>
    <p:sldLayoutId id="214748424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36885109"/>
      </p:ext>
    </p:extLst>
  </p:cSld>
  <p:clrMap bg1="lt1" tx1="dk1" bg2="lt2" tx2="dk2" accent1="accent1" accent2="accent2" accent3="accent3" accent4="accent4" accent5="accent5" accent6="accent6" hlink="hlink" folHlink="folHlink"/>
  <p:sldLayoutIdLst>
    <p:sldLayoutId id="2147484246" r:id="rId1"/>
    <p:sldLayoutId id="2147484247" r:id="rId2"/>
    <p:sldLayoutId id="2147484248" r:id="rId3"/>
    <p:sldLayoutId id="2147484249" r:id="rId4"/>
    <p:sldLayoutId id="2147484250" r:id="rId5"/>
    <p:sldLayoutId id="2147484251" r:id="rId6"/>
    <p:sldLayoutId id="2147484252" r:id="rId7"/>
    <p:sldLayoutId id="2147484253" r:id="rId8"/>
    <p:sldLayoutId id="2147484254" r:id="rId9"/>
    <p:sldLayoutId id="2147484255" r:id="rId10"/>
    <p:sldLayoutId id="2147484256" r:id="rId11"/>
    <p:sldLayoutId id="214748425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386708135"/>
      </p:ext>
    </p:extLst>
  </p:cSld>
  <p:clrMap bg1="lt1" tx1="dk1" bg2="lt2" tx2="dk2" accent1="accent1" accent2="accent2" accent3="accent3" accent4="accent4" accent5="accent5" accent6="accent6" hlink="hlink" folHlink="folHlink"/>
  <p:sldLayoutIdLst>
    <p:sldLayoutId id="2147484259" r:id="rId1"/>
    <p:sldLayoutId id="2147484260" r:id="rId2"/>
    <p:sldLayoutId id="2147484261" r:id="rId3"/>
    <p:sldLayoutId id="2147484262" r:id="rId4"/>
    <p:sldLayoutId id="2147484263" r:id="rId5"/>
    <p:sldLayoutId id="2147484264" r:id="rId6"/>
    <p:sldLayoutId id="2147484265" r:id="rId7"/>
    <p:sldLayoutId id="2147484266" r:id="rId8"/>
    <p:sldLayoutId id="2147484267" r:id="rId9"/>
    <p:sldLayoutId id="2147484268" r:id="rId10"/>
    <p:sldLayoutId id="2147484269" r:id="rId11"/>
    <p:sldLayoutId id="214748427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074946856"/>
      </p:ext>
    </p:extLst>
  </p:cSld>
  <p:clrMap bg1="lt1" tx1="dk1" bg2="lt2" tx2="dk2" accent1="accent1" accent2="accent2" accent3="accent3" accent4="accent4" accent5="accent5" accent6="accent6" hlink="hlink" folHlink="folHlink"/>
  <p:sldLayoutIdLst>
    <p:sldLayoutId id="2147484272" r:id="rId1"/>
    <p:sldLayoutId id="2147484273" r:id="rId2"/>
    <p:sldLayoutId id="2147484274" r:id="rId3"/>
    <p:sldLayoutId id="2147484275" r:id="rId4"/>
    <p:sldLayoutId id="2147484276" r:id="rId5"/>
    <p:sldLayoutId id="2147484277" r:id="rId6"/>
    <p:sldLayoutId id="2147484278" r:id="rId7"/>
    <p:sldLayoutId id="2147484279" r:id="rId8"/>
    <p:sldLayoutId id="2147484280" r:id="rId9"/>
    <p:sldLayoutId id="2147484281" r:id="rId10"/>
    <p:sldLayoutId id="2147484282" r:id="rId11"/>
    <p:sldLayoutId id="214748428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460419906"/>
      </p:ext>
    </p:extLst>
  </p:cSld>
  <p:clrMap bg1="lt1" tx1="dk1" bg2="lt2" tx2="dk2" accent1="accent1" accent2="accent2" accent3="accent3" accent4="accent4" accent5="accent5" accent6="accent6" hlink="hlink" folHlink="folHlink"/>
  <p:sldLayoutIdLst>
    <p:sldLayoutId id="2147484285" r:id="rId1"/>
    <p:sldLayoutId id="2147484286" r:id="rId2"/>
    <p:sldLayoutId id="2147484287" r:id="rId3"/>
    <p:sldLayoutId id="2147484288" r:id="rId4"/>
    <p:sldLayoutId id="2147484289" r:id="rId5"/>
    <p:sldLayoutId id="2147484290" r:id="rId6"/>
    <p:sldLayoutId id="2147484291" r:id="rId7"/>
    <p:sldLayoutId id="2147484292" r:id="rId8"/>
    <p:sldLayoutId id="2147484293" r:id="rId9"/>
    <p:sldLayoutId id="2147484294" r:id="rId10"/>
    <p:sldLayoutId id="2147484295" r:id="rId11"/>
    <p:sldLayoutId id="214748429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753351108"/>
      </p:ext>
    </p:extLst>
  </p:cSld>
  <p:clrMap bg1="lt1" tx1="dk1" bg2="lt2" tx2="dk2" accent1="accent1" accent2="accent2" accent3="accent3" accent4="accent4" accent5="accent5" accent6="accent6" hlink="hlink" folHlink="folHlink"/>
  <p:sldLayoutIdLst>
    <p:sldLayoutId id="2147484298" r:id="rId1"/>
    <p:sldLayoutId id="2147484299" r:id="rId2"/>
    <p:sldLayoutId id="2147484300" r:id="rId3"/>
    <p:sldLayoutId id="2147484301" r:id="rId4"/>
    <p:sldLayoutId id="2147484302" r:id="rId5"/>
    <p:sldLayoutId id="2147484303" r:id="rId6"/>
    <p:sldLayoutId id="2147484304" r:id="rId7"/>
    <p:sldLayoutId id="2147484305" r:id="rId8"/>
    <p:sldLayoutId id="2147484306" r:id="rId9"/>
    <p:sldLayoutId id="2147484307" r:id="rId10"/>
    <p:sldLayoutId id="2147484308" r:id="rId11"/>
    <p:sldLayoutId id="214748430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357494277"/>
      </p:ext>
    </p:extLst>
  </p:cSld>
  <p:clrMap bg1="lt1" tx1="dk1" bg2="lt2" tx2="dk2" accent1="accent1" accent2="accent2" accent3="accent3" accent4="accent4" accent5="accent5" accent6="accent6" hlink="hlink" folHlink="folHlink"/>
  <p:sldLayoutIdLst>
    <p:sldLayoutId id="2147484311" r:id="rId1"/>
    <p:sldLayoutId id="2147484312" r:id="rId2"/>
    <p:sldLayoutId id="2147484313" r:id="rId3"/>
    <p:sldLayoutId id="2147484314" r:id="rId4"/>
    <p:sldLayoutId id="2147484315" r:id="rId5"/>
    <p:sldLayoutId id="2147484316" r:id="rId6"/>
    <p:sldLayoutId id="2147484317" r:id="rId7"/>
    <p:sldLayoutId id="2147484318" r:id="rId8"/>
    <p:sldLayoutId id="2147484319" r:id="rId9"/>
    <p:sldLayoutId id="2147484320" r:id="rId10"/>
    <p:sldLayoutId id="2147484321"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671490325"/>
      </p:ext>
    </p:extLst>
  </p:cSld>
  <p:clrMap bg1="lt1" tx1="dk1" bg2="lt2" tx2="dk2" accent1="accent1" accent2="accent2" accent3="accent3" accent4="accent4" accent5="accent5" accent6="accent6" hlink="hlink" folHlink="folHlink"/>
  <p:sldLayoutIdLst>
    <p:sldLayoutId id="2147484324" r:id="rId1"/>
    <p:sldLayoutId id="2147484325" r:id="rId2"/>
    <p:sldLayoutId id="2147484326" r:id="rId3"/>
    <p:sldLayoutId id="2147484327" r:id="rId4"/>
    <p:sldLayoutId id="2147484328" r:id="rId5"/>
    <p:sldLayoutId id="2147484329" r:id="rId6"/>
    <p:sldLayoutId id="2147484330" r:id="rId7"/>
    <p:sldLayoutId id="2147484331" r:id="rId8"/>
    <p:sldLayoutId id="2147484332" r:id="rId9"/>
    <p:sldLayoutId id="2147484333" r:id="rId10"/>
    <p:sldLayoutId id="2147484334"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305354535"/>
      </p:ext>
    </p:extLst>
  </p:cSld>
  <p:clrMap bg1="lt1" tx1="dk1" bg2="lt2" tx2="dk2" accent1="accent1" accent2="accent2" accent3="accent3" accent4="accent4" accent5="accent5" accent6="accent6" hlink="hlink" folHlink="folHlink"/>
  <p:sldLayoutIdLst>
    <p:sldLayoutId id="2147484337" r:id="rId1"/>
    <p:sldLayoutId id="2147484338" r:id="rId2"/>
    <p:sldLayoutId id="2147484339" r:id="rId3"/>
    <p:sldLayoutId id="2147484340" r:id="rId4"/>
    <p:sldLayoutId id="2147484341" r:id="rId5"/>
    <p:sldLayoutId id="2147484342" r:id="rId6"/>
    <p:sldLayoutId id="2147484343" r:id="rId7"/>
    <p:sldLayoutId id="2147484344" r:id="rId8"/>
    <p:sldLayoutId id="2147484345" r:id="rId9"/>
    <p:sldLayoutId id="2147484346" r:id="rId10"/>
    <p:sldLayoutId id="2147484347"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06001181"/>
      </p:ext>
    </p:extLst>
  </p:cSld>
  <p:clrMap bg1="lt1" tx1="dk1" bg2="lt2" tx2="dk2" accent1="accent1" accent2="accent2" accent3="accent3" accent4="accent4" accent5="accent5" accent6="accent6" hlink="hlink" folHlink="folHlink"/>
  <p:sldLayoutIdLst>
    <p:sldLayoutId id="2147484350" r:id="rId1"/>
    <p:sldLayoutId id="2147484351" r:id="rId2"/>
    <p:sldLayoutId id="2147484352" r:id="rId3"/>
    <p:sldLayoutId id="2147484353" r:id="rId4"/>
    <p:sldLayoutId id="2147484354" r:id="rId5"/>
    <p:sldLayoutId id="2147484355" r:id="rId6"/>
    <p:sldLayoutId id="2147484356" r:id="rId7"/>
    <p:sldLayoutId id="2147484357" r:id="rId8"/>
    <p:sldLayoutId id="2147484358" r:id="rId9"/>
    <p:sldLayoutId id="2147484359" r:id="rId10"/>
    <p:sldLayoutId id="2147484360"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539477768"/>
      </p:ext>
    </p:extLst>
  </p:cSld>
  <p:clrMap bg1="lt1" tx1="dk1" bg2="lt2" tx2="dk2" accent1="accent1" accent2="accent2" accent3="accent3" accent4="accent4" accent5="accent5" accent6="accent6" hlink="hlink" folHlink="folHlink"/>
  <p:sldLayoutIdLst>
    <p:sldLayoutId id="2147484363" r:id="rId1"/>
    <p:sldLayoutId id="2147484364" r:id="rId2"/>
    <p:sldLayoutId id="2147484365" r:id="rId3"/>
    <p:sldLayoutId id="2147484366" r:id="rId4"/>
    <p:sldLayoutId id="2147484367" r:id="rId5"/>
    <p:sldLayoutId id="2147484368" r:id="rId6"/>
    <p:sldLayoutId id="2147484369" r:id="rId7"/>
    <p:sldLayoutId id="2147484370" r:id="rId8"/>
    <p:sldLayoutId id="2147484371" r:id="rId9"/>
    <p:sldLayoutId id="2147484372" r:id="rId10"/>
    <p:sldLayoutId id="2147484373"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410287107"/>
      </p:ext>
    </p:extLst>
  </p:cSld>
  <p:clrMap bg1="lt1" tx1="dk1" bg2="lt2" tx2="dk2" accent1="accent1" accent2="accent2" accent3="accent3" accent4="accent4" accent5="accent5" accent6="accent6" hlink="hlink" folHlink="folHlink"/>
  <p:sldLayoutIdLst>
    <p:sldLayoutId id="2147484376" r:id="rId1"/>
    <p:sldLayoutId id="2147484377" r:id="rId2"/>
    <p:sldLayoutId id="2147484378" r:id="rId3"/>
    <p:sldLayoutId id="2147484379" r:id="rId4"/>
    <p:sldLayoutId id="2147484380" r:id="rId5"/>
    <p:sldLayoutId id="2147484381" r:id="rId6"/>
    <p:sldLayoutId id="2147484382" r:id="rId7"/>
    <p:sldLayoutId id="2147484383" r:id="rId8"/>
    <p:sldLayoutId id="2147484384" r:id="rId9"/>
    <p:sldLayoutId id="2147484385" r:id="rId10"/>
    <p:sldLayoutId id="2147484386"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059958448"/>
      </p:ext>
    </p:extLst>
  </p:cSld>
  <p:clrMap bg1="lt1" tx1="dk1" bg2="lt2" tx2="dk2" accent1="accent1" accent2="accent2" accent3="accent3" accent4="accent4" accent5="accent5" accent6="accent6" hlink="hlink" folHlink="folHlink"/>
  <p:sldLayoutIdLst>
    <p:sldLayoutId id="2147484389" r:id="rId1"/>
    <p:sldLayoutId id="2147484390" r:id="rId2"/>
    <p:sldLayoutId id="2147484391" r:id="rId3"/>
    <p:sldLayoutId id="2147484392" r:id="rId4"/>
    <p:sldLayoutId id="2147484393" r:id="rId5"/>
    <p:sldLayoutId id="2147484394" r:id="rId6"/>
    <p:sldLayoutId id="2147484395" r:id="rId7"/>
    <p:sldLayoutId id="2147484396" r:id="rId8"/>
    <p:sldLayoutId id="2147484397" r:id="rId9"/>
    <p:sldLayoutId id="2147484398" r:id="rId10"/>
    <p:sldLayoutId id="2147484399"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061823801"/>
      </p:ext>
    </p:extLst>
  </p:cSld>
  <p:clrMap bg1="lt1" tx1="dk1" bg2="lt2" tx2="dk2" accent1="accent1" accent2="accent2" accent3="accent3" accent4="accent4" accent5="accent5" accent6="accent6" hlink="hlink" folHlink="folHlink"/>
  <p:sldLayoutIdLst>
    <p:sldLayoutId id="2147484402" r:id="rId1"/>
    <p:sldLayoutId id="2147484403" r:id="rId2"/>
    <p:sldLayoutId id="2147484404" r:id="rId3"/>
    <p:sldLayoutId id="2147484405" r:id="rId4"/>
    <p:sldLayoutId id="2147484406" r:id="rId5"/>
    <p:sldLayoutId id="2147484407" r:id="rId6"/>
    <p:sldLayoutId id="2147484408" r:id="rId7"/>
    <p:sldLayoutId id="2147484409" r:id="rId8"/>
    <p:sldLayoutId id="2147484410" r:id="rId9"/>
    <p:sldLayoutId id="2147484411" r:id="rId10"/>
    <p:sldLayoutId id="2147484412"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591322370"/>
      </p:ext>
    </p:extLst>
  </p:cSld>
  <p:clrMap bg1="lt1" tx1="dk1" bg2="lt2" tx2="dk2" accent1="accent1" accent2="accent2" accent3="accent3" accent4="accent4" accent5="accent5" accent6="accent6" hlink="hlink" folHlink="folHlink"/>
  <p:sldLayoutIdLst>
    <p:sldLayoutId id="2147484415" r:id="rId1"/>
    <p:sldLayoutId id="2147484416" r:id="rId2"/>
    <p:sldLayoutId id="2147484417" r:id="rId3"/>
    <p:sldLayoutId id="2147484418" r:id="rId4"/>
    <p:sldLayoutId id="2147484419" r:id="rId5"/>
    <p:sldLayoutId id="2147484420" r:id="rId6"/>
    <p:sldLayoutId id="2147484421" r:id="rId7"/>
    <p:sldLayoutId id="2147484422" r:id="rId8"/>
    <p:sldLayoutId id="2147484423" r:id="rId9"/>
    <p:sldLayoutId id="2147484424" r:id="rId10"/>
    <p:sldLayoutId id="2147484425"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258997175"/>
      </p:ext>
    </p:extLst>
  </p:cSld>
  <p:clrMap bg1="lt1" tx1="dk1" bg2="lt2" tx2="dk2" accent1="accent1" accent2="accent2" accent3="accent3" accent4="accent4" accent5="accent5" accent6="accent6" hlink="hlink" folHlink="folHlink"/>
  <p:sldLayoutIdLst>
    <p:sldLayoutId id="2147484428" r:id="rId1"/>
    <p:sldLayoutId id="2147484429" r:id="rId2"/>
    <p:sldLayoutId id="2147484430" r:id="rId3"/>
    <p:sldLayoutId id="2147484431" r:id="rId4"/>
    <p:sldLayoutId id="2147484432" r:id="rId5"/>
    <p:sldLayoutId id="2147484433" r:id="rId6"/>
    <p:sldLayoutId id="2147484434" r:id="rId7"/>
    <p:sldLayoutId id="2147484435" r:id="rId8"/>
    <p:sldLayoutId id="2147484436" r:id="rId9"/>
    <p:sldLayoutId id="2147484437" r:id="rId10"/>
    <p:sldLayoutId id="2147484438"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122568451"/>
      </p:ext>
    </p:extLst>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846794768"/>
      </p:ext>
    </p:extLst>
  </p:cSld>
  <p:clrMap bg1="lt1" tx1="dk1" bg2="lt2" tx2="dk2" accent1="accent1" accent2="accent2" accent3="accent3" accent4="accent4" accent5="accent5" accent6="accent6" hlink="hlink" folHlink="folHlink"/>
  <p:sldLayoutIdLst>
    <p:sldLayoutId id="2147484454" r:id="rId1"/>
    <p:sldLayoutId id="2147484455" r:id="rId2"/>
    <p:sldLayoutId id="2147484456" r:id="rId3"/>
    <p:sldLayoutId id="2147484457" r:id="rId4"/>
    <p:sldLayoutId id="2147484458" r:id="rId5"/>
    <p:sldLayoutId id="2147484459" r:id="rId6"/>
    <p:sldLayoutId id="2147484460" r:id="rId7"/>
    <p:sldLayoutId id="2147484461" r:id="rId8"/>
    <p:sldLayoutId id="2147484462" r:id="rId9"/>
    <p:sldLayoutId id="2147484463" r:id="rId10"/>
    <p:sldLayoutId id="2147484464"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938604985"/>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47.xml"/><Relationship Id="rId5" Type="http://schemas.openxmlformats.org/officeDocument/2006/relationships/image" Target="../media/image6.emf"/><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59.xml"/><Relationship Id="rId5" Type="http://schemas.openxmlformats.org/officeDocument/2006/relationships/image" Target="../media/image6.emf"/><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71.xml"/><Relationship Id="rId5" Type="http://schemas.openxmlformats.org/officeDocument/2006/relationships/image" Target="../media/image8.png"/><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83.xml"/><Relationship Id="rId5" Type="http://schemas.openxmlformats.org/officeDocument/2006/relationships/image" Target="../media/image6.emf"/><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95.xml"/><Relationship Id="rId5" Type="http://schemas.openxmlformats.org/officeDocument/2006/relationships/image" Target="../media/image6.emf"/><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07.xml"/><Relationship Id="rId5" Type="http://schemas.openxmlformats.org/officeDocument/2006/relationships/image" Target="../media/image6.emf"/><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19.xml"/><Relationship Id="rId5" Type="http://schemas.openxmlformats.org/officeDocument/2006/relationships/image" Target="../media/image13.emf"/><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5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86.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50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16.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55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94.xml"/></Relationships>
</file>

<file path=ppt/slides/slide1.xml><?xml version="1.0" encoding="utf-8"?>
<p:sld xmlns:a="http://schemas.openxmlformats.org/drawingml/2006/main" xmlns:r="http://schemas.openxmlformats.org/officeDocument/2006/relationships" xmlns:p="http://schemas.openxmlformats.org/presentationml/2006/main">
  <p:cSld name="8c790333-064c-4985-a532-d483aa476908">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dirty="0" smtClean="0"/>
              <a:t>Module 1</a:t>
            </a:r>
            <a:endParaRPr lang="en-CA" sz="2600" dirty="0"/>
          </a:p>
        </p:txBody>
      </p:sp>
      <p:sp>
        <p:nvSpPr>
          <p:cNvPr id="3" name="Subtitle 2"/>
          <p:cNvSpPr>
            <a:spLocks noGrp="1"/>
          </p:cNvSpPr>
          <p:nvPr>
            <p:ph type="subTitle" sz="quarter" idx="1"/>
          </p:nvPr>
        </p:nvSpPr>
        <p:spPr/>
        <p:txBody>
          <a:bodyPr/>
          <a:lstStyle/>
          <a:p>
            <a:r>
              <a:rPr lang="en-CA" smtClean="0"/>
              <a:t>Deploying and Managing Windows Server 2012
</a:t>
            </a:r>
            <a:endParaRPr lang="en-CA"/>
          </a:p>
        </p:txBody>
      </p:sp>
    </p:spTree>
    <p:extLst>
      <p:ext uri="{BB962C8B-B14F-4D97-AF65-F5344CB8AC3E}">
        <p14:creationId xmlns:p14="http://schemas.microsoft.com/office/powerpoint/2010/main" val="2940231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357740b6-bbb1-4477-a606-63f360a1048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Windows Server 2012 R2 Editions</a:t>
            </a:r>
            <a:endParaRPr lang="en-CA"/>
          </a:p>
        </p:txBody>
      </p:sp>
      <p:sp>
        <p:nvSpPr>
          <p:cNvPr id="4" name="AutoShape 4"/>
          <p:cNvSpPr>
            <a:spLocks noChangeArrowheads="1"/>
          </p:cNvSpPr>
          <p:nvPr/>
        </p:nvSpPr>
        <p:spPr bwMode="auto">
          <a:xfrm>
            <a:off x="682388" y="1598951"/>
            <a:ext cx="8038530" cy="4611861"/>
          </a:xfrm>
          <a:prstGeom prst="roundRect">
            <a:avLst>
              <a:gd name="adj" fmla="val 4167"/>
            </a:avLst>
          </a:prstGeom>
          <a:noFill/>
          <a:ln w="9525" algn="ctr">
            <a:noFill/>
            <a:round/>
            <a:headEnd/>
            <a:tailEnd/>
          </a:ln>
        </p:spPr>
        <p:txBody>
          <a:bodyPr anchor="ctr"/>
          <a:lstStyle/>
          <a:p>
            <a:pPr marL="228600" lvl="0" indent="-228600" fontAlgn="base">
              <a:spcBef>
                <a:spcPct val="40000"/>
              </a:spcBef>
              <a:spcAft>
                <a:spcPct val="0"/>
              </a:spcAft>
              <a:buClr>
                <a:srgbClr val="006699"/>
              </a:buClr>
              <a:buFontTx/>
              <a:buChar char="•"/>
            </a:pPr>
            <a:endParaRPr lang="en-US" altLang="ja-JP" sz="2000" dirty="0">
              <a:solidFill>
                <a:srgbClr val="000000"/>
              </a:solidFill>
              <a:latin typeface="Segoe UI" pitchFamily="34" charset="0"/>
              <a:ea typeface="Segoe UI" pitchFamily="34" charset="0"/>
              <a:cs typeface="Segoe UI" pitchFamily="34" charset="0"/>
            </a:endParaRPr>
          </a:p>
        </p:txBody>
      </p:sp>
      <p:sp>
        <p:nvSpPr>
          <p:cNvPr id="5"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dirty="0">
                <a:solidFill>
                  <a:srgbClr val="000000"/>
                </a:solidFill>
              </a:rPr>
              <a:t>Windows Server 2012 editions:</a:t>
            </a:r>
          </a:p>
          <a:p>
            <a:pPr lvl="1"/>
            <a:r>
              <a:rPr lang="en-US" altLang="ja-JP" kern="0" dirty="0">
                <a:solidFill>
                  <a:srgbClr val="000000"/>
                </a:solidFill>
              </a:rPr>
              <a:t>Windows Server 2012 R2 Standard</a:t>
            </a:r>
          </a:p>
          <a:p>
            <a:pPr lvl="1"/>
            <a:r>
              <a:rPr lang="en-US" altLang="ja-JP" kern="0" dirty="0">
                <a:solidFill>
                  <a:srgbClr val="000000"/>
                </a:solidFill>
              </a:rPr>
              <a:t>Windows Server 2012 R2 Datacenter</a:t>
            </a:r>
          </a:p>
          <a:p>
            <a:pPr lvl="1"/>
            <a:r>
              <a:rPr lang="en-US" altLang="ja-JP" kern="0" dirty="0">
                <a:solidFill>
                  <a:srgbClr val="000000"/>
                </a:solidFill>
              </a:rPr>
              <a:t>Windows Server 2012 R2 Foundation</a:t>
            </a:r>
          </a:p>
          <a:p>
            <a:pPr lvl="1"/>
            <a:r>
              <a:rPr lang="en-US" altLang="ja-JP" kern="0" dirty="0">
                <a:solidFill>
                  <a:srgbClr val="000000"/>
                </a:solidFill>
              </a:rPr>
              <a:t>Windows Server 2012 R2 Essentials</a:t>
            </a:r>
          </a:p>
          <a:p>
            <a:pPr lvl="1"/>
            <a:r>
              <a:rPr lang="nn-NO" altLang="ja-JP" kern="0" dirty="0">
                <a:solidFill>
                  <a:srgbClr val="000000"/>
                </a:solidFill>
              </a:rPr>
              <a:t>Microsoft Hyper-V Server 2012 R2</a:t>
            </a:r>
          </a:p>
          <a:p>
            <a:pPr lvl="1"/>
            <a:r>
              <a:rPr lang="en-US" altLang="ja-JP" kern="0" dirty="0">
                <a:solidFill>
                  <a:srgbClr val="000000"/>
                </a:solidFill>
              </a:rPr>
              <a:t>Windows Storage Server 2012 R2 Workgroup</a:t>
            </a:r>
          </a:p>
          <a:p>
            <a:pPr lvl="1"/>
            <a:r>
              <a:rPr lang="en-US" altLang="ja-JP" kern="0" dirty="0">
                <a:solidFill>
                  <a:srgbClr val="000000"/>
                </a:solidFill>
              </a:rPr>
              <a:t>Windows Storage Server 2012 R2 Standard</a:t>
            </a:r>
          </a:p>
          <a:p>
            <a:pPr lvl="1"/>
            <a:r>
              <a:rPr lang="en-US" altLang="ja-JP" kern="0" dirty="0">
                <a:solidFill>
                  <a:srgbClr val="000000"/>
                </a:solidFill>
              </a:rPr>
              <a:t>Windows </a:t>
            </a:r>
            <a:r>
              <a:rPr lang="en-US" altLang="ja-JP" kern="0" dirty="0" err="1">
                <a:solidFill>
                  <a:srgbClr val="000000"/>
                </a:solidFill>
              </a:rPr>
              <a:t>MultiPoint</a:t>
            </a:r>
            <a:r>
              <a:rPr lang="en-US" altLang="ja-JP" kern="0" dirty="0">
                <a:solidFill>
                  <a:srgbClr val="000000"/>
                </a:solidFill>
              </a:rPr>
              <a:t> Server 2012 Standard</a:t>
            </a:r>
          </a:p>
          <a:p>
            <a:pPr lvl="1"/>
            <a:r>
              <a:rPr lang="en-US" altLang="ja-JP" kern="0" dirty="0">
                <a:solidFill>
                  <a:srgbClr val="000000"/>
                </a:solidFill>
              </a:rPr>
              <a:t>Windows </a:t>
            </a:r>
            <a:r>
              <a:rPr lang="en-US" altLang="ja-JP" kern="0" dirty="0" err="1">
                <a:solidFill>
                  <a:srgbClr val="000000"/>
                </a:solidFill>
              </a:rPr>
              <a:t>MultiPoint</a:t>
            </a:r>
            <a:r>
              <a:rPr lang="en-US" altLang="ja-JP" kern="0" dirty="0">
                <a:solidFill>
                  <a:srgbClr val="000000"/>
                </a:solidFill>
              </a:rPr>
              <a:t> Server 2012 Premium</a:t>
            </a:r>
            <a:endParaRPr lang="en-CA" kern="0" dirty="0">
              <a:solidFill>
                <a:srgbClr val="000000"/>
              </a:solidFill>
            </a:endParaRPr>
          </a:p>
        </p:txBody>
      </p:sp>
    </p:spTree>
    <p:extLst>
      <p:ext uri="{BB962C8B-B14F-4D97-AF65-F5344CB8AC3E}">
        <p14:creationId xmlns:p14="http://schemas.microsoft.com/office/powerpoint/2010/main" val="1702971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f008e909-817d-4a45-aab5-d12af99dfd76">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535579" cy="740664"/>
          </a:xfrm>
        </p:spPr>
        <p:txBody>
          <a:bodyPr/>
          <a:lstStyle/>
          <a:p>
            <a:r>
              <a:rPr lang="fr-BE" dirty="0" smtClean="0"/>
              <a:t>Besoins matériels</a:t>
            </a:r>
            <a:endParaRPr lang="fr-BE" dirty="0"/>
          </a:p>
        </p:txBody>
      </p:sp>
      <p:sp>
        <p:nvSpPr>
          <p:cNvPr id="4" name="AutoShape 3"/>
          <p:cNvSpPr>
            <a:spLocks noChangeArrowheads="1"/>
          </p:cNvSpPr>
          <p:nvPr/>
        </p:nvSpPr>
        <p:spPr bwMode="auto">
          <a:xfrm>
            <a:off x="465138" y="1003876"/>
            <a:ext cx="8177212" cy="4608648"/>
          </a:xfrm>
          <a:prstGeom prst="roundRect">
            <a:avLst>
              <a:gd name="adj" fmla="val 4167"/>
            </a:avLst>
          </a:prstGeom>
          <a:noFill/>
          <a:ln w="9525" algn="ctr">
            <a:noFill/>
            <a:round/>
            <a:headEnd/>
            <a:tailEnd/>
          </a:ln>
          <a:effectLst/>
        </p:spPr>
        <p:txBody>
          <a:bodyPr/>
          <a:lstStyle/>
          <a:p>
            <a:pPr lvl="0" fontAlgn="base">
              <a:spcBef>
                <a:spcPct val="0"/>
              </a:spcBef>
              <a:spcAft>
                <a:spcPts val="1800"/>
              </a:spcAft>
            </a:pPr>
            <a:endParaRPr lang="en-US" sz="2600" b="1" dirty="0">
              <a:solidFill>
                <a:srgbClr val="000000"/>
              </a:solidFill>
              <a:latin typeface="Segoe UI" pitchFamily="34" charset="0"/>
              <a:ea typeface="Segoe UI" pitchFamily="34" charset="0"/>
              <a:cs typeface="Segoe UI" pitchFamily="34" charset="0"/>
            </a:endParaRPr>
          </a:p>
        </p:txBody>
      </p:sp>
      <p:sp>
        <p:nvSpPr>
          <p:cNvPr id="5" name="Rounded Rectangle 844806"/>
          <p:cNvSpPr>
            <a:spLocks noChangeArrowheads="1"/>
          </p:cNvSpPr>
          <p:nvPr/>
        </p:nvSpPr>
        <p:spPr bwMode="auto">
          <a:xfrm>
            <a:off x="725786" y="1586728"/>
            <a:ext cx="6015674" cy="4025796"/>
          </a:xfrm>
          <a:prstGeom prst="roundRect">
            <a:avLst>
              <a:gd name="adj" fmla="val 4167"/>
            </a:avLst>
          </a:prstGeom>
          <a:noFill/>
          <a:ln w="9525" algn="ctr">
            <a:noFill/>
            <a:round/>
            <a:headEnd/>
            <a:tailEnd/>
          </a:ln>
          <a:effectLst/>
        </p:spPr>
        <p:txBody>
          <a:bodyPr anchor="t" anchorCtr="0">
            <a:noAutofit/>
          </a:bodyPr>
          <a:lstStyle/>
          <a:p>
            <a:pPr marL="293688" lvl="1" indent="-285750" eaLnBrk="0" fontAlgn="base" hangingPunct="0">
              <a:lnSpc>
                <a:spcPct val="114000"/>
              </a:lnSpc>
              <a:spcBef>
                <a:spcPts val="600"/>
              </a:spcBef>
              <a:spcAft>
                <a:spcPct val="0"/>
              </a:spcAft>
              <a:buClr>
                <a:srgbClr val="006699"/>
              </a:buClr>
              <a:buFontTx/>
              <a:buChar char="•"/>
              <a:tabLst>
                <a:tab pos="5035550" algn="r"/>
              </a:tabLst>
            </a:pPr>
            <a:r>
              <a:rPr lang="fr-BE" sz="2600" dirty="0" smtClean="0">
                <a:solidFill>
                  <a:srgbClr val="000000"/>
                </a:solidFill>
                <a:latin typeface="Segoe UI" pitchFamily="34" charset="0"/>
                <a:ea typeface="Segoe UI" pitchFamily="34" charset="0"/>
                <a:cs typeface="Segoe UI" pitchFamily="34" charset="0"/>
              </a:rPr>
              <a:t>Processor architecture 	x64</a:t>
            </a:r>
          </a:p>
          <a:p>
            <a:pPr marL="293688" lvl="1" indent="-285750" eaLnBrk="0" fontAlgn="base" hangingPunct="0">
              <a:lnSpc>
                <a:spcPct val="114000"/>
              </a:lnSpc>
              <a:spcBef>
                <a:spcPts val="600"/>
              </a:spcBef>
              <a:spcAft>
                <a:spcPct val="0"/>
              </a:spcAft>
              <a:buClr>
                <a:srgbClr val="006699"/>
              </a:buClr>
              <a:buFontTx/>
              <a:buChar char="•"/>
              <a:tabLst>
                <a:tab pos="5035550" algn="r"/>
              </a:tabLst>
            </a:pPr>
            <a:r>
              <a:rPr lang="fr-BE" sz="2600" dirty="0" smtClean="0">
                <a:solidFill>
                  <a:srgbClr val="000000"/>
                </a:solidFill>
                <a:latin typeface="Segoe UI" pitchFamily="34" charset="0"/>
                <a:ea typeface="Segoe UI" pitchFamily="34" charset="0"/>
                <a:cs typeface="Segoe UI" pitchFamily="34" charset="0"/>
              </a:rPr>
              <a:t>Processor speed 	1.4 GHz</a:t>
            </a:r>
          </a:p>
          <a:p>
            <a:pPr marL="293688" lvl="1" indent="-285750" eaLnBrk="0" fontAlgn="base" hangingPunct="0">
              <a:lnSpc>
                <a:spcPct val="114000"/>
              </a:lnSpc>
              <a:spcBef>
                <a:spcPts val="600"/>
              </a:spcBef>
              <a:spcAft>
                <a:spcPct val="0"/>
              </a:spcAft>
              <a:buClr>
                <a:srgbClr val="006699"/>
              </a:buClr>
              <a:buFontTx/>
              <a:buChar char="•"/>
              <a:tabLst>
                <a:tab pos="5035550" algn="r"/>
              </a:tabLst>
            </a:pPr>
            <a:r>
              <a:rPr lang="fr-BE" sz="2600" dirty="0" smtClean="0">
                <a:solidFill>
                  <a:srgbClr val="000000"/>
                </a:solidFill>
                <a:latin typeface="Segoe UI" pitchFamily="34" charset="0"/>
                <a:ea typeface="Segoe UI" pitchFamily="34" charset="0"/>
                <a:cs typeface="Segoe UI" pitchFamily="34" charset="0"/>
              </a:rPr>
              <a:t>Memory (RAM) 	512 MB</a:t>
            </a:r>
          </a:p>
          <a:p>
            <a:pPr marL="293688" lvl="1" indent="-285750" eaLnBrk="0" fontAlgn="base" hangingPunct="0">
              <a:lnSpc>
                <a:spcPct val="114000"/>
              </a:lnSpc>
              <a:spcBef>
                <a:spcPts val="600"/>
              </a:spcBef>
              <a:spcAft>
                <a:spcPct val="0"/>
              </a:spcAft>
              <a:buClr>
                <a:srgbClr val="006699"/>
              </a:buClr>
              <a:buFontTx/>
              <a:buChar char="•"/>
              <a:tabLst>
                <a:tab pos="5035550" algn="r"/>
              </a:tabLst>
            </a:pPr>
            <a:r>
              <a:rPr lang="fr-BE" sz="2600" dirty="0" smtClean="0">
                <a:solidFill>
                  <a:srgbClr val="000000"/>
                </a:solidFill>
                <a:latin typeface="Segoe UI" pitchFamily="34" charset="0"/>
                <a:ea typeface="Segoe UI" pitchFamily="34" charset="0"/>
                <a:cs typeface="Segoe UI" pitchFamily="34" charset="0"/>
              </a:rPr>
              <a:t>Hard </a:t>
            </a:r>
            <a:r>
              <a:rPr lang="fr-BE" sz="2600" dirty="0" err="1" smtClean="0">
                <a:solidFill>
                  <a:srgbClr val="000000"/>
                </a:solidFill>
                <a:latin typeface="Segoe UI" pitchFamily="34" charset="0"/>
                <a:ea typeface="Segoe UI" pitchFamily="34" charset="0"/>
                <a:cs typeface="Segoe UI" pitchFamily="34" charset="0"/>
              </a:rPr>
              <a:t>disk</a:t>
            </a:r>
            <a:r>
              <a:rPr lang="fr-BE" sz="2600" dirty="0" smtClean="0">
                <a:solidFill>
                  <a:srgbClr val="000000"/>
                </a:solidFill>
                <a:latin typeface="Segoe UI" pitchFamily="34" charset="0"/>
                <a:ea typeface="Segoe UI" pitchFamily="34" charset="0"/>
                <a:cs typeface="Segoe UI" pitchFamily="34" charset="0"/>
              </a:rPr>
              <a:t> drive </a:t>
            </a:r>
            <a:r>
              <a:rPr lang="fr-BE" sz="2600" dirty="0" err="1" smtClean="0">
                <a:solidFill>
                  <a:srgbClr val="000000"/>
                </a:solidFill>
                <a:latin typeface="Segoe UI" pitchFamily="34" charset="0"/>
                <a:ea typeface="Segoe UI" pitchFamily="34" charset="0"/>
                <a:cs typeface="Segoe UI" pitchFamily="34" charset="0"/>
              </a:rPr>
              <a:t>space</a:t>
            </a:r>
            <a:r>
              <a:rPr lang="fr-BE" sz="2600" dirty="0" smtClean="0">
                <a:solidFill>
                  <a:srgbClr val="000000"/>
                </a:solidFill>
                <a:latin typeface="Segoe UI" pitchFamily="34" charset="0"/>
                <a:ea typeface="Segoe UI" pitchFamily="34" charset="0"/>
                <a:cs typeface="Segoe UI" pitchFamily="34" charset="0"/>
              </a:rPr>
              <a:t> 	32 GB</a:t>
            </a:r>
          </a:p>
          <a:p>
            <a:pPr marL="922338" lvl="2" indent="-457200" eaLnBrk="0" fontAlgn="base" hangingPunct="0">
              <a:lnSpc>
                <a:spcPct val="114000"/>
              </a:lnSpc>
              <a:spcBef>
                <a:spcPts val="1200"/>
              </a:spcBef>
              <a:spcAft>
                <a:spcPct val="0"/>
              </a:spcAft>
              <a:buClr>
                <a:srgbClr val="006699"/>
              </a:buClr>
              <a:buFont typeface="Wingdings" pitchFamily="2" charset="2"/>
              <a:buChar char="Ø"/>
              <a:tabLst>
                <a:tab pos="5827713" algn="r"/>
              </a:tabLst>
            </a:pPr>
            <a:r>
              <a:rPr lang="fr-BE" sz="2600" dirty="0" smtClean="0">
                <a:solidFill>
                  <a:srgbClr val="000000"/>
                </a:solidFill>
                <a:latin typeface="Segoe UI" pitchFamily="34" charset="0"/>
                <a:ea typeface="Segoe UI" pitchFamily="34" charset="0"/>
                <a:cs typeface="Segoe UI" pitchFamily="34" charset="0"/>
              </a:rPr>
              <a:t>Si la RAM est supérieure à 16 GB, l’espace disque minimal doit être supérieur à 32 GB. </a:t>
            </a:r>
            <a:endParaRPr lang="fr-BE" sz="2600" dirty="0">
              <a:solidFill>
                <a:srgbClr val="000000"/>
              </a:solidFill>
              <a:latin typeface="Segoe UI" pitchFamily="34" charset="0"/>
              <a:ea typeface="Segoe UI" pitchFamily="34" charset="0"/>
              <a:cs typeface="Segoe UI"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0109" y="2709235"/>
            <a:ext cx="1359296" cy="2413817"/>
          </a:xfrm>
          <a:prstGeom prst="rect">
            <a:avLst/>
          </a:prstGeom>
        </p:spPr>
      </p:pic>
    </p:spTree>
    <p:extLst>
      <p:ext uri="{BB962C8B-B14F-4D97-AF65-F5344CB8AC3E}">
        <p14:creationId xmlns:p14="http://schemas.microsoft.com/office/powerpoint/2010/main" val="5727566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2336892c-cf05-483e-b7ee-07901a2988d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Installation de </a:t>
            </a:r>
            <a:r>
              <a:rPr lang="en-CA" dirty="0" smtClean="0"/>
              <a:t>Windows Server 2012</a:t>
            </a:r>
            <a:endParaRPr lang="en-CA" dirty="0"/>
          </a:p>
        </p:txBody>
      </p:sp>
      <p:grpSp>
        <p:nvGrpSpPr>
          <p:cNvPr id="4" name="Group 3" descr="Windows Setup Wizard screen shot depicting first step where you choose installation language, currency format, time format, and keyboard input method."/>
          <p:cNvGrpSpPr/>
          <p:nvPr/>
        </p:nvGrpSpPr>
        <p:grpSpPr>
          <a:xfrm>
            <a:off x="1397000" y="988100"/>
            <a:ext cx="6375400" cy="5190068"/>
            <a:chOff x="1397000" y="838200"/>
            <a:chExt cx="6375400" cy="5190068"/>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42541" b="10622"/>
            <a:stretch/>
          </p:blipFill>
          <p:spPr>
            <a:xfrm>
              <a:off x="1397000" y="838200"/>
              <a:ext cx="6375400" cy="519006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8978" y="1239579"/>
              <a:ext cx="6035040" cy="4411749"/>
            </a:xfrm>
            <a:prstGeom prst="rect">
              <a:avLst/>
            </a:prstGeom>
          </p:spPr>
        </p:pic>
      </p:grpSp>
      <p:pic>
        <p:nvPicPr>
          <p:cNvPr id="7" name="play" descr="Play button - click to show next slid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88870" y="580122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976564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bed473ea-26cf-4dc5-a085-135a2b36f32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Installation de </a:t>
            </a:r>
            <a:r>
              <a:rPr lang="en-CA" dirty="0" smtClean="0"/>
              <a:t>Windows Server 2012</a:t>
            </a:r>
            <a:endParaRPr lang="en-CA" dirty="0"/>
          </a:p>
        </p:txBody>
      </p:sp>
      <p:grpSp>
        <p:nvGrpSpPr>
          <p:cNvPr id="4" name="Group 3" descr="Windows Setup Wizard screen shot depicting second step where you click Install Now, or choose to repair your computer."/>
          <p:cNvGrpSpPr/>
          <p:nvPr/>
        </p:nvGrpSpPr>
        <p:grpSpPr>
          <a:xfrm>
            <a:off x="1397000" y="988100"/>
            <a:ext cx="6375400" cy="5190068"/>
            <a:chOff x="1397000" y="838200"/>
            <a:chExt cx="6375400" cy="5190068"/>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42541" b="10622"/>
            <a:stretch/>
          </p:blipFill>
          <p:spPr>
            <a:xfrm>
              <a:off x="1397000" y="838200"/>
              <a:ext cx="6375400" cy="519006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0989" y="1253067"/>
              <a:ext cx="6063411" cy="4393672"/>
            </a:xfrm>
            <a:prstGeom prst="rect">
              <a:avLst/>
            </a:prstGeom>
          </p:spPr>
        </p:pic>
      </p:grpSp>
      <p:pic>
        <p:nvPicPr>
          <p:cNvPr id="7" name="play" descr="Play button - click to show next slid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88870" y="580122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24942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c2917106-12fc-4eb6-b40a-a5c01dd750a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Installation de </a:t>
            </a:r>
            <a:r>
              <a:rPr lang="en-CA" dirty="0" smtClean="0"/>
              <a:t>Windows Server 2012</a:t>
            </a:r>
            <a:endParaRPr lang="en-CA" dirty="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42541" b="10622"/>
          <a:stretch/>
        </p:blipFill>
        <p:spPr>
          <a:xfrm>
            <a:off x="1397000" y="988100"/>
            <a:ext cx="6375400" cy="5190068"/>
          </a:xfrm>
          <a:prstGeom prst="rect">
            <a:avLst/>
          </a:prstGeom>
        </p:spPr>
      </p:pic>
      <p:pic>
        <p:nvPicPr>
          <p:cNvPr id="5" name="play" descr="Play button - click to show next slid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8870" y="580122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descr="Windows Setup Wizard screen shot depicting third step where you select the operating system you want to install."/>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33904" y="1162332"/>
            <a:ext cx="6076191" cy="4824631"/>
          </a:xfrm>
          <a:prstGeom prst="rect">
            <a:avLst/>
          </a:prstGeom>
        </p:spPr>
      </p:pic>
    </p:spTree>
    <p:extLst>
      <p:ext uri="{BB962C8B-B14F-4D97-AF65-F5344CB8AC3E}">
        <p14:creationId xmlns:p14="http://schemas.microsoft.com/office/powerpoint/2010/main" val="4627243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56ebf250-8a91-4e7f-8d05-b1ef4cd1e45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Installation de </a:t>
            </a:r>
            <a:r>
              <a:rPr lang="en-CA" dirty="0" smtClean="0"/>
              <a:t>Windows Server 2012</a:t>
            </a:r>
            <a:endParaRPr lang="en-CA" dirty="0"/>
          </a:p>
        </p:txBody>
      </p:sp>
      <p:grpSp>
        <p:nvGrpSpPr>
          <p:cNvPr id="4" name="Group 3" descr="Windows Setup Wizard screen shot depicting fourth step where you review and accept the license terms."/>
          <p:cNvGrpSpPr/>
          <p:nvPr/>
        </p:nvGrpSpPr>
        <p:grpSpPr>
          <a:xfrm>
            <a:off x="1397000" y="988100"/>
            <a:ext cx="6375400" cy="5190068"/>
            <a:chOff x="1397000" y="838200"/>
            <a:chExt cx="6375400" cy="5190068"/>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42541" b="10622"/>
            <a:stretch/>
          </p:blipFill>
          <p:spPr>
            <a:xfrm>
              <a:off x="1397000" y="838200"/>
              <a:ext cx="6375400" cy="519006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3428" y="1140637"/>
              <a:ext cx="6057143" cy="4542857"/>
            </a:xfrm>
            <a:prstGeom prst="rect">
              <a:avLst/>
            </a:prstGeom>
          </p:spPr>
        </p:pic>
      </p:grpSp>
      <p:pic>
        <p:nvPicPr>
          <p:cNvPr id="7" name="play" descr="Play button - click to show next slid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88870" y="580122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31842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7cfda252-ac71-4dcf-9570-c502777a8ad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Installation de </a:t>
            </a:r>
            <a:r>
              <a:rPr lang="en-CA" dirty="0" smtClean="0"/>
              <a:t>Windows Server 2012</a:t>
            </a:r>
            <a:endParaRPr lang="en-CA" dirty="0"/>
          </a:p>
        </p:txBody>
      </p:sp>
      <p:grpSp>
        <p:nvGrpSpPr>
          <p:cNvPr id="4" name="Group 3" descr="Windows Setup Wizard screen shot depicting fifth step where you select the installation type: Upgrade or Custom."/>
          <p:cNvGrpSpPr/>
          <p:nvPr/>
        </p:nvGrpSpPr>
        <p:grpSpPr>
          <a:xfrm>
            <a:off x="1397000" y="988100"/>
            <a:ext cx="6375400" cy="5190068"/>
            <a:chOff x="1397000" y="838200"/>
            <a:chExt cx="6375400" cy="5190068"/>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42541" b="10622"/>
            <a:stretch/>
          </p:blipFill>
          <p:spPr>
            <a:xfrm>
              <a:off x="1397000" y="838200"/>
              <a:ext cx="6375400" cy="519006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32847" y="1152809"/>
              <a:ext cx="6095239" cy="4552381"/>
            </a:xfrm>
            <a:prstGeom prst="rect">
              <a:avLst/>
            </a:prstGeom>
          </p:spPr>
        </p:pic>
      </p:grpSp>
      <p:pic>
        <p:nvPicPr>
          <p:cNvPr id="7" name="play" descr="Play button - click to show next slid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88870" y="580122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7906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ea6c2f78-c7db-43e3-9e13-4238e18fd08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Installation de </a:t>
            </a:r>
            <a:r>
              <a:rPr lang="en-CA" dirty="0" smtClean="0"/>
              <a:t>Windows Server 2012</a:t>
            </a:r>
            <a:endParaRPr lang="en-CA" dirty="0"/>
          </a:p>
        </p:txBody>
      </p:sp>
      <p:grpSp>
        <p:nvGrpSpPr>
          <p:cNvPr id="4" name="Group 3" descr="Windows Setup Wizard screen shot depicting sixth step where you select the installation location."/>
          <p:cNvGrpSpPr/>
          <p:nvPr/>
        </p:nvGrpSpPr>
        <p:grpSpPr>
          <a:xfrm>
            <a:off x="1397000" y="988100"/>
            <a:ext cx="6375400" cy="5190068"/>
            <a:chOff x="1397000" y="838200"/>
            <a:chExt cx="6375400" cy="5190068"/>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42541" b="10622"/>
            <a:stretch/>
          </p:blipFill>
          <p:spPr>
            <a:xfrm>
              <a:off x="1397000" y="838200"/>
              <a:ext cx="6375400" cy="519006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38666" y="1139580"/>
              <a:ext cx="6066667" cy="4561905"/>
            </a:xfrm>
            <a:prstGeom prst="rect">
              <a:avLst/>
            </a:prstGeom>
          </p:spPr>
        </p:pic>
      </p:grpSp>
      <p:pic>
        <p:nvPicPr>
          <p:cNvPr id="7" name="play" descr="Play button - click to show next slid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88870" y="580122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59668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e3041d03-d0c8-4aef-97f1-42b304bcc8d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Installation de </a:t>
            </a:r>
            <a:r>
              <a:rPr lang="en-CA" dirty="0" smtClean="0"/>
              <a:t>Windows Server 2012</a:t>
            </a:r>
            <a:endParaRPr lang="en-CA" dirty="0"/>
          </a:p>
        </p:txBody>
      </p:sp>
      <p:grpSp>
        <p:nvGrpSpPr>
          <p:cNvPr id="4" name="Group 3" descr="Windows Setup Wizard screen shot depicting seventh step where you provide the password for the local administrator account."/>
          <p:cNvGrpSpPr/>
          <p:nvPr/>
        </p:nvGrpSpPr>
        <p:grpSpPr>
          <a:xfrm>
            <a:off x="1397000" y="988100"/>
            <a:ext cx="6375400" cy="5190068"/>
            <a:chOff x="1397000" y="838200"/>
            <a:chExt cx="6375400" cy="5190068"/>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42541" b="10622"/>
            <a:stretch/>
          </p:blipFill>
          <p:spPr>
            <a:xfrm>
              <a:off x="1397000" y="838200"/>
              <a:ext cx="6375400" cy="5190068"/>
            </a:xfrm>
            <a:prstGeom prst="rect">
              <a:avLst/>
            </a:prstGeom>
          </p:spPr>
        </p:pic>
        <p:pic>
          <p:nvPicPr>
            <p:cNvPr id="6" name="7-password" descr="Screen shot seven to provide the password for the local administrator account. This is the last click."/>
            <p:cNvPicPr>
              <a:picLocks noChangeAspect="1"/>
            </p:cNvPicPr>
            <p:nvPr/>
          </p:nvPicPr>
          <p:blipFill rotWithShape="1">
            <a:blip r:embed="rId4" cstate="print">
              <a:extLst>
                <a:ext uri="{28A0092B-C50C-407E-A947-70E740481C1C}">
                  <a14:useLocalDpi xmlns:a14="http://schemas.microsoft.com/office/drawing/2010/main" val="0"/>
                </a:ext>
              </a:extLst>
            </a:blip>
            <a:srcRect l="9083" t="5068" r="8261" b="5214"/>
            <a:stretch/>
          </p:blipFill>
          <p:spPr>
            <a:xfrm>
              <a:off x="1397000" y="838200"/>
              <a:ext cx="6375400" cy="5190068"/>
            </a:xfrm>
            <a:prstGeom prst="rect">
              <a:avLst/>
            </a:prstGeom>
          </p:spPr>
        </p:pic>
      </p:grpSp>
      <p:pic>
        <p:nvPicPr>
          <p:cNvPr id="7" name="stop" descr="Last slide stop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69870" y="5801228"/>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80605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c32e7db0-97f4-4a99-b325-337c9ced06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Server Manager &gt; Local Server</a:t>
            </a:r>
            <a:endParaRPr lang="en-CA" dirty="0"/>
          </a:p>
        </p:txBody>
      </p:sp>
      <p:pic>
        <p:nvPicPr>
          <p:cNvPr id="5" name="Picture 4" descr="Screen shot of the Properties page of the local server node in the Server Manager Dashboar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23175"/>
            <a:ext cx="9144000" cy="3611650"/>
          </a:xfrm>
          <a:prstGeom prst="rect">
            <a:avLst/>
          </a:prstGeom>
        </p:spPr>
      </p:pic>
    </p:spTree>
    <p:extLst>
      <p:ext uri="{BB962C8B-B14F-4D97-AF65-F5344CB8AC3E}">
        <p14:creationId xmlns:p14="http://schemas.microsoft.com/office/powerpoint/2010/main" val="2759792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031d81f6-4855-436d-a45d-158bbe721a7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smtClean="0"/>
              <a:t>Server </a:t>
            </a:r>
            <a:r>
              <a:rPr lang="fr-BE" dirty="0" err="1" smtClean="0"/>
              <a:t>Core</a:t>
            </a:r>
            <a:r>
              <a:rPr lang="fr-BE" dirty="0"/>
              <a:t> </a:t>
            </a:r>
            <a:r>
              <a:rPr lang="fr-BE" dirty="0" smtClean="0"/>
              <a:t>?..</a:t>
            </a:r>
            <a:endParaRPr lang="fr-BE"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fr-BE" kern="0" dirty="0" smtClean="0">
                <a:solidFill>
                  <a:srgbClr val="000000"/>
                </a:solidFill>
              </a:rPr>
              <a:t>Server </a:t>
            </a:r>
            <a:r>
              <a:rPr lang="fr-BE" kern="0" dirty="0" err="1" smtClean="0">
                <a:solidFill>
                  <a:srgbClr val="000000"/>
                </a:solidFill>
              </a:rPr>
              <a:t>Core</a:t>
            </a:r>
            <a:r>
              <a:rPr lang="fr-BE" kern="0" dirty="0" smtClean="0">
                <a:solidFill>
                  <a:srgbClr val="000000"/>
                </a:solidFill>
              </a:rPr>
              <a:t>:</a:t>
            </a:r>
          </a:p>
          <a:p>
            <a:pPr lvl="1"/>
            <a:r>
              <a:rPr lang="fr-BE" sz="2600" kern="0" dirty="0" smtClean="0">
                <a:solidFill>
                  <a:srgbClr val="000000"/>
                </a:solidFill>
              </a:rPr>
              <a:t>Version de Windows Server 2012 plus sécurisée et plus légère ;</a:t>
            </a:r>
          </a:p>
          <a:p>
            <a:pPr lvl="1"/>
            <a:r>
              <a:rPr lang="fr-BE" sz="2600" kern="0" dirty="0" smtClean="0">
                <a:solidFill>
                  <a:srgbClr val="000000"/>
                </a:solidFill>
              </a:rPr>
              <a:t>Possibilité de passer de la version « Server </a:t>
            </a:r>
            <a:r>
              <a:rPr lang="fr-BE" sz="2600" kern="0" dirty="0" err="1" smtClean="0">
                <a:solidFill>
                  <a:srgbClr val="000000"/>
                </a:solidFill>
              </a:rPr>
              <a:t>Core</a:t>
            </a:r>
            <a:r>
              <a:rPr lang="fr-BE" sz="2600" kern="0" dirty="0" smtClean="0">
                <a:solidFill>
                  <a:srgbClr val="000000"/>
                </a:solidFill>
              </a:rPr>
              <a:t> » à la version standard (installation de l’interface graphique) ; </a:t>
            </a:r>
          </a:p>
          <a:p>
            <a:pPr lvl="1"/>
            <a:r>
              <a:rPr lang="fr-BE" sz="2600" kern="0" dirty="0">
                <a:solidFill>
                  <a:srgbClr val="000000"/>
                </a:solidFill>
              </a:rPr>
              <a:t>V</a:t>
            </a:r>
            <a:r>
              <a:rPr lang="fr-BE" sz="2600" kern="0" dirty="0" smtClean="0">
                <a:solidFill>
                  <a:srgbClr val="000000"/>
                </a:solidFill>
              </a:rPr>
              <a:t>ersion par défaut de Windows Server 2012 ;</a:t>
            </a:r>
          </a:p>
          <a:p>
            <a:pPr lvl="1"/>
            <a:r>
              <a:rPr lang="fr-BE" sz="2600" kern="0" dirty="0" smtClean="0">
                <a:solidFill>
                  <a:srgbClr val="000000"/>
                </a:solidFill>
              </a:rPr>
              <a:t>Pour une gestion locale : « sconfig.cmd » ;</a:t>
            </a:r>
          </a:p>
          <a:p>
            <a:pPr lvl="1"/>
            <a:r>
              <a:rPr lang="fr-BE" sz="2600" kern="0" dirty="0" smtClean="0">
                <a:solidFill>
                  <a:srgbClr val="000000"/>
                </a:solidFill>
              </a:rPr>
              <a:t>Pour une gestion à distance : « </a:t>
            </a:r>
            <a:r>
              <a:rPr lang="fr-BE" sz="2600" kern="0" dirty="0" err="1" smtClean="0">
                <a:solidFill>
                  <a:srgbClr val="000000"/>
                </a:solidFill>
              </a:rPr>
              <a:t>remote</a:t>
            </a:r>
            <a:r>
              <a:rPr lang="fr-BE" sz="2600" kern="0" dirty="0" smtClean="0">
                <a:solidFill>
                  <a:srgbClr val="000000"/>
                </a:solidFill>
              </a:rPr>
              <a:t> management ».</a:t>
            </a:r>
          </a:p>
        </p:txBody>
      </p:sp>
    </p:spTree>
    <p:extLst>
      <p:ext uri="{BB962C8B-B14F-4D97-AF65-F5344CB8AC3E}">
        <p14:creationId xmlns:p14="http://schemas.microsoft.com/office/powerpoint/2010/main" val="2616003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10e1075b-7fa1-4e48-bdb0-7c1507f4eb1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smtClean="0"/>
              <a:t>Configuration d’un Server </a:t>
            </a:r>
            <a:r>
              <a:rPr lang="fr-BE" dirty="0" err="1" smtClean="0"/>
              <a:t>Core</a:t>
            </a:r>
            <a:endParaRPr lang="fr-BE" dirty="0"/>
          </a:p>
        </p:txBody>
      </p:sp>
      <p:pic>
        <p:nvPicPr>
          <p:cNvPr id="4" name="Content Placeholder 3" descr="Screen shot of the sconfig.cmd menu driven command line tool, including its 15 numerical menu option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64" y="1236277"/>
            <a:ext cx="9144000" cy="4592320"/>
          </a:xfrm>
          <a:prstGeom prst="rect">
            <a:avLst/>
          </a:prstGeom>
        </p:spPr>
      </p:pic>
    </p:spTree>
    <p:extLst>
      <p:ext uri="{BB962C8B-B14F-4D97-AF65-F5344CB8AC3E}">
        <p14:creationId xmlns:p14="http://schemas.microsoft.com/office/powerpoint/2010/main" val="3004199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68bc8992-dc9b-4da5-b1a7-6b9146a9bfc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Windows PowerShell</a:t>
            </a:r>
            <a:endParaRPr lang="en-CA" dirty="0"/>
          </a:p>
        </p:txBody>
      </p:sp>
      <p:pic>
        <p:nvPicPr>
          <p:cNvPr id="4" name="Content Placeholder 1" descr="Screen shot of a Windows PowerShell window, with a list of Windows PowerShell cmdlets and their associated modules."/>
          <p:cNvPicPr>
            <a:picLocks noChangeAspect="1"/>
          </p:cNvPicPr>
          <p:nvPr/>
        </p:nvPicPr>
        <p:blipFill rotWithShape="1">
          <a:blip r:embed="rId3">
            <a:extLst>
              <a:ext uri="{28A0092B-C50C-407E-A947-70E740481C1C}">
                <a14:useLocalDpi xmlns:a14="http://schemas.microsoft.com/office/drawing/2010/main" val="0"/>
              </a:ext>
            </a:extLst>
          </a:blip>
          <a:srcRect l="12695" t="668" r="18186" b="26201"/>
          <a:stretch/>
        </p:blipFill>
        <p:spPr>
          <a:xfrm>
            <a:off x="870857" y="794945"/>
            <a:ext cx="7260771" cy="5636565"/>
          </a:xfrm>
          <a:prstGeom prst="rect">
            <a:avLst/>
          </a:prstGeom>
        </p:spPr>
      </p:pic>
    </p:spTree>
    <p:extLst>
      <p:ext uri="{BB962C8B-B14F-4D97-AF65-F5344CB8AC3E}">
        <p14:creationId xmlns:p14="http://schemas.microsoft.com/office/powerpoint/2010/main" val="2581365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211d08b8-81e6-48da-84e0-2329777e88d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smtClean="0"/>
              <a:t>Windows PowerShell : Syntaxe</a:t>
            </a:r>
            <a:endParaRPr lang="fr-BE" dirty="0"/>
          </a:p>
        </p:txBody>
      </p:sp>
      <p:sp>
        <p:nvSpPr>
          <p:cNvPr id="5" name="AutoShape 3"/>
          <p:cNvSpPr>
            <a:spLocks noChangeArrowheads="1"/>
          </p:cNvSpPr>
          <p:nvPr/>
        </p:nvSpPr>
        <p:spPr bwMode="auto">
          <a:xfrm>
            <a:off x="322986" y="1370224"/>
            <a:ext cx="4469732" cy="3961431"/>
          </a:xfrm>
          <a:prstGeom prst="roundRect">
            <a:avLst>
              <a:gd name="adj" fmla="val 4167"/>
            </a:avLst>
          </a:prstGeom>
          <a:noFill/>
          <a:ln w="9525" algn="ctr">
            <a:noFill/>
            <a:round/>
            <a:headEnd/>
            <a:tailEnd/>
          </a:ln>
          <a:effectLst/>
        </p:spPr>
        <p:txBody>
          <a:bodyPr/>
          <a:lstStyle/>
          <a:p>
            <a:pPr lvl="0" fontAlgn="base">
              <a:spcBef>
                <a:spcPct val="0"/>
              </a:spcBef>
              <a:spcAft>
                <a:spcPct val="0"/>
              </a:spcAft>
            </a:pPr>
            <a:endParaRPr lang="en-US" sz="2400" b="1" dirty="0">
              <a:solidFill>
                <a:srgbClr val="000000"/>
              </a:solidFill>
              <a:latin typeface="Segoe UI" pitchFamily="34" charset="0"/>
              <a:ea typeface="Segoe UI" pitchFamily="34" charset="0"/>
              <a:cs typeface="Segoe UI" pitchFamily="34" charset="0"/>
            </a:endParaRPr>
          </a:p>
        </p:txBody>
      </p:sp>
      <p:sp>
        <p:nvSpPr>
          <p:cNvPr id="6" name="Rounded Rectangle 844806"/>
          <p:cNvSpPr>
            <a:spLocks noChangeArrowheads="1"/>
          </p:cNvSpPr>
          <p:nvPr/>
        </p:nvSpPr>
        <p:spPr bwMode="auto">
          <a:xfrm>
            <a:off x="473887" y="1095490"/>
            <a:ext cx="8205769" cy="3921621"/>
          </a:xfrm>
          <a:prstGeom prst="roundRect">
            <a:avLst>
              <a:gd name="adj" fmla="val 4167"/>
            </a:avLst>
          </a:prstGeom>
          <a:noFill/>
          <a:ln w="9525" algn="ctr">
            <a:noFill/>
            <a:round/>
            <a:headEnd/>
            <a:tailEnd/>
          </a:ln>
          <a:effectLst/>
        </p:spPr>
        <p:txBody>
          <a:bodyPr wrap="square" anchor="ctr">
            <a:spAutoFit/>
          </a:bodyPr>
          <a:lstStyle/>
          <a:p>
            <a:pPr lvl="0" eaLnBrk="0" fontAlgn="base" hangingPunct="0">
              <a:spcBef>
                <a:spcPct val="40000"/>
              </a:spcBef>
              <a:spcAft>
                <a:spcPct val="0"/>
              </a:spcAft>
              <a:buClr>
                <a:srgbClr val="006699"/>
              </a:buClr>
            </a:pPr>
            <a:r>
              <a:rPr lang="fr-BE" sz="2800" dirty="0" smtClean="0">
                <a:solidFill>
                  <a:srgbClr val="000000"/>
                </a:solidFill>
                <a:latin typeface="Segoe UI" pitchFamily="34" charset="0"/>
                <a:ea typeface="Segoe UI" pitchFamily="34" charset="0"/>
                <a:cs typeface="Segoe UI" pitchFamily="34" charset="0"/>
              </a:rPr>
              <a:t>Quelques astuces :</a:t>
            </a:r>
          </a:p>
          <a:p>
            <a:pPr marL="285750" lvl="0" indent="-285750" eaLnBrk="0" fontAlgn="base" hangingPunct="0">
              <a:spcBef>
                <a:spcPct val="40000"/>
              </a:spcBef>
              <a:spcAft>
                <a:spcPct val="0"/>
              </a:spcAft>
              <a:buClr>
                <a:srgbClr val="006699"/>
              </a:buClr>
              <a:buFontTx/>
              <a:buChar char="•"/>
            </a:pPr>
            <a:r>
              <a:rPr lang="fr-BE" sz="2400" dirty="0" err="1" smtClean="0">
                <a:solidFill>
                  <a:srgbClr val="000000"/>
                </a:solidFill>
                <a:latin typeface="Segoe UI" pitchFamily="34" charset="0"/>
                <a:ea typeface="Segoe UI" pitchFamily="34" charset="0"/>
                <a:cs typeface="Segoe UI" pitchFamily="34" charset="0"/>
              </a:rPr>
              <a:t>Get</a:t>
            </a:r>
            <a:r>
              <a:rPr lang="fr-BE" sz="2400" dirty="0" smtClean="0">
                <a:solidFill>
                  <a:srgbClr val="000000"/>
                </a:solidFill>
                <a:latin typeface="Segoe UI" pitchFamily="34" charset="0"/>
                <a:ea typeface="Segoe UI" pitchFamily="34" charset="0"/>
                <a:cs typeface="Segoe UI" pitchFamily="34" charset="0"/>
              </a:rPr>
              <a:t>-Help </a:t>
            </a:r>
            <a:r>
              <a:rPr lang="fr-BE" sz="2400" i="1" dirty="0" err="1" smtClean="0">
                <a:solidFill>
                  <a:srgbClr val="000000"/>
                </a:solidFill>
                <a:latin typeface="Segoe UI" pitchFamily="34" charset="0"/>
                <a:ea typeface="Segoe UI" pitchFamily="34" charset="0"/>
                <a:cs typeface="Segoe UI" pitchFamily="34" charset="0"/>
              </a:rPr>
              <a:t>NounName</a:t>
            </a:r>
            <a:endParaRPr lang="fr-BE" sz="2400" i="1" dirty="0" smtClean="0">
              <a:solidFill>
                <a:srgbClr val="000000"/>
              </a:solidFill>
              <a:latin typeface="Segoe UI" pitchFamily="34" charset="0"/>
              <a:ea typeface="Segoe UI" pitchFamily="34" charset="0"/>
              <a:cs typeface="Segoe UI" pitchFamily="34" charset="0"/>
            </a:endParaRPr>
          </a:p>
          <a:p>
            <a:pPr marL="285750" lvl="0" indent="-285750" eaLnBrk="0" fontAlgn="base" hangingPunct="0">
              <a:spcBef>
                <a:spcPct val="40000"/>
              </a:spcBef>
              <a:spcAft>
                <a:spcPct val="0"/>
              </a:spcAft>
              <a:buClr>
                <a:srgbClr val="006699"/>
              </a:buClr>
              <a:buFontTx/>
              <a:buChar char="•"/>
            </a:pPr>
            <a:r>
              <a:rPr lang="fr-BE" sz="2400" dirty="0" err="1" smtClean="0">
                <a:solidFill>
                  <a:srgbClr val="000000"/>
                </a:solidFill>
                <a:latin typeface="Segoe UI" pitchFamily="34" charset="0"/>
                <a:ea typeface="Segoe UI" pitchFamily="34" charset="0"/>
                <a:cs typeface="Segoe UI" pitchFamily="34" charset="0"/>
              </a:rPr>
              <a:t>Get</a:t>
            </a:r>
            <a:r>
              <a:rPr lang="fr-BE" sz="2400" smtClean="0">
                <a:solidFill>
                  <a:srgbClr val="000000"/>
                </a:solidFill>
                <a:latin typeface="Segoe UI" pitchFamily="34" charset="0"/>
                <a:ea typeface="Segoe UI" pitchFamily="34" charset="0"/>
                <a:cs typeface="Segoe UI" pitchFamily="34" charset="0"/>
              </a:rPr>
              <a:t>-Help </a:t>
            </a:r>
            <a:r>
              <a:rPr lang="fr-BE" sz="2400" i="1" smtClean="0">
                <a:solidFill>
                  <a:srgbClr val="000000"/>
                </a:solidFill>
                <a:latin typeface="Segoe UI" pitchFamily="34" charset="0"/>
                <a:ea typeface="Segoe UI" pitchFamily="34" charset="0"/>
                <a:cs typeface="Segoe UI" pitchFamily="34" charset="0"/>
              </a:rPr>
              <a:t>VerbName</a:t>
            </a:r>
            <a:endParaRPr lang="fr-BE" sz="2400" i="1" dirty="0" smtClean="0">
              <a:solidFill>
                <a:srgbClr val="000000"/>
              </a:solidFill>
              <a:latin typeface="Segoe UI" pitchFamily="34" charset="0"/>
              <a:ea typeface="Segoe UI" pitchFamily="34" charset="0"/>
              <a:cs typeface="Segoe UI" pitchFamily="34" charset="0"/>
            </a:endParaRPr>
          </a:p>
          <a:p>
            <a:pPr marL="285750" lvl="0" indent="-285750" eaLnBrk="0" fontAlgn="base" hangingPunct="0">
              <a:spcBef>
                <a:spcPct val="40000"/>
              </a:spcBef>
              <a:spcAft>
                <a:spcPct val="0"/>
              </a:spcAft>
              <a:buClr>
                <a:srgbClr val="006699"/>
              </a:buClr>
              <a:buFontTx/>
              <a:buChar char="•"/>
            </a:pPr>
            <a:r>
              <a:rPr lang="fr-BE" sz="2400" dirty="0" smtClean="0">
                <a:solidFill>
                  <a:srgbClr val="000000"/>
                </a:solidFill>
                <a:latin typeface="Segoe UI" pitchFamily="34" charset="0"/>
                <a:ea typeface="Segoe UI" pitchFamily="34" charset="0"/>
                <a:cs typeface="Segoe UI" pitchFamily="34" charset="0"/>
              </a:rPr>
              <a:t>Help </a:t>
            </a:r>
            <a:r>
              <a:rPr lang="fr-BE" sz="2400" i="1" dirty="0" err="1" smtClean="0">
                <a:solidFill>
                  <a:srgbClr val="000000"/>
                </a:solidFill>
                <a:latin typeface="Segoe UI" pitchFamily="34" charset="0"/>
                <a:ea typeface="Segoe UI" pitchFamily="34" charset="0"/>
                <a:cs typeface="Segoe UI" pitchFamily="34" charset="0"/>
              </a:rPr>
              <a:t>CmdltName</a:t>
            </a:r>
            <a:endParaRPr lang="fr-BE" sz="2400" i="1" dirty="0" smtClean="0">
              <a:solidFill>
                <a:srgbClr val="000000"/>
              </a:solidFill>
              <a:latin typeface="Segoe UI" pitchFamily="34" charset="0"/>
              <a:ea typeface="Segoe UI" pitchFamily="34" charset="0"/>
              <a:cs typeface="Segoe UI" pitchFamily="34" charset="0"/>
            </a:endParaRPr>
          </a:p>
          <a:p>
            <a:pPr marL="285750" lvl="0" indent="-285750" eaLnBrk="0" fontAlgn="base" hangingPunct="0">
              <a:spcBef>
                <a:spcPct val="40000"/>
              </a:spcBef>
              <a:spcAft>
                <a:spcPct val="0"/>
              </a:spcAft>
              <a:buClr>
                <a:srgbClr val="006699"/>
              </a:buClr>
              <a:buFontTx/>
              <a:buChar char="•"/>
            </a:pPr>
            <a:endParaRPr lang="fr-BE" sz="2400" i="1" dirty="0" smtClean="0">
              <a:solidFill>
                <a:srgbClr val="000000"/>
              </a:solidFill>
              <a:latin typeface="Segoe UI" pitchFamily="34" charset="0"/>
              <a:ea typeface="Segoe UI" pitchFamily="34" charset="0"/>
              <a:cs typeface="Segoe UI" pitchFamily="34" charset="0"/>
            </a:endParaRPr>
          </a:p>
          <a:p>
            <a:pPr lvl="0" eaLnBrk="0" fontAlgn="base" hangingPunct="0">
              <a:spcBef>
                <a:spcPct val="40000"/>
              </a:spcBef>
              <a:spcAft>
                <a:spcPct val="0"/>
              </a:spcAft>
              <a:buClr>
                <a:srgbClr val="006699"/>
              </a:buClr>
            </a:pPr>
            <a:r>
              <a:rPr lang="fr-BE" sz="2400" b="1" i="1" dirty="0" smtClean="0">
                <a:solidFill>
                  <a:srgbClr val="000000"/>
                </a:solidFill>
                <a:latin typeface="Segoe UI" pitchFamily="34" charset="0"/>
                <a:ea typeface="Segoe UI" pitchFamily="34" charset="0"/>
                <a:cs typeface="Segoe UI" pitchFamily="34" charset="0"/>
              </a:rPr>
              <a:t>Liste des principaux verbes/actions </a:t>
            </a:r>
            <a:r>
              <a:rPr lang="fr-BE" sz="2400" i="1" dirty="0" smtClean="0">
                <a:solidFill>
                  <a:srgbClr val="000000"/>
                </a:solidFill>
                <a:latin typeface="Segoe UI" pitchFamily="34" charset="0"/>
                <a:ea typeface="Segoe UI" pitchFamily="34" charset="0"/>
                <a:cs typeface="Segoe UI" pitchFamily="34" charset="0"/>
              </a:rPr>
              <a:t>: </a:t>
            </a:r>
            <a:r>
              <a:rPr lang="en-US" sz="2400" i="1" dirty="0" smtClean="0">
                <a:solidFill>
                  <a:srgbClr val="000000"/>
                </a:solidFill>
                <a:latin typeface="Segoe UI" pitchFamily="34" charset="0"/>
                <a:ea typeface="Segoe UI" pitchFamily="34" charset="0"/>
                <a:cs typeface="Segoe UI" pitchFamily="34" charset="0"/>
              </a:rPr>
              <a:t>Get, New, Set, Restart, Resume, Stop, Suspend, Clear, Limit, Remove, Add, Show, Write, …</a:t>
            </a:r>
            <a:endParaRPr lang="fr-BE" sz="2400" i="1" dirty="0" smtClean="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964469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0bffa399-22a1-4c6d-b328-18526d231ce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Windows PowerShell ISE</a:t>
            </a:r>
            <a:endParaRPr lang="en-CA" dirty="0"/>
          </a:p>
        </p:txBody>
      </p:sp>
      <p:pic>
        <p:nvPicPr>
          <p:cNvPr id="4" name="Content Placeholder 3" descr="Screen shot of the Windows PowerShell ISE window. The Commands pane on the right appears with letter A: command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175" y="986589"/>
            <a:ext cx="8621781" cy="5065296"/>
          </a:xfrm>
          <a:prstGeom prst="rect">
            <a:avLst/>
          </a:prstGeom>
        </p:spPr>
      </p:pic>
    </p:spTree>
    <p:extLst>
      <p:ext uri="{BB962C8B-B14F-4D97-AF65-F5344CB8AC3E}">
        <p14:creationId xmlns:p14="http://schemas.microsoft.com/office/powerpoint/2010/main" val="3484114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c7896d5c-e62d-4e00-a461-57f334fa0b2f">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465911" cy="740664"/>
          </a:xfrm>
        </p:spPr>
        <p:txBody>
          <a:bodyPr/>
          <a:lstStyle/>
          <a:p>
            <a:r>
              <a:rPr lang="en-CA" dirty="0" smtClean="0"/>
              <a:t>Lab: Deploying and Managing Windows Server 2012</a:t>
            </a:r>
            <a:endParaRPr lang="en-CA" dirty="0"/>
          </a:p>
        </p:txBody>
      </p:sp>
      <p:sp>
        <p:nvSpPr>
          <p:cNvPr id="3" name="Text Placeholder 2"/>
          <p:cNvSpPr>
            <a:spLocks noGrp="1"/>
          </p:cNvSpPr>
          <p:nvPr>
            <p:ph type="body" idx="1"/>
          </p:nvPr>
        </p:nvSpPr>
        <p:spPr>
          <a:xfrm>
            <a:off x="458787" y="1021215"/>
            <a:ext cx="8467497" cy="2679248"/>
          </a:xfrm>
        </p:spPr>
        <p:txBody>
          <a:bodyPr/>
          <a:lstStyle/>
          <a:p>
            <a:pPr>
              <a:spcAft>
                <a:spcPts val="600"/>
              </a:spcAft>
            </a:pPr>
            <a:r>
              <a:rPr lang="en-CA" sz="2550" dirty="0" smtClean="0"/>
              <a:t>Exercise 1: Deploying Windows Server 2012
Exercise 2: Configuring Windows Server 2012 Server Core
Exercise 3: Managing Servers
Exercise 4: Using Windows PowerShell to Manage Servers</a:t>
            </a:r>
            <a:endParaRPr lang="en-CA" sz="2550" dirty="0"/>
          </a:p>
        </p:txBody>
      </p:sp>
      <p:sp>
        <p:nvSpPr>
          <p:cNvPr id="4" name="TextBox 3"/>
          <p:cNvSpPr txBox="1"/>
          <p:nvPr/>
        </p:nvSpPr>
        <p:spPr>
          <a:xfrm>
            <a:off x="515940" y="3716573"/>
            <a:ext cx="2694199" cy="430887"/>
          </a:xfrm>
          <a:prstGeom prst="rect">
            <a:avLst/>
          </a:prstGeom>
          <a:noFill/>
        </p:spPr>
        <p:txBody>
          <a:bodyPr vert="horz" wrap="none" rtlCol="0">
            <a:spAutoFit/>
          </a:bodyPr>
          <a:lstStyle/>
          <a:p>
            <a:r>
              <a:rPr lang="en-CA" sz="2200" b="1" dirty="0" smtClean="0">
                <a:latin typeface="Segoe UI" panose="020B0502040204020203" pitchFamily="34" charset="0"/>
              </a:rPr>
              <a:t>Logon Information</a:t>
            </a:r>
            <a:endParaRPr lang="en-CA" sz="2200" b="1" dirty="0">
              <a:latin typeface="Segoe UI" panose="020B0502040204020203" pitchFamily="34" charset="0"/>
            </a:endParaRPr>
          </a:p>
        </p:txBody>
      </p:sp>
      <p:sp>
        <p:nvSpPr>
          <p:cNvPr id="5" name="TextBox 4"/>
          <p:cNvSpPr txBox="1"/>
          <p:nvPr/>
        </p:nvSpPr>
        <p:spPr>
          <a:xfrm>
            <a:off x="515940" y="4177552"/>
            <a:ext cx="5724644" cy="1631216"/>
          </a:xfrm>
          <a:prstGeom prst="rect">
            <a:avLst/>
          </a:prstGeom>
          <a:noFill/>
        </p:spPr>
        <p:txBody>
          <a:bodyPr vert="horz" wrap="none" rtlCol="0">
            <a:spAutoFit/>
          </a:bodyPr>
          <a:lstStyle/>
          <a:p>
            <a:pPr>
              <a:tabLst>
                <a:tab pos="2514600" algn="l"/>
              </a:tabLst>
            </a:pPr>
            <a:r>
              <a:rPr lang="en-US" sz="2000" b="0" i="0" u="none" strike="noStrike" baseline="0" dirty="0" smtClean="0">
                <a:latin typeface="Segoe UI" panose="020B0502040204020203" pitchFamily="34" charset="0"/>
              </a:rPr>
              <a:t>Virtual machines	</a:t>
            </a:r>
            <a:r>
              <a:rPr lang="fi-FI" sz="2000" b="1" i="0" u="none" strike="noStrike" baseline="0" dirty="0" smtClean="0">
                <a:latin typeface="Segoe UI" panose="020B0502040204020203" pitchFamily="34" charset="0"/>
              </a:rPr>
              <a:t>20410D‑LON‑DC1</a:t>
            </a:r>
          </a:p>
          <a:p>
            <a:pPr>
              <a:tabLst>
                <a:tab pos="2514600" algn="l"/>
              </a:tabLst>
            </a:pPr>
            <a:r>
              <a:rPr lang="fi-FI" sz="2000" b="1" i="0" u="none" strike="noStrike" baseline="0" dirty="0" smtClean="0">
                <a:latin typeface="Segoe UI" panose="020B0502040204020203" pitchFamily="34" charset="0"/>
              </a:rPr>
              <a:t>	20410D‑LON‑SVR3</a:t>
            </a:r>
          </a:p>
          <a:p>
            <a:pPr>
              <a:tabLst>
                <a:tab pos="2514600" algn="l"/>
              </a:tabLst>
            </a:pPr>
            <a:r>
              <a:rPr lang="en-US" sz="2000" b="1" i="0" u="none" strike="noStrike" baseline="0" dirty="0" smtClean="0">
                <a:latin typeface="Segoe UI" panose="020B0502040204020203" pitchFamily="34" charset="0"/>
              </a:rPr>
              <a:t>	20410D‑LON‑CORE</a:t>
            </a:r>
            <a:r>
              <a:rPr lang="en-US" sz="2000" b="0" i="0" u="none" strike="noStrike" baseline="0" dirty="0" smtClean="0">
                <a:latin typeface="Segoe UI" panose="020B0502040204020203" pitchFamily="34" charset="0"/>
              </a:rPr>
              <a:t>	</a:t>
            </a:r>
          </a:p>
          <a:p>
            <a:pPr>
              <a:tabLst>
                <a:tab pos="2514600" algn="l"/>
              </a:tabLst>
            </a:pPr>
            <a:r>
              <a:rPr lang="en-US" sz="2000" b="0" i="0" u="none" strike="noStrike" baseline="0" dirty="0" smtClean="0">
                <a:latin typeface="Segoe UI" panose="020B0502040204020203" pitchFamily="34" charset="0"/>
              </a:rPr>
              <a:t>User name	</a:t>
            </a:r>
            <a:r>
              <a:rPr lang="en-US" sz="2000" b="1" i="0" u="none" strike="noStrike" baseline="0" dirty="0" err="1" smtClean="0">
                <a:latin typeface="Segoe UI" panose="020B0502040204020203" pitchFamily="34" charset="0"/>
              </a:rPr>
              <a:t>Adatum</a:t>
            </a:r>
            <a:r>
              <a:rPr lang="en-US" sz="2000" b="1" i="0" u="none" strike="noStrike" baseline="0" dirty="0" smtClean="0">
                <a:latin typeface="Segoe UI" panose="020B0502040204020203" pitchFamily="34" charset="0"/>
              </a:rPr>
              <a:t>\Administrator</a:t>
            </a:r>
            <a:r>
              <a:rPr lang="en-US" sz="2000" b="0" i="0" u="none" strike="noStrike" baseline="0" dirty="0" smtClean="0">
                <a:latin typeface="Segoe UI" panose="020B0502040204020203" pitchFamily="34" charset="0"/>
              </a:rPr>
              <a:t>	</a:t>
            </a:r>
          </a:p>
          <a:p>
            <a:pPr>
              <a:tabLst>
                <a:tab pos="2514600" algn="l"/>
              </a:tabLst>
            </a:pPr>
            <a:r>
              <a:rPr lang="en-US" sz="2000" b="0" i="0" u="none" strike="noStrike" baseline="0" dirty="0" smtClean="0">
                <a:latin typeface="Segoe UI" panose="020B0502040204020203" pitchFamily="34" charset="0"/>
              </a:rPr>
              <a:t>Password	</a:t>
            </a:r>
            <a:r>
              <a:rPr lang="en-US" sz="2000" b="1" i="0" u="none" strike="noStrike" baseline="0" dirty="0" smtClean="0">
                <a:latin typeface="Segoe UI" panose="020B0502040204020203" pitchFamily="34" charset="0"/>
              </a:rPr>
              <a:t>Pa$$w0rd</a:t>
            </a:r>
            <a:endParaRPr lang="fr-CA" sz="2000" b="1" dirty="0">
              <a:solidFill>
                <a:srgbClr val="000000"/>
              </a:solidFill>
              <a:latin typeface="Segoe UI" panose="020B0502040204020203" pitchFamily="34" charset="0"/>
            </a:endParaRPr>
          </a:p>
        </p:txBody>
      </p:sp>
      <p:sp>
        <p:nvSpPr>
          <p:cNvPr id="6" name="TextBox 5"/>
          <p:cNvSpPr txBox="1"/>
          <p:nvPr/>
        </p:nvSpPr>
        <p:spPr>
          <a:xfrm>
            <a:off x="515940" y="6034770"/>
            <a:ext cx="3516860" cy="400110"/>
          </a:xfrm>
          <a:prstGeom prst="rect">
            <a:avLst/>
          </a:prstGeom>
          <a:noFill/>
        </p:spPr>
        <p:txBody>
          <a:bodyPr vert="horz" wrap="none" rtlCol="0">
            <a:spAutoFit/>
          </a:bodyPr>
          <a:lstStyle/>
          <a:p>
            <a:r>
              <a:rPr lang="en-CA" sz="2000" b="1" dirty="0" smtClean="0">
                <a:latin typeface="Segoe UI" panose="020B0502040204020203" pitchFamily="34" charset="0"/>
              </a:rPr>
              <a:t>Estimated Time: 75 minutes</a:t>
            </a:r>
            <a:endParaRPr lang="en-CA" sz="2000" b="1" dirty="0">
              <a:latin typeface="Segoe UI" panose="020B0502040204020203" pitchFamily="34" charset="0"/>
            </a:endParaRPr>
          </a:p>
        </p:txBody>
      </p:sp>
    </p:spTree>
    <p:extLst>
      <p:ext uri="{BB962C8B-B14F-4D97-AF65-F5344CB8AC3E}">
        <p14:creationId xmlns:p14="http://schemas.microsoft.com/office/powerpoint/2010/main" val="2291226601"/>
      </p:ext>
    </p:extLst>
  </p:cSld>
  <p:clrMapOvr>
    <a:masterClrMapping/>
  </p:clrMapOvr>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1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1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1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1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2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2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3.xml><?xml version="1.0" encoding="utf-8"?>
<a:theme xmlns:a="http://schemas.openxmlformats.org/drawingml/2006/main" name="2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4.xml><?xml version="1.0" encoding="utf-8"?>
<a:theme xmlns:a="http://schemas.openxmlformats.org/drawingml/2006/main" name="2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5.xml><?xml version="1.0" encoding="utf-8"?>
<a:theme xmlns:a="http://schemas.openxmlformats.org/drawingml/2006/main" name="2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6.xml><?xml version="1.0" encoding="utf-8"?>
<a:theme xmlns:a="http://schemas.openxmlformats.org/drawingml/2006/main" name="2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7.xml><?xml version="1.0" encoding="utf-8"?>
<a:theme xmlns:a="http://schemas.openxmlformats.org/drawingml/2006/main" name="2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8.xml><?xml version="1.0" encoding="utf-8"?>
<a:theme xmlns:a="http://schemas.openxmlformats.org/drawingml/2006/main" name="2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9.xml><?xml version="1.0" encoding="utf-8"?>
<a:theme xmlns:a="http://schemas.openxmlformats.org/drawingml/2006/main" name="2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0.xml><?xml version="1.0" encoding="utf-8"?>
<a:theme xmlns:a="http://schemas.openxmlformats.org/drawingml/2006/main" name="2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1.xml><?xml version="1.0" encoding="utf-8"?>
<a:theme xmlns:a="http://schemas.openxmlformats.org/drawingml/2006/main" name="3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2.xml><?xml version="1.0" encoding="utf-8"?>
<a:theme xmlns:a="http://schemas.openxmlformats.org/drawingml/2006/main" name="3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3.xml><?xml version="1.0" encoding="utf-8"?>
<a:theme xmlns:a="http://schemas.openxmlformats.org/drawingml/2006/main" name="3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4.xml><?xml version="1.0" encoding="utf-8"?>
<a:theme xmlns:a="http://schemas.openxmlformats.org/drawingml/2006/main" name="3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5.xml><?xml version="1.0" encoding="utf-8"?>
<a:theme xmlns:a="http://schemas.openxmlformats.org/drawingml/2006/main" name="3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6.xml><?xml version="1.0" encoding="utf-8"?>
<a:theme xmlns:a="http://schemas.openxmlformats.org/drawingml/2006/main" name="3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7.xml><?xml version="1.0" encoding="utf-8"?>
<a:theme xmlns:a="http://schemas.openxmlformats.org/drawingml/2006/main" name="3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8.xml><?xml version="1.0" encoding="utf-8"?>
<a:theme xmlns:a="http://schemas.openxmlformats.org/drawingml/2006/main" name="3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9.xml><?xml version="1.0" encoding="utf-8"?>
<a:theme xmlns:a="http://schemas.openxmlformats.org/drawingml/2006/main" name="3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0.xml><?xml version="1.0" encoding="utf-8"?>
<a:theme xmlns:a="http://schemas.openxmlformats.org/drawingml/2006/main" name="3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1.xml><?xml version="1.0" encoding="utf-8"?>
<a:theme xmlns:a="http://schemas.openxmlformats.org/drawingml/2006/main" name="4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2.xml><?xml version="1.0" encoding="utf-8"?>
<a:theme xmlns:a="http://schemas.openxmlformats.org/drawingml/2006/main" name="4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3.xml><?xml version="1.0" encoding="utf-8"?>
<a:theme xmlns:a="http://schemas.openxmlformats.org/drawingml/2006/main" name="4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4.xml><?xml version="1.0" encoding="utf-8"?>
<a:theme xmlns:a="http://schemas.openxmlformats.org/drawingml/2006/main" name="4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5.xml><?xml version="1.0" encoding="utf-8"?>
<a:theme xmlns:a="http://schemas.openxmlformats.org/drawingml/2006/main" name="4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6.xml><?xml version="1.0" encoding="utf-8"?>
<a:theme xmlns:a="http://schemas.openxmlformats.org/drawingml/2006/main" name="4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7.xml><?xml version="1.0" encoding="utf-8"?>
<a:theme xmlns:a="http://schemas.openxmlformats.org/drawingml/2006/main" name="4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8.xml><?xml version="1.0" encoding="utf-8"?>
<a:theme xmlns:a="http://schemas.openxmlformats.org/drawingml/2006/main" name="4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9.xml><?xml version="1.0" encoding="utf-8"?>
<a:theme xmlns:a="http://schemas.openxmlformats.org/drawingml/2006/main" name="4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0.xml><?xml version="1.0" encoding="utf-8"?>
<a:theme xmlns:a="http://schemas.openxmlformats.org/drawingml/2006/main" name="4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1.xml><?xml version="1.0" encoding="utf-8"?>
<a:theme xmlns:a="http://schemas.openxmlformats.org/drawingml/2006/main" name="5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2.xml><?xml version="1.0" encoding="utf-8"?>
<a:theme xmlns:a="http://schemas.openxmlformats.org/drawingml/2006/main" name="5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3.xml><?xml version="1.0" encoding="utf-8"?>
<a:theme xmlns:a="http://schemas.openxmlformats.org/drawingml/2006/main" name="5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4.xml><?xml version="1.0" encoding="utf-8"?>
<a:theme xmlns:a="http://schemas.openxmlformats.org/drawingml/2006/main" name="5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5.xml><?xml version="1.0" encoding="utf-8"?>
<a:theme xmlns:a="http://schemas.openxmlformats.org/drawingml/2006/main" name="5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6.xml><?xml version="1.0" encoding="utf-8"?>
<a:theme xmlns:a="http://schemas.openxmlformats.org/drawingml/2006/main" name="5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7.xml><?xml version="1.0" encoding="utf-8"?>
<a:theme xmlns:a="http://schemas.openxmlformats.org/drawingml/2006/main" name="5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8.xml><?xml version="1.0" encoding="utf-8"?>
<a:theme xmlns:a="http://schemas.openxmlformats.org/drawingml/2006/main" name="5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9.xml><?xml version="1.0" encoding="utf-8"?>
<a:theme xmlns:a="http://schemas.openxmlformats.org/drawingml/2006/main" name="5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60.xml><?xml version="1.0" encoding="utf-8"?>
<a:theme xmlns:a="http://schemas.openxmlformats.org/drawingml/2006/main" name="5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61.xml><?xml version="1.0" encoding="utf-8"?>
<a:theme xmlns:a="http://schemas.openxmlformats.org/drawingml/2006/main" name="6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62.xml><?xml version="1.0" encoding="utf-8"?>
<a:theme xmlns:a="http://schemas.openxmlformats.org/drawingml/2006/main" name="6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63.xml><?xml version="1.0" encoding="utf-8"?>
<a:theme xmlns:a="http://schemas.openxmlformats.org/drawingml/2006/main" name="6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6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NG_MOC_Core_ModuleNew</Template>
  <TotalTime>464</TotalTime>
  <Words>880</Words>
  <Application>Microsoft Office PowerPoint</Application>
  <PresentationFormat>Affichage à l'écran (4:3)</PresentationFormat>
  <Paragraphs>144</Paragraphs>
  <Slides>17</Slides>
  <Notes>17</Notes>
  <HiddenSlides>0</HiddenSlides>
  <MMClips>0</MMClips>
  <ScaleCrop>false</ScaleCrop>
  <HeadingPairs>
    <vt:vector size="6" baseType="variant">
      <vt:variant>
        <vt:lpstr>Polices utilisées</vt:lpstr>
      </vt:variant>
      <vt:variant>
        <vt:i4>9</vt:i4>
      </vt:variant>
      <vt:variant>
        <vt:lpstr>Thème</vt:lpstr>
      </vt:variant>
      <vt:variant>
        <vt:i4>63</vt:i4>
      </vt:variant>
      <vt:variant>
        <vt:lpstr>Titres des diapositives</vt:lpstr>
      </vt:variant>
      <vt:variant>
        <vt:i4>17</vt:i4>
      </vt:variant>
    </vt:vector>
  </HeadingPairs>
  <TitlesOfParts>
    <vt:vector size="89" baseType="lpstr">
      <vt:lpstr>Calibri</vt:lpstr>
      <vt:lpstr>Verdana</vt:lpstr>
      <vt:lpstr>Segoe UI</vt:lpstr>
      <vt:lpstr>Times New Roman</vt:lpstr>
      <vt:lpstr>Wingdings</vt:lpstr>
      <vt:lpstr>Segoe Light</vt:lpstr>
      <vt:lpstr>Arial</vt:lpstr>
      <vt:lpstr>Symbol</vt:lpstr>
      <vt:lpstr>Segoe UI Light</vt:lpstr>
      <vt:lpstr>Presentation1</vt:lpstr>
      <vt:lpstr>1_Presentation1</vt:lpstr>
      <vt:lpstr>2_Presentation1</vt:lpstr>
      <vt:lpstr>3_Presentation1</vt:lpstr>
      <vt:lpstr>4_Presentation1</vt:lpstr>
      <vt:lpstr>5_Presentation1</vt:lpstr>
      <vt:lpstr>6_Presentation1</vt:lpstr>
      <vt:lpstr>7_Presentation1</vt:lpstr>
      <vt:lpstr>8_Presentation1</vt:lpstr>
      <vt:lpstr>9_Presentation1</vt:lpstr>
      <vt:lpstr>10_Presentation1</vt:lpstr>
      <vt:lpstr>11_Presentation1</vt:lpstr>
      <vt:lpstr>12_Presentation1</vt:lpstr>
      <vt:lpstr>13_Presentation1</vt:lpstr>
      <vt:lpstr>14_Presentation1</vt:lpstr>
      <vt:lpstr>15_Presentation1</vt:lpstr>
      <vt:lpstr>16_Presentation1</vt:lpstr>
      <vt:lpstr>17_Presentation1</vt:lpstr>
      <vt:lpstr>18_Presentation1</vt:lpstr>
      <vt:lpstr>19_Presentation1</vt:lpstr>
      <vt:lpstr>20_Presentation1</vt:lpstr>
      <vt:lpstr>21_Presentation1</vt:lpstr>
      <vt:lpstr>22_Presentation1</vt:lpstr>
      <vt:lpstr>23_Presentation1</vt:lpstr>
      <vt:lpstr>24_Presentation1</vt:lpstr>
      <vt:lpstr>25_Presentation1</vt:lpstr>
      <vt:lpstr>26_Presentation1</vt:lpstr>
      <vt:lpstr>27_Presentation1</vt:lpstr>
      <vt:lpstr>28_Presentation1</vt:lpstr>
      <vt:lpstr>29_Presentation1</vt:lpstr>
      <vt:lpstr>30_Presentation1</vt:lpstr>
      <vt:lpstr>31_Presentation1</vt:lpstr>
      <vt:lpstr>32_Presentation1</vt:lpstr>
      <vt:lpstr>33_Presentation1</vt:lpstr>
      <vt:lpstr>34_Presentation1</vt:lpstr>
      <vt:lpstr>35_Presentation1</vt:lpstr>
      <vt:lpstr>36_Presentation1</vt:lpstr>
      <vt:lpstr>37_Presentation1</vt:lpstr>
      <vt:lpstr>38_Presentation1</vt:lpstr>
      <vt:lpstr>39_Presentation1</vt:lpstr>
      <vt:lpstr>40_Presentation1</vt:lpstr>
      <vt:lpstr>41_Presentation1</vt:lpstr>
      <vt:lpstr>42_Presentation1</vt:lpstr>
      <vt:lpstr>43_Presentation1</vt:lpstr>
      <vt:lpstr>44_Presentation1</vt:lpstr>
      <vt:lpstr>45_Presentation1</vt:lpstr>
      <vt:lpstr>46_Presentation1</vt:lpstr>
      <vt:lpstr>47_Presentation1</vt:lpstr>
      <vt:lpstr>48_Presentation1</vt:lpstr>
      <vt:lpstr>49_Presentation1</vt:lpstr>
      <vt:lpstr>50_Presentation1</vt:lpstr>
      <vt:lpstr>51_Presentation1</vt:lpstr>
      <vt:lpstr>52_Presentation1</vt:lpstr>
      <vt:lpstr>53_Presentation1</vt:lpstr>
      <vt:lpstr>54_Presentation1</vt:lpstr>
      <vt:lpstr>55_Presentation1</vt:lpstr>
      <vt:lpstr>56_Presentation1</vt:lpstr>
      <vt:lpstr>57_Presentation1</vt:lpstr>
      <vt:lpstr>58_Presentation1</vt:lpstr>
      <vt:lpstr>59_Presentation1</vt:lpstr>
      <vt:lpstr>60_Presentation1</vt:lpstr>
      <vt:lpstr>61_Presentation1</vt:lpstr>
      <vt:lpstr>62_Presentation1</vt:lpstr>
      <vt:lpstr>Module 1</vt:lpstr>
      <vt:lpstr>Windows Server 2012 R2 Editions</vt:lpstr>
      <vt:lpstr>Besoins matériels</vt:lpstr>
      <vt:lpstr>Installation de Windows Server 2012</vt:lpstr>
      <vt:lpstr>Installation de Windows Server 2012</vt:lpstr>
      <vt:lpstr>Installation de Windows Server 2012</vt:lpstr>
      <vt:lpstr>Installation de Windows Server 2012</vt:lpstr>
      <vt:lpstr>Installation de Windows Server 2012</vt:lpstr>
      <vt:lpstr>Installation de Windows Server 2012</vt:lpstr>
      <vt:lpstr>Installation de Windows Server 2012</vt:lpstr>
      <vt:lpstr>Server Manager &gt; Local Server</vt:lpstr>
      <vt:lpstr>Server Core ?..</vt:lpstr>
      <vt:lpstr>Configuration d’un Server Core</vt:lpstr>
      <vt:lpstr>Windows PowerShell</vt:lpstr>
      <vt:lpstr>Windows PowerShell : Syntaxe</vt:lpstr>
      <vt:lpstr>Windows PowerShell ISE</vt:lpstr>
      <vt:lpstr>Lab: Deploying and Managing Windows Server 2012</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dc:title>
  <dc:creator>Karin Carlson</dc:creator>
  <cp:lastModifiedBy>Sergio Rodrigues</cp:lastModifiedBy>
  <cp:revision>39</cp:revision>
  <dcterms:created xsi:type="dcterms:W3CDTF">2014-02-21T05:11:33Z</dcterms:created>
  <dcterms:modified xsi:type="dcterms:W3CDTF">2017-05-03T14:35:13Z</dcterms:modified>
</cp:coreProperties>
</file>